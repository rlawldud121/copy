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5" d="100"/>
          <a:sy n="115" d="100"/>
        </p:scale>
        <p:origin x="372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 smtClean="0"/>
              <a:t>클릭하여 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FC1296-6909-4DEE-AF88-6CF6B8A3D9D0}" type="datetimeFigureOut">
              <a:rPr lang="ko-KR" altLang="en-US" smtClean="0"/>
              <a:t>2026-03-13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1E7F78-0441-4B53-BB23-9F4ADB00372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6836388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FC1296-6909-4DEE-AF88-6CF6B8A3D9D0}" type="datetimeFigureOut">
              <a:rPr lang="ko-KR" altLang="en-US" smtClean="0"/>
              <a:t>2026-03-13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1E7F78-0441-4B53-BB23-9F4ADB00372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201953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FC1296-6909-4DEE-AF88-6CF6B8A3D9D0}" type="datetimeFigureOut">
              <a:rPr lang="ko-KR" altLang="en-US" smtClean="0"/>
              <a:t>2026-03-13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1E7F78-0441-4B53-BB23-9F4ADB00372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967659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FC1296-6909-4DEE-AF88-6CF6B8A3D9D0}" type="datetimeFigureOut">
              <a:rPr lang="ko-KR" altLang="en-US" smtClean="0"/>
              <a:t>2026-03-13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1E7F78-0441-4B53-BB23-9F4ADB00372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0913461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FC1296-6909-4DEE-AF88-6CF6B8A3D9D0}" type="datetimeFigureOut">
              <a:rPr lang="ko-KR" altLang="en-US" smtClean="0"/>
              <a:t>2026-03-13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1E7F78-0441-4B53-BB23-9F4ADB00372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552394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FC1296-6909-4DEE-AF88-6CF6B8A3D9D0}" type="datetimeFigureOut">
              <a:rPr lang="ko-KR" altLang="en-US" smtClean="0"/>
              <a:t>2026-03-13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1E7F78-0441-4B53-BB23-9F4ADB00372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518552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FC1296-6909-4DEE-AF88-6CF6B8A3D9D0}" type="datetimeFigureOut">
              <a:rPr lang="ko-KR" altLang="en-US" smtClean="0"/>
              <a:t>2026-03-13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1E7F78-0441-4B53-BB23-9F4ADB00372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123769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FC1296-6909-4DEE-AF88-6CF6B8A3D9D0}" type="datetimeFigureOut">
              <a:rPr lang="ko-KR" altLang="en-US" smtClean="0"/>
              <a:t>2026-03-13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1E7F78-0441-4B53-BB23-9F4ADB00372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72932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FC1296-6909-4DEE-AF88-6CF6B8A3D9D0}" type="datetimeFigureOut">
              <a:rPr lang="ko-KR" altLang="en-US" smtClean="0"/>
              <a:t>2026-03-13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1E7F78-0441-4B53-BB23-9F4ADB00372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361004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FC1296-6909-4DEE-AF88-6CF6B8A3D9D0}" type="datetimeFigureOut">
              <a:rPr lang="ko-KR" altLang="en-US" smtClean="0"/>
              <a:t>2026-03-13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1E7F78-0441-4B53-BB23-9F4ADB00372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755646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FC1296-6909-4DEE-AF88-6CF6B8A3D9D0}" type="datetimeFigureOut">
              <a:rPr lang="ko-KR" altLang="en-US" smtClean="0"/>
              <a:t>2026-03-13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1E7F78-0441-4B53-BB23-9F4ADB00372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3015643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0FC1296-6909-4DEE-AF88-6CF6B8A3D9D0}" type="datetimeFigureOut">
              <a:rPr lang="ko-KR" altLang="en-US" smtClean="0"/>
              <a:t>2026-03-13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41E7F78-0441-4B53-BB23-9F4ADB00372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517552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 altLang="en-US" dirty="0" smtClean="0"/>
              <a:t>포트폴리오 </a:t>
            </a:r>
            <a:r>
              <a:rPr lang="en-US" altLang="ko-KR" dirty="0" smtClean="0"/>
              <a:t>	</a:t>
            </a:r>
            <a:endParaRPr lang="ko-KR" altLang="en-US" dirty="0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 altLang="en-US" dirty="0" smtClean="0"/>
              <a:t>김지영 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5130618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자기소개 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 smtClean="0"/>
              <a:t>저는 항상 새로운 가치를 창조하는 개발자입니다</a:t>
            </a:r>
            <a:endParaRPr lang="en-US" altLang="ko-KR" dirty="0" smtClean="0"/>
          </a:p>
          <a:p>
            <a:endParaRPr lang="en-US" altLang="ko-KR" dirty="0"/>
          </a:p>
          <a:p>
            <a:r>
              <a:rPr lang="ko-KR" altLang="en-US" dirty="0" smtClean="0"/>
              <a:t>저는 현재 장점 </a:t>
            </a:r>
            <a:endParaRPr lang="en-US" altLang="ko-KR" dirty="0" smtClean="0"/>
          </a:p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13118655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학력 및 경력 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 smtClean="0"/>
              <a:t> </a:t>
            </a:r>
            <a:r>
              <a:rPr lang="ko-KR" altLang="en-US" dirty="0" smtClean="0"/>
              <a:t>땡땡 대학교 졸업</a:t>
            </a:r>
            <a:endParaRPr lang="en-US" altLang="ko-KR" dirty="0" smtClean="0"/>
          </a:p>
          <a:p>
            <a:endParaRPr lang="en-US" altLang="ko-KR" dirty="0"/>
          </a:p>
          <a:p>
            <a:r>
              <a:rPr lang="ko-KR" altLang="en-US" dirty="0" smtClean="0"/>
              <a:t>수상 </a:t>
            </a:r>
            <a:endParaRPr lang="en-US" altLang="ko-KR" dirty="0" smtClean="0"/>
          </a:p>
          <a:p>
            <a:endParaRPr lang="en-US" altLang="ko-KR" dirty="0"/>
          </a:p>
          <a:p>
            <a:r>
              <a:rPr lang="ko-KR" altLang="en-US" dirty="0" smtClean="0"/>
              <a:t>자격증 보유 </a:t>
            </a:r>
            <a:endParaRPr lang="en-US" altLang="ko-KR" dirty="0" smtClean="0"/>
          </a:p>
          <a:p>
            <a:endParaRPr lang="en-US" altLang="ko-KR" dirty="0"/>
          </a:p>
          <a:p>
            <a:r>
              <a:rPr lang="ko-KR" altLang="en-US" dirty="0" smtClean="0"/>
              <a:t>대회 </a:t>
            </a:r>
            <a:endParaRPr lang="en-US" altLang="ko-KR" dirty="0" smtClean="0"/>
          </a:p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02304933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 smtClean="0"/>
              <a:t>쿠라스</a:t>
            </a:r>
            <a:r>
              <a:rPr lang="ko-KR" altLang="en-US" dirty="0" smtClean="0"/>
              <a:t> 구현 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ko-KR" dirty="0" smtClean="0"/>
              <a:t> </a:t>
            </a:r>
            <a:r>
              <a:rPr lang="ko-KR" altLang="en-US" dirty="0" smtClean="0"/>
              <a:t>이미지 넣고 </a:t>
            </a:r>
            <a:endParaRPr lang="en-US" altLang="ko-KR" dirty="0" smtClean="0"/>
          </a:p>
          <a:p>
            <a:endParaRPr lang="en-US" altLang="ko-KR" dirty="0"/>
          </a:p>
          <a:p>
            <a:r>
              <a:rPr lang="ko-KR" altLang="en-US" b="1" dirty="0"/>
              <a:t>역할</a:t>
            </a:r>
            <a:r>
              <a:rPr lang="en-US" altLang="ko-KR" b="1" dirty="0"/>
              <a:t>:</a:t>
            </a:r>
            <a:r>
              <a:rPr lang="ko-KR" altLang="en-US" dirty="0"/>
              <a:t> 메뉴 탭 </a:t>
            </a:r>
            <a:r>
              <a:rPr lang="en-US" altLang="ko-KR" dirty="0"/>
              <a:t>UI </a:t>
            </a:r>
            <a:r>
              <a:rPr lang="ko-KR" altLang="en-US" dirty="0"/>
              <a:t>및 </a:t>
            </a:r>
            <a:r>
              <a:rPr lang="ko-KR" altLang="en-US" dirty="0" err="1"/>
              <a:t>인터랙션</a:t>
            </a:r>
            <a:r>
              <a:rPr lang="ko-KR" altLang="en-US" dirty="0"/>
              <a:t> 구현 </a:t>
            </a:r>
            <a:r>
              <a:rPr lang="en-US" altLang="ko-KR" dirty="0"/>
              <a:t>(4</a:t>
            </a:r>
            <a:r>
              <a:rPr lang="ko-KR" altLang="en-US" dirty="0"/>
              <a:t>인 팀 프로젝트</a:t>
            </a:r>
            <a:r>
              <a:rPr lang="en-US" altLang="ko-KR" dirty="0"/>
              <a:t>)</a:t>
            </a:r>
          </a:p>
          <a:p>
            <a:r>
              <a:rPr lang="ko-KR" altLang="en-US" b="1" dirty="0"/>
              <a:t>기술 스택</a:t>
            </a:r>
            <a:r>
              <a:rPr lang="en-US" altLang="ko-KR" b="1" dirty="0"/>
              <a:t>:</a:t>
            </a:r>
            <a:r>
              <a:rPr lang="ko-KR" altLang="en-US" dirty="0"/>
              <a:t> </a:t>
            </a:r>
            <a:r>
              <a:rPr lang="en-US" altLang="ko-KR" dirty="0"/>
              <a:t>HTML5, CSS3, JavaScript</a:t>
            </a:r>
          </a:p>
          <a:p>
            <a:r>
              <a:rPr lang="ko-KR" altLang="en-US" b="1" dirty="0"/>
              <a:t>사용 툴</a:t>
            </a:r>
            <a:r>
              <a:rPr lang="en-US" altLang="ko-KR" b="1" dirty="0"/>
              <a:t>:</a:t>
            </a:r>
            <a:r>
              <a:rPr lang="ko-KR" altLang="en-US" dirty="0"/>
              <a:t> </a:t>
            </a:r>
            <a:r>
              <a:rPr lang="en-US" altLang="ko-KR" dirty="0" err="1"/>
              <a:t>VSCode</a:t>
            </a:r>
            <a:r>
              <a:rPr lang="en-US" altLang="ko-KR" dirty="0"/>
              <a:t>, Chrome </a:t>
            </a:r>
            <a:r>
              <a:rPr lang="ko-KR" altLang="en-US" dirty="0"/>
              <a:t>개발자 </a:t>
            </a:r>
            <a:r>
              <a:rPr lang="ko-KR" altLang="en-US" dirty="0" smtClean="0"/>
              <a:t>도구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01547098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전체적인 구조 목표 및 프론트 </a:t>
            </a:r>
            <a:r>
              <a:rPr lang="ko-KR" altLang="en-US" dirty="0" err="1" smtClean="0"/>
              <a:t>엔드</a:t>
            </a:r>
            <a:r>
              <a:rPr lang="ko-KR" altLang="en-US" dirty="0" smtClean="0"/>
              <a:t> 구성 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 smtClean="0"/>
              <a:t>연결 과정 </a:t>
            </a:r>
            <a:endParaRPr lang="en-US" altLang="ko-KR" dirty="0" smtClean="0"/>
          </a:p>
          <a:p>
            <a:r>
              <a:rPr lang="en-US" altLang="ko-KR" dirty="0"/>
              <a:t> </a:t>
            </a:r>
            <a:r>
              <a:rPr lang="en-US" altLang="ko-KR" dirty="0" err="1" smtClean="0"/>
              <a:t>vscode</a:t>
            </a:r>
            <a:r>
              <a:rPr lang="en-US" altLang="ko-KR" dirty="0" smtClean="0"/>
              <a:t> </a:t>
            </a:r>
            <a:r>
              <a:rPr lang="ko-KR" altLang="en-US" dirty="0" smtClean="0"/>
              <a:t> </a:t>
            </a:r>
            <a:r>
              <a:rPr lang="en-US" altLang="ko-KR" dirty="0" smtClean="0"/>
              <a:t>html </a:t>
            </a:r>
            <a:r>
              <a:rPr lang="ko-KR" altLang="en-US" dirty="0" smtClean="0"/>
              <a:t>과 </a:t>
            </a:r>
            <a:r>
              <a:rPr lang="en-US" altLang="ko-KR" dirty="0" err="1" smtClean="0"/>
              <a:t>js</a:t>
            </a:r>
            <a:r>
              <a:rPr lang="ko-KR" altLang="en-US" dirty="0" smtClean="0"/>
              <a:t>를 결합 하여서 </a:t>
            </a:r>
            <a:r>
              <a:rPr lang="en-US" altLang="ko-KR" dirty="0" smtClean="0"/>
              <a:t>html a </a:t>
            </a:r>
            <a:r>
              <a:rPr lang="en-US" altLang="ko-KR" dirty="0" err="1" smtClean="0"/>
              <a:t>href</a:t>
            </a:r>
            <a:r>
              <a:rPr lang="en-US" altLang="ko-KR" dirty="0" smtClean="0"/>
              <a:t> -&gt; </a:t>
            </a:r>
            <a:r>
              <a:rPr lang="ko-KR" altLang="en-US" dirty="0" smtClean="0"/>
              <a:t>문법으로 페이지 이동 </a:t>
            </a:r>
            <a:endParaRPr lang="en-US" altLang="ko-KR" dirty="0" smtClean="0"/>
          </a:p>
          <a:p>
            <a:endParaRPr lang="en-US" altLang="ko-KR" dirty="0"/>
          </a:p>
          <a:p>
            <a:endParaRPr lang="en-US" altLang="ko-KR" dirty="0" smtClean="0"/>
          </a:p>
          <a:p>
            <a:r>
              <a:rPr lang="ko-KR" altLang="en-US" dirty="0" smtClean="0"/>
              <a:t>최대한 비슷하게</a:t>
            </a:r>
            <a:r>
              <a:rPr lang="en-US" altLang="ko-KR" dirty="0"/>
              <a:t> </a:t>
            </a:r>
            <a:r>
              <a:rPr lang="ko-KR" altLang="en-US" dirty="0" smtClean="0"/>
              <a:t>홈페이지를 구현하는 것이 목적 </a:t>
            </a:r>
            <a:endParaRPr lang="en-US" altLang="ko-KR" dirty="0" smtClean="0"/>
          </a:p>
        </p:txBody>
      </p:sp>
    </p:spTree>
    <p:extLst>
      <p:ext uri="{BB962C8B-B14F-4D97-AF65-F5344CB8AC3E}">
        <p14:creationId xmlns:p14="http://schemas.microsoft.com/office/powerpoint/2010/main" val="55974338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문제 발생 및 해결과정 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ko-KR" altLang="en-US" b="1" dirty="0"/>
              <a:t>문제 상황</a:t>
            </a:r>
            <a:r>
              <a:rPr lang="en-US" altLang="ko-KR" b="1" dirty="0"/>
              <a:t>:</a:t>
            </a:r>
            <a:r>
              <a:rPr lang="ko-KR" altLang="en-US" dirty="0"/>
              <a:t> 메뉴 탭 레이아웃이 깨지거나 의도한 구역보다 좁게 표시되는 </a:t>
            </a:r>
            <a:r>
              <a:rPr lang="en-US" altLang="ko-KR" dirty="0"/>
              <a:t>UI </a:t>
            </a:r>
            <a:r>
              <a:rPr lang="ko-KR" altLang="en-US" dirty="0"/>
              <a:t>문제 발생</a:t>
            </a:r>
            <a:r>
              <a:rPr lang="en-US" altLang="ko-KR" dirty="0"/>
              <a:t>.</a:t>
            </a:r>
          </a:p>
          <a:p>
            <a:r>
              <a:rPr lang="ko-KR" altLang="en-US" b="1" dirty="0"/>
              <a:t>원인 분석</a:t>
            </a:r>
            <a:r>
              <a:rPr lang="en-US" altLang="ko-KR" b="1" dirty="0"/>
              <a:t>:</a:t>
            </a:r>
            <a:r>
              <a:rPr lang="ko-KR" altLang="en-US" dirty="0"/>
              <a:t> </a:t>
            </a:r>
            <a:r>
              <a:rPr lang="en-US" altLang="ko-KR" dirty="0"/>
              <a:t>Chrome </a:t>
            </a:r>
            <a:r>
              <a:rPr lang="ko-KR" altLang="en-US" dirty="0"/>
              <a:t>개발자 도구로 요소 검사 중</a:t>
            </a:r>
            <a:r>
              <a:rPr lang="en-US" altLang="ko-KR" dirty="0"/>
              <a:t>, CSS </a:t>
            </a:r>
            <a:r>
              <a:rPr lang="ko-KR" altLang="en-US" dirty="0"/>
              <a:t>속성 오타로 인해 </a:t>
            </a:r>
            <a:r>
              <a:rPr lang="ko-KR" altLang="en-US" dirty="0" err="1"/>
              <a:t>설정값이</a:t>
            </a:r>
            <a:r>
              <a:rPr lang="ko-KR" altLang="en-US" dirty="0"/>
              <a:t> 제대로 반영되지 않았음을 확인</a:t>
            </a:r>
            <a:r>
              <a:rPr lang="en-US" altLang="ko-KR" dirty="0"/>
              <a:t>.</a:t>
            </a:r>
          </a:p>
          <a:p>
            <a:r>
              <a:rPr lang="ko-KR" altLang="en-US" b="1" dirty="0"/>
              <a:t>해결 방안</a:t>
            </a:r>
            <a:r>
              <a:rPr lang="en-US" altLang="ko-KR" b="1" dirty="0"/>
              <a:t>:</a:t>
            </a:r>
            <a:r>
              <a:rPr lang="ko-KR" altLang="en-US" dirty="0"/>
              <a:t> 오타 수정 및 레이아웃 너비를 기존 </a:t>
            </a:r>
            <a:r>
              <a:rPr lang="en-US" altLang="ko-KR" dirty="0"/>
              <a:t>100px</a:t>
            </a:r>
            <a:r>
              <a:rPr lang="ko-KR" altLang="en-US" dirty="0"/>
              <a:t>에서 </a:t>
            </a:r>
            <a:r>
              <a:rPr lang="en-US" altLang="ko-KR" dirty="0"/>
              <a:t>200px</a:t>
            </a:r>
            <a:r>
              <a:rPr lang="ko-KR" altLang="en-US" dirty="0"/>
              <a:t>로 조정하여 충분한 </a:t>
            </a:r>
            <a:r>
              <a:rPr lang="ko-KR" altLang="en-US" dirty="0" err="1"/>
              <a:t>가독성과</a:t>
            </a:r>
            <a:r>
              <a:rPr lang="ko-KR" altLang="en-US" dirty="0"/>
              <a:t> 클릭 영역 확보</a:t>
            </a:r>
            <a:r>
              <a:rPr lang="en-US" altLang="ko-KR" dirty="0"/>
              <a:t>.</a:t>
            </a:r>
          </a:p>
          <a:p>
            <a:r>
              <a:rPr lang="ko-KR" altLang="en-US" b="1" dirty="0"/>
              <a:t>성과</a:t>
            </a:r>
            <a:r>
              <a:rPr lang="en-US" altLang="ko-KR" b="1" dirty="0"/>
              <a:t>:</a:t>
            </a:r>
            <a:r>
              <a:rPr lang="ko-KR" altLang="en-US" dirty="0"/>
              <a:t> 사용자 경험</a:t>
            </a:r>
            <a:r>
              <a:rPr lang="en-US" altLang="ko-KR" dirty="0"/>
              <a:t>(UX)</a:t>
            </a:r>
            <a:r>
              <a:rPr lang="ko-KR" altLang="en-US" dirty="0"/>
              <a:t>을 고려한 쾌적한 메뉴 탐색 환경 구축</a:t>
            </a:r>
            <a:r>
              <a:rPr lang="en-US" altLang="ko-KR" dirty="0"/>
              <a:t>.</a:t>
            </a:r>
          </a:p>
          <a:p>
            <a:endParaRPr lang="en-US" altLang="ko-KR" dirty="0" smtClean="0"/>
          </a:p>
          <a:p>
            <a:endParaRPr lang="en-US" altLang="ko-KR" dirty="0"/>
          </a:p>
          <a:p>
            <a:r>
              <a:rPr lang="ko-KR" altLang="en-US" dirty="0" smtClean="0"/>
              <a:t>개선점 </a:t>
            </a:r>
            <a:r>
              <a:rPr lang="en-US" altLang="ko-KR" dirty="0" smtClean="0"/>
              <a:t>: </a:t>
            </a:r>
            <a:r>
              <a:rPr lang="ko-KR" altLang="en-US" dirty="0" smtClean="0"/>
              <a:t>나중에 서버 데이터 베이스와 연결 시켜서 </a:t>
            </a:r>
            <a:r>
              <a:rPr lang="ko-KR" altLang="en-US" dirty="0" err="1" smtClean="0"/>
              <a:t>백엔드와</a:t>
            </a:r>
            <a:r>
              <a:rPr lang="ko-KR" altLang="en-US" dirty="0" smtClean="0"/>
              <a:t> </a:t>
            </a:r>
            <a:r>
              <a:rPr lang="ko-KR" altLang="en-US" dirty="0" err="1" smtClean="0"/>
              <a:t>프론트엔드를</a:t>
            </a:r>
            <a:r>
              <a:rPr lang="ko-KR" altLang="en-US" dirty="0" smtClean="0"/>
              <a:t> 구성하고 싶다 </a:t>
            </a:r>
            <a:endParaRPr lang="en-US" altLang="ko-KR" dirty="0" smtClean="0"/>
          </a:p>
          <a:p>
            <a:endParaRPr lang="en-US" altLang="ko-KR" dirty="0"/>
          </a:p>
          <a:p>
            <a:r>
              <a:rPr lang="ko-KR" altLang="en-US" dirty="0" smtClean="0"/>
              <a:t>현재는 동적 기능이 없어서 나중에 동적 기능을 추가 해 캘린더를 구성 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98361450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자바 </a:t>
            </a:r>
            <a:r>
              <a:rPr lang="en-US" altLang="ko-KR" dirty="0" err="1" smtClean="0"/>
              <a:t>mvc</a:t>
            </a:r>
            <a:r>
              <a:rPr lang="en-US" altLang="ko-KR" dirty="0" smtClean="0"/>
              <a:t> </a:t>
            </a:r>
            <a:r>
              <a:rPr lang="ko-KR" altLang="en-US" dirty="0" smtClean="0"/>
              <a:t>패턴으로 </a:t>
            </a:r>
            <a:r>
              <a:rPr lang="en-US" altLang="ko-KR" dirty="0" err="1" smtClean="0"/>
              <a:t>bmi</a:t>
            </a:r>
            <a:r>
              <a:rPr lang="ko-KR" altLang="en-US" dirty="0" smtClean="0"/>
              <a:t>및 사진 첨부 기능 구현 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 smtClean="0"/>
              <a:t> </a:t>
            </a:r>
            <a:r>
              <a:rPr lang="ko-KR" altLang="en-US" dirty="0" smtClean="0"/>
              <a:t>개인 프로젝트 </a:t>
            </a:r>
            <a:endParaRPr lang="en-US" altLang="ko-KR" dirty="0" smtClean="0"/>
          </a:p>
          <a:p>
            <a:endParaRPr lang="en-US" altLang="ko-KR" dirty="0"/>
          </a:p>
          <a:p>
            <a:r>
              <a:rPr lang="ko-KR" altLang="en-US" dirty="0" err="1" smtClean="0"/>
              <a:t>사용툴</a:t>
            </a:r>
            <a:r>
              <a:rPr lang="en-US" altLang="ko-KR" dirty="0" smtClean="0"/>
              <a:t>: </a:t>
            </a:r>
            <a:r>
              <a:rPr lang="en-US" altLang="ko-KR" dirty="0" err="1" smtClean="0"/>
              <a:t>intellji</a:t>
            </a:r>
            <a:r>
              <a:rPr lang="en-US" altLang="ko-KR" dirty="0" smtClean="0"/>
              <a:t> </a:t>
            </a:r>
          </a:p>
          <a:p>
            <a:endParaRPr lang="en-US" altLang="ko-KR" dirty="0"/>
          </a:p>
          <a:p>
            <a:endParaRPr lang="en-US" altLang="ko-KR" dirty="0" smtClean="0"/>
          </a:p>
          <a:p>
            <a:r>
              <a:rPr lang="ko-KR" altLang="en-US" dirty="0" err="1" smtClean="0"/>
              <a:t>기술스택</a:t>
            </a:r>
            <a:r>
              <a:rPr lang="ko-KR" altLang="en-US" dirty="0" smtClean="0"/>
              <a:t> </a:t>
            </a:r>
            <a:r>
              <a:rPr lang="en-US" altLang="ko-KR" dirty="0" smtClean="0"/>
              <a:t>: maven , java, </a:t>
            </a:r>
            <a:r>
              <a:rPr lang="en-US" altLang="ko-KR" dirty="0" err="1" smtClean="0"/>
              <a:t>jsp</a:t>
            </a:r>
            <a:r>
              <a:rPr lang="en-US" altLang="ko-KR" dirty="0" smtClean="0"/>
              <a:t>, html , </a:t>
            </a:r>
            <a:r>
              <a:rPr lang="en-US" altLang="ko-KR" dirty="0" err="1" smtClean="0"/>
              <a:t>javascript</a:t>
            </a:r>
            <a:endParaRPr lang="en-US" altLang="ko-KR" dirty="0" smtClean="0"/>
          </a:p>
          <a:p>
            <a:endParaRPr lang="en-US" altLang="ko-KR" dirty="0"/>
          </a:p>
          <a:p>
            <a:r>
              <a:rPr lang="ko-KR" altLang="en-US" dirty="0" smtClean="0"/>
              <a:t>사용 라이브러리 </a:t>
            </a:r>
            <a:r>
              <a:rPr lang="en-US" altLang="ko-KR" dirty="0" smtClean="0"/>
              <a:t>: cos.jar , Lombok  </a:t>
            </a:r>
          </a:p>
          <a:p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312117204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altLang="ko-KR" dirty="0" smtClean="0"/>
              <a:t>M V C </a:t>
            </a:r>
            <a:r>
              <a:rPr lang="ko-KR" altLang="en-US" dirty="0" smtClean="0"/>
              <a:t>모델 뷰 컨트롤러 중심으로 구현 </a:t>
            </a:r>
            <a:endParaRPr lang="en-US" altLang="ko-KR" dirty="0" smtClean="0"/>
          </a:p>
          <a:p>
            <a:endParaRPr lang="en-US" altLang="ko-KR" dirty="0"/>
          </a:p>
          <a:p>
            <a:r>
              <a:rPr lang="ko-KR" altLang="en-US" dirty="0" smtClean="0"/>
              <a:t>유지보수성을 실현 하기 위해 </a:t>
            </a:r>
            <a:endParaRPr lang="en-US" altLang="ko-KR" dirty="0" smtClean="0"/>
          </a:p>
          <a:p>
            <a:endParaRPr lang="en-US" altLang="ko-KR" dirty="0"/>
          </a:p>
          <a:p>
            <a:endParaRPr lang="en-US" altLang="ko-KR" dirty="0" smtClean="0"/>
          </a:p>
          <a:p>
            <a:r>
              <a:rPr lang="en-US" altLang="ko-KR" dirty="0" smtClean="0"/>
              <a:t>Controller</a:t>
            </a:r>
            <a:r>
              <a:rPr lang="ko-KR" altLang="en-US" dirty="0" smtClean="0"/>
              <a:t>는 </a:t>
            </a:r>
            <a:r>
              <a:rPr lang="ko-KR" altLang="en-US" dirty="0" err="1" smtClean="0"/>
              <a:t>맵핑만</a:t>
            </a:r>
            <a:r>
              <a:rPr lang="ko-KR" altLang="en-US" dirty="0" smtClean="0"/>
              <a:t> </a:t>
            </a:r>
            <a:endParaRPr lang="en-US" altLang="ko-KR" dirty="0" smtClean="0"/>
          </a:p>
          <a:p>
            <a:r>
              <a:rPr lang="ko-KR" altLang="en-US" dirty="0" smtClean="0"/>
              <a:t>객체를 따로 </a:t>
            </a:r>
            <a:r>
              <a:rPr lang="en-US" altLang="ko-KR" dirty="0" smtClean="0"/>
              <a:t>model</a:t>
            </a:r>
            <a:r>
              <a:rPr lang="ko-KR" altLang="en-US" dirty="0" smtClean="0"/>
              <a:t>안에서 일일이 정의하는게 아닌 </a:t>
            </a:r>
            <a:r>
              <a:rPr lang="en-US" altLang="ko-KR" dirty="0" smtClean="0"/>
              <a:t>object </a:t>
            </a:r>
            <a:r>
              <a:rPr lang="ko-KR" altLang="en-US" dirty="0" smtClean="0"/>
              <a:t>클래스를 만들어 따로 관리</a:t>
            </a:r>
            <a:r>
              <a:rPr lang="en-US" altLang="ko-KR" dirty="0" smtClean="0"/>
              <a:t>(</a:t>
            </a:r>
            <a:r>
              <a:rPr lang="ko-KR" altLang="en-US" dirty="0" smtClean="0"/>
              <a:t>보안</a:t>
            </a:r>
            <a:r>
              <a:rPr lang="en-US" altLang="ko-KR" smtClean="0"/>
              <a:t>,)</a:t>
            </a:r>
            <a:endParaRPr lang="en-US" altLang="ko-KR" dirty="0"/>
          </a:p>
          <a:p>
            <a:r>
              <a:rPr lang="en-US" altLang="ko-KR" dirty="0" smtClean="0"/>
              <a:t> 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39581689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248</Words>
  <Application>Microsoft Office PowerPoint</Application>
  <PresentationFormat>와이드스크린</PresentationFormat>
  <Paragraphs>53</Paragraphs>
  <Slides>8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8</vt:i4>
      </vt:variant>
    </vt:vector>
  </HeadingPairs>
  <TitlesOfParts>
    <vt:vector size="11" baseType="lpstr">
      <vt:lpstr>맑은 고딕</vt:lpstr>
      <vt:lpstr>Arial</vt:lpstr>
      <vt:lpstr>Office 테마</vt:lpstr>
      <vt:lpstr>포트폴리오  </vt:lpstr>
      <vt:lpstr>자기소개 </vt:lpstr>
      <vt:lpstr>학력 및 경력 </vt:lpstr>
      <vt:lpstr>쿠라스 구현 </vt:lpstr>
      <vt:lpstr>전체적인 구조 목표 및 프론트 엔드 구성 </vt:lpstr>
      <vt:lpstr>문제 발생 및 해결과정 </vt:lpstr>
      <vt:lpstr>자바 mvc 패턴으로 bmi및 사진 첨부 기능 구현 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포트폴리오  </dc:title>
  <dc:creator>soldesk</dc:creator>
  <cp:lastModifiedBy>soldesk</cp:lastModifiedBy>
  <cp:revision>1</cp:revision>
  <dcterms:created xsi:type="dcterms:W3CDTF">2026-03-13T03:27:13Z</dcterms:created>
  <dcterms:modified xsi:type="dcterms:W3CDTF">2026-03-13T03:32:36Z</dcterms:modified>
</cp:coreProperties>
</file>