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6"/>
  </p:notesMasterIdLst>
  <p:sldIdLst>
    <p:sldId id="256" r:id="rId2"/>
    <p:sldId id="262" r:id="rId3"/>
    <p:sldId id="274" r:id="rId4"/>
    <p:sldId id="264" r:id="rId5"/>
  </p:sldIdLst>
  <p:sldSz cx="9144000" cy="5143500" type="screen16x9"/>
  <p:notesSz cx="6858000" cy="9144000"/>
  <p:embeddedFontLst>
    <p:embeddedFont>
      <p:font typeface="Varela Round" panose="020B0600000101010101" charset="-79"/>
      <p:regular r:id="rId7"/>
    </p:embeddedFont>
    <p:embeddedFont>
      <p:font typeface="맑은 고딕" panose="020B0503020000020004" pitchFamily="50" charset="-127"/>
      <p:regular r:id="rId8"/>
      <p:bold r:id="rId9"/>
    </p:embeddedFont>
    <p:embeddedFont>
      <p:font typeface="Gaegu" panose="020B0600000101010101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01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696764-A619-43C3-991F-777BA01A90A3}">
  <a:tblStyle styleId="{5F696764-A619-43C3-991F-777BA01A90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570"/>
      </p:cViewPr>
      <p:guideLst>
        <p:guide orient="horz" pos="110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7" name="Google Shape;26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8" name="Google Shape;2818;gc94c3d5336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9" name="Google Shape;2819;gc94c3d5336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5" name="Google Shape;3375;gc79573c1e9_0_2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6" name="Google Shape;3376;gc79573c1e9_0_2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gc79573c1e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1" name="Google Shape;2881;gc79573c1e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0" name="Google Shape;10;p2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" name="Google Shape;68;p2"/>
          <p:cNvSpPr/>
          <p:nvPr/>
        </p:nvSpPr>
        <p:spPr>
          <a:xfrm>
            <a:off x="946050" y="1089175"/>
            <a:ext cx="7251900" cy="338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69;p2"/>
          <p:cNvGrpSpPr/>
          <p:nvPr/>
        </p:nvGrpSpPr>
        <p:grpSpPr>
          <a:xfrm>
            <a:off x="875100" y="2141450"/>
            <a:ext cx="7449534" cy="2329875"/>
            <a:chOff x="875100" y="2141450"/>
            <a:chExt cx="7449534" cy="2329875"/>
          </a:xfrm>
        </p:grpSpPr>
        <p:sp>
          <p:nvSpPr>
            <p:cNvPr id="70" name="Google Shape;70;p2"/>
            <p:cNvSpPr/>
            <p:nvPr/>
          </p:nvSpPr>
          <p:spPr>
            <a:xfrm>
              <a:off x="875100" y="3115925"/>
              <a:ext cx="7449534" cy="1263272"/>
            </a:xfrm>
            <a:custGeom>
              <a:avLst/>
              <a:gdLst/>
              <a:ahLst/>
              <a:cxnLst/>
              <a:rect l="l" t="t" r="r" b="b"/>
              <a:pathLst>
                <a:path w="92280" h="72187" extrusionOk="0">
                  <a:moveTo>
                    <a:pt x="73965" y="0"/>
                  </a:moveTo>
                  <a:cubicBezTo>
                    <a:pt x="71241" y="0"/>
                    <a:pt x="68528" y="633"/>
                    <a:pt x="66136" y="1964"/>
                  </a:cubicBezTo>
                  <a:cubicBezTo>
                    <a:pt x="62952" y="3754"/>
                    <a:pt x="60306" y="6580"/>
                    <a:pt x="56824" y="7674"/>
                  </a:cubicBezTo>
                  <a:cubicBezTo>
                    <a:pt x="55680" y="8036"/>
                    <a:pt x="54508" y="8192"/>
                    <a:pt x="53328" y="8192"/>
                  </a:cubicBezTo>
                  <a:cubicBezTo>
                    <a:pt x="50488" y="8192"/>
                    <a:pt x="47603" y="7286"/>
                    <a:pt x="44946" y="6162"/>
                  </a:cubicBezTo>
                  <a:cubicBezTo>
                    <a:pt x="41206" y="4570"/>
                    <a:pt x="37585" y="2501"/>
                    <a:pt x="33566" y="1844"/>
                  </a:cubicBezTo>
                  <a:cubicBezTo>
                    <a:pt x="32573" y="1682"/>
                    <a:pt x="31585" y="1606"/>
                    <a:pt x="30604" y="1606"/>
                  </a:cubicBezTo>
                  <a:cubicBezTo>
                    <a:pt x="25317" y="1606"/>
                    <a:pt x="20260" y="3836"/>
                    <a:pt x="15997" y="6958"/>
                  </a:cubicBezTo>
                  <a:cubicBezTo>
                    <a:pt x="11540" y="10221"/>
                    <a:pt x="8138" y="14856"/>
                    <a:pt x="5711" y="19910"/>
                  </a:cubicBezTo>
                  <a:cubicBezTo>
                    <a:pt x="4636" y="22119"/>
                    <a:pt x="3761" y="24426"/>
                    <a:pt x="3065" y="26734"/>
                  </a:cubicBezTo>
                  <a:cubicBezTo>
                    <a:pt x="1194" y="32962"/>
                    <a:pt x="1" y="40503"/>
                    <a:pt x="1950" y="46830"/>
                  </a:cubicBezTo>
                  <a:cubicBezTo>
                    <a:pt x="3025" y="50292"/>
                    <a:pt x="5154" y="53316"/>
                    <a:pt x="7462" y="56101"/>
                  </a:cubicBezTo>
                  <a:cubicBezTo>
                    <a:pt x="13430" y="63403"/>
                    <a:pt x="21150" y="69790"/>
                    <a:pt x="30382" y="71700"/>
                  </a:cubicBezTo>
                  <a:cubicBezTo>
                    <a:pt x="31973" y="72026"/>
                    <a:pt x="33611" y="72186"/>
                    <a:pt x="35253" y="72186"/>
                  </a:cubicBezTo>
                  <a:cubicBezTo>
                    <a:pt x="43141" y="72186"/>
                    <a:pt x="51141" y="68475"/>
                    <a:pt x="54616" y="61493"/>
                  </a:cubicBezTo>
                  <a:cubicBezTo>
                    <a:pt x="56128" y="58449"/>
                    <a:pt x="56725" y="55027"/>
                    <a:pt x="57899" y="51843"/>
                  </a:cubicBezTo>
                  <a:cubicBezTo>
                    <a:pt x="59948" y="46312"/>
                    <a:pt x="63828" y="41478"/>
                    <a:pt x="68802" y="38274"/>
                  </a:cubicBezTo>
                  <a:cubicBezTo>
                    <a:pt x="74532" y="34593"/>
                    <a:pt x="81675" y="32982"/>
                    <a:pt x="86370" y="28048"/>
                  </a:cubicBezTo>
                  <a:cubicBezTo>
                    <a:pt x="91802" y="22317"/>
                    <a:pt x="92279" y="12568"/>
                    <a:pt x="87445" y="6321"/>
                  </a:cubicBezTo>
                  <a:cubicBezTo>
                    <a:pt x="84285" y="2251"/>
                    <a:pt x="79103" y="0"/>
                    <a:pt x="73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946050" y="3372125"/>
              <a:ext cx="7251900" cy="1099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 rot="2700000">
              <a:off x="1301006" y="2510697"/>
              <a:ext cx="1248769" cy="1555144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 rot="3190588">
              <a:off x="2984816" y="2437407"/>
              <a:ext cx="1248751" cy="1555122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 rot="7609412" flipH="1">
              <a:off x="4730016" y="2437394"/>
              <a:ext cx="1248751" cy="1555122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 rot="3337315">
              <a:off x="6443445" y="2313459"/>
              <a:ext cx="1368488" cy="1804115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 rot="3337232">
              <a:off x="6792150" y="2572869"/>
              <a:ext cx="1105604" cy="1457516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7664500" y="1118112"/>
            <a:ext cx="533450" cy="911862"/>
            <a:chOff x="478350" y="474400"/>
            <a:chExt cx="344250" cy="588450"/>
          </a:xfrm>
        </p:grpSpPr>
        <p:sp>
          <p:nvSpPr>
            <p:cNvPr id="78" name="Google Shape;78;p2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2"/>
          <p:cNvSpPr/>
          <p:nvPr/>
        </p:nvSpPr>
        <p:spPr>
          <a:xfrm rot="3251181" flipH="1">
            <a:off x="622582" y="2760365"/>
            <a:ext cx="788446" cy="631808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2"/>
          <p:cNvGrpSpPr/>
          <p:nvPr/>
        </p:nvGrpSpPr>
        <p:grpSpPr>
          <a:xfrm>
            <a:off x="946050" y="672163"/>
            <a:ext cx="7251900" cy="417000"/>
            <a:chOff x="946050" y="672163"/>
            <a:chExt cx="7251900" cy="417000"/>
          </a:xfrm>
        </p:grpSpPr>
        <p:sp>
          <p:nvSpPr>
            <p:cNvPr id="82" name="Google Shape;82;p2"/>
            <p:cNvSpPr/>
            <p:nvPr/>
          </p:nvSpPr>
          <p:spPr>
            <a:xfrm>
              <a:off x="946050" y="672163"/>
              <a:ext cx="7251900" cy="417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" name="Google Shape;83;p2"/>
            <p:cNvGrpSpPr/>
            <p:nvPr/>
          </p:nvGrpSpPr>
          <p:grpSpPr>
            <a:xfrm>
              <a:off x="7209519" y="794061"/>
              <a:ext cx="789243" cy="171052"/>
              <a:chOff x="733775" y="310686"/>
              <a:chExt cx="789243" cy="171052"/>
            </a:xfrm>
          </p:grpSpPr>
          <p:sp>
            <p:nvSpPr>
              <p:cNvPr id="84" name="Google Shape;84;p2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86" name="Google Shape;86;p2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87" name="Google Shape;87;p2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88" name="Google Shape;88;p2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90" name="Google Shape;90;p2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93" name="Google Shape;93;p2"/>
            <p:cNvGrpSpPr/>
            <p:nvPr/>
          </p:nvGrpSpPr>
          <p:grpSpPr>
            <a:xfrm>
              <a:off x="1145239" y="777487"/>
              <a:ext cx="800559" cy="204209"/>
              <a:chOff x="747420" y="664537"/>
              <a:chExt cx="800559" cy="204209"/>
            </a:xfrm>
          </p:grpSpPr>
          <p:grpSp>
            <p:nvGrpSpPr>
              <p:cNvPr id="94" name="Google Shape;94;p2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95" name="Google Shape;95;p2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7" name="Google Shape;97;p2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99" name="Google Shape;99;p2"/>
          <p:cNvSpPr/>
          <p:nvPr/>
        </p:nvSpPr>
        <p:spPr>
          <a:xfrm>
            <a:off x="946050" y="1089176"/>
            <a:ext cx="7251900" cy="3381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1649100" y="1253838"/>
            <a:ext cx="5845800" cy="169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subTitle" idx="1"/>
          </p:nvPr>
        </p:nvSpPr>
        <p:spPr>
          <a:xfrm>
            <a:off x="2050919" y="3476800"/>
            <a:ext cx="4583700" cy="541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5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287" name="Google Shape;287;p5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" name="Google Shape;345;p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6" name="Google Shape;346;p5"/>
          <p:cNvGrpSpPr/>
          <p:nvPr/>
        </p:nvGrpSpPr>
        <p:grpSpPr>
          <a:xfrm rot="-729013">
            <a:off x="452654" y="586542"/>
            <a:ext cx="860671" cy="1228255"/>
            <a:chOff x="6107000" y="691500"/>
            <a:chExt cx="590450" cy="842625"/>
          </a:xfrm>
        </p:grpSpPr>
        <p:sp>
          <p:nvSpPr>
            <p:cNvPr id="347" name="Google Shape;347;p5"/>
            <p:cNvSpPr/>
            <p:nvPr/>
          </p:nvSpPr>
          <p:spPr>
            <a:xfrm>
              <a:off x="6107000" y="691500"/>
              <a:ext cx="590450" cy="842625"/>
            </a:xfrm>
            <a:custGeom>
              <a:avLst/>
              <a:gdLst/>
              <a:ahLst/>
              <a:cxnLst/>
              <a:rect l="l" t="t" r="r" b="b"/>
              <a:pathLst>
                <a:path w="23618" h="33705" extrusionOk="0">
                  <a:moveTo>
                    <a:pt x="14676" y="1"/>
                  </a:moveTo>
                  <a:cubicBezTo>
                    <a:pt x="14518" y="1"/>
                    <a:pt x="14375" y="83"/>
                    <a:pt x="14286" y="230"/>
                  </a:cubicBezTo>
                  <a:cubicBezTo>
                    <a:pt x="14187" y="409"/>
                    <a:pt x="14227" y="628"/>
                    <a:pt x="14406" y="787"/>
                  </a:cubicBezTo>
                  <a:cubicBezTo>
                    <a:pt x="14485" y="847"/>
                    <a:pt x="14565" y="907"/>
                    <a:pt x="14664" y="966"/>
                  </a:cubicBezTo>
                  <a:cubicBezTo>
                    <a:pt x="17530" y="2817"/>
                    <a:pt x="19619" y="5324"/>
                    <a:pt x="20912" y="8447"/>
                  </a:cubicBezTo>
                  <a:cubicBezTo>
                    <a:pt x="22941" y="13362"/>
                    <a:pt x="22862" y="18256"/>
                    <a:pt x="20713" y="23111"/>
                  </a:cubicBezTo>
                  <a:cubicBezTo>
                    <a:pt x="19778" y="25240"/>
                    <a:pt x="18445" y="27090"/>
                    <a:pt x="16714" y="28662"/>
                  </a:cubicBezTo>
                  <a:cubicBezTo>
                    <a:pt x="13829" y="31288"/>
                    <a:pt x="10446" y="32721"/>
                    <a:pt x="6507" y="32800"/>
                  </a:cubicBezTo>
                  <a:cubicBezTo>
                    <a:pt x="6451" y="32801"/>
                    <a:pt x="6395" y="32801"/>
                    <a:pt x="6339" y="32801"/>
                  </a:cubicBezTo>
                  <a:cubicBezTo>
                    <a:pt x="4607" y="32801"/>
                    <a:pt x="2913" y="32502"/>
                    <a:pt x="1274" y="31885"/>
                  </a:cubicBezTo>
                  <a:cubicBezTo>
                    <a:pt x="1115" y="31806"/>
                    <a:pt x="936" y="31746"/>
                    <a:pt x="777" y="31686"/>
                  </a:cubicBezTo>
                  <a:cubicBezTo>
                    <a:pt x="697" y="31666"/>
                    <a:pt x="618" y="31646"/>
                    <a:pt x="518" y="31626"/>
                  </a:cubicBezTo>
                  <a:cubicBezTo>
                    <a:pt x="319" y="31626"/>
                    <a:pt x="160" y="31706"/>
                    <a:pt x="80" y="31885"/>
                  </a:cubicBezTo>
                  <a:cubicBezTo>
                    <a:pt x="1" y="32064"/>
                    <a:pt x="41" y="32243"/>
                    <a:pt x="220" y="32363"/>
                  </a:cubicBezTo>
                  <a:cubicBezTo>
                    <a:pt x="478" y="32522"/>
                    <a:pt x="757" y="32681"/>
                    <a:pt x="1036" y="32780"/>
                  </a:cubicBezTo>
                  <a:cubicBezTo>
                    <a:pt x="2428" y="33278"/>
                    <a:pt x="3881" y="33596"/>
                    <a:pt x="5373" y="33676"/>
                  </a:cubicBezTo>
                  <a:cubicBezTo>
                    <a:pt x="5707" y="33695"/>
                    <a:pt x="6039" y="33705"/>
                    <a:pt x="6368" y="33705"/>
                  </a:cubicBezTo>
                  <a:cubicBezTo>
                    <a:pt x="9742" y="33705"/>
                    <a:pt x="12848" y="32685"/>
                    <a:pt x="15639" y="30691"/>
                  </a:cubicBezTo>
                  <a:cubicBezTo>
                    <a:pt x="18902" y="28383"/>
                    <a:pt x="21091" y="25240"/>
                    <a:pt x="22344" y="21459"/>
                  </a:cubicBezTo>
                  <a:cubicBezTo>
                    <a:pt x="22703" y="20325"/>
                    <a:pt x="22961" y="19171"/>
                    <a:pt x="23100" y="17978"/>
                  </a:cubicBezTo>
                  <a:cubicBezTo>
                    <a:pt x="23618" y="13720"/>
                    <a:pt x="22862" y="9721"/>
                    <a:pt x="20693" y="6000"/>
                  </a:cubicBezTo>
                  <a:cubicBezTo>
                    <a:pt x="19320" y="3613"/>
                    <a:pt x="17450" y="1663"/>
                    <a:pt x="15122" y="190"/>
                  </a:cubicBezTo>
                  <a:cubicBezTo>
                    <a:pt x="15023" y="131"/>
                    <a:pt x="14943" y="71"/>
                    <a:pt x="14844" y="31"/>
                  </a:cubicBezTo>
                  <a:cubicBezTo>
                    <a:pt x="14787" y="11"/>
                    <a:pt x="14730" y="1"/>
                    <a:pt x="146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6130400" y="766775"/>
              <a:ext cx="473550" cy="680625"/>
            </a:xfrm>
            <a:custGeom>
              <a:avLst/>
              <a:gdLst/>
              <a:ahLst/>
              <a:cxnLst/>
              <a:rect l="l" t="t" r="r" b="b"/>
              <a:pathLst>
                <a:path w="18942" h="27225" extrusionOk="0">
                  <a:moveTo>
                    <a:pt x="12068" y="0"/>
                  </a:moveTo>
                  <a:cubicBezTo>
                    <a:pt x="11822" y="0"/>
                    <a:pt x="11606" y="197"/>
                    <a:pt x="11639" y="462"/>
                  </a:cubicBezTo>
                  <a:cubicBezTo>
                    <a:pt x="11659" y="602"/>
                    <a:pt x="11739" y="741"/>
                    <a:pt x="11838" y="840"/>
                  </a:cubicBezTo>
                  <a:cubicBezTo>
                    <a:pt x="11997" y="1000"/>
                    <a:pt x="12196" y="1159"/>
                    <a:pt x="12356" y="1318"/>
                  </a:cubicBezTo>
                  <a:cubicBezTo>
                    <a:pt x="14683" y="3487"/>
                    <a:pt x="16375" y="6053"/>
                    <a:pt x="17250" y="9117"/>
                  </a:cubicBezTo>
                  <a:cubicBezTo>
                    <a:pt x="18046" y="11823"/>
                    <a:pt x="18046" y="14529"/>
                    <a:pt x="17190" y="17295"/>
                  </a:cubicBezTo>
                  <a:cubicBezTo>
                    <a:pt x="16434" y="19563"/>
                    <a:pt x="15121" y="21513"/>
                    <a:pt x="13231" y="23084"/>
                  </a:cubicBezTo>
                  <a:cubicBezTo>
                    <a:pt x="10744" y="25134"/>
                    <a:pt x="7839" y="26128"/>
                    <a:pt x="4636" y="26308"/>
                  </a:cubicBezTo>
                  <a:cubicBezTo>
                    <a:pt x="4363" y="26324"/>
                    <a:pt x="4090" y="26332"/>
                    <a:pt x="3817" y="26332"/>
                  </a:cubicBezTo>
                  <a:cubicBezTo>
                    <a:pt x="2797" y="26332"/>
                    <a:pt x="1780" y="26221"/>
                    <a:pt x="776" y="26049"/>
                  </a:cubicBezTo>
                  <a:cubicBezTo>
                    <a:pt x="716" y="26039"/>
                    <a:pt x="652" y="26034"/>
                    <a:pt x="587" y="26034"/>
                  </a:cubicBezTo>
                  <a:cubicBezTo>
                    <a:pt x="522" y="26034"/>
                    <a:pt x="458" y="26039"/>
                    <a:pt x="398" y="26049"/>
                  </a:cubicBezTo>
                  <a:cubicBezTo>
                    <a:pt x="179" y="26089"/>
                    <a:pt x="60" y="26228"/>
                    <a:pt x="20" y="26427"/>
                  </a:cubicBezTo>
                  <a:cubicBezTo>
                    <a:pt x="0" y="26606"/>
                    <a:pt x="100" y="26765"/>
                    <a:pt x="298" y="26845"/>
                  </a:cubicBezTo>
                  <a:cubicBezTo>
                    <a:pt x="557" y="26924"/>
                    <a:pt x="816" y="27024"/>
                    <a:pt x="1074" y="27044"/>
                  </a:cubicBezTo>
                  <a:cubicBezTo>
                    <a:pt x="1976" y="27117"/>
                    <a:pt x="2878" y="27225"/>
                    <a:pt x="3795" y="27225"/>
                  </a:cubicBezTo>
                  <a:cubicBezTo>
                    <a:pt x="3870" y="27225"/>
                    <a:pt x="3944" y="27224"/>
                    <a:pt x="4019" y="27223"/>
                  </a:cubicBezTo>
                  <a:cubicBezTo>
                    <a:pt x="7143" y="27203"/>
                    <a:pt x="10068" y="26387"/>
                    <a:pt x="12674" y="24636"/>
                  </a:cubicBezTo>
                  <a:cubicBezTo>
                    <a:pt x="15101" y="23005"/>
                    <a:pt x="16832" y="20816"/>
                    <a:pt x="17867" y="18090"/>
                  </a:cubicBezTo>
                  <a:cubicBezTo>
                    <a:pt x="18703" y="15882"/>
                    <a:pt x="18941" y="13574"/>
                    <a:pt x="18623" y="11226"/>
                  </a:cubicBezTo>
                  <a:cubicBezTo>
                    <a:pt x="17986" y="6750"/>
                    <a:pt x="15818" y="3128"/>
                    <a:pt x="12455" y="184"/>
                  </a:cubicBezTo>
                  <a:cubicBezTo>
                    <a:pt x="12376" y="124"/>
                    <a:pt x="12296" y="64"/>
                    <a:pt x="12216" y="25"/>
                  </a:cubicBezTo>
                  <a:cubicBezTo>
                    <a:pt x="12167" y="8"/>
                    <a:pt x="12117" y="0"/>
                    <a:pt x="12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6154750" y="842225"/>
              <a:ext cx="351700" cy="515475"/>
            </a:xfrm>
            <a:custGeom>
              <a:avLst/>
              <a:gdLst/>
              <a:ahLst/>
              <a:cxnLst/>
              <a:rect l="l" t="t" r="r" b="b"/>
              <a:pathLst>
                <a:path w="14068" h="20619" extrusionOk="0">
                  <a:moveTo>
                    <a:pt x="9655" y="1"/>
                  </a:moveTo>
                  <a:cubicBezTo>
                    <a:pt x="9544" y="1"/>
                    <a:pt x="9437" y="46"/>
                    <a:pt x="9352" y="130"/>
                  </a:cubicBezTo>
                  <a:cubicBezTo>
                    <a:pt x="9173" y="289"/>
                    <a:pt x="9173" y="528"/>
                    <a:pt x="9312" y="727"/>
                  </a:cubicBezTo>
                  <a:cubicBezTo>
                    <a:pt x="9392" y="827"/>
                    <a:pt x="9491" y="926"/>
                    <a:pt x="9571" y="1006"/>
                  </a:cubicBezTo>
                  <a:cubicBezTo>
                    <a:pt x="11222" y="2757"/>
                    <a:pt x="12337" y="4786"/>
                    <a:pt x="12814" y="7134"/>
                  </a:cubicBezTo>
                  <a:cubicBezTo>
                    <a:pt x="13292" y="9521"/>
                    <a:pt x="13033" y="11849"/>
                    <a:pt x="11959" y="14038"/>
                  </a:cubicBezTo>
                  <a:cubicBezTo>
                    <a:pt x="10765" y="16425"/>
                    <a:pt x="8875" y="18077"/>
                    <a:pt x="6368" y="19012"/>
                  </a:cubicBezTo>
                  <a:cubicBezTo>
                    <a:pt x="5131" y="19476"/>
                    <a:pt x="3854" y="19711"/>
                    <a:pt x="2551" y="19711"/>
                  </a:cubicBezTo>
                  <a:cubicBezTo>
                    <a:pt x="2010" y="19711"/>
                    <a:pt x="1465" y="19671"/>
                    <a:pt x="916" y="19589"/>
                  </a:cubicBezTo>
                  <a:cubicBezTo>
                    <a:pt x="813" y="19577"/>
                    <a:pt x="709" y="19566"/>
                    <a:pt x="606" y="19566"/>
                  </a:cubicBezTo>
                  <a:cubicBezTo>
                    <a:pt x="530" y="19566"/>
                    <a:pt x="455" y="19572"/>
                    <a:pt x="379" y="19589"/>
                  </a:cubicBezTo>
                  <a:cubicBezTo>
                    <a:pt x="160" y="19629"/>
                    <a:pt x="1" y="19828"/>
                    <a:pt x="1" y="20046"/>
                  </a:cubicBezTo>
                  <a:cubicBezTo>
                    <a:pt x="1" y="20206"/>
                    <a:pt x="120" y="20345"/>
                    <a:pt x="359" y="20405"/>
                  </a:cubicBezTo>
                  <a:cubicBezTo>
                    <a:pt x="558" y="20464"/>
                    <a:pt x="777" y="20504"/>
                    <a:pt x="996" y="20524"/>
                  </a:cubicBezTo>
                  <a:cubicBezTo>
                    <a:pt x="1513" y="20584"/>
                    <a:pt x="2033" y="20618"/>
                    <a:pt x="2553" y="20618"/>
                  </a:cubicBezTo>
                  <a:cubicBezTo>
                    <a:pt x="3233" y="20618"/>
                    <a:pt x="3912" y="20560"/>
                    <a:pt x="4577" y="20424"/>
                  </a:cubicBezTo>
                  <a:cubicBezTo>
                    <a:pt x="8934" y="19589"/>
                    <a:pt x="11879" y="17082"/>
                    <a:pt x="13192" y="13520"/>
                  </a:cubicBezTo>
                  <a:cubicBezTo>
                    <a:pt x="13908" y="11352"/>
                    <a:pt x="14068" y="9561"/>
                    <a:pt x="13849" y="7910"/>
                  </a:cubicBezTo>
                  <a:cubicBezTo>
                    <a:pt x="13471" y="4945"/>
                    <a:pt x="12177" y="2418"/>
                    <a:pt x="10108" y="270"/>
                  </a:cubicBezTo>
                  <a:cubicBezTo>
                    <a:pt x="10068" y="210"/>
                    <a:pt x="10009" y="150"/>
                    <a:pt x="9949" y="110"/>
                  </a:cubicBezTo>
                  <a:cubicBezTo>
                    <a:pt x="9856" y="36"/>
                    <a:pt x="9754" y="1"/>
                    <a:pt x="96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6193050" y="900900"/>
              <a:ext cx="226350" cy="351800"/>
            </a:xfrm>
            <a:custGeom>
              <a:avLst/>
              <a:gdLst/>
              <a:ahLst/>
              <a:cxnLst/>
              <a:rect l="l" t="t" r="r" b="b"/>
              <a:pathLst>
                <a:path w="9054" h="14072" extrusionOk="0">
                  <a:moveTo>
                    <a:pt x="5665" y="1"/>
                  </a:moveTo>
                  <a:cubicBezTo>
                    <a:pt x="5547" y="1"/>
                    <a:pt x="5436" y="48"/>
                    <a:pt x="5353" y="131"/>
                  </a:cubicBezTo>
                  <a:cubicBezTo>
                    <a:pt x="5214" y="270"/>
                    <a:pt x="5174" y="469"/>
                    <a:pt x="5273" y="668"/>
                  </a:cubicBezTo>
                  <a:cubicBezTo>
                    <a:pt x="5333" y="748"/>
                    <a:pt x="5413" y="827"/>
                    <a:pt x="5472" y="907"/>
                  </a:cubicBezTo>
                  <a:cubicBezTo>
                    <a:pt x="5831" y="1345"/>
                    <a:pt x="6209" y="1763"/>
                    <a:pt x="6527" y="2240"/>
                  </a:cubicBezTo>
                  <a:cubicBezTo>
                    <a:pt x="7462" y="3633"/>
                    <a:pt x="8079" y="5165"/>
                    <a:pt x="8079" y="6856"/>
                  </a:cubicBezTo>
                  <a:cubicBezTo>
                    <a:pt x="8079" y="9462"/>
                    <a:pt x="6905" y="11353"/>
                    <a:pt x="4557" y="12487"/>
                  </a:cubicBezTo>
                  <a:cubicBezTo>
                    <a:pt x="3508" y="12976"/>
                    <a:pt x="2396" y="13174"/>
                    <a:pt x="1251" y="13174"/>
                  </a:cubicBezTo>
                  <a:cubicBezTo>
                    <a:pt x="1093" y="13174"/>
                    <a:pt x="935" y="13170"/>
                    <a:pt x="777" y="13163"/>
                  </a:cubicBezTo>
                  <a:cubicBezTo>
                    <a:pt x="658" y="13143"/>
                    <a:pt x="538" y="13143"/>
                    <a:pt x="419" y="13143"/>
                  </a:cubicBezTo>
                  <a:cubicBezTo>
                    <a:pt x="200" y="13163"/>
                    <a:pt x="21" y="13342"/>
                    <a:pt x="21" y="13561"/>
                  </a:cubicBezTo>
                  <a:cubicBezTo>
                    <a:pt x="1" y="13760"/>
                    <a:pt x="140" y="13959"/>
                    <a:pt x="379" y="14019"/>
                  </a:cubicBezTo>
                  <a:cubicBezTo>
                    <a:pt x="419" y="14039"/>
                    <a:pt x="478" y="14039"/>
                    <a:pt x="538" y="14039"/>
                  </a:cubicBezTo>
                  <a:cubicBezTo>
                    <a:pt x="812" y="14060"/>
                    <a:pt x="1085" y="14071"/>
                    <a:pt x="1357" y="14071"/>
                  </a:cubicBezTo>
                  <a:cubicBezTo>
                    <a:pt x="2582" y="14071"/>
                    <a:pt x="3775" y="13843"/>
                    <a:pt x="4915" y="13322"/>
                  </a:cubicBezTo>
                  <a:cubicBezTo>
                    <a:pt x="6865" y="12427"/>
                    <a:pt x="8178" y="10955"/>
                    <a:pt x="8755" y="8846"/>
                  </a:cubicBezTo>
                  <a:cubicBezTo>
                    <a:pt x="9014" y="7871"/>
                    <a:pt x="9054" y="6876"/>
                    <a:pt x="8914" y="5881"/>
                  </a:cubicBezTo>
                  <a:cubicBezTo>
                    <a:pt x="8596" y="3673"/>
                    <a:pt x="7562" y="1822"/>
                    <a:pt x="6049" y="191"/>
                  </a:cubicBezTo>
                  <a:cubicBezTo>
                    <a:pt x="6010" y="151"/>
                    <a:pt x="5950" y="111"/>
                    <a:pt x="5910" y="71"/>
                  </a:cubicBezTo>
                  <a:cubicBezTo>
                    <a:pt x="5829" y="23"/>
                    <a:pt x="5745" y="1"/>
                    <a:pt x="56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5"/>
          <p:cNvSpPr/>
          <p:nvPr/>
        </p:nvSpPr>
        <p:spPr>
          <a:xfrm rot="-1265962" flipH="1">
            <a:off x="5767650" y="2693403"/>
            <a:ext cx="2807596" cy="2196272"/>
          </a:xfrm>
          <a:custGeom>
            <a:avLst/>
            <a:gdLst/>
            <a:ahLst/>
            <a:cxnLst/>
            <a:rect l="l" t="t" r="r" b="b"/>
            <a:pathLst>
              <a:path w="92280" h="72187" extrusionOk="0">
                <a:moveTo>
                  <a:pt x="73965" y="0"/>
                </a:moveTo>
                <a:cubicBezTo>
                  <a:pt x="71241" y="0"/>
                  <a:pt x="68528" y="633"/>
                  <a:pt x="66136" y="1964"/>
                </a:cubicBezTo>
                <a:cubicBezTo>
                  <a:pt x="62952" y="3754"/>
                  <a:pt x="60306" y="6580"/>
                  <a:pt x="56824" y="7674"/>
                </a:cubicBezTo>
                <a:cubicBezTo>
                  <a:pt x="55680" y="8036"/>
                  <a:pt x="54508" y="8192"/>
                  <a:pt x="53328" y="8192"/>
                </a:cubicBezTo>
                <a:cubicBezTo>
                  <a:pt x="50488" y="8192"/>
                  <a:pt x="47603" y="7286"/>
                  <a:pt x="44946" y="6162"/>
                </a:cubicBezTo>
                <a:cubicBezTo>
                  <a:pt x="41206" y="4570"/>
                  <a:pt x="37585" y="2501"/>
                  <a:pt x="33566" y="1844"/>
                </a:cubicBezTo>
                <a:cubicBezTo>
                  <a:pt x="32573" y="1682"/>
                  <a:pt x="31585" y="1606"/>
                  <a:pt x="30604" y="1606"/>
                </a:cubicBezTo>
                <a:cubicBezTo>
                  <a:pt x="25317" y="1606"/>
                  <a:pt x="20260" y="3836"/>
                  <a:pt x="15997" y="6958"/>
                </a:cubicBezTo>
                <a:cubicBezTo>
                  <a:pt x="11540" y="10221"/>
                  <a:pt x="8138" y="14856"/>
                  <a:pt x="5711" y="19910"/>
                </a:cubicBezTo>
                <a:cubicBezTo>
                  <a:pt x="4636" y="22119"/>
                  <a:pt x="3761" y="24426"/>
                  <a:pt x="3065" y="26734"/>
                </a:cubicBezTo>
                <a:cubicBezTo>
                  <a:pt x="1194" y="32962"/>
                  <a:pt x="1" y="40503"/>
                  <a:pt x="1950" y="46830"/>
                </a:cubicBezTo>
                <a:cubicBezTo>
                  <a:pt x="3025" y="50292"/>
                  <a:pt x="5154" y="53316"/>
                  <a:pt x="7462" y="56101"/>
                </a:cubicBezTo>
                <a:cubicBezTo>
                  <a:pt x="13430" y="63403"/>
                  <a:pt x="21150" y="69790"/>
                  <a:pt x="30382" y="71700"/>
                </a:cubicBezTo>
                <a:cubicBezTo>
                  <a:pt x="31973" y="72026"/>
                  <a:pt x="33611" y="72186"/>
                  <a:pt x="35253" y="72186"/>
                </a:cubicBezTo>
                <a:cubicBezTo>
                  <a:pt x="43141" y="72186"/>
                  <a:pt x="51141" y="68475"/>
                  <a:pt x="54616" y="61493"/>
                </a:cubicBezTo>
                <a:cubicBezTo>
                  <a:pt x="56128" y="58449"/>
                  <a:pt x="56725" y="55027"/>
                  <a:pt x="57899" y="51843"/>
                </a:cubicBezTo>
                <a:cubicBezTo>
                  <a:pt x="59948" y="46312"/>
                  <a:pt x="63828" y="41478"/>
                  <a:pt x="68802" y="38274"/>
                </a:cubicBezTo>
                <a:cubicBezTo>
                  <a:pt x="74532" y="34593"/>
                  <a:pt x="81675" y="32982"/>
                  <a:pt x="86370" y="28048"/>
                </a:cubicBezTo>
                <a:cubicBezTo>
                  <a:pt x="91802" y="22317"/>
                  <a:pt x="92279" y="12568"/>
                  <a:pt x="87445" y="6321"/>
                </a:cubicBezTo>
                <a:cubicBezTo>
                  <a:pt x="84285" y="2251"/>
                  <a:pt x="79103" y="0"/>
                  <a:pt x="7396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p5"/>
          <p:cNvGrpSpPr/>
          <p:nvPr/>
        </p:nvGrpSpPr>
        <p:grpSpPr>
          <a:xfrm>
            <a:off x="1720546" y="3068048"/>
            <a:ext cx="1562427" cy="1693601"/>
            <a:chOff x="2683071" y="3068048"/>
            <a:chExt cx="1562427" cy="1693601"/>
          </a:xfrm>
        </p:grpSpPr>
        <p:sp>
          <p:nvSpPr>
            <p:cNvPr id="353" name="Google Shape;353;p5"/>
            <p:cNvSpPr/>
            <p:nvPr/>
          </p:nvSpPr>
          <p:spPr>
            <a:xfrm>
              <a:off x="2863164" y="3199452"/>
              <a:ext cx="1264012" cy="1562181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2683071" y="3068048"/>
              <a:ext cx="1234106" cy="1536883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3148041" y="3480850"/>
              <a:ext cx="1097458" cy="1280799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5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357" name="Google Shape;357;p5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5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359" name="Google Shape;359;p5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360" name="Google Shape;360;p5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361" name="Google Shape;361;p5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362" name="Google Shape;362;p5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363" name="Google Shape;363;p5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364" name="Google Shape;364;p5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65" name="Google Shape;365;p5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366" name="Google Shape;366;p5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367" name="Google Shape;367;p5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68" name="Google Shape;368;p5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369" name="Google Shape;369;p5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370" name="Google Shape;370;p5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5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72" name="Google Shape;372;p5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373" name="Google Shape;373;p5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374" name="Google Shape;374;p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5"/>
          <p:cNvSpPr txBox="1">
            <a:spLocks noGrp="1"/>
          </p:cNvSpPr>
          <p:nvPr>
            <p:ph type="subTitle" idx="1"/>
          </p:nvPr>
        </p:nvSpPr>
        <p:spPr>
          <a:xfrm>
            <a:off x="1514800" y="27371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376" name="Google Shape;37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5"/>
          <p:cNvSpPr txBox="1">
            <a:spLocks noGrp="1"/>
          </p:cNvSpPr>
          <p:nvPr>
            <p:ph type="subTitle" idx="2"/>
          </p:nvPr>
        </p:nvSpPr>
        <p:spPr>
          <a:xfrm>
            <a:off x="1514800" y="3206963"/>
            <a:ext cx="25185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5"/>
          <p:cNvSpPr txBox="1">
            <a:spLocks noGrp="1"/>
          </p:cNvSpPr>
          <p:nvPr>
            <p:ph type="subTitle" idx="3"/>
          </p:nvPr>
        </p:nvSpPr>
        <p:spPr>
          <a:xfrm>
            <a:off x="5110663" y="27371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379" name="Google Shape;379;p5"/>
          <p:cNvSpPr txBox="1">
            <a:spLocks noGrp="1"/>
          </p:cNvSpPr>
          <p:nvPr>
            <p:ph type="subTitle" idx="4"/>
          </p:nvPr>
        </p:nvSpPr>
        <p:spPr>
          <a:xfrm>
            <a:off x="5110670" y="3206963"/>
            <a:ext cx="25185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" name="Google Shape;1157;p15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158" name="Google Shape;1158;p15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5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5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5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5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5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5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6" name="Google Shape;1216;p1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7" name="Google Shape;1217;p15"/>
          <p:cNvGrpSpPr/>
          <p:nvPr/>
        </p:nvGrpSpPr>
        <p:grpSpPr>
          <a:xfrm rot="10800000">
            <a:off x="3223925" y="847675"/>
            <a:ext cx="887900" cy="452300"/>
            <a:chOff x="2094425" y="748900"/>
            <a:chExt cx="887900" cy="452300"/>
          </a:xfrm>
        </p:grpSpPr>
        <p:sp>
          <p:nvSpPr>
            <p:cNvPr id="1218" name="Google Shape;1218;p15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5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5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rgbClr val="C09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2" name="Google Shape;1222;p15"/>
          <p:cNvSpPr/>
          <p:nvPr/>
        </p:nvSpPr>
        <p:spPr>
          <a:xfrm rot="-6700904">
            <a:off x="7591217" y="721081"/>
            <a:ext cx="939217" cy="809735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15"/>
          <p:cNvSpPr/>
          <p:nvPr/>
        </p:nvSpPr>
        <p:spPr>
          <a:xfrm>
            <a:off x="600600" y="3189376"/>
            <a:ext cx="1536718" cy="1573103"/>
          </a:xfrm>
          <a:custGeom>
            <a:avLst/>
            <a:gdLst/>
            <a:ahLst/>
            <a:cxnLst/>
            <a:rect l="l" t="t" r="r" b="b"/>
            <a:pathLst>
              <a:path w="26861" h="27497" extrusionOk="0">
                <a:moveTo>
                  <a:pt x="26781" y="15479"/>
                </a:moveTo>
                <a:cubicBezTo>
                  <a:pt x="26721" y="14823"/>
                  <a:pt x="26701" y="14186"/>
                  <a:pt x="26582" y="13629"/>
                </a:cubicBezTo>
                <a:cubicBezTo>
                  <a:pt x="26542" y="13430"/>
                  <a:pt x="26443" y="13251"/>
                  <a:pt x="26403" y="13052"/>
                </a:cubicBezTo>
                <a:cubicBezTo>
                  <a:pt x="26224" y="12236"/>
                  <a:pt x="26164" y="11401"/>
                  <a:pt x="25945" y="10605"/>
                </a:cubicBezTo>
                <a:cubicBezTo>
                  <a:pt x="25866" y="10346"/>
                  <a:pt x="25726" y="10088"/>
                  <a:pt x="25647" y="9829"/>
                </a:cubicBezTo>
                <a:cubicBezTo>
                  <a:pt x="25567" y="9570"/>
                  <a:pt x="25567" y="9292"/>
                  <a:pt x="25488" y="9013"/>
                </a:cubicBezTo>
                <a:cubicBezTo>
                  <a:pt x="25408" y="8735"/>
                  <a:pt x="25289" y="8476"/>
                  <a:pt x="25189" y="8217"/>
                </a:cubicBezTo>
                <a:cubicBezTo>
                  <a:pt x="25070" y="7819"/>
                  <a:pt x="24851" y="7422"/>
                  <a:pt x="24712" y="7183"/>
                </a:cubicBezTo>
                <a:cubicBezTo>
                  <a:pt x="24592" y="6964"/>
                  <a:pt x="24553" y="6765"/>
                  <a:pt x="24473" y="6606"/>
                </a:cubicBezTo>
                <a:cubicBezTo>
                  <a:pt x="24334" y="6248"/>
                  <a:pt x="24095" y="5929"/>
                  <a:pt x="23896" y="5611"/>
                </a:cubicBezTo>
                <a:cubicBezTo>
                  <a:pt x="23836" y="5511"/>
                  <a:pt x="23856" y="5372"/>
                  <a:pt x="23797" y="5293"/>
                </a:cubicBezTo>
                <a:cubicBezTo>
                  <a:pt x="23737" y="5193"/>
                  <a:pt x="23598" y="5133"/>
                  <a:pt x="23538" y="5034"/>
                </a:cubicBezTo>
                <a:cubicBezTo>
                  <a:pt x="23538" y="5034"/>
                  <a:pt x="23538" y="4934"/>
                  <a:pt x="23498" y="4895"/>
                </a:cubicBezTo>
                <a:cubicBezTo>
                  <a:pt x="23319" y="4636"/>
                  <a:pt x="23160" y="4338"/>
                  <a:pt x="22961" y="4119"/>
                </a:cubicBezTo>
                <a:cubicBezTo>
                  <a:pt x="22881" y="4019"/>
                  <a:pt x="22782" y="3940"/>
                  <a:pt x="22702" y="3840"/>
                </a:cubicBezTo>
                <a:cubicBezTo>
                  <a:pt x="22603" y="3721"/>
                  <a:pt x="22523" y="3582"/>
                  <a:pt x="22503" y="3562"/>
                </a:cubicBezTo>
                <a:cubicBezTo>
                  <a:pt x="22424" y="3442"/>
                  <a:pt x="22284" y="3422"/>
                  <a:pt x="22185" y="3323"/>
                </a:cubicBezTo>
                <a:cubicBezTo>
                  <a:pt x="22145" y="3263"/>
                  <a:pt x="22165" y="3204"/>
                  <a:pt x="22145" y="3164"/>
                </a:cubicBezTo>
                <a:cubicBezTo>
                  <a:pt x="22105" y="3124"/>
                  <a:pt x="22006" y="3104"/>
                  <a:pt x="21966" y="3044"/>
                </a:cubicBezTo>
                <a:cubicBezTo>
                  <a:pt x="21707" y="2746"/>
                  <a:pt x="21409" y="2388"/>
                  <a:pt x="21051" y="2129"/>
                </a:cubicBezTo>
                <a:cubicBezTo>
                  <a:pt x="20951" y="2069"/>
                  <a:pt x="20832" y="2050"/>
                  <a:pt x="20752" y="1990"/>
                </a:cubicBezTo>
                <a:cubicBezTo>
                  <a:pt x="20633" y="1910"/>
                  <a:pt x="20553" y="1811"/>
                  <a:pt x="20454" y="1731"/>
                </a:cubicBezTo>
                <a:cubicBezTo>
                  <a:pt x="20255" y="1592"/>
                  <a:pt x="20056" y="1492"/>
                  <a:pt x="19837" y="1373"/>
                </a:cubicBezTo>
                <a:cubicBezTo>
                  <a:pt x="19419" y="1134"/>
                  <a:pt x="19002" y="955"/>
                  <a:pt x="18584" y="756"/>
                </a:cubicBezTo>
                <a:cubicBezTo>
                  <a:pt x="17768" y="398"/>
                  <a:pt x="16912" y="140"/>
                  <a:pt x="16077" y="40"/>
                </a:cubicBezTo>
                <a:cubicBezTo>
                  <a:pt x="15321" y="40"/>
                  <a:pt x="14604" y="0"/>
                  <a:pt x="13928" y="40"/>
                </a:cubicBezTo>
                <a:cubicBezTo>
                  <a:pt x="13829" y="40"/>
                  <a:pt x="13749" y="0"/>
                  <a:pt x="13649" y="20"/>
                </a:cubicBezTo>
                <a:cubicBezTo>
                  <a:pt x="13590" y="20"/>
                  <a:pt x="13510" y="80"/>
                  <a:pt x="13451" y="100"/>
                </a:cubicBezTo>
                <a:cubicBezTo>
                  <a:pt x="13271" y="120"/>
                  <a:pt x="13072" y="100"/>
                  <a:pt x="12913" y="120"/>
                </a:cubicBezTo>
                <a:cubicBezTo>
                  <a:pt x="12754" y="159"/>
                  <a:pt x="12595" y="219"/>
                  <a:pt x="12436" y="279"/>
                </a:cubicBezTo>
                <a:cubicBezTo>
                  <a:pt x="12356" y="299"/>
                  <a:pt x="12277" y="299"/>
                  <a:pt x="12197" y="319"/>
                </a:cubicBezTo>
                <a:cubicBezTo>
                  <a:pt x="12197" y="319"/>
                  <a:pt x="12157" y="418"/>
                  <a:pt x="12137" y="418"/>
                </a:cubicBezTo>
                <a:cubicBezTo>
                  <a:pt x="12098" y="458"/>
                  <a:pt x="12018" y="398"/>
                  <a:pt x="11978" y="418"/>
                </a:cubicBezTo>
                <a:cubicBezTo>
                  <a:pt x="11401" y="617"/>
                  <a:pt x="10765" y="756"/>
                  <a:pt x="10168" y="876"/>
                </a:cubicBezTo>
                <a:cubicBezTo>
                  <a:pt x="9790" y="955"/>
                  <a:pt x="9451" y="1055"/>
                  <a:pt x="9113" y="1174"/>
                </a:cubicBezTo>
                <a:cubicBezTo>
                  <a:pt x="6944" y="1393"/>
                  <a:pt x="5034" y="2030"/>
                  <a:pt x="3284" y="3960"/>
                </a:cubicBezTo>
                <a:cubicBezTo>
                  <a:pt x="3204" y="4039"/>
                  <a:pt x="3124" y="4139"/>
                  <a:pt x="3065" y="4238"/>
                </a:cubicBezTo>
                <a:cubicBezTo>
                  <a:pt x="3045" y="4218"/>
                  <a:pt x="3025" y="4198"/>
                  <a:pt x="3025" y="4198"/>
                </a:cubicBezTo>
                <a:cubicBezTo>
                  <a:pt x="2925" y="4079"/>
                  <a:pt x="2826" y="4159"/>
                  <a:pt x="2746" y="4178"/>
                </a:cubicBezTo>
                <a:cubicBezTo>
                  <a:pt x="2707" y="4198"/>
                  <a:pt x="2647" y="4238"/>
                  <a:pt x="2607" y="4278"/>
                </a:cubicBezTo>
                <a:cubicBezTo>
                  <a:pt x="2408" y="4417"/>
                  <a:pt x="2209" y="4636"/>
                  <a:pt x="2070" y="4895"/>
                </a:cubicBezTo>
                <a:cubicBezTo>
                  <a:pt x="2010" y="5034"/>
                  <a:pt x="2010" y="5153"/>
                  <a:pt x="1950" y="5293"/>
                </a:cubicBezTo>
                <a:cubicBezTo>
                  <a:pt x="1692" y="5790"/>
                  <a:pt x="1294" y="6287"/>
                  <a:pt x="1135" y="6765"/>
                </a:cubicBezTo>
                <a:cubicBezTo>
                  <a:pt x="1095" y="6964"/>
                  <a:pt x="1214" y="7262"/>
                  <a:pt x="956" y="7322"/>
                </a:cubicBezTo>
                <a:cubicBezTo>
                  <a:pt x="1055" y="7501"/>
                  <a:pt x="916" y="7800"/>
                  <a:pt x="816" y="8018"/>
                </a:cubicBezTo>
                <a:cubicBezTo>
                  <a:pt x="737" y="8138"/>
                  <a:pt x="677" y="8217"/>
                  <a:pt x="598" y="8277"/>
                </a:cubicBezTo>
                <a:cubicBezTo>
                  <a:pt x="538" y="9033"/>
                  <a:pt x="239" y="9789"/>
                  <a:pt x="160" y="10545"/>
                </a:cubicBezTo>
                <a:cubicBezTo>
                  <a:pt x="80" y="11301"/>
                  <a:pt x="1" y="12018"/>
                  <a:pt x="1" y="12674"/>
                </a:cubicBezTo>
                <a:cubicBezTo>
                  <a:pt x="21" y="13768"/>
                  <a:pt x="40" y="14743"/>
                  <a:pt x="200" y="15798"/>
                </a:cubicBezTo>
                <a:cubicBezTo>
                  <a:pt x="239" y="15957"/>
                  <a:pt x="319" y="16136"/>
                  <a:pt x="359" y="16315"/>
                </a:cubicBezTo>
                <a:cubicBezTo>
                  <a:pt x="418" y="16494"/>
                  <a:pt x="458" y="16673"/>
                  <a:pt x="518" y="16872"/>
                </a:cubicBezTo>
                <a:cubicBezTo>
                  <a:pt x="478" y="16912"/>
                  <a:pt x="498" y="16912"/>
                  <a:pt x="538" y="16932"/>
                </a:cubicBezTo>
                <a:cubicBezTo>
                  <a:pt x="598" y="17151"/>
                  <a:pt x="677" y="17370"/>
                  <a:pt x="757" y="17569"/>
                </a:cubicBezTo>
                <a:cubicBezTo>
                  <a:pt x="757" y="17608"/>
                  <a:pt x="757" y="17648"/>
                  <a:pt x="737" y="17688"/>
                </a:cubicBezTo>
                <a:cubicBezTo>
                  <a:pt x="777" y="17728"/>
                  <a:pt x="816" y="17768"/>
                  <a:pt x="836" y="17807"/>
                </a:cubicBezTo>
                <a:cubicBezTo>
                  <a:pt x="916" y="17986"/>
                  <a:pt x="1015" y="18185"/>
                  <a:pt x="1095" y="18364"/>
                </a:cubicBezTo>
                <a:cubicBezTo>
                  <a:pt x="1095" y="18364"/>
                  <a:pt x="1095" y="18384"/>
                  <a:pt x="1135" y="18424"/>
                </a:cubicBezTo>
                <a:cubicBezTo>
                  <a:pt x="1175" y="18504"/>
                  <a:pt x="1214" y="18583"/>
                  <a:pt x="1254" y="18683"/>
                </a:cubicBezTo>
                <a:cubicBezTo>
                  <a:pt x="1254" y="18742"/>
                  <a:pt x="1294" y="18802"/>
                  <a:pt x="1354" y="18842"/>
                </a:cubicBezTo>
                <a:cubicBezTo>
                  <a:pt x="1473" y="19041"/>
                  <a:pt x="1592" y="19220"/>
                  <a:pt x="1732" y="19419"/>
                </a:cubicBezTo>
                <a:cubicBezTo>
                  <a:pt x="3264" y="21588"/>
                  <a:pt x="5850" y="22841"/>
                  <a:pt x="8476" y="23299"/>
                </a:cubicBezTo>
                <a:cubicBezTo>
                  <a:pt x="10327" y="23637"/>
                  <a:pt x="12197" y="23617"/>
                  <a:pt x="14087" y="23518"/>
                </a:cubicBezTo>
                <a:cubicBezTo>
                  <a:pt x="13988" y="23537"/>
                  <a:pt x="13888" y="23557"/>
                  <a:pt x="13789" y="23577"/>
                </a:cubicBezTo>
                <a:cubicBezTo>
                  <a:pt x="13709" y="23597"/>
                  <a:pt x="13530" y="23617"/>
                  <a:pt x="13451" y="23657"/>
                </a:cubicBezTo>
                <a:cubicBezTo>
                  <a:pt x="13431" y="23657"/>
                  <a:pt x="13411" y="23756"/>
                  <a:pt x="13391" y="23756"/>
                </a:cubicBezTo>
                <a:cubicBezTo>
                  <a:pt x="13331" y="23776"/>
                  <a:pt x="13252" y="23717"/>
                  <a:pt x="13172" y="23717"/>
                </a:cubicBezTo>
                <a:cubicBezTo>
                  <a:pt x="12913" y="23717"/>
                  <a:pt x="12734" y="23736"/>
                  <a:pt x="12535" y="23736"/>
                </a:cubicBezTo>
                <a:cubicBezTo>
                  <a:pt x="12376" y="23736"/>
                  <a:pt x="12217" y="23796"/>
                  <a:pt x="12078" y="23677"/>
                </a:cubicBezTo>
                <a:cubicBezTo>
                  <a:pt x="11899" y="23717"/>
                  <a:pt x="11640" y="23796"/>
                  <a:pt x="11381" y="23836"/>
                </a:cubicBezTo>
                <a:cubicBezTo>
                  <a:pt x="11302" y="23856"/>
                  <a:pt x="11123" y="23876"/>
                  <a:pt x="11123" y="23876"/>
                </a:cubicBezTo>
                <a:cubicBezTo>
                  <a:pt x="11083" y="23876"/>
                  <a:pt x="11083" y="23836"/>
                  <a:pt x="11063" y="23836"/>
                </a:cubicBezTo>
                <a:cubicBezTo>
                  <a:pt x="10944" y="23856"/>
                  <a:pt x="10824" y="23915"/>
                  <a:pt x="10705" y="23915"/>
                </a:cubicBezTo>
                <a:cubicBezTo>
                  <a:pt x="10148" y="23955"/>
                  <a:pt x="9272" y="23537"/>
                  <a:pt x="9093" y="24194"/>
                </a:cubicBezTo>
                <a:cubicBezTo>
                  <a:pt x="9014" y="24492"/>
                  <a:pt x="9073" y="24711"/>
                  <a:pt x="9193" y="24851"/>
                </a:cubicBezTo>
                <a:cubicBezTo>
                  <a:pt x="9213" y="24890"/>
                  <a:pt x="9332" y="24871"/>
                  <a:pt x="9412" y="24930"/>
                </a:cubicBezTo>
                <a:cubicBezTo>
                  <a:pt x="9491" y="24970"/>
                  <a:pt x="9571" y="25010"/>
                  <a:pt x="9611" y="25109"/>
                </a:cubicBezTo>
                <a:cubicBezTo>
                  <a:pt x="10148" y="25109"/>
                  <a:pt x="10745" y="24990"/>
                  <a:pt x="11322" y="24950"/>
                </a:cubicBezTo>
                <a:cubicBezTo>
                  <a:pt x="11381" y="24930"/>
                  <a:pt x="11461" y="24890"/>
                  <a:pt x="11521" y="24890"/>
                </a:cubicBezTo>
                <a:cubicBezTo>
                  <a:pt x="11580" y="24890"/>
                  <a:pt x="11640" y="24950"/>
                  <a:pt x="11720" y="24950"/>
                </a:cubicBezTo>
                <a:cubicBezTo>
                  <a:pt x="11859" y="24930"/>
                  <a:pt x="12018" y="24851"/>
                  <a:pt x="12157" y="24851"/>
                </a:cubicBezTo>
                <a:cubicBezTo>
                  <a:pt x="12197" y="24831"/>
                  <a:pt x="12297" y="24890"/>
                  <a:pt x="12356" y="24890"/>
                </a:cubicBezTo>
                <a:cubicBezTo>
                  <a:pt x="12436" y="24890"/>
                  <a:pt x="12495" y="24851"/>
                  <a:pt x="12575" y="24831"/>
                </a:cubicBezTo>
                <a:cubicBezTo>
                  <a:pt x="12655" y="24831"/>
                  <a:pt x="12714" y="24890"/>
                  <a:pt x="12774" y="24890"/>
                </a:cubicBezTo>
                <a:cubicBezTo>
                  <a:pt x="13013" y="24871"/>
                  <a:pt x="13192" y="24751"/>
                  <a:pt x="13371" y="24910"/>
                </a:cubicBezTo>
                <a:cubicBezTo>
                  <a:pt x="13590" y="24811"/>
                  <a:pt x="13829" y="24771"/>
                  <a:pt x="14027" y="24731"/>
                </a:cubicBezTo>
                <a:cubicBezTo>
                  <a:pt x="14127" y="24691"/>
                  <a:pt x="14127" y="24731"/>
                  <a:pt x="14226" y="24711"/>
                </a:cubicBezTo>
                <a:cubicBezTo>
                  <a:pt x="14525" y="24652"/>
                  <a:pt x="14843" y="24532"/>
                  <a:pt x="15142" y="24492"/>
                </a:cubicBezTo>
                <a:cubicBezTo>
                  <a:pt x="15261" y="24473"/>
                  <a:pt x="15380" y="24532"/>
                  <a:pt x="15500" y="24512"/>
                </a:cubicBezTo>
                <a:cubicBezTo>
                  <a:pt x="15599" y="24512"/>
                  <a:pt x="15679" y="24413"/>
                  <a:pt x="15778" y="24393"/>
                </a:cubicBezTo>
                <a:cubicBezTo>
                  <a:pt x="16534" y="24154"/>
                  <a:pt x="17310" y="24274"/>
                  <a:pt x="18126" y="24055"/>
                </a:cubicBezTo>
                <a:cubicBezTo>
                  <a:pt x="18285" y="24015"/>
                  <a:pt x="18444" y="23935"/>
                  <a:pt x="18604" y="23876"/>
                </a:cubicBezTo>
                <a:cubicBezTo>
                  <a:pt x="18604" y="23876"/>
                  <a:pt x="18663" y="23935"/>
                  <a:pt x="18703" y="23915"/>
                </a:cubicBezTo>
                <a:cubicBezTo>
                  <a:pt x="18822" y="23896"/>
                  <a:pt x="19002" y="23836"/>
                  <a:pt x="19141" y="23796"/>
                </a:cubicBezTo>
                <a:cubicBezTo>
                  <a:pt x="20215" y="23458"/>
                  <a:pt x="21230" y="22960"/>
                  <a:pt x="22066" y="22264"/>
                </a:cubicBezTo>
                <a:cubicBezTo>
                  <a:pt x="22125" y="22204"/>
                  <a:pt x="22185" y="22165"/>
                  <a:pt x="22245" y="22105"/>
                </a:cubicBezTo>
                <a:cubicBezTo>
                  <a:pt x="22563" y="21806"/>
                  <a:pt x="22861" y="21448"/>
                  <a:pt x="23100" y="21170"/>
                </a:cubicBezTo>
                <a:cubicBezTo>
                  <a:pt x="23319" y="20931"/>
                  <a:pt x="23558" y="20414"/>
                  <a:pt x="23797" y="20175"/>
                </a:cubicBezTo>
                <a:cubicBezTo>
                  <a:pt x="23816" y="20155"/>
                  <a:pt x="23777" y="20115"/>
                  <a:pt x="23777" y="20076"/>
                </a:cubicBezTo>
                <a:cubicBezTo>
                  <a:pt x="24015" y="19598"/>
                  <a:pt x="24155" y="19041"/>
                  <a:pt x="24254" y="18782"/>
                </a:cubicBezTo>
                <a:cubicBezTo>
                  <a:pt x="24413" y="18364"/>
                  <a:pt x="24433" y="17867"/>
                  <a:pt x="24533" y="17390"/>
                </a:cubicBezTo>
                <a:cubicBezTo>
                  <a:pt x="24612" y="16872"/>
                  <a:pt x="24771" y="16375"/>
                  <a:pt x="24732" y="15798"/>
                </a:cubicBezTo>
                <a:cubicBezTo>
                  <a:pt x="24712" y="15559"/>
                  <a:pt x="24712" y="15440"/>
                  <a:pt x="24712" y="15320"/>
                </a:cubicBezTo>
                <a:cubicBezTo>
                  <a:pt x="24712" y="15082"/>
                  <a:pt x="24632" y="14843"/>
                  <a:pt x="24612" y="14604"/>
                </a:cubicBezTo>
                <a:cubicBezTo>
                  <a:pt x="24592" y="14505"/>
                  <a:pt x="24652" y="14425"/>
                  <a:pt x="24632" y="14326"/>
                </a:cubicBezTo>
                <a:cubicBezTo>
                  <a:pt x="24573" y="13589"/>
                  <a:pt x="24493" y="12833"/>
                  <a:pt x="24354" y="12097"/>
                </a:cubicBezTo>
                <a:cubicBezTo>
                  <a:pt x="24194" y="11361"/>
                  <a:pt x="24015" y="10665"/>
                  <a:pt x="23797" y="9988"/>
                </a:cubicBezTo>
                <a:cubicBezTo>
                  <a:pt x="23757" y="9909"/>
                  <a:pt x="23816" y="9809"/>
                  <a:pt x="23777" y="9749"/>
                </a:cubicBezTo>
                <a:cubicBezTo>
                  <a:pt x="23757" y="9670"/>
                  <a:pt x="23657" y="9630"/>
                  <a:pt x="23617" y="9550"/>
                </a:cubicBezTo>
                <a:cubicBezTo>
                  <a:pt x="23598" y="9511"/>
                  <a:pt x="23657" y="9471"/>
                  <a:pt x="23637" y="9431"/>
                </a:cubicBezTo>
                <a:cubicBezTo>
                  <a:pt x="23617" y="9312"/>
                  <a:pt x="23419" y="8954"/>
                  <a:pt x="23379" y="8914"/>
                </a:cubicBezTo>
                <a:cubicBezTo>
                  <a:pt x="23339" y="8874"/>
                  <a:pt x="23419" y="8854"/>
                  <a:pt x="23399" y="8834"/>
                </a:cubicBezTo>
                <a:cubicBezTo>
                  <a:pt x="23379" y="8774"/>
                  <a:pt x="23339" y="8774"/>
                  <a:pt x="23319" y="8755"/>
                </a:cubicBezTo>
                <a:cubicBezTo>
                  <a:pt x="23299" y="8695"/>
                  <a:pt x="23359" y="8655"/>
                  <a:pt x="23319" y="8615"/>
                </a:cubicBezTo>
                <a:cubicBezTo>
                  <a:pt x="23279" y="8456"/>
                  <a:pt x="23140" y="8337"/>
                  <a:pt x="23080" y="8197"/>
                </a:cubicBezTo>
                <a:cubicBezTo>
                  <a:pt x="23060" y="8158"/>
                  <a:pt x="23100" y="8118"/>
                  <a:pt x="23100" y="8098"/>
                </a:cubicBezTo>
                <a:cubicBezTo>
                  <a:pt x="23080" y="8058"/>
                  <a:pt x="23021" y="8058"/>
                  <a:pt x="23001" y="8018"/>
                </a:cubicBezTo>
                <a:cubicBezTo>
                  <a:pt x="22941" y="7879"/>
                  <a:pt x="22842" y="7740"/>
                  <a:pt x="22782" y="7581"/>
                </a:cubicBezTo>
                <a:cubicBezTo>
                  <a:pt x="22742" y="7501"/>
                  <a:pt x="22762" y="7402"/>
                  <a:pt x="22722" y="7322"/>
                </a:cubicBezTo>
                <a:cubicBezTo>
                  <a:pt x="22643" y="7163"/>
                  <a:pt x="22503" y="7043"/>
                  <a:pt x="22404" y="6884"/>
                </a:cubicBezTo>
                <a:cubicBezTo>
                  <a:pt x="22245" y="6626"/>
                  <a:pt x="22066" y="6307"/>
                  <a:pt x="21887" y="5969"/>
                </a:cubicBezTo>
                <a:cubicBezTo>
                  <a:pt x="21767" y="5790"/>
                  <a:pt x="21727" y="5591"/>
                  <a:pt x="21648" y="5472"/>
                </a:cubicBezTo>
                <a:cubicBezTo>
                  <a:pt x="21608" y="5412"/>
                  <a:pt x="21469" y="5392"/>
                  <a:pt x="21429" y="5332"/>
                </a:cubicBezTo>
                <a:cubicBezTo>
                  <a:pt x="21389" y="5273"/>
                  <a:pt x="21369" y="5153"/>
                  <a:pt x="21329" y="5094"/>
                </a:cubicBezTo>
                <a:cubicBezTo>
                  <a:pt x="21310" y="5054"/>
                  <a:pt x="21250" y="5094"/>
                  <a:pt x="21230" y="5034"/>
                </a:cubicBezTo>
                <a:cubicBezTo>
                  <a:pt x="21230" y="5014"/>
                  <a:pt x="21270" y="4915"/>
                  <a:pt x="21270" y="4895"/>
                </a:cubicBezTo>
                <a:cubicBezTo>
                  <a:pt x="21210" y="4815"/>
                  <a:pt x="21111" y="4775"/>
                  <a:pt x="21071" y="4716"/>
                </a:cubicBezTo>
                <a:cubicBezTo>
                  <a:pt x="20852" y="4457"/>
                  <a:pt x="20534" y="4298"/>
                  <a:pt x="20295" y="4079"/>
                </a:cubicBezTo>
                <a:cubicBezTo>
                  <a:pt x="20156" y="3960"/>
                  <a:pt x="20036" y="3840"/>
                  <a:pt x="19897" y="3721"/>
                </a:cubicBezTo>
                <a:cubicBezTo>
                  <a:pt x="19857" y="3701"/>
                  <a:pt x="19797" y="3701"/>
                  <a:pt x="19797" y="3701"/>
                </a:cubicBezTo>
                <a:cubicBezTo>
                  <a:pt x="19738" y="3661"/>
                  <a:pt x="19758" y="3601"/>
                  <a:pt x="19738" y="3582"/>
                </a:cubicBezTo>
                <a:cubicBezTo>
                  <a:pt x="19698" y="3542"/>
                  <a:pt x="19579" y="3422"/>
                  <a:pt x="19579" y="3422"/>
                </a:cubicBezTo>
                <a:cubicBezTo>
                  <a:pt x="19081" y="3005"/>
                  <a:pt x="18564" y="2666"/>
                  <a:pt x="18106" y="2189"/>
                </a:cubicBezTo>
                <a:cubicBezTo>
                  <a:pt x="18345" y="2209"/>
                  <a:pt x="18524" y="2328"/>
                  <a:pt x="18723" y="2447"/>
                </a:cubicBezTo>
                <a:cubicBezTo>
                  <a:pt x="19141" y="2706"/>
                  <a:pt x="19559" y="2925"/>
                  <a:pt x="19937" y="3184"/>
                </a:cubicBezTo>
                <a:cubicBezTo>
                  <a:pt x="20016" y="3243"/>
                  <a:pt x="20116" y="3323"/>
                  <a:pt x="20215" y="3383"/>
                </a:cubicBezTo>
                <a:cubicBezTo>
                  <a:pt x="20315" y="3422"/>
                  <a:pt x="20454" y="3422"/>
                  <a:pt x="20534" y="3482"/>
                </a:cubicBezTo>
                <a:cubicBezTo>
                  <a:pt x="20573" y="3522"/>
                  <a:pt x="20633" y="3562"/>
                  <a:pt x="20693" y="3601"/>
                </a:cubicBezTo>
                <a:cubicBezTo>
                  <a:pt x="20733" y="3641"/>
                  <a:pt x="20792" y="3681"/>
                  <a:pt x="20792" y="3681"/>
                </a:cubicBezTo>
                <a:cubicBezTo>
                  <a:pt x="20792" y="3701"/>
                  <a:pt x="20772" y="3761"/>
                  <a:pt x="20812" y="3800"/>
                </a:cubicBezTo>
                <a:cubicBezTo>
                  <a:pt x="20852" y="3820"/>
                  <a:pt x="20971" y="3820"/>
                  <a:pt x="21011" y="3860"/>
                </a:cubicBezTo>
                <a:cubicBezTo>
                  <a:pt x="21031" y="3880"/>
                  <a:pt x="20991" y="3920"/>
                  <a:pt x="21011" y="3940"/>
                </a:cubicBezTo>
                <a:cubicBezTo>
                  <a:pt x="21031" y="3979"/>
                  <a:pt x="21071" y="3960"/>
                  <a:pt x="21111" y="3999"/>
                </a:cubicBezTo>
                <a:cubicBezTo>
                  <a:pt x="21310" y="4198"/>
                  <a:pt x="21389" y="4497"/>
                  <a:pt x="21668" y="4656"/>
                </a:cubicBezTo>
                <a:cubicBezTo>
                  <a:pt x="21707" y="5133"/>
                  <a:pt x="22105" y="5492"/>
                  <a:pt x="22404" y="5949"/>
                </a:cubicBezTo>
                <a:cubicBezTo>
                  <a:pt x="22503" y="6069"/>
                  <a:pt x="22603" y="6208"/>
                  <a:pt x="22682" y="6347"/>
                </a:cubicBezTo>
                <a:cubicBezTo>
                  <a:pt x="22702" y="6407"/>
                  <a:pt x="22643" y="6486"/>
                  <a:pt x="22662" y="6546"/>
                </a:cubicBezTo>
                <a:cubicBezTo>
                  <a:pt x="22682" y="6606"/>
                  <a:pt x="22782" y="6665"/>
                  <a:pt x="22802" y="6725"/>
                </a:cubicBezTo>
                <a:cubicBezTo>
                  <a:pt x="22921" y="6984"/>
                  <a:pt x="23060" y="7223"/>
                  <a:pt x="23200" y="7481"/>
                </a:cubicBezTo>
                <a:cubicBezTo>
                  <a:pt x="23419" y="7939"/>
                  <a:pt x="23498" y="8317"/>
                  <a:pt x="23677" y="8655"/>
                </a:cubicBezTo>
                <a:cubicBezTo>
                  <a:pt x="23856" y="9013"/>
                  <a:pt x="24035" y="9332"/>
                  <a:pt x="24155" y="9670"/>
                </a:cubicBezTo>
                <a:cubicBezTo>
                  <a:pt x="24155" y="9729"/>
                  <a:pt x="24115" y="9809"/>
                  <a:pt x="24135" y="9849"/>
                </a:cubicBezTo>
                <a:cubicBezTo>
                  <a:pt x="24155" y="9928"/>
                  <a:pt x="24214" y="9948"/>
                  <a:pt x="24234" y="10008"/>
                </a:cubicBezTo>
                <a:cubicBezTo>
                  <a:pt x="24274" y="10127"/>
                  <a:pt x="24234" y="10267"/>
                  <a:pt x="24274" y="10366"/>
                </a:cubicBezTo>
                <a:cubicBezTo>
                  <a:pt x="24274" y="10426"/>
                  <a:pt x="24374" y="10426"/>
                  <a:pt x="24393" y="10486"/>
                </a:cubicBezTo>
                <a:cubicBezTo>
                  <a:pt x="24433" y="10525"/>
                  <a:pt x="24374" y="10605"/>
                  <a:pt x="24393" y="10645"/>
                </a:cubicBezTo>
                <a:cubicBezTo>
                  <a:pt x="24393" y="10704"/>
                  <a:pt x="24413" y="10724"/>
                  <a:pt x="24413" y="10784"/>
                </a:cubicBezTo>
                <a:cubicBezTo>
                  <a:pt x="24433" y="11102"/>
                  <a:pt x="24672" y="11202"/>
                  <a:pt x="24752" y="11421"/>
                </a:cubicBezTo>
                <a:cubicBezTo>
                  <a:pt x="24831" y="11659"/>
                  <a:pt x="24851" y="11898"/>
                  <a:pt x="24891" y="12157"/>
                </a:cubicBezTo>
                <a:cubicBezTo>
                  <a:pt x="24931" y="12475"/>
                  <a:pt x="25030" y="12853"/>
                  <a:pt x="24970" y="13072"/>
                </a:cubicBezTo>
                <a:cubicBezTo>
                  <a:pt x="24871" y="13410"/>
                  <a:pt x="25070" y="13729"/>
                  <a:pt x="25130" y="14047"/>
                </a:cubicBezTo>
                <a:cubicBezTo>
                  <a:pt x="25189" y="14266"/>
                  <a:pt x="25150" y="14524"/>
                  <a:pt x="25150" y="14664"/>
                </a:cubicBezTo>
                <a:cubicBezTo>
                  <a:pt x="25150" y="14723"/>
                  <a:pt x="25209" y="14783"/>
                  <a:pt x="25209" y="14863"/>
                </a:cubicBezTo>
                <a:cubicBezTo>
                  <a:pt x="25209" y="14982"/>
                  <a:pt x="25229" y="15101"/>
                  <a:pt x="25229" y="15221"/>
                </a:cubicBezTo>
                <a:cubicBezTo>
                  <a:pt x="25249" y="15360"/>
                  <a:pt x="25309" y="15499"/>
                  <a:pt x="25249" y="15639"/>
                </a:cubicBezTo>
                <a:cubicBezTo>
                  <a:pt x="25269" y="15778"/>
                  <a:pt x="25408" y="15838"/>
                  <a:pt x="25428" y="15977"/>
                </a:cubicBezTo>
                <a:cubicBezTo>
                  <a:pt x="25309" y="16136"/>
                  <a:pt x="25468" y="16335"/>
                  <a:pt x="25468" y="16474"/>
                </a:cubicBezTo>
                <a:cubicBezTo>
                  <a:pt x="25468" y="16534"/>
                  <a:pt x="25408" y="16594"/>
                  <a:pt x="25408" y="16653"/>
                </a:cubicBezTo>
                <a:cubicBezTo>
                  <a:pt x="25428" y="16852"/>
                  <a:pt x="25488" y="17071"/>
                  <a:pt x="25488" y="17230"/>
                </a:cubicBezTo>
                <a:cubicBezTo>
                  <a:pt x="25488" y="17270"/>
                  <a:pt x="25428" y="17350"/>
                  <a:pt x="25428" y="17390"/>
                </a:cubicBezTo>
                <a:cubicBezTo>
                  <a:pt x="25408" y="17668"/>
                  <a:pt x="25428" y="17947"/>
                  <a:pt x="25388" y="18245"/>
                </a:cubicBezTo>
                <a:cubicBezTo>
                  <a:pt x="25368" y="18524"/>
                  <a:pt x="25329" y="18862"/>
                  <a:pt x="25249" y="19160"/>
                </a:cubicBezTo>
                <a:cubicBezTo>
                  <a:pt x="25150" y="19598"/>
                  <a:pt x="24970" y="19996"/>
                  <a:pt x="24851" y="20394"/>
                </a:cubicBezTo>
                <a:cubicBezTo>
                  <a:pt x="24851" y="20394"/>
                  <a:pt x="24771" y="20414"/>
                  <a:pt x="24752" y="20473"/>
                </a:cubicBezTo>
                <a:cubicBezTo>
                  <a:pt x="24712" y="20613"/>
                  <a:pt x="24712" y="20812"/>
                  <a:pt x="24652" y="20931"/>
                </a:cubicBezTo>
                <a:cubicBezTo>
                  <a:pt x="24592" y="21110"/>
                  <a:pt x="24433" y="21229"/>
                  <a:pt x="24453" y="21428"/>
                </a:cubicBezTo>
                <a:cubicBezTo>
                  <a:pt x="24354" y="21627"/>
                  <a:pt x="24155" y="21747"/>
                  <a:pt x="24075" y="21906"/>
                </a:cubicBezTo>
                <a:cubicBezTo>
                  <a:pt x="24035" y="21966"/>
                  <a:pt x="24055" y="22045"/>
                  <a:pt x="23996" y="22105"/>
                </a:cubicBezTo>
                <a:cubicBezTo>
                  <a:pt x="23916" y="22165"/>
                  <a:pt x="23836" y="22165"/>
                  <a:pt x="23757" y="22224"/>
                </a:cubicBezTo>
                <a:cubicBezTo>
                  <a:pt x="23578" y="22324"/>
                  <a:pt x="23518" y="22463"/>
                  <a:pt x="23419" y="22582"/>
                </a:cubicBezTo>
                <a:cubicBezTo>
                  <a:pt x="23339" y="22722"/>
                  <a:pt x="23200" y="22881"/>
                  <a:pt x="23040" y="23000"/>
                </a:cubicBezTo>
                <a:cubicBezTo>
                  <a:pt x="22643" y="23319"/>
                  <a:pt x="22105" y="23557"/>
                  <a:pt x="21747" y="23756"/>
                </a:cubicBezTo>
                <a:cubicBezTo>
                  <a:pt x="21688" y="23816"/>
                  <a:pt x="21648" y="23816"/>
                  <a:pt x="21568" y="23856"/>
                </a:cubicBezTo>
                <a:cubicBezTo>
                  <a:pt x="21409" y="23935"/>
                  <a:pt x="21270" y="24055"/>
                  <a:pt x="21130" y="24114"/>
                </a:cubicBezTo>
                <a:cubicBezTo>
                  <a:pt x="20772" y="24254"/>
                  <a:pt x="20414" y="24274"/>
                  <a:pt x="20096" y="24373"/>
                </a:cubicBezTo>
                <a:cubicBezTo>
                  <a:pt x="19897" y="24433"/>
                  <a:pt x="19718" y="24572"/>
                  <a:pt x="19519" y="24612"/>
                </a:cubicBezTo>
                <a:cubicBezTo>
                  <a:pt x="19280" y="24691"/>
                  <a:pt x="19021" y="24691"/>
                  <a:pt x="18803" y="24711"/>
                </a:cubicBezTo>
                <a:cubicBezTo>
                  <a:pt x="18743" y="24771"/>
                  <a:pt x="18624" y="24791"/>
                  <a:pt x="18584" y="24910"/>
                </a:cubicBezTo>
                <a:cubicBezTo>
                  <a:pt x="18504" y="24930"/>
                  <a:pt x="18484" y="24811"/>
                  <a:pt x="18405" y="24831"/>
                </a:cubicBezTo>
                <a:cubicBezTo>
                  <a:pt x="18405" y="24831"/>
                  <a:pt x="18345" y="24930"/>
                  <a:pt x="18345" y="24930"/>
                </a:cubicBezTo>
                <a:cubicBezTo>
                  <a:pt x="18305" y="24950"/>
                  <a:pt x="18246" y="24950"/>
                  <a:pt x="18206" y="24950"/>
                </a:cubicBezTo>
                <a:cubicBezTo>
                  <a:pt x="18007" y="24990"/>
                  <a:pt x="17768" y="24930"/>
                  <a:pt x="17629" y="25030"/>
                </a:cubicBezTo>
                <a:cubicBezTo>
                  <a:pt x="16912" y="25408"/>
                  <a:pt x="16077" y="25308"/>
                  <a:pt x="15420" y="25646"/>
                </a:cubicBezTo>
                <a:cubicBezTo>
                  <a:pt x="15042" y="25706"/>
                  <a:pt x="14425" y="25786"/>
                  <a:pt x="14067" y="26044"/>
                </a:cubicBezTo>
                <a:cubicBezTo>
                  <a:pt x="13709" y="25945"/>
                  <a:pt x="13351" y="26124"/>
                  <a:pt x="12993" y="26204"/>
                </a:cubicBezTo>
                <a:cubicBezTo>
                  <a:pt x="12774" y="26243"/>
                  <a:pt x="12555" y="26223"/>
                  <a:pt x="12336" y="26263"/>
                </a:cubicBezTo>
                <a:cubicBezTo>
                  <a:pt x="12297" y="26263"/>
                  <a:pt x="12177" y="26363"/>
                  <a:pt x="12157" y="26363"/>
                </a:cubicBezTo>
                <a:cubicBezTo>
                  <a:pt x="12137" y="26363"/>
                  <a:pt x="12137" y="26303"/>
                  <a:pt x="12098" y="26323"/>
                </a:cubicBezTo>
                <a:cubicBezTo>
                  <a:pt x="11978" y="26343"/>
                  <a:pt x="11899" y="26403"/>
                  <a:pt x="11779" y="26422"/>
                </a:cubicBezTo>
                <a:cubicBezTo>
                  <a:pt x="11620" y="26442"/>
                  <a:pt x="11441" y="26422"/>
                  <a:pt x="11282" y="26422"/>
                </a:cubicBezTo>
                <a:cubicBezTo>
                  <a:pt x="11083" y="26403"/>
                  <a:pt x="10904" y="26343"/>
                  <a:pt x="10725" y="26343"/>
                </a:cubicBezTo>
                <a:cubicBezTo>
                  <a:pt x="10347" y="26363"/>
                  <a:pt x="9949" y="26661"/>
                  <a:pt x="9571" y="26482"/>
                </a:cubicBezTo>
                <a:cubicBezTo>
                  <a:pt x="9412" y="26582"/>
                  <a:pt x="9292" y="26522"/>
                  <a:pt x="9173" y="26442"/>
                </a:cubicBezTo>
                <a:cubicBezTo>
                  <a:pt x="8874" y="26582"/>
                  <a:pt x="8576" y="26522"/>
                  <a:pt x="8297" y="26522"/>
                </a:cubicBezTo>
                <a:cubicBezTo>
                  <a:pt x="8118" y="26522"/>
                  <a:pt x="7979" y="26562"/>
                  <a:pt x="7820" y="26562"/>
                </a:cubicBezTo>
                <a:cubicBezTo>
                  <a:pt x="7661" y="26542"/>
                  <a:pt x="7621" y="26462"/>
                  <a:pt x="7502" y="26502"/>
                </a:cubicBezTo>
                <a:cubicBezTo>
                  <a:pt x="7362" y="26542"/>
                  <a:pt x="6885" y="26403"/>
                  <a:pt x="6765" y="26383"/>
                </a:cubicBezTo>
                <a:cubicBezTo>
                  <a:pt x="6686" y="26383"/>
                  <a:pt x="6626" y="26403"/>
                  <a:pt x="6586" y="26383"/>
                </a:cubicBezTo>
                <a:cubicBezTo>
                  <a:pt x="6566" y="26383"/>
                  <a:pt x="6566" y="26323"/>
                  <a:pt x="6566" y="26323"/>
                </a:cubicBezTo>
                <a:cubicBezTo>
                  <a:pt x="6328" y="26303"/>
                  <a:pt x="5890" y="26243"/>
                  <a:pt x="5790" y="26263"/>
                </a:cubicBezTo>
                <a:cubicBezTo>
                  <a:pt x="5651" y="26323"/>
                  <a:pt x="5512" y="26184"/>
                  <a:pt x="5412" y="26144"/>
                </a:cubicBezTo>
                <a:cubicBezTo>
                  <a:pt x="4935" y="25965"/>
                  <a:pt x="4636" y="25925"/>
                  <a:pt x="4219" y="25925"/>
                </a:cubicBezTo>
                <a:cubicBezTo>
                  <a:pt x="4119" y="25885"/>
                  <a:pt x="4079" y="25845"/>
                  <a:pt x="4040" y="25786"/>
                </a:cubicBezTo>
                <a:cubicBezTo>
                  <a:pt x="3980" y="25686"/>
                  <a:pt x="3841" y="25925"/>
                  <a:pt x="3861" y="25766"/>
                </a:cubicBezTo>
                <a:cubicBezTo>
                  <a:pt x="3662" y="25746"/>
                  <a:pt x="3642" y="25666"/>
                  <a:pt x="3443" y="25567"/>
                </a:cubicBezTo>
                <a:cubicBezTo>
                  <a:pt x="3343" y="25746"/>
                  <a:pt x="3204" y="25487"/>
                  <a:pt x="3204" y="25487"/>
                </a:cubicBezTo>
                <a:cubicBezTo>
                  <a:pt x="3144" y="25447"/>
                  <a:pt x="3085" y="25507"/>
                  <a:pt x="3065" y="25487"/>
                </a:cubicBezTo>
                <a:cubicBezTo>
                  <a:pt x="2905" y="25388"/>
                  <a:pt x="2806" y="25209"/>
                  <a:pt x="2647" y="25129"/>
                </a:cubicBezTo>
                <a:cubicBezTo>
                  <a:pt x="2527" y="25089"/>
                  <a:pt x="2408" y="25109"/>
                  <a:pt x="2269" y="25089"/>
                </a:cubicBezTo>
                <a:cubicBezTo>
                  <a:pt x="1931" y="25030"/>
                  <a:pt x="1493" y="24791"/>
                  <a:pt x="1075" y="24552"/>
                </a:cubicBezTo>
                <a:cubicBezTo>
                  <a:pt x="916" y="24691"/>
                  <a:pt x="1155" y="24751"/>
                  <a:pt x="1214" y="24831"/>
                </a:cubicBezTo>
                <a:cubicBezTo>
                  <a:pt x="1354" y="25010"/>
                  <a:pt x="1473" y="25109"/>
                  <a:pt x="1592" y="25169"/>
                </a:cubicBezTo>
                <a:cubicBezTo>
                  <a:pt x="1672" y="25189"/>
                  <a:pt x="1692" y="25288"/>
                  <a:pt x="1712" y="25308"/>
                </a:cubicBezTo>
                <a:cubicBezTo>
                  <a:pt x="2030" y="25567"/>
                  <a:pt x="2508" y="25865"/>
                  <a:pt x="2806" y="25945"/>
                </a:cubicBezTo>
                <a:cubicBezTo>
                  <a:pt x="3284" y="26104"/>
                  <a:pt x="3681" y="26343"/>
                  <a:pt x="4139" y="26522"/>
                </a:cubicBezTo>
                <a:cubicBezTo>
                  <a:pt x="4378" y="26601"/>
                  <a:pt x="4676" y="26701"/>
                  <a:pt x="4855" y="26721"/>
                </a:cubicBezTo>
                <a:cubicBezTo>
                  <a:pt x="4935" y="26741"/>
                  <a:pt x="4955" y="26820"/>
                  <a:pt x="4995" y="26840"/>
                </a:cubicBezTo>
                <a:cubicBezTo>
                  <a:pt x="5174" y="26900"/>
                  <a:pt x="5412" y="26940"/>
                  <a:pt x="5611" y="26980"/>
                </a:cubicBezTo>
                <a:cubicBezTo>
                  <a:pt x="5850" y="27039"/>
                  <a:pt x="6089" y="27099"/>
                  <a:pt x="6228" y="27119"/>
                </a:cubicBezTo>
                <a:cubicBezTo>
                  <a:pt x="6268" y="27119"/>
                  <a:pt x="6268" y="27178"/>
                  <a:pt x="6268" y="27178"/>
                </a:cubicBezTo>
                <a:cubicBezTo>
                  <a:pt x="6507" y="27258"/>
                  <a:pt x="6606" y="27159"/>
                  <a:pt x="6765" y="27198"/>
                </a:cubicBezTo>
                <a:cubicBezTo>
                  <a:pt x="6765" y="27198"/>
                  <a:pt x="6825" y="27258"/>
                  <a:pt x="6885" y="27278"/>
                </a:cubicBezTo>
                <a:cubicBezTo>
                  <a:pt x="6964" y="27298"/>
                  <a:pt x="7024" y="27258"/>
                  <a:pt x="7064" y="27258"/>
                </a:cubicBezTo>
                <a:cubicBezTo>
                  <a:pt x="7322" y="27298"/>
                  <a:pt x="7581" y="27397"/>
                  <a:pt x="7820" y="27417"/>
                </a:cubicBezTo>
                <a:cubicBezTo>
                  <a:pt x="8019" y="27417"/>
                  <a:pt x="8258" y="27338"/>
                  <a:pt x="8437" y="27358"/>
                </a:cubicBezTo>
                <a:cubicBezTo>
                  <a:pt x="8556" y="27358"/>
                  <a:pt x="8596" y="27417"/>
                  <a:pt x="8636" y="27437"/>
                </a:cubicBezTo>
                <a:cubicBezTo>
                  <a:pt x="8656" y="27437"/>
                  <a:pt x="8675" y="27377"/>
                  <a:pt x="8675" y="27377"/>
                </a:cubicBezTo>
                <a:cubicBezTo>
                  <a:pt x="9034" y="27417"/>
                  <a:pt x="9451" y="27457"/>
                  <a:pt x="9670" y="27497"/>
                </a:cubicBezTo>
                <a:cubicBezTo>
                  <a:pt x="9730" y="27497"/>
                  <a:pt x="9750" y="27457"/>
                  <a:pt x="9790" y="27457"/>
                </a:cubicBezTo>
                <a:cubicBezTo>
                  <a:pt x="10008" y="27417"/>
                  <a:pt x="10148" y="27437"/>
                  <a:pt x="10367" y="27437"/>
                </a:cubicBezTo>
                <a:cubicBezTo>
                  <a:pt x="10585" y="27437"/>
                  <a:pt x="10904" y="27377"/>
                  <a:pt x="11162" y="27358"/>
                </a:cubicBezTo>
                <a:cubicBezTo>
                  <a:pt x="11222" y="27358"/>
                  <a:pt x="11302" y="27377"/>
                  <a:pt x="11381" y="27377"/>
                </a:cubicBezTo>
                <a:cubicBezTo>
                  <a:pt x="12018" y="27318"/>
                  <a:pt x="12973" y="27318"/>
                  <a:pt x="13649" y="27178"/>
                </a:cubicBezTo>
                <a:cubicBezTo>
                  <a:pt x="14346" y="27039"/>
                  <a:pt x="14983" y="26860"/>
                  <a:pt x="15599" y="26741"/>
                </a:cubicBezTo>
                <a:cubicBezTo>
                  <a:pt x="15957" y="26661"/>
                  <a:pt x="16256" y="26562"/>
                  <a:pt x="16554" y="26502"/>
                </a:cubicBezTo>
                <a:cubicBezTo>
                  <a:pt x="16952" y="26422"/>
                  <a:pt x="17390" y="26442"/>
                  <a:pt x="17828" y="26323"/>
                </a:cubicBezTo>
                <a:cubicBezTo>
                  <a:pt x="17967" y="26283"/>
                  <a:pt x="18106" y="26223"/>
                  <a:pt x="18246" y="26164"/>
                </a:cubicBezTo>
                <a:cubicBezTo>
                  <a:pt x="18763" y="26005"/>
                  <a:pt x="19101" y="25905"/>
                  <a:pt x="19539" y="25806"/>
                </a:cubicBezTo>
                <a:lnTo>
                  <a:pt x="20116" y="25666"/>
                </a:lnTo>
                <a:cubicBezTo>
                  <a:pt x="20315" y="25607"/>
                  <a:pt x="20534" y="25547"/>
                  <a:pt x="20733" y="25487"/>
                </a:cubicBezTo>
                <a:cubicBezTo>
                  <a:pt x="21130" y="25348"/>
                  <a:pt x="21528" y="25209"/>
                  <a:pt x="21906" y="25030"/>
                </a:cubicBezTo>
                <a:cubicBezTo>
                  <a:pt x="22583" y="24751"/>
                  <a:pt x="23220" y="24333"/>
                  <a:pt x="23797" y="23856"/>
                </a:cubicBezTo>
                <a:cubicBezTo>
                  <a:pt x="24433" y="23279"/>
                  <a:pt x="25010" y="22602"/>
                  <a:pt x="25468" y="21866"/>
                </a:cubicBezTo>
                <a:cubicBezTo>
                  <a:pt x="26105" y="20891"/>
                  <a:pt x="26542" y="19697"/>
                  <a:pt x="26662" y="18563"/>
                </a:cubicBezTo>
                <a:cubicBezTo>
                  <a:pt x="26761" y="17608"/>
                  <a:pt x="26861" y="16474"/>
                  <a:pt x="26781" y="15479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4" name="Google Shape;1224;p15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225" name="Google Shape;1225;p15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6" name="Google Shape;1226;p15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227" name="Google Shape;1227;p15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228" name="Google Shape;1228;p15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229" name="Google Shape;1229;p15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230" name="Google Shape;1230;p15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231" name="Google Shape;1231;p15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232" name="Google Shape;1232;p15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233" name="Google Shape;1233;p15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234" name="Google Shape;1234;p15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235" name="Google Shape;1235;p15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236" name="Google Shape;1236;p15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237" name="Google Shape;1237;p15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238" name="Google Shape;1238;p15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15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40" name="Google Shape;1240;p15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241" name="Google Shape;1241;p15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1242" name="Google Shape;1242;p15"/>
          <p:cNvGrpSpPr/>
          <p:nvPr/>
        </p:nvGrpSpPr>
        <p:grpSpPr>
          <a:xfrm>
            <a:off x="7127404" y="2588027"/>
            <a:ext cx="1416114" cy="1573141"/>
            <a:chOff x="7393400" y="2351813"/>
            <a:chExt cx="1150003" cy="1277522"/>
          </a:xfrm>
        </p:grpSpPr>
        <p:sp>
          <p:nvSpPr>
            <p:cNvPr id="1243" name="Google Shape;1243;p15"/>
            <p:cNvSpPr/>
            <p:nvPr/>
          </p:nvSpPr>
          <p:spPr>
            <a:xfrm flipH="1">
              <a:off x="7488154" y="2439655"/>
              <a:ext cx="962609" cy="1189680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5"/>
            <p:cNvSpPr/>
            <p:nvPr/>
          </p:nvSpPr>
          <p:spPr>
            <a:xfrm flipH="1">
              <a:off x="7603570" y="2351813"/>
              <a:ext cx="939833" cy="1170414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5"/>
            <p:cNvSpPr/>
            <p:nvPr/>
          </p:nvSpPr>
          <p:spPr>
            <a:xfrm flipH="1">
              <a:off x="7393400" y="2570576"/>
              <a:ext cx="835770" cy="975393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6" name="Google Shape;1246;p15"/>
          <p:cNvGrpSpPr/>
          <p:nvPr/>
        </p:nvGrpSpPr>
        <p:grpSpPr>
          <a:xfrm>
            <a:off x="719995" y="1169131"/>
            <a:ext cx="439697" cy="506486"/>
            <a:chOff x="3150425" y="3024575"/>
            <a:chExt cx="130350" cy="150150"/>
          </a:xfrm>
        </p:grpSpPr>
        <p:sp>
          <p:nvSpPr>
            <p:cNvPr id="1247" name="Google Shape;1247;p15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5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5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5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5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5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5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5" name="Google Shape;1255;p1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15"/>
          <p:cNvSpPr txBox="1">
            <a:spLocks noGrp="1"/>
          </p:cNvSpPr>
          <p:nvPr>
            <p:ph type="subTitle" idx="1"/>
          </p:nvPr>
        </p:nvSpPr>
        <p:spPr>
          <a:xfrm>
            <a:off x="112569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257" name="Google Shape;125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15"/>
          <p:cNvSpPr txBox="1">
            <a:spLocks noGrp="1"/>
          </p:cNvSpPr>
          <p:nvPr>
            <p:ph type="subTitle" idx="2"/>
          </p:nvPr>
        </p:nvSpPr>
        <p:spPr>
          <a:xfrm>
            <a:off x="112569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59" name="Google Shape;1259;p15"/>
          <p:cNvSpPr txBox="1">
            <a:spLocks noGrp="1"/>
          </p:cNvSpPr>
          <p:nvPr>
            <p:ph type="subTitle" idx="3"/>
          </p:nvPr>
        </p:nvSpPr>
        <p:spPr>
          <a:xfrm>
            <a:off x="363464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260" name="Google Shape;1260;p15"/>
          <p:cNvSpPr txBox="1">
            <a:spLocks noGrp="1"/>
          </p:cNvSpPr>
          <p:nvPr>
            <p:ph type="subTitle" idx="4"/>
          </p:nvPr>
        </p:nvSpPr>
        <p:spPr>
          <a:xfrm>
            <a:off x="363464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61" name="Google Shape;1261;p15"/>
          <p:cNvSpPr txBox="1">
            <a:spLocks noGrp="1"/>
          </p:cNvSpPr>
          <p:nvPr>
            <p:ph type="subTitle" idx="5"/>
          </p:nvPr>
        </p:nvSpPr>
        <p:spPr>
          <a:xfrm>
            <a:off x="614359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262" name="Google Shape;1262;p15"/>
          <p:cNvSpPr txBox="1">
            <a:spLocks noGrp="1"/>
          </p:cNvSpPr>
          <p:nvPr>
            <p:ph type="subTitle" idx="6"/>
          </p:nvPr>
        </p:nvSpPr>
        <p:spPr>
          <a:xfrm>
            <a:off x="614359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6"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0" name="Google Shape;1550;p19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551" name="Google Shape;1551;p19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9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9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9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9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9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9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9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9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9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9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9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9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9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9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9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9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9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9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9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9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9" name="Google Shape;1609;p19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0" name="Google Shape;1610;p19"/>
          <p:cNvGrpSpPr/>
          <p:nvPr/>
        </p:nvGrpSpPr>
        <p:grpSpPr>
          <a:xfrm rot="-5400000">
            <a:off x="7598805" y="823914"/>
            <a:ext cx="368499" cy="424474"/>
            <a:chOff x="3150425" y="3024575"/>
            <a:chExt cx="130350" cy="150150"/>
          </a:xfrm>
        </p:grpSpPr>
        <p:sp>
          <p:nvSpPr>
            <p:cNvPr id="1611" name="Google Shape;1611;p19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9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9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9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19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19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19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9" name="Google Shape;1619;p19"/>
          <p:cNvGrpSpPr/>
          <p:nvPr/>
        </p:nvGrpSpPr>
        <p:grpSpPr>
          <a:xfrm rot="9715366" flipH="1">
            <a:off x="8134543" y="833393"/>
            <a:ext cx="578893" cy="989541"/>
            <a:chOff x="478350" y="474400"/>
            <a:chExt cx="344250" cy="588450"/>
          </a:xfrm>
        </p:grpSpPr>
        <p:sp>
          <p:nvSpPr>
            <p:cNvPr id="1620" name="Google Shape;1620;p19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9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2" name="Google Shape;1622;p19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623" name="Google Shape;1623;p19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4" name="Google Shape;1624;p19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625" name="Google Shape;1625;p19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626" name="Google Shape;1626;p19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627" name="Google Shape;1627;p19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628" name="Google Shape;1628;p19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629" name="Google Shape;1629;p19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630" name="Google Shape;1630;p19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631" name="Google Shape;1631;p19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632" name="Google Shape;1632;p19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1633" name="Google Shape;1633;p19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634" name="Google Shape;1634;p19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635" name="Google Shape;1635;p19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636" name="Google Shape;1636;p19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7" name="Google Shape;1637;p19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38" name="Google Shape;1638;p19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639" name="Google Shape;1639;p19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1640" name="Google Shape;1640;p19"/>
          <p:cNvGrpSpPr/>
          <p:nvPr/>
        </p:nvGrpSpPr>
        <p:grpSpPr>
          <a:xfrm>
            <a:off x="5622860" y="4267818"/>
            <a:ext cx="971096" cy="494681"/>
            <a:chOff x="2094425" y="748900"/>
            <a:chExt cx="887900" cy="452300"/>
          </a:xfrm>
        </p:grpSpPr>
        <p:sp>
          <p:nvSpPr>
            <p:cNvPr id="1641" name="Google Shape;1641;p19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19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19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19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5" name="Google Shape;164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46" name="Google Shape;1646;p19"/>
          <p:cNvSpPr/>
          <p:nvPr/>
        </p:nvSpPr>
        <p:spPr>
          <a:xfrm>
            <a:off x="720000" y="4202949"/>
            <a:ext cx="393256" cy="466950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19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5">
    <p:spTree>
      <p:nvGrpSpPr>
        <p:cNvPr id="1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5" name="Google Shape;2445;p28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2446" name="Google Shape;2446;p28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8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8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28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28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28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8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8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8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8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8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8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8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8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8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4" name="Google Shape;2504;p28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5" name="Google Shape;2505;p28"/>
          <p:cNvGrpSpPr/>
          <p:nvPr/>
        </p:nvGrpSpPr>
        <p:grpSpPr>
          <a:xfrm rot="-5400000">
            <a:off x="7598805" y="823914"/>
            <a:ext cx="368499" cy="424474"/>
            <a:chOff x="3150425" y="3024575"/>
            <a:chExt cx="130350" cy="150150"/>
          </a:xfrm>
        </p:grpSpPr>
        <p:sp>
          <p:nvSpPr>
            <p:cNvPr id="2506" name="Google Shape;2506;p28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8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8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8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8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8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8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8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4" name="Google Shape;2514;p28"/>
          <p:cNvGrpSpPr/>
          <p:nvPr/>
        </p:nvGrpSpPr>
        <p:grpSpPr>
          <a:xfrm rot="9715366" flipH="1">
            <a:off x="8134543" y="833393"/>
            <a:ext cx="578893" cy="989541"/>
            <a:chOff x="478350" y="474400"/>
            <a:chExt cx="344250" cy="588450"/>
          </a:xfrm>
        </p:grpSpPr>
        <p:sp>
          <p:nvSpPr>
            <p:cNvPr id="2515" name="Google Shape;2515;p28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8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7" name="Google Shape;2517;p28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2518" name="Google Shape;2518;p28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19" name="Google Shape;2519;p28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2520" name="Google Shape;2520;p28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2522" name="Google Shape;2522;p28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2523" name="Google Shape;2523;p28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2524" name="Google Shape;2524;p28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2525" name="Google Shape;2525;p28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526" name="Google Shape;2526;p28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2527" name="Google Shape;2527;p28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2528" name="Google Shape;2528;p28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529" name="Google Shape;2529;p28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2530" name="Google Shape;2530;p28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2531" name="Google Shape;2531;p28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2" name="Google Shape;2532;p28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33" name="Google Shape;2533;p28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2534" name="Google Shape;2534;p28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2535" name="Google Shape;2535;p28"/>
          <p:cNvGrpSpPr/>
          <p:nvPr/>
        </p:nvGrpSpPr>
        <p:grpSpPr>
          <a:xfrm>
            <a:off x="5622860" y="4267818"/>
            <a:ext cx="971096" cy="494681"/>
            <a:chOff x="2094425" y="748900"/>
            <a:chExt cx="887900" cy="452300"/>
          </a:xfrm>
        </p:grpSpPr>
        <p:sp>
          <p:nvSpPr>
            <p:cNvPr id="2536" name="Google Shape;2536;p28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40" name="Google Shape;2540;p28"/>
          <p:cNvSpPr/>
          <p:nvPr/>
        </p:nvSpPr>
        <p:spPr>
          <a:xfrm>
            <a:off x="720000" y="4202949"/>
            <a:ext cx="393256" cy="466950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1" name="Google Shape;2541;p28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5_1"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3" name="Google Shape;2543;p29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2544" name="Google Shape;2544;p29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29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29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29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29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29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29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29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29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2" name="Google Shape;2602;p29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2603" name="Google Shape;2603;p29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29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29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29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29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29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29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9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9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9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9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9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9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9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29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29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9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9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9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9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9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9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9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9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9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9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9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9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9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9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29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29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29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29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29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29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29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29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29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29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9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9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9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9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1" name="Google Shape;2661;p29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2" name="Google Shape;2662;p29"/>
          <p:cNvSpPr/>
          <p:nvPr/>
        </p:nvSpPr>
        <p:spPr>
          <a:xfrm>
            <a:off x="5975076" y="4136476"/>
            <a:ext cx="2588600" cy="644575"/>
          </a:xfrm>
          <a:custGeom>
            <a:avLst/>
            <a:gdLst/>
            <a:ahLst/>
            <a:cxnLst/>
            <a:rect l="l" t="t" r="r" b="b"/>
            <a:pathLst>
              <a:path w="103544" h="25783" extrusionOk="0">
                <a:moveTo>
                  <a:pt x="5928" y="25504"/>
                </a:moveTo>
                <a:cubicBezTo>
                  <a:pt x="19744" y="26038"/>
                  <a:pt x="75739" y="25735"/>
                  <a:pt x="91923" y="25183"/>
                </a:cubicBezTo>
                <a:cubicBezTo>
                  <a:pt x="108107" y="24631"/>
                  <a:pt x="101894" y="26323"/>
                  <a:pt x="103033" y="22192"/>
                </a:cubicBezTo>
                <a:cubicBezTo>
                  <a:pt x="104173" y="18061"/>
                  <a:pt x="103674" y="2660"/>
                  <a:pt x="98760" y="399"/>
                </a:cubicBezTo>
                <a:cubicBezTo>
                  <a:pt x="93846" y="-1862"/>
                  <a:pt x="79638" y="6115"/>
                  <a:pt x="73549" y="8625"/>
                </a:cubicBezTo>
                <a:cubicBezTo>
                  <a:pt x="67460" y="11136"/>
                  <a:pt x="68458" y="14981"/>
                  <a:pt x="62226" y="15462"/>
                </a:cubicBezTo>
                <a:cubicBezTo>
                  <a:pt x="55995" y="15943"/>
                  <a:pt x="42944" y="10833"/>
                  <a:pt x="36160" y="11509"/>
                </a:cubicBezTo>
                <a:cubicBezTo>
                  <a:pt x="29377" y="12186"/>
                  <a:pt x="26047" y="17776"/>
                  <a:pt x="21525" y="19521"/>
                </a:cubicBezTo>
                <a:cubicBezTo>
                  <a:pt x="17003" y="21266"/>
                  <a:pt x="11626" y="20981"/>
                  <a:pt x="9026" y="21978"/>
                </a:cubicBezTo>
                <a:cubicBezTo>
                  <a:pt x="6427" y="22975"/>
                  <a:pt x="-7888" y="24970"/>
                  <a:pt x="5928" y="2550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grpSp>
        <p:nvGrpSpPr>
          <p:cNvPr id="2663" name="Google Shape;2663;p29"/>
          <p:cNvGrpSpPr/>
          <p:nvPr/>
        </p:nvGrpSpPr>
        <p:grpSpPr>
          <a:xfrm>
            <a:off x="584625" y="540000"/>
            <a:ext cx="1265537" cy="1405864"/>
            <a:chOff x="600600" y="540000"/>
            <a:chExt cx="1265537" cy="1405864"/>
          </a:xfrm>
        </p:grpSpPr>
        <p:sp>
          <p:nvSpPr>
            <p:cNvPr id="2664" name="Google Shape;2664;p29"/>
            <p:cNvSpPr/>
            <p:nvPr/>
          </p:nvSpPr>
          <p:spPr>
            <a:xfrm>
              <a:off x="702549" y="636668"/>
              <a:ext cx="1059313" cy="1309196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29"/>
            <p:cNvSpPr/>
            <p:nvPr/>
          </p:nvSpPr>
          <p:spPr>
            <a:xfrm>
              <a:off x="600600" y="540000"/>
              <a:ext cx="1034250" cy="1287995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29"/>
            <p:cNvSpPr/>
            <p:nvPr/>
          </p:nvSpPr>
          <p:spPr>
            <a:xfrm>
              <a:off x="946406" y="780744"/>
              <a:ext cx="919732" cy="1073381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7" name="Google Shape;2667;p29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2668" name="Google Shape;2668;p29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69" name="Google Shape;2669;p29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2670" name="Google Shape;2670;p29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2671" name="Google Shape;2671;p29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2672" name="Google Shape;2672;p29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2673" name="Google Shape;2673;p29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2674" name="Google Shape;2674;p29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2675" name="Google Shape;2675;p29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676" name="Google Shape;2676;p29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2677" name="Google Shape;2677;p29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2678" name="Google Shape;2678;p29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679" name="Google Shape;2679;p29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2680" name="Google Shape;2680;p29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2681" name="Google Shape;2681;p29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2" name="Google Shape;2682;p29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683" name="Google Shape;2683;p29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2684" name="Google Shape;2684;p29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2685" name="Google Shape;2685;p29"/>
          <p:cNvSpPr/>
          <p:nvPr/>
        </p:nvSpPr>
        <p:spPr>
          <a:xfrm>
            <a:off x="7499500" y="4196474"/>
            <a:ext cx="540148" cy="434668"/>
          </a:xfrm>
          <a:custGeom>
            <a:avLst/>
            <a:gdLst/>
            <a:ahLst/>
            <a:cxnLst/>
            <a:rect l="l" t="t" r="r" b="b"/>
            <a:pathLst>
              <a:path w="23956" h="19280" extrusionOk="0">
                <a:moveTo>
                  <a:pt x="14843" y="0"/>
                </a:moveTo>
                <a:lnTo>
                  <a:pt x="10546" y="7402"/>
                </a:lnTo>
                <a:lnTo>
                  <a:pt x="4119" y="995"/>
                </a:lnTo>
                <a:lnTo>
                  <a:pt x="8795" y="7402"/>
                </a:lnTo>
                <a:lnTo>
                  <a:pt x="1" y="7163"/>
                </a:lnTo>
                <a:lnTo>
                  <a:pt x="7999" y="9551"/>
                </a:lnTo>
                <a:lnTo>
                  <a:pt x="637" y="14942"/>
                </a:lnTo>
                <a:lnTo>
                  <a:pt x="8854" y="12356"/>
                </a:lnTo>
                <a:lnTo>
                  <a:pt x="8854" y="12356"/>
                </a:lnTo>
                <a:cubicBezTo>
                  <a:pt x="8854" y="12356"/>
                  <a:pt x="8158" y="19240"/>
                  <a:pt x="8417" y="19280"/>
                </a:cubicBezTo>
                <a:cubicBezTo>
                  <a:pt x="8417" y="19280"/>
                  <a:pt x="8418" y="19280"/>
                  <a:pt x="8418" y="19280"/>
                </a:cubicBezTo>
                <a:cubicBezTo>
                  <a:pt x="8702" y="19280"/>
                  <a:pt x="11063" y="12436"/>
                  <a:pt x="11063" y="12436"/>
                </a:cubicBezTo>
                <a:lnTo>
                  <a:pt x="19220" y="17867"/>
                </a:lnTo>
                <a:lnTo>
                  <a:pt x="19220" y="17867"/>
                </a:lnTo>
                <a:lnTo>
                  <a:pt x="13252" y="10824"/>
                </a:lnTo>
                <a:lnTo>
                  <a:pt x="23956" y="10864"/>
                </a:lnTo>
                <a:lnTo>
                  <a:pt x="13351" y="8337"/>
                </a:lnTo>
                <a:lnTo>
                  <a:pt x="148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6" name="Google Shape;2686;p29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aegu"/>
              <a:buNone/>
              <a:defRPr sz="3000" b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●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○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■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●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○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■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●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○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Varela Round"/>
              <a:buChar char="■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61" r:id="rId4"/>
    <p:sldLayoutId id="2147483665" r:id="rId5"/>
    <p:sldLayoutId id="2147483674" r:id="rId6"/>
    <p:sldLayoutId id="214748367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34"/>
          <p:cNvSpPr/>
          <p:nvPr/>
        </p:nvSpPr>
        <p:spPr>
          <a:xfrm rot="3599982">
            <a:off x="6531639" y="-461262"/>
            <a:ext cx="7613" cy="10468"/>
          </a:xfrm>
          <a:custGeom>
            <a:avLst/>
            <a:gdLst/>
            <a:ahLst/>
            <a:cxnLst/>
            <a:rect l="l" t="t" r="r" b="b"/>
            <a:pathLst>
              <a:path w="160" h="220" extrusionOk="0">
                <a:moveTo>
                  <a:pt x="160" y="0"/>
                </a:moveTo>
                <a:lnTo>
                  <a:pt x="160" y="0"/>
                </a:lnTo>
                <a:cubicBezTo>
                  <a:pt x="0" y="219"/>
                  <a:pt x="120" y="160"/>
                  <a:pt x="140" y="219"/>
                </a:cubicBezTo>
                <a:lnTo>
                  <a:pt x="16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0" name="Google Shape;2700;p34"/>
          <p:cNvSpPr/>
          <p:nvPr/>
        </p:nvSpPr>
        <p:spPr>
          <a:xfrm rot="3599982">
            <a:off x="6759282" y="-286817"/>
            <a:ext cx="1951" cy="999"/>
          </a:xfrm>
          <a:custGeom>
            <a:avLst/>
            <a:gdLst/>
            <a:ahLst/>
            <a:cxnLst/>
            <a:rect l="l" t="t" r="r" b="b"/>
            <a:pathLst>
              <a:path w="41" h="21" extrusionOk="0">
                <a:moveTo>
                  <a:pt x="1" y="1"/>
                </a:moveTo>
                <a:cubicBezTo>
                  <a:pt x="1" y="1"/>
                  <a:pt x="1" y="21"/>
                  <a:pt x="1" y="21"/>
                </a:cubicBezTo>
                <a:cubicBezTo>
                  <a:pt x="41" y="1"/>
                  <a:pt x="41" y="1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1" name="Google Shape;2701;p34"/>
          <p:cNvSpPr/>
          <p:nvPr/>
        </p:nvSpPr>
        <p:spPr>
          <a:xfrm rot="3599982">
            <a:off x="6992440" y="-378235"/>
            <a:ext cx="3045" cy="4901"/>
          </a:xfrm>
          <a:custGeom>
            <a:avLst/>
            <a:gdLst/>
            <a:ahLst/>
            <a:cxnLst/>
            <a:rect l="l" t="t" r="r" b="b"/>
            <a:pathLst>
              <a:path w="64" h="103" extrusionOk="0">
                <a:moveTo>
                  <a:pt x="60" y="1"/>
                </a:moveTo>
                <a:cubicBezTo>
                  <a:pt x="56" y="1"/>
                  <a:pt x="35" y="45"/>
                  <a:pt x="1" y="103"/>
                </a:cubicBezTo>
                <a:cubicBezTo>
                  <a:pt x="20" y="83"/>
                  <a:pt x="20" y="83"/>
                  <a:pt x="40" y="83"/>
                </a:cubicBezTo>
                <a:cubicBezTo>
                  <a:pt x="57" y="24"/>
                  <a:pt x="63" y="1"/>
                  <a:pt x="6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2" name="Google Shape;2702;p34"/>
          <p:cNvSpPr/>
          <p:nvPr/>
        </p:nvSpPr>
        <p:spPr>
          <a:xfrm rot="3599982">
            <a:off x="6845545" y="-416022"/>
            <a:ext cx="999" cy="1903"/>
          </a:xfrm>
          <a:custGeom>
            <a:avLst/>
            <a:gdLst/>
            <a:ahLst/>
            <a:cxnLst/>
            <a:rect l="l" t="t" r="r" b="b"/>
            <a:pathLst>
              <a:path w="21" h="40" extrusionOk="0">
                <a:moveTo>
                  <a:pt x="20" y="0"/>
                </a:moveTo>
                <a:lnTo>
                  <a:pt x="20" y="0"/>
                </a:lnTo>
                <a:cubicBezTo>
                  <a:pt x="20" y="20"/>
                  <a:pt x="0" y="40"/>
                  <a:pt x="0" y="40"/>
                </a:cubicBezTo>
                <a:cubicBezTo>
                  <a:pt x="20" y="20"/>
                  <a:pt x="20" y="20"/>
                  <a:pt x="2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3" name="Google Shape;2703;p34"/>
          <p:cNvSpPr/>
          <p:nvPr/>
        </p:nvSpPr>
        <p:spPr>
          <a:xfrm rot="3599982">
            <a:off x="6531676" y="-450822"/>
            <a:ext cx="999" cy="999"/>
          </a:xfrm>
          <a:custGeom>
            <a:avLst/>
            <a:gdLst/>
            <a:ahLst/>
            <a:cxnLst/>
            <a:rect l="l" t="t" r="r" b="b"/>
            <a:pathLst>
              <a:path w="21" h="21" extrusionOk="0">
                <a:moveTo>
                  <a:pt x="1" y="0"/>
                </a:moveTo>
                <a:lnTo>
                  <a:pt x="1" y="20"/>
                </a:lnTo>
                <a:lnTo>
                  <a:pt x="21" y="20"/>
                </a:lnTo>
                <a:cubicBezTo>
                  <a:pt x="21" y="0"/>
                  <a:pt x="21" y="0"/>
                  <a:pt x="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4" name="Google Shape;2704;p34"/>
          <p:cNvSpPr/>
          <p:nvPr/>
        </p:nvSpPr>
        <p:spPr>
          <a:xfrm rot="3599982">
            <a:off x="6660619" y="-281384"/>
            <a:ext cx="8564" cy="5139"/>
          </a:xfrm>
          <a:custGeom>
            <a:avLst/>
            <a:gdLst/>
            <a:ahLst/>
            <a:cxnLst/>
            <a:rect l="l" t="t" r="r" b="b"/>
            <a:pathLst>
              <a:path w="180" h="108" extrusionOk="0">
                <a:moveTo>
                  <a:pt x="180" y="1"/>
                </a:moveTo>
                <a:lnTo>
                  <a:pt x="180" y="1"/>
                </a:lnTo>
                <a:cubicBezTo>
                  <a:pt x="100" y="60"/>
                  <a:pt x="40" y="80"/>
                  <a:pt x="1" y="100"/>
                </a:cubicBezTo>
                <a:cubicBezTo>
                  <a:pt x="5" y="105"/>
                  <a:pt x="12" y="107"/>
                  <a:pt x="20" y="107"/>
                </a:cubicBezTo>
                <a:cubicBezTo>
                  <a:pt x="49" y="107"/>
                  <a:pt x="103" y="78"/>
                  <a:pt x="18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5" name="Google Shape;2705;p34"/>
          <p:cNvSpPr/>
          <p:nvPr/>
        </p:nvSpPr>
        <p:spPr>
          <a:xfrm rot="3599982">
            <a:off x="7112092" y="-234514"/>
            <a:ext cx="11419" cy="10468"/>
          </a:xfrm>
          <a:custGeom>
            <a:avLst/>
            <a:gdLst/>
            <a:ahLst/>
            <a:cxnLst/>
            <a:rect l="l" t="t" r="r" b="b"/>
            <a:pathLst>
              <a:path w="240" h="220" extrusionOk="0">
                <a:moveTo>
                  <a:pt x="239" y="0"/>
                </a:moveTo>
                <a:lnTo>
                  <a:pt x="159" y="60"/>
                </a:lnTo>
                <a:lnTo>
                  <a:pt x="0" y="219"/>
                </a:lnTo>
                <a:lnTo>
                  <a:pt x="0" y="219"/>
                </a:lnTo>
                <a:lnTo>
                  <a:pt x="2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6" name="Google Shape;2706;p34"/>
          <p:cNvSpPr/>
          <p:nvPr/>
        </p:nvSpPr>
        <p:spPr>
          <a:xfrm rot="3599982">
            <a:off x="6942150" y="-252139"/>
            <a:ext cx="8564" cy="8564"/>
          </a:xfrm>
          <a:custGeom>
            <a:avLst/>
            <a:gdLst/>
            <a:ahLst/>
            <a:cxnLst/>
            <a:rect l="l" t="t" r="r" b="b"/>
            <a:pathLst>
              <a:path w="180" h="180" extrusionOk="0">
                <a:moveTo>
                  <a:pt x="179" y="1"/>
                </a:moveTo>
                <a:lnTo>
                  <a:pt x="179" y="1"/>
                </a:lnTo>
                <a:cubicBezTo>
                  <a:pt x="100" y="61"/>
                  <a:pt x="60" y="61"/>
                  <a:pt x="0" y="61"/>
                </a:cubicBezTo>
                <a:lnTo>
                  <a:pt x="120" y="180"/>
                </a:lnTo>
                <a:lnTo>
                  <a:pt x="17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7" name="Google Shape;2707;p34"/>
          <p:cNvSpPr/>
          <p:nvPr/>
        </p:nvSpPr>
        <p:spPr>
          <a:xfrm rot="3599982">
            <a:off x="6892432" y="-257988"/>
            <a:ext cx="12133" cy="17319"/>
          </a:xfrm>
          <a:custGeom>
            <a:avLst/>
            <a:gdLst/>
            <a:ahLst/>
            <a:cxnLst/>
            <a:rect l="l" t="t" r="r" b="b"/>
            <a:pathLst>
              <a:path w="255" h="364" extrusionOk="0">
                <a:moveTo>
                  <a:pt x="222" y="0"/>
                </a:moveTo>
                <a:cubicBezTo>
                  <a:pt x="210" y="0"/>
                  <a:pt x="177" y="25"/>
                  <a:pt x="111" y="91"/>
                </a:cubicBezTo>
                <a:cubicBezTo>
                  <a:pt x="125" y="133"/>
                  <a:pt x="1" y="363"/>
                  <a:pt x="23" y="363"/>
                </a:cubicBezTo>
                <a:cubicBezTo>
                  <a:pt x="33" y="363"/>
                  <a:pt x="68" y="323"/>
                  <a:pt x="150" y="211"/>
                </a:cubicBezTo>
                <a:cubicBezTo>
                  <a:pt x="150" y="168"/>
                  <a:pt x="254" y="0"/>
                  <a:pt x="22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8" name="Google Shape;2708;p34"/>
          <p:cNvSpPr/>
          <p:nvPr/>
        </p:nvSpPr>
        <p:spPr>
          <a:xfrm rot="3599982">
            <a:off x="6412561" y="-475900"/>
            <a:ext cx="15178" cy="13275"/>
          </a:xfrm>
          <a:custGeom>
            <a:avLst/>
            <a:gdLst/>
            <a:ahLst/>
            <a:cxnLst/>
            <a:rect l="l" t="t" r="r" b="b"/>
            <a:pathLst>
              <a:path w="319" h="279" extrusionOk="0">
                <a:moveTo>
                  <a:pt x="160" y="0"/>
                </a:moveTo>
                <a:cubicBezTo>
                  <a:pt x="100" y="80"/>
                  <a:pt x="40" y="199"/>
                  <a:pt x="0" y="279"/>
                </a:cubicBezTo>
                <a:cubicBezTo>
                  <a:pt x="140" y="100"/>
                  <a:pt x="319" y="80"/>
                  <a:pt x="1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9" name="Google Shape;2709;p34"/>
          <p:cNvSpPr/>
          <p:nvPr/>
        </p:nvSpPr>
        <p:spPr>
          <a:xfrm rot="3599982">
            <a:off x="6476240" y="-484414"/>
            <a:ext cx="999" cy="999"/>
          </a:xfrm>
          <a:custGeom>
            <a:avLst/>
            <a:gdLst/>
            <a:ahLst/>
            <a:cxnLst/>
            <a:rect l="l" t="t" r="r" b="b"/>
            <a:pathLst>
              <a:path w="21" h="21" extrusionOk="0">
                <a:moveTo>
                  <a:pt x="1" y="1"/>
                </a:moveTo>
                <a:lnTo>
                  <a:pt x="1" y="21"/>
                </a:lnTo>
                <a:lnTo>
                  <a:pt x="2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34"/>
          <p:cNvSpPr/>
          <p:nvPr/>
        </p:nvSpPr>
        <p:spPr>
          <a:xfrm rot="3599982">
            <a:off x="6416406" y="-490678"/>
            <a:ext cx="9516" cy="6661"/>
          </a:xfrm>
          <a:custGeom>
            <a:avLst/>
            <a:gdLst/>
            <a:ahLst/>
            <a:cxnLst/>
            <a:rect l="l" t="t" r="r" b="b"/>
            <a:pathLst>
              <a:path w="200" h="140" extrusionOk="0">
                <a:moveTo>
                  <a:pt x="200" y="0"/>
                </a:moveTo>
                <a:lnTo>
                  <a:pt x="200" y="0"/>
                </a:lnTo>
                <a:cubicBezTo>
                  <a:pt x="140" y="40"/>
                  <a:pt x="80" y="80"/>
                  <a:pt x="1" y="139"/>
                </a:cubicBezTo>
                <a:cubicBezTo>
                  <a:pt x="80" y="100"/>
                  <a:pt x="200" y="20"/>
                  <a:pt x="2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34"/>
          <p:cNvSpPr/>
          <p:nvPr/>
        </p:nvSpPr>
        <p:spPr>
          <a:xfrm rot="3599982">
            <a:off x="6449170" y="-499092"/>
            <a:ext cx="21791" cy="25598"/>
          </a:xfrm>
          <a:custGeom>
            <a:avLst/>
            <a:gdLst/>
            <a:ahLst/>
            <a:cxnLst/>
            <a:rect l="l" t="t" r="r" b="b"/>
            <a:pathLst>
              <a:path w="458" h="538" extrusionOk="0">
                <a:moveTo>
                  <a:pt x="438" y="1"/>
                </a:moveTo>
                <a:lnTo>
                  <a:pt x="60" y="478"/>
                </a:lnTo>
                <a:lnTo>
                  <a:pt x="80" y="419"/>
                </a:lnTo>
                <a:lnTo>
                  <a:pt x="0" y="538"/>
                </a:lnTo>
                <a:cubicBezTo>
                  <a:pt x="100" y="438"/>
                  <a:pt x="199" y="379"/>
                  <a:pt x="378" y="279"/>
                </a:cubicBezTo>
                <a:cubicBezTo>
                  <a:pt x="458" y="80"/>
                  <a:pt x="458" y="41"/>
                  <a:pt x="4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2" name="Google Shape;2712;p34"/>
          <p:cNvSpPr/>
          <p:nvPr/>
        </p:nvSpPr>
        <p:spPr>
          <a:xfrm rot="3599982">
            <a:off x="6405738" y="-511171"/>
            <a:ext cx="31307" cy="33211"/>
          </a:xfrm>
          <a:custGeom>
            <a:avLst/>
            <a:gdLst/>
            <a:ahLst/>
            <a:cxnLst/>
            <a:rect l="l" t="t" r="r" b="b"/>
            <a:pathLst>
              <a:path w="658" h="698" extrusionOk="0">
                <a:moveTo>
                  <a:pt x="657" y="1"/>
                </a:moveTo>
                <a:lnTo>
                  <a:pt x="657" y="1"/>
                </a:lnTo>
                <a:cubicBezTo>
                  <a:pt x="578" y="81"/>
                  <a:pt x="478" y="200"/>
                  <a:pt x="319" y="439"/>
                </a:cubicBezTo>
                <a:cubicBezTo>
                  <a:pt x="357" y="401"/>
                  <a:pt x="375" y="387"/>
                  <a:pt x="381" y="387"/>
                </a:cubicBezTo>
                <a:cubicBezTo>
                  <a:pt x="394" y="387"/>
                  <a:pt x="353" y="451"/>
                  <a:pt x="339" y="478"/>
                </a:cubicBezTo>
                <a:cubicBezTo>
                  <a:pt x="339" y="478"/>
                  <a:pt x="319" y="459"/>
                  <a:pt x="319" y="439"/>
                </a:cubicBezTo>
                <a:cubicBezTo>
                  <a:pt x="302" y="300"/>
                  <a:pt x="405" y="86"/>
                  <a:pt x="287" y="86"/>
                </a:cubicBezTo>
                <a:cubicBezTo>
                  <a:pt x="270" y="86"/>
                  <a:pt x="248" y="90"/>
                  <a:pt x="220" y="100"/>
                </a:cubicBezTo>
                <a:cubicBezTo>
                  <a:pt x="1" y="379"/>
                  <a:pt x="140" y="359"/>
                  <a:pt x="60" y="558"/>
                </a:cubicBezTo>
                <a:cubicBezTo>
                  <a:pt x="153" y="419"/>
                  <a:pt x="187" y="374"/>
                  <a:pt x="195" y="374"/>
                </a:cubicBezTo>
                <a:cubicBezTo>
                  <a:pt x="210" y="374"/>
                  <a:pt x="147" y="512"/>
                  <a:pt x="192" y="512"/>
                </a:cubicBezTo>
                <a:cubicBezTo>
                  <a:pt x="209" y="512"/>
                  <a:pt x="241" y="493"/>
                  <a:pt x="299" y="439"/>
                </a:cubicBezTo>
                <a:lnTo>
                  <a:pt x="299" y="439"/>
                </a:lnTo>
                <a:cubicBezTo>
                  <a:pt x="259" y="538"/>
                  <a:pt x="200" y="618"/>
                  <a:pt x="140" y="697"/>
                </a:cubicBezTo>
                <a:cubicBezTo>
                  <a:pt x="220" y="618"/>
                  <a:pt x="299" y="558"/>
                  <a:pt x="359" y="498"/>
                </a:cubicBezTo>
                <a:lnTo>
                  <a:pt x="65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3" name="Google Shape;2713;p34"/>
          <p:cNvSpPr/>
          <p:nvPr/>
        </p:nvSpPr>
        <p:spPr>
          <a:xfrm rot="3599982">
            <a:off x="6480543" y="-487433"/>
            <a:ext cx="4758" cy="15225"/>
          </a:xfrm>
          <a:custGeom>
            <a:avLst/>
            <a:gdLst/>
            <a:ahLst/>
            <a:cxnLst/>
            <a:rect l="l" t="t" r="r" b="b"/>
            <a:pathLst>
              <a:path w="100" h="320" extrusionOk="0">
                <a:moveTo>
                  <a:pt x="100" y="1"/>
                </a:moveTo>
                <a:lnTo>
                  <a:pt x="0" y="200"/>
                </a:lnTo>
                <a:lnTo>
                  <a:pt x="60" y="319"/>
                </a:lnTo>
                <a:lnTo>
                  <a:pt x="10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4" name="Google Shape;2714;p34"/>
          <p:cNvSpPr/>
          <p:nvPr/>
        </p:nvSpPr>
        <p:spPr>
          <a:xfrm rot="3599982">
            <a:off x="6508541" y="-479224"/>
            <a:ext cx="5710" cy="8564"/>
          </a:xfrm>
          <a:custGeom>
            <a:avLst/>
            <a:gdLst/>
            <a:ahLst/>
            <a:cxnLst/>
            <a:rect l="l" t="t" r="r" b="b"/>
            <a:pathLst>
              <a:path w="120" h="180" extrusionOk="0">
                <a:moveTo>
                  <a:pt x="120" y="0"/>
                </a:moveTo>
                <a:lnTo>
                  <a:pt x="1" y="100"/>
                </a:lnTo>
                <a:lnTo>
                  <a:pt x="80" y="179"/>
                </a:lnTo>
                <a:lnTo>
                  <a:pt x="12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5" name="Google Shape;2715;p34"/>
          <p:cNvSpPr/>
          <p:nvPr/>
        </p:nvSpPr>
        <p:spPr>
          <a:xfrm rot="3599982">
            <a:off x="6817266" y="-440356"/>
            <a:ext cx="18033" cy="14274"/>
          </a:xfrm>
          <a:custGeom>
            <a:avLst/>
            <a:gdLst/>
            <a:ahLst/>
            <a:cxnLst/>
            <a:rect l="l" t="t" r="r" b="b"/>
            <a:pathLst>
              <a:path w="379" h="300" extrusionOk="0">
                <a:moveTo>
                  <a:pt x="379" y="1"/>
                </a:moveTo>
                <a:lnTo>
                  <a:pt x="379" y="1"/>
                </a:lnTo>
                <a:cubicBezTo>
                  <a:pt x="200" y="120"/>
                  <a:pt x="1" y="200"/>
                  <a:pt x="41" y="299"/>
                </a:cubicBezTo>
                <a:cubicBezTo>
                  <a:pt x="200" y="200"/>
                  <a:pt x="299" y="81"/>
                  <a:pt x="37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6" name="Google Shape;2716;p34"/>
          <p:cNvSpPr/>
          <p:nvPr/>
        </p:nvSpPr>
        <p:spPr>
          <a:xfrm rot="3599982">
            <a:off x="6841712" y="-437320"/>
            <a:ext cx="15225" cy="19888"/>
          </a:xfrm>
          <a:custGeom>
            <a:avLst/>
            <a:gdLst/>
            <a:ahLst/>
            <a:cxnLst/>
            <a:rect l="l" t="t" r="r" b="b"/>
            <a:pathLst>
              <a:path w="320" h="418" extrusionOk="0">
                <a:moveTo>
                  <a:pt x="319" y="0"/>
                </a:moveTo>
                <a:cubicBezTo>
                  <a:pt x="299" y="20"/>
                  <a:pt x="280" y="40"/>
                  <a:pt x="240" y="60"/>
                </a:cubicBezTo>
                <a:cubicBezTo>
                  <a:pt x="180" y="179"/>
                  <a:pt x="100" y="299"/>
                  <a:pt x="1" y="418"/>
                </a:cubicBezTo>
                <a:cubicBezTo>
                  <a:pt x="140" y="318"/>
                  <a:pt x="280" y="199"/>
                  <a:pt x="31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7" name="Google Shape;2717;p34"/>
          <p:cNvSpPr/>
          <p:nvPr/>
        </p:nvSpPr>
        <p:spPr>
          <a:xfrm rot="3599982">
            <a:off x="6627397" y="-459563"/>
            <a:ext cx="1808" cy="2807"/>
          </a:xfrm>
          <a:custGeom>
            <a:avLst/>
            <a:gdLst/>
            <a:ahLst/>
            <a:cxnLst/>
            <a:rect l="l" t="t" r="r" b="b"/>
            <a:pathLst>
              <a:path w="38" h="59" extrusionOk="0">
                <a:moveTo>
                  <a:pt x="37" y="1"/>
                </a:moveTo>
                <a:cubicBezTo>
                  <a:pt x="8" y="44"/>
                  <a:pt x="0" y="59"/>
                  <a:pt x="2" y="59"/>
                </a:cubicBezTo>
                <a:cubicBezTo>
                  <a:pt x="5" y="59"/>
                  <a:pt x="37" y="14"/>
                  <a:pt x="3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34"/>
          <p:cNvSpPr/>
          <p:nvPr/>
        </p:nvSpPr>
        <p:spPr>
          <a:xfrm rot="3599982">
            <a:off x="6603706" y="-486395"/>
            <a:ext cx="48" cy="3806"/>
          </a:xfrm>
          <a:custGeom>
            <a:avLst/>
            <a:gdLst/>
            <a:ahLst/>
            <a:cxnLst/>
            <a:rect l="l" t="t" r="r" b="b"/>
            <a:pathLst>
              <a:path w="1" h="80" extrusionOk="0">
                <a:moveTo>
                  <a:pt x="0" y="80"/>
                </a:moveTo>
                <a:cubicBezTo>
                  <a:pt x="0" y="40"/>
                  <a:pt x="0" y="20"/>
                  <a:pt x="0" y="0"/>
                </a:cubicBezTo>
                <a:cubicBezTo>
                  <a:pt x="0" y="20"/>
                  <a:pt x="0" y="60"/>
                  <a:pt x="0" y="8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9" name="Google Shape;2719;p34"/>
          <p:cNvSpPr/>
          <p:nvPr/>
        </p:nvSpPr>
        <p:spPr>
          <a:xfrm rot="3599982">
            <a:off x="6621556" y="-462533"/>
            <a:ext cx="6709" cy="4806"/>
          </a:xfrm>
          <a:custGeom>
            <a:avLst/>
            <a:gdLst/>
            <a:ahLst/>
            <a:cxnLst/>
            <a:rect l="l" t="t" r="r" b="b"/>
            <a:pathLst>
              <a:path w="141" h="101" extrusionOk="0">
                <a:moveTo>
                  <a:pt x="140" y="1"/>
                </a:moveTo>
                <a:cubicBezTo>
                  <a:pt x="100" y="1"/>
                  <a:pt x="61" y="41"/>
                  <a:pt x="1" y="100"/>
                </a:cubicBezTo>
                <a:cubicBezTo>
                  <a:pt x="41" y="80"/>
                  <a:pt x="81" y="41"/>
                  <a:pt x="14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0" name="Google Shape;2720;p34"/>
          <p:cNvSpPr/>
          <p:nvPr/>
        </p:nvSpPr>
        <p:spPr>
          <a:xfrm rot="3599982">
            <a:off x="6616926" y="-461694"/>
            <a:ext cx="3806" cy="4710"/>
          </a:xfrm>
          <a:custGeom>
            <a:avLst/>
            <a:gdLst/>
            <a:ahLst/>
            <a:cxnLst/>
            <a:rect l="l" t="t" r="r" b="b"/>
            <a:pathLst>
              <a:path w="80" h="99" extrusionOk="0">
                <a:moveTo>
                  <a:pt x="80" y="0"/>
                </a:moveTo>
                <a:lnTo>
                  <a:pt x="80" y="0"/>
                </a:lnTo>
                <a:cubicBezTo>
                  <a:pt x="40" y="40"/>
                  <a:pt x="20" y="60"/>
                  <a:pt x="0" y="80"/>
                </a:cubicBezTo>
                <a:cubicBezTo>
                  <a:pt x="0" y="92"/>
                  <a:pt x="2" y="99"/>
                  <a:pt x="7" y="99"/>
                </a:cubicBezTo>
                <a:cubicBezTo>
                  <a:pt x="17" y="99"/>
                  <a:pt x="39" y="68"/>
                  <a:pt x="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1" name="Google Shape;2721;p34"/>
          <p:cNvSpPr/>
          <p:nvPr/>
        </p:nvSpPr>
        <p:spPr>
          <a:xfrm rot="3599982">
            <a:off x="6630608" y="-461917"/>
            <a:ext cx="6566" cy="8422"/>
          </a:xfrm>
          <a:custGeom>
            <a:avLst/>
            <a:gdLst/>
            <a:ahLst/>
            <a:cxnLst/>
            <a:rect l="l" t="t" r="r" b="b"/>
            <a:pathLst>
              <a:path w="138" h="177" extrusionOk="0">
                <a:moveTo>
                  <a:pt x="138" y="0"/>
                </a:moveTo>
                <a:lnTo>
                  <a:pt x="138" y="0"/>
                </a:lnTo>
                <a:cubicBezTo>
                  <a:pt x="79" y="78"/>
                  <a:pt x="40" y="118"/>
                  <a:pt x="0" y="177"/>
                </a:cubicBezTo>
                <a:cubicBezTo>
                  <a:pt x="20" y="157"/>
                  <a:pt x="20" y="157"/>
                  <a:pt x="20" y="157"/>
                </a:cubicBezTo>
                <a:cubicBezTo>
                  <a:pt x="40" y="118"/>
                  <a:pt x="79" y="78"/>
                  <a:pt x="13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2" name="Google Shape;2722;p34"/>
          <p:cNvSpPr/>
          <p:nvPr/>
        </p:nvSpPr>
        <p:spPr>
          <a:xfrm rot="3599982">
            <a:off x="6563926" y="-465023"/>
            <a:ext cx="999" cy="952"/>
          </a:xfrm>
          <a:custGeom>
            <a:avLst/>
            <a:gdLst/>
            <a:ahLst/>
            <a:cxnLst/>
            <a:rect l="l" t="t" r="r" b="b"/>
            <a:pathLst>
              <a:path w="21" h="20" extrusionOk="0">
                <a:moveTo>
                  <a:pt x="20" y="0"/>
                </a:moveTo>
                <a:lnTo>
                  <a:pt x="0" y="20"/>
                </a:lnTo>
                <a:cubicBezTo>
                  <a:pt x="20" y="0"/>
                  <a:pt x="20" y="0"/>
                  <a:pt x="2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3" name="Google Shape;2723;p34"/>
          <p:cNvSpPr/>
          <p:nvPr/>
        </p:nvSpPr>
        <p:spPr>
          <a:xfrm rot="3599982">
            <a:off x="6566161" y="-471286"/>
            <a:ext cx="9516" cy="11419"/>
          </a:xfrm>
          <a:custGeom>
            <a:avLst/>
            <a:gdLst/>
            <a:ahLst/>
            <a:cxnLst/>
            <a:rect l="l" t="t" r="r" b="b"/>
            <a:pathLst>
              <a:path w="200" h="240" extrusionOk="0">
                <a:moveTo>
                  <a:pt x="200" y="0"/>
                </a:moveTo>
                <a:cubicBezTo>
                  <a:pt x="120" y="120"/>
                  <a:pt x="60" y="140"/>
                  <a:pt x="1" y="179"/>
                </a:cubicBezTo>
                <a:cubicBezTo>
                  <a:pt x="20" y="199"/>
                  <a:pt x="80" y="199"/>
                  <a:pt x="60" y="239"/>
                </a:cubicBezTo>
                <a:lnTo>
                  <a:pt x="2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4" name="Google Shape;2724;p34"/>
          <p:cNvSpPr/>
          <p:nvPr/>
        </p:nvSpPr>
        <p:spPr>
          <a:xfrm rot="3599982">
            <a:off x="6537576" y="-495988"/>
            <a:ext cx="13275" cy="15130"/>
          </a:xfrm>
          <a:custGeom>
            <a:avLst/>
            <a:gdLst/>
            <a:ahLst/>
            <a:cxnLst/>
            <a:rect l="l" t="t" r="r" b="b"/>
            <a:pathLst>
              <a:path w="279" h="318" extrusionOk="0">
                <a:moveTo>
                  <a:pt x="12" y="272"/>
                </a:moveTo>
                <a:cubicBezTo>
                  <a:pt x="0" y="277"/>
                  <a:pt x="0" y="291"/>
                  <a:pt x="0" y="291"/>
                </a:cubicBezTo>
                <a:cubicBezTo>
                  <a:pt x="4" y="285"/>
                  <a:pt x="8" y="279"/>
                  <a:pt x="12" y="272"/>
                </a:cubicBezTo>
                <a:close/>
                <a:moveTo>
                  <a:pt x="240" y="0"/>
                </a:moveTo>
                <a:cubicBezTo>
                  <a:pt x="161" y="0"/>
                  <a:pt x="93" y="140"/>
                  <a:pt x="12" y="272"/>
                </a:cubicBezTo>
                <a:lnTo>
                  <a:pt x="12" y="272"/>
                </a:lnTo>
                <a:cubicBezTo>
                  <a:pt x="14" y="271"/>
                  <a:pt x="17" y="271"/>
                  <a:pt x="20" y="271"/>
                </a:cubicBezTo>
                <a:cubicBezTo>
                  <a:pt x="39" y="303"/>
                  <a:pt x="57" y="317"/>
                  <a:pt x="76" y="317"/>
                </a:cubicBezTo>
                <a:cubicBezTo>
                  <a:pt x="138" y="317"/>
                  <a:pt x="203" y="165"/>
                  <a:pt x="279" y="12"/>
                </a:cubicBezTo>
                <a:cubicBezTo>
                  <a:pt x="266" y="4"/>
                  <a:pt x="252" y="0"/>
                  <a:pt x="24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5" name="Google Shape;2725;p34"/>
          <p:cNvSpPr/>
          <p:nvPr/>
        </p:nvSpPr>
        <p:spPr>
          <a:xfrm rot="3599982">
            <a:off x="6525012" y="-496276"/>
            <a:ext cx="5710" cy="8374"/>
          </a:xfrm>
          <a:custGeom>
            <a:avLst/>
            <a:gdLst/>
            <a:ahLst/>
            <a:cxnLst/>
            <a:rect l="l" t="t" r="r" b="b"/>
            <a:pathLst>
              <a:path w="120" h="176" extrusionOk="0">
                <a:moveTo>
                  <a:pt x="120" y="1"/>
                </a:moveTo>
                <a:cubicBezTo>
                  <a:pt x="80" y="60"/>
                  <a:pt x="60" y="120"/>
                  <a:pt x="0" y="160"/>
                </a:cubicBezTo>
                <a:cubicBezTo>
                  <a:pt x="8" y="171"/>
                  <a:pt x="14" y="176"/>
                  <a:pt x="21" y="176"/>
                </a:cubicBezTo>
                <a:cubicBezTo>
                  <a:pt x="49" y="176"/>
                  <a:pt x="71" y="82"/>
                  <a:pt x="12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6" name="Google Shape;2726;p34"/>
          <p:cNvSpPr/>
          <p:nvPr/>
        </p:nvSpPr>
        <p:spPr>
          <a:xfrm rot="3599982">
            <a:off x="6645653" y="-464577"/>
            <a:ext cx="12276" cy="14940"/>
          </a:xfrm>
          <a:custGeom>
            <a:avLst/>
            <a:gdLst/>
            <a:ahLst/>
            <a:cxnLst/>
            <a:rect l="l" t="t" r="r" b="b"/>
            <a:pathLst>
              <a:path w="258" h="314" extrusionOk="0">
                <a:moveTo>
                  <a:pt x="203" y="0"/>
                </a:moveTo>
                <a:cubicBezTo>
                  <a:pt x="183" y="0"/>
                  <a:pt x="145" y="40"/>
                  <a:pt x="80" y="147"/>
                </a:cubicBezTo>
                <a:cubicBezTo>
                  <a:pt x="0" y="207"/>
                  <a:pt x="160" y="266"/>
                  <a:pt x="100" y="286"/>
                </a:cubicBezTo>
                <a:cubicBezTo>
                  <a:pt x="104" y="305"/>
                  <a:pt x="111" y="314"/>
                  <a:pt x="118" y="314"/>
                </a:cubicBezTo>
                <a:cubicBezTo>
                  <a:pt x="164" y="314"/>
                  <a:pt x="257" y="0"/>
                  <a:pt x="2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7" name="Google Shape;2727;p34"/>
          <p:cNvSpPr/>
          <p:nvPr/>
        </p:nvSpPr>
        <p:spPr>
          <a:xfrm rot="3599982">
            <a:off x="6548797" y="-505347"/>
            <a:ext cx="7660" cy="6661"/>
          </a:xfrm>
          <a:custGeom>
            <a:avLst/>
            <a:gdLst/>
            <a:ahLst/>
            <a:cxnLst/>
            <a:rect l="l" t="t" r="r" b="b"/>
            <a:pathLst>
              <a:path w="161" h="140" extrusionOk="0">
                <a:moveTo>
                  <a:pt x="140" y="0"/>
                </a:moveTo>
                <a:lnTo>
                  <a:pt x="1" y="120"/>
                </a:lnTo>
                <a:lnTo>
                  <a:pt x="160" y="140"/>
                </a:lnTo>
                <a:lnTo>
                  <a:pt x="1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8" name="Google Shape;2728;p34"/>
          <p:cNvSpPr/>
          <p:nvPr/>
        </p:nvSpPr>
        <p:spPr>
          <a:xfrm rot="3599982">
            <a:off x="6608248" y="-496841"/>
            <a:ext cx="13322" cy="16129"/>
          </a:xfrm>
          <a:custGeom>
            <a:avLst/>
            <a:gdLst/>
            <a:ahLst/>
            <a:cxnLst/>
            <a:rect l="l" t="t" r="r" b="b"/>
            <a:pathLst>
              <a:path w="280" h="339" extrusionOk="0">
                <a:moveTo>
                  <a:pt x="239" y="0"/>
                </a:moveTo>
                <a:lnTo>
                  <a:pt x="1" y="239"/>
                </a:lnTo>
                <a:cubicBezTo>
                  <a:pt x="20" y="259"/>
                  <a:pt x="20" y="298"/>
                  <a:pt x="1" y="338"/>
                </a:cubicBezTo>
                <a:cubicBezTo>
                  <a:pt x="120" y="179"/>
                  <a:pt x="279" y="20"/>
                  <a:pt x="23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9" name="Google Shape;2729;p34"/>
          <p:cNvSpPr/>
          <p:nvPr/>
        </p:nvSpPr>
        <p:spPr>
          <a:xfrm rot="3599982">
            <a:off x="6594417" y="-496408"/>
            <a:ext cx="7613" cy="10468"/>
          </a:xfrm>
          <a:custGeom>
            <a:avLst/>
            <a:gdLst/>
            <a:ahLst/>
            <a:cxnLst/>
            <a:rect l="l" t="t" r="r" b="b"/>
            <a:pathLst>
              <a:path w="160" h="220" extrusionOk="0">
                <a:moveTo>
                  <a:pt x="160" y="0"/>
                </a:moveTo>
                <a:lnTo>
                  <a:pt x="160" y="0"/>
                </a:lnTo>
                <a:cubicBezTo>
                  <a:pt x="80" y="80"/>
                  <a:pt x="20" y="159"/>
                  <a:pt x="0" y="219"/>
                </a:cubicBezTo>
                <a:cubicBezTo>
                  <a:pt x="40" y="179"/>
                  <a:pt x="120" y="80"/>
                  <a:pt x="1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0" name="Google Shape;2730;p34"/>
          <p:cNvSpPr/>
          <p:nvPr/>
        </p:nvSpPr>
        <p:spPr>
          <a:xfrm rot="3599982">
            <a:off x="6791859" y="-472335"/>
            <a:ext cx="11895" cy="15463"/>
          </a:xfrm>
          <a:custGeom>
            <a:avLst/>
            <a:gdLst/>
            <a:ahLst/>
            <a:cxnLst/>
            <a:rect l="l" t="t" r="r" b="b"/>
            <a:pathLst>
              <a:path w="250" h="325" extrusionOk="0">
                <a:moveTo>
                  <a:pt x="223" y="1"/>
                </a:moveTo>
                <a:cubicBezTo>
                  <a:pt x="189" y="1"/>
                  <a:pt x="134" y="56"/>
                  <a:pt x="91" y="143"/>
                </a:cubicBezTo>
                <a:cubicBezTo>
                  <a:pt x="54" y="217"/>
                  <a:pt x="0" y="325"/>
                  <a:pt x="39" y="325"/>
                </a:cubicBezTo>
                <a:cubicBezTo>
                  <a:pt x="43" y="325"/>
                  <a:pt x="46" y="324"/>
                  <a:pt x="51" y="322"/>
                </a:cubicBezTo>
                <a:lnTo>
                  <a:pt x="250" y="24"/>
                </a:lnTo>
                <a:cubicBezTo>
                  <a:pt x="245" y="8"/>
                  <a:pt x="235" y="1"/>
                  <a:pt x="22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34"/>
          <p:cNvSpPr/>
          <p:nvPr/>
        </p:nvSpPr>
        <p:spPr>
          <a:xfrm rot="3599982">
            <a:off x="6659190" y="-247824"/>
            <a:ext cx="6661" cy="8564"/>
          </a:xfrm>
          <a:custGeom>
            <a:avLst/>
            <a:gdLst/>
            <a:ahLst/>
            <a:cxnLst/>
            <a:rect l="l" t="t" r="r" b="b"/>
            <a:pathLst>
              <a:path w="140" h="180" extrusionOk="0">
                <a:moveTo>
                  <a:pt x="140" y="1"/>
                </a:moveTo>
                <a:cubicBezTo>
                  <a:pt x="0" y="160"/>
                  <a:pt x="100" y="140"/>
                  <a:pt x="140" y="180"/>
                </a:cubicBezTo>
                <a:lnTo>
                  <a:pt x="1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2" name="Google Shape;2732;p34"/>
          <p:cNvSpPr/>
          <p:nvPr/>
        </p:nvSpPr>
        <p:spPr>
          <a:xfrm rot="3599982">
            <a:off x="6855669" y="-51682"/>
            <a:ext cx="1903" cy="999"/>
          </a:xfrm>
          <a:custGeom>
            <a:avLst/>
            <a:gdLst/>
            <a:ahLst/>
            <a:cxnLst/>
            <a:rect l="l" t="t" r="r" b="b"/>
            <a:pathLst>
              <a:path w="40" h="21" extrusionOk="0">
                <a:moveTo>
                  <a:pt x="0" y="0"/>
                </a:moveTo>
                <a:cubicBezTo>
                  <a:pt x="0" y="0"/>
                  <a:pt x="0" y="20"/>
                  <a:pt x="0" y="20"/>
                </a:cubicBezTo>
                <a:cubicBezTo>
                  <a:pt x="40" y="0"/>
                  <a:pt x="20" y="0"/>
                  <a:pt x="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3" name="Google Shape;2733;p34"/>
          <p:cNvSpPr/>
          <p:nvPr/>
        </p:nvSpPr>
        <p:spPr>
          <a:xfrm rot="3599982">
            <a:off x="7043861" y="-151778"/>
            <a:ext cx="2094" cy="3664"/>
          </a:xfrm>
          <a:custGeom>
            <a:avLst/>
            <a:gdLst/>
            <a:ahLst/>
            <a:cxnLst/>
            <a:rect l="l" t="t" r="r" b="b"/>
            <a:pathLst>
              <a:path w="44" h="77" extrusionOk="0">
                <a:moveTo>
                  <a:pt x="41" y="1"/>
                </a:moveTo>
                <a:cubicBezTo>
                  <a:pt x="38" y="1"/>
                  <a:pt x="22" y="33"/>
                  <a:pt x="0" y="76"/>
                </a:cubicBezTo>
                <a:lnTo>
                  <a:pt x="20" y="76"/>
                </a:lnTo>
                <a:cubicBezTo>
                  <a:pt x="38" y="22"/>
                  <a:pt x="44" y="1"/>
                  <a:pt x="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34"/>
          <p:cNvSpPr/>
          <p:nvPr/>
        </p:nvSpPr>
        <p:spPr>
          <a:xfrm rot="3599982">
            <a:off x="6921084" y="-191582"/>
            <a:ext cx="1951" cy="1903"/>
          </a:xfrm>
          <a:custGeom>
            <a:avLst/>
            <a:gdLst/>
            <a:ahLst/>
            <a:cxnLst/>
            <a:rect l="l" t="t" r="r" b="b"/>
            <a:pathLst>
              <a:path w="41" h="40" extrusionOk="0">
                <a:moveTo>
                  <a:pt x="41" y="0"/>
                </a:moveTo>
                <a:cubicBezTo>
                  <a:pt x="21" y="0"/>
                  <a:pt x="1" y="20"/>
                  <a:pt x="1" y="40"/>
                </a:cubicBezTo>
                <a:cubicBezTo>
                  <a:pt x="21" y="20"/>
                  <a:pt x="21" y="0"/>
                  <a:pt x="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34"/>
          <p:cNvSpPr/>
          <p:nvPr/>
        </p:nvSpPr>
        <p:spPr>
          <a:xfrm rot="3599982">
            <a:off x="6659638" y="-239048"/>
            <a:ext cx="48" cy="1951"/>
          </a:xfrm>
          <a:custGeom>
            <a:avLst/>
            <a:gdLst/>
            <a:ahLst/>
            <a:cxnLst/>
            <a:rect l="l" t="t" r="r" b="b"/>
            <a:pathLst>
              <a:path w="1" h="41" extrusionOk="0">
                <a:moveTo>
                  <a:pt x="1" y="41"/>
                </a:moveTo>
                <a:lnTo>
                  <a:pt x="1" y="21"/>
                </a:lnTo>
                <a:cubicBezTo>
                  <a:pt x="1" y="21"/>
                  <a:pt x="1" y="1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34"/>
          <p:cNvSpPr/>
          <p:nvPr/>
        </p:nvSpPr>
        <p:spPr>
          <a:xfrm rot="3599982">
            <a:off x="6771533" y="-45936"/>
            <a:ext cx="6661" cy="4139"/>
          </a:xfrm>
          <a:custGeom>
            <a:avLst/>
            <a:gdLst/>
            <a:ahLst/>
            <a:cxnLst/>
            <a:rect l="l" t="t" r="r" b="b"/>
            <a:pathLst>
              <a:path w="140" h="87" extrusionOk="0">
                <a:moveTo>
                  <a:pt x="139" y="0"/>
                </a:moveTo>
                <a:lnTo>
                  <a:pt x="139" y="0"/>
                </a:lnTo>
                <a:cubicBezTo>
                  <a:pt x="80" y="40"/>
                  <a:pt x="40" y="60"/>
                  <a:pt x="0" y="80"/>
                </a:cubicBezTo>
                <a:cubicBezTo>
                  <a:pt x="5" y="84"/>
                  <a:pt x="11" y="87"/>
                  <a:pt x="18" y="87"/>
                </a:cubicBezTo>
                <a:cubicBezTo>
                  <a:pt x="41" y="87"/>
                  <a:pt x="79" y="61"/>
                  <a:pt x="13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34"/>
          <p:cNvSpPr/>
          <p:nvPr/>
        </p:nvSpPr>
        <p:spPr>
          <a:xfrm rot="3599982">
            <a:off x="7153366" y="-3454"/>
            <a:ext cx="10420" cy="9516"/>
          </a:xfrm>
          <a:custGeom>
            <a:avLst/>
            <a:gdLst/>
            <a:ahLst/>
            <a:cxnLst/>
            <a:rect l="l" t="t" r="r" b="b"/>
            <a:pathLst>
              <a:path w="219" h="200" extrusionOk="0">
                <a:moveTo>
                  <a:pt x="219" y="0"/>
                </a:moveTo>
                <a:lnTo>
                  <a:pt x="139" y="40"/>
                </a:lnTo>
                <a:lnTo>
                  <a:pt x="0" y="199"/>
                </a:lnTo>
                <a:lnTo>
                  <a:pt x="21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34"/>
          <p:cNvSpPr/>
          <p:nvPr/>
        </p:nvSpPr>
        <p:spPr>
          <a:xfrm rot="3599982">
            <a:off x="7008983" y="-18351"/>
            <a:ext cx="7613" cy="7613"/>
          </a:xfrm>
          <a:custGeom>
            <a:avLst/>
            <a:gdLst/>
            <a:ahLst/>
            <a:cxnLst/>
            <a:rect l="l" t="t" r="r" b="b"/>
            <a:pathLst>
              <a:path w="160" h="160" extrusionOk="0">
                <a:moveTo>
                  <a:pt x="160" y="0"/>
                </a:moveTo>
                <a:lnTo>
                  <a:pt x="160" y="0"/>
                </a:lnTo>
                <a:cubicBezTo>
                  <a:pt x="124" y="36"/>
                  <a:pt x="95" y="43"/>
                  <a:pt x="65" y="43"/>
                </a:cubicBezTo>
                <a:cubicBezTo>
                  <a:pt x="45" y="43"/>
                  <a:pt x="24" y="40"/>
                  <a:pt x="0" y="40"/>
                </a:cubicBezTo>
                <a:lnTo>
                  <a:pt x="120" y="160"/>
                </a:lnTo>
                <a:lnTo>
                  <a:pt x="16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34"/>
          <p:cNvSpPr/>
          <p:nvPr/>
        </p:nvSpPr>
        <p:spPr>
          <a:xfrm rot="3599982">
            <a:off x="6967478" y="-22530"/>
            <a:ext cx="10610" cy="15083"/>
          </a:xfrm>
          <a:custGeom>
            <a:avLst/>
            <a:gdLst/>
            <a:ahLst/>
            <a:cxnLst/>
            <a:rect l="l" t="t" r="r" b="b"/>
            <a:pathLst>
              <a:path w="223" h="317" extrusionOk="0">
                <a:moveTo>
                  <a:pt x="183" y="1"/>
                </a:moveTo>
                <a:cubicBezTo>
                  <a:pt x="169" y="1"/>
                  <a:pt x="139" y="20"/>
                  <a:pt x="82" y="72"/>
                </a:cubicBezTo>
                <a:cubicBezTo>
                  <a:pt x="97" y="114"/>
                  <a:pt x="0" y="317"/>
                  <a:pt x="29" y="317"/>
                </a:cubicBezTo>
                <a:cubicBezTo>
                  <a:pt x="40" y="317"/>
                  <a:pt x="73" y="283"/>
                  <a:pt x="142" y="191"/>
                </a:cubicBezTo>
                <a:cubicBezTo>
                  <a:pt x="127" y="161"/>
                  <a:pt x="222" y="1"/>
                  <a:pt x="18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0" name="Google Shape;2740;p34"/>
          <p:cNvSpPr/>
          <p:nvPr/>
        </p:nvSpPr>
        <p:spPr>
          <a:xfrm rot="3599982">
            <a:off x="6556359" y="-270066"/>
            <a:ext cx="1903" cy="2902"/>
          </a:xfrm>
          <a:custGeom>
            <a:avLst/>
            <a:gdLst/>
            <a:ahLst/>
            <a:cxnLst/>
            <a:rect l="l" t="t" r="r" b="b"/>
            <a:pathLst>
              <a:path w="40" h="61" extrusionOk="0">
                <a:moveTo>
                  <a:pt x="0" y="60"/>
                </a:moveTo>
                <a:cubicBezTo>
                  <a:pt x="20" y="41"/>
                  <a:pt x="40" y="21"/>
                  <a:pt x="40" y="1"/>
                </a:cubicBezTo>
                <a:cubicBezTo>
                  <a:pt x="40" y="21"/>
                  <a:pt x="20" y="41"/>
                  <a:pt x="0" y="6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1" name="Google Shape;2741;p34"/>
          <p:cNvSpPr/>
          <p:nvPr/>
        </p:nvSpPr>
        <p:spPr>
          <a:xfrm rot="3599982">
            <a:off x="6559704" y="-269792"/>
            <a:ext cx="15225" cy="10468"/>
          </a:xfrm>
          <a:custGeom>
            <a:avLst/>
            <a:gdLst/>
            <a:ahLst/>
            <a:cxnLst/>
            <a:rect l="l" t="t" r="r" b="b"/>
            <a:pathLst>
              <a:path w="320" h="220" extrusionOk="0">
                <a:moveTo>
                  <a:pt x="160" y="1"/>
                </a:moveTo>
                <a:lnTo>
                  <a:pt x="160" y="1"/>
                </a:lnTo>
                <a:cubicBezTo>
                  <a:pt x="100" y="61"/>
                  <a:pt x="61" y="140"/>
                  <a:pt x="1" y="220"/>
                </a:cubicBezTo>
                <a:cubicBezTo>
                  <a:pt x="140" y="81"/>
                  <a:pt x="319" y="81"/>
                  <a:pt x="16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2" name="Google Shape;2742;p34"/>
          <p:cNvSpPr txBox="1">
            <a:spLocks noGrp="1"/>
          </p:cNvSpPr>
          <p:nvPr>
            <p:ph type="subTitle" idx="1"/>
          </p:nvPr>
        </p:nvSpPr>
        <p:spPr>
          <a:xfrm>
            <a:off x="2050919" y="3476800"/>
            <a:ext cx="4583700" cy="541500"/>
          </a:xfrm>
          <a:prstGeom prst="rect">
            <a:avLst/>
          </a:prstGeom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 smtClean="0">
                <a:latin typeface="+mn-ea"/>
                <a:ea typeface="+mn-ea"/>
              </a:rPr>
              <a:t>자기소개를 해보겠습니다 😉</a:t>
            </a:r>
            <a:endParaRPr sz="1500" dirty="0">
              <a:latin typeface="+mn-ea"/>
              <a:ea typeface="+mn-ea"/>
            </a:endParaRPr>
          </a:p>
        </p:txBody>
      </p:sp>
      <p:sp>
        <p:nvSpPr>
          <p:cNvPr id="2743" name="Google Shape;2743;p34"/>
          <p:cNvSpPr txBox="1">
            <a:spLocks noGrp="1"/>
          </p:cNvSpPr>
          <p:nvPr>
            <p:ph type="ctrTitle"/>
          </p:nvPr>
        </p:nvSpPr>
        <p:spPr>
          <a:xfrm>
            <a:off x="1587829" y="1627432"/>
            <a:ext cx="5845800" cy="169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smtClean="0"/>
              <a:t>“</a:t>
            </a:r>
            <a:r>
              <a:rPr lang="ko-KR" altLang="en-US" dirty="0" smtClean="0"/>
              <a:t>김지영</a:t>
            </a:r>
            <a:r>
              <a:rPr lang="en-US" altLang="ko-KR" dirty="0" smtClean="0"/>
              <a:t>”</a:t>
            </a:r>
            <a:endParaRPr b="1" dirty="0"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2744" name="Google Shape;2744;p34"/>
          <p:cNvSpPr/>
          <p:nvPr/>
        </p:nvSpPr>
        <p:spPr>
          <a:xfrm>
            <a:off x="6591800" y="3476800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5" name="Google Shape;2745;p34"/>
          <p:cNvGrpSpPr/>
          <p:nvPr/>
        </p:nvGrpSpPr>
        <p:grpSpPr>
          <a:xfrm>
            <a:off x="6773659" y="3561555"/>
            <a:ext cx="296817" cy="371986"/>
            <a:chOff x="1677825" y="3820225"/>
            <a:chExt cx="345900" cy="433500"/>
          </a:xfrm>
        </p:grpSpPr>
        <p:sp>
          <p:nvSpPr>
            <p:cNvPr id="2746" name="Google Shape;2746;p34"/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4"/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8" name="Google Shape;2748;p34"/>
          <p:cNvSpPr/>
          <p:nvPr/>
        </p:nvSpPr>
        <p:spPr>
          <a:xfrm>
            <a:off x="1165600" y="1313725"/>
            <a:ext cx="483494" cy="441537"/>
          </a:xfrm>
          <a:custGeom>
            <a:avLst/>
            <a:gdLst/>
            <a:ahLst/>
            <a:cxnLst/>
            <a:rect l="l" t="t" r="r" b="b"/>
            <a:pathLst>
              <a:path w="11919" h="10884" extrusionOk="0">
                <a:moveTo>
                  <a:pt x="3204" y="0"/>
                </a:moveTo>
                <a:lnTo>
                  <a:pt x="5074" y="4238"/>
                </a:lnTo>
                <a:lnTo>
                  <a:pt x="1" y="3940"/>
                </a:lnTo>
                <a:lnTo>
                  <a:pt x="4497" y="5889"/>
                </a:lnTo>
                <a:lnTo>
                  <a:pt x="2607" y="9132"/>
                </a:lnTo>
                <a:lnTo>
                  <a:pt x="5771" y="6208"/>
                </a:lnTo>
                <a:lnTo>
                  <a:pt x="6089" y="10883"/>
                </a:lnTo>
                <a:lnTo>
                  <a:pt x="7163" y="6307"/>
                </a:lnTo>
                <a:lnTo>
                  <a:pt x="11919" y="6964"/>
                </a:lnTo>
                <a:lnTo>
                  <a:pt x="7900" y="4457"/>
                </a:lnTo>
                <a:lnTo>
                  <a:pt x="8974" y="119"/>
                </a:lnTo>
                <a:lnTo>
                  <a:pt x="6348" y="3681"/>
                </a:lnTo>
                <a:lnTo>
                  <a:pt x="320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34"/>
          <p:cNvSpPr/>
          <p:nvPr/>
        </p:nvSpPr>
        <p:spPr>
          <a:xfrm>
            <a:off x="7433629" y="2673825"/>
            <a:ext cx="296813" cy="271066"/>
          </a:xfrm>
          <a:custGeom>
            <a:avLst/>
            <a:gdLst/>
            <a:ahLst/>
            <a:cxnLst/>
            <a:rect l="l" t="t" r="r" b="b"/>
            <a:pathLst>
              <a:path w="11919" h="10884" extrusionOk="0">
                <a:moveTo>
                  <a:pt x="3204" y="0"/>
                </a:moveTo>
                <a:lnTo>
                  <a:pt x="5074" y="4238"/>
                </a:lnTo>
                <a:lnTo>
                  <a:pt x="1" y="3940"/>
                </a:lnTo>
                <a:lnTo>
                  <a:pt x="4497" y="5889"/>
                </a:lnTo>
                <a:lnTo>
                  <a:pt x="2607" y="9132"/>
                </a:lnTo>
                <a:lnTo>
                  <a:pt x="5771" y="6208"/>
                </a:lnTo>
                <a:lnTo>
                  <a:pt x="6089" y="10883"/>
                </a:lnTo>
                <a:lnTo>
                  <a:pt x="7163" y="6307"/>
                </a:lnTo>
                <a:lnTo>
                  <a:pt x="11919" y="6964"/>
                </a:lnTo>
                <a:lnTo>
                  <a:pt x="7900" y="4457"/>
                </a:lnTo>
                <a:lnTo>
                  <a:pt x="8974" y="119"/>
                </a:lnTo>
                <a:lnTo>
                  <a:pt x="6348" y="3681"/>
                </a:lnTo>
                <a:lnTo>
                  <a:pt x="32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774" y="1750460"/>
            <a:ext cx="1854817" cy="18548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p40"/>
          <p:cNvSpPr/>
          <p:nvPr/>
        </p:nvSpPr>
        <p:spPr>
          <a:xfrm>
            <a:off x="4939675" y="2682488"/>
            <a:ext cx="28605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2" name="Google Shape;2822;p40"/>
          <p:cNvSpPr/>
          <p:nvPr/>
        </p:nvSpPr>
        <p:spPr>
          <a:xfrm>
            <a:off x="1343800" y="2682488"/>
            <a:ext cx="28605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3" name="Google Shape;282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dk1"/>
                </a:solidFill>
              </a:rPr>
              <a:t>“</a:t>
            </a:r>
            <a:r>
              <a:rPr lang="ko-KR" altLang="en-US" dirty="0" smtClean="0">
                <a:solidFill>
                  <a:schemeClr val="dk1"/>
                </a:solidFill>
              </a:rPr>
              <a:t>나</a:t>
            </a:r>
            <a:r>
              <a:rPr lang="en-US" altLang="ko-KR" dirty="0" smtClean="0">
                <a:solidFill>
                  <a:schemeClr val="dk1"/>
                </a:solidFill>
              </a:rPr>
              <a:t>”</a:t>
            </a:r>
            <a:r>
              <a:rPr lang="ko-KR" altLang="en-US" dirty="0" smtClean="0">
                <a:solidFill>
                  <a:schemeClr val="dk1"/>
                </a:solidFill>
              </a:rPr>
              <a:t>에 대하여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824" name="Google Shape;2824;p40"/>
          <p:cNvSpPr txBox="1">
            <a:spLocks noGrp="1"/>
          </p:cNvSpPr>
          <p:nvPr>
            <p:ph type="subTitle" idx="1"/>
          </p:nvPr>
        </p:nvSpPr>
        <p:spPr>
          <a:xfrm>
            <a:off x="1514800" y="27371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Profile</a:t>
            </a:r>
            <a:endParaRPr dirty="0"/>
          </a:p>
        </p:txBody>
      </p:sp>
      <p:sp>
        <p:nvSpPr>
          <p:cNvPr id="2825" name="Google Shape;2825;p40"/>
          <p:cNvSpPr txBox="1">
            <a:spLocks noGrp="1"/>
          </p:cNvSpPr>
          <p:nvPr>
            <p:ph type="subTitle" idx="2"/>
          </p:nvPr>
        </p:nvSpPr>
        <p:spPr>
          <a:xfrm>
            <a:off x="1514800" y="3206963"/>
            <a:ext cx="25185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>
                <a:latin typeface="+mj-ea"/>
                <a:ea typeface="+mj-ea"/>
              </a:rPr>
              <a:t>이름</a:t>
            </a:r>
            <a:r>
              <a:rPr lang="en-US" altLang="ko-KR" dirty="0" smtClean="0">
                <a:latin typeface="+mj-ea"/>
                <a:ea typeface="+mj-ea"/>
              </a:rPr>
              <a:t>: </a:t>
            </a:r>
            <a:r>
              <a:rPr lang="ko-KR" altLang="en-US" dirty="0" smtClean="0">
                <a:latin typeface="+mj-ea"/>
                <a:ea typeface="+mj-ea"/>
              </a:rPr>
              <a:t>김지영</a:t>
            </a:r>
            <a:endParaRPr lang="en-US" altLang="ko-KR" dirty="0" smtClean="0">
              <a:latin typeface="+mj-ea"/>
              <a:ea typeface="+mj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>
                <a:latin typeface="+mj-ea"/>
                <a:ea typeface="+mj-ea"/>
              </a:rPr>
              <a:t>나이</a:t>
            </a:r>
            <a:r>
              <a:rPr lang="en-US" altLang="ko-KR" dirty="0" smtClean="0">
                <a:latin typeface="+mj-ea"/>
                <a:ea typeface="+mj-ea"/>
              </a:rPr>
              <a:t>: 29</a:t>
            </a:r>
            <a:r>
              <a:rPr lang="ko-KR" altLang="en-US" dirty="0" smtClean="0">
                <a:latin typeface="+mj-ea"/>
                <a:ea typeface="+mj-ea"/>
              </a:rPr>
              <a:t>세</a:t>
            </a:r>
            <a:endParaRPr lang="en-US" altLang="ko-KR" dirty="0" smtClean="0">
              <a:latin typeface="+mj-ea"/>
              <a:ea typeface="+mj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>
                <a:latin typeface="+mj-ea"/>
                <a:ea typeface="+mj-ea"/>
              </a:rPr>
              <a:t>사는 곳</a:t>
            </a:r>
            <a:r>
              <a:rPr lang="en-US" altLang="ko-KR" dirty="0" smtClean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dirty="0" smtClean="0">
                <a:latin typeface="+mj-ea"/>
                <a:ea typeface="+mj-ea"/>
              </a:rPr>
              <a:t>경기도 용인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826" name="Google Shape;2826;p40"/>
          <p:cNvSpPr txBox="1">
            <a:spLocks noGrp="1"/>
          </p:cNvSpPr>
          <p:nvPr>
            <p:ph type="subTitle" idx="3"/>
          </p:nvPr>
        </p:nvSpPr>
        <p:spPr>
          <a:xfrm>
            <a:off x="5110663" y="27371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KEY WORD</a:t>
            </a:r>
            <a:endParaRPr dirty="0"/>
          </a:p>
        </p:txBody>
      </p:sp>
      <p:sp>
        <p:nvSpPr>
          <p:cNvPr id="2827" name="Google Shape;2827;p40"/>
          <p:cNvSpPr txBox="1">
            <a:spLocks noGrp="1"/>
          </p:cNvSpPr>
          <p:nvPr>
            <p:ph type="subTitle" idx="4"/>
          </p:nvPr>
        </p:nvSpPr>
        <p:spPr>
          <a:xfrm>
            <a:off x="5110663" y="3346388"/>
            <a:ext cx="25185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smtClean="0">
                <a:latin typeface="+mj-ea"/>
                <a:ea typeface="+mj-ea"/>
              </a:rPr>
              <a:t>ENFP</a:t>
            </a:r>
            <a:endParaRPr lang="en-US" sz="1500" dirty="0">
              <a:latin typeface="+mj-ea"/>
              <a:ea typeface="+mj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 smtClean="0">
                <a:latin typeface="+mj-ea"/>
                <a:ea typeface="+mj-ea"/>
              </a:rPr>
              <a:t>여행</a:t>
            </a:r>
            <a:endParaRPr lang="en-US" altLang="ko-KR" sz="1500" dirty="0" smtClean="0">
              <a:latin typeface="+mj-ea"/>
              <a:ea typeface="+mj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 smtClean="0">
                <a:latin typeface="+mj-ea"/>
                <a:ea typeface="+mj-ea"/>
              </a:rPr>
              <a:t>즐겁다</a:t>
            </a:r>
            <a:r>
              <a:rPr lang="en-US" altLang="ko-KR" sz="1500" dirty="0" smtClean="0">
                <a:latin typeface="+mj-ea"/>
                <a:ea typeface="+mj-ea"/>
              </a:rPr>
              <a:t>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/>
          </a:p>
        </p:txBody>
      </p:sp>
      <p:sp>
        <p:nvSpPr>
          <p:cNvPr id="2828" name="Google Shape;2828;p40"/>
          <p:cNvSpPr/>
          <p:nvPr/>
        </p:nvSpPr>
        <p:spPr>
          <a:xfrm>
            <a:off x="2388487" y="1570603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829" name="Google Shape;2829;p40"/>
          <p:cNvSpPr/>
          <p:nvPr/>
        </p:nvSpPr>
        <p:spPr>
          <a:xfrm>
            <a:off x="5984362" y="1570603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grpSp>
        <p:nvGrpSpPr>
          <p:cNvPr id="2855" name="Google Shape;2855;p40"/>
          <p:cNvGrpSpPr/>
          <p:nvPr/>
        </p:nvGrpSpPr>
        <p:grpSpPr>
          <a:xfrm>
            <a:off x="763096" y="2710477"/>
            <a:ext cx="401699" cy="355554"/>
            <a:chOff x="3279750" y="4755375"/>
            <a:chExt cx="144725" cy="128100"/>
          </a:xfrm>
        </p:grpSpPr>
        <p:sp>
          <p:nvSpPr>
            <p:cNvPr id="2856" name="Google Shape;2856;p40"/>
            <p:cNvSpPr/>
            <p:nvPr/>
          </p:nvSpPr>
          <p:spPr>
            <a:xfrm>
              <a:off x="3279750" y="4755375"/>
              <a:ext cx="144725" cy="128100"/>
            </a:xfrm>
            <a:custGeom>
              <a:avLst/>
              <a:gdLst/>
              <a:ahLst/>
              <a:cxnLst/>
              <a:rect l="l" t="t" r="r" b="b"/>
              <a:pathLst>
                <a:path w="5789" h="5124" extrusionOk="0">
                  <a:moveTo>
                    <a:pt x="3097" y="1"/>
                  </a:moveTo>
                  <a:cubicBezTo>
                    <a:pt x="3055" y="1"/>
                    <a:pt x="3011" y="3"/>
                    <a:pt x="2965" y="8"/>
                  </a:cubicBezTo>
                  <a:cubicBezTo>
                    <a:pt x="2030" y="148"/>
                    <a:pt x="2348" y="1302"/>
                    <a:pt x="2567" y="1938"/>
                  </a:cubicBezTo>
                  <a:cubicBezTo>
                    <a:pt x="2378" y="1445"/>
                    <a:pt x="1787" y="877"/>
                    <a:pt x="1272" y="877"/>
                  </a:cubicBezTo>
                  <a:cubicBezTo>
                    <a:pt x="1082" y="877"/>
                    <a:pt x="902" y="954"/>
                    <a:pt x="757" y="1143"/>
                  </a:cubicBezTo>
                  <a:cubicBezTo>
                    <a:pt x="1" y="2137"/>
                    <a:pt x="1533" y="2515"/>
                    <a:pt x="2169" y="2515"/>
                  </a:cubicBezTo>
                  <a:cubicBezTo>
                    <a:pt x="1473" y="2515"/>
                    <a:pt x="200" y="2515"/>
                    <a:pt x="438" y="3530"/>
                  </a:cubicBezTo>
                  <a:cubicBezTo>
                    <a:pt x="510" y="3845"/>
                    <a:pt x="761" y="3969"/>
                    <a:pt x="1065" y="3969"/>
                  </a:cubicBezTo>
                  <a:cubicBezTo>
                    <a:pt x="1519" y="3969"/>
                    <a:pt x="2091" y="3690"/>
                    <a:pt x="2354" y="3352"/>
                  </a:cubicBezTo>
                  <a:lnTo>
                    <a:pt x="2354" y="3352"/>
                  </a:lnTo>
                  <a:cubicBezTo>
                    <a:pt x="1937" y="4109"/>
                    <a:pt x="1599" y="5067"/>
                    <a:pt x="2766" y="5122"/>
                  </a:cubicBezTo>
                  <a:cubicBezTo>
                    <a:pt x="2785" y="5123"/>
                    <a:pt x="2804" y="5123"/>
                    <a:pt x="2823" y="5123"/>
                  </a:cubicBezTo>
                  <a:cubicBezTo>
                    <a:pt x="3696" y="5123"/>
                    <a:pt x="3575" y="4206"/>
                    <a:pt x="3244" y="3212"/>
                  </a:cubicBezTo>
                  <a:lnTo>
                    <a:pt x="3244" y="3212"/>
                  </a:lnTo>
                  <a:cubicBezTo>
                    <a:pt x="3554" y="3899"/>
                    <a:pt x="4083" y="4413"/>
                    <a:pt x="4559" y="4413"/>
                  </a:cubicBezTo>
                  <a:cubicBezTo>
                    <a:pt x="4786" y="4413"/>
                    <a:pt x="5000" y="4297"/>
                    <a:pt x="5174" y="4028"/>
                  </a:cubicBezTo>
                  <a:cubicBezTo>
                    <a:pt x="5609" y="3334"/>
                    <a:pt x="5040" y="2898"/>
                    <a:pt x="3759" y="2697"/>
                  </a:cubicBezTo>
                  <a:lnTo>
                    <a:pt x="3759" y="2697"/>
                  </a:lnTo>
                  <a:cubicBezTo>
                    <a:pt x="3920" y="2722"/>
                    <a:pt x="4078" y="2734"/>
                    <a:pt x="4229" y="2734"/>
                  </a:cubicBezTo>
                  <a:cubicBezTo>
                    <a:pt x="5133" y="2734"/>
                    <a:pt x="5788" y="2301"/>
                    <a:pt x="5432" y="1521"/>
                  </a:cubicBezTo>
                  <a:cubicBezTo>
                    <a:pt x="5295" y="1219"/>
                    <a:pt x="5074" y="1099"/>
                    <a:pt x="4825" y="1099"/>
                  </a:cubicBezTo>
                  <a:cubicBezTo>
                    <a:pt x="4352" y="1099"/>
                    <a:pt x="3783" y="1535"/>
                    <a:pt x="3522" y="1978"/>
                  </a:cubicBezTo>
                  <a:cubicBezTo>
                    <a:pt x="3846" y="1236"/>
                    <a:pt x="4024" y="1"/>
                    <a:pt x="30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40"/>
            <p:cNvSpPr/>
            <p:nvPr/>
          </p:nvSpPr>
          <p:spPr>
            <a:xfrm>
              <a:off x="3324800" y="4798525"/>
              <a:ext cx="57975" cy="41975"/>
            </a:xfrm>
            <a:custGeom>
              <a:avLst/>
              <a:gdLst/>
              <a:ahLst/>
              <a:cxnLst/>
              <a:rect l="l" t="t" r="r" b="b"/>
              <a:pathLst>
                <a:path w="2319" h="1679" extrusionOk="0">
                  <a:moveTo>
                    <a:pt x="1142" y="0"/>
                  </a:moveTo>
                  <a:cubicBezTo>
                    <a:pt x="60" y="0"/>
                    <a:pt x="0" y="1533"/>
                    <a:pt x="964" y="1665"/>
                  </a:cubicBezTo>
                  <a:cubicBezTo>
                    <a:pt x="1034" y="1674"/>
                    <a:pt x="1100" y="1678"/>
                    <a:pt x="1162" y="1678"/>
                  </a:cubicBezTo>
                  <a:cubicBezTo>
                    <a:pt x="2318" y="1678"/>
                    <a:pt x="2304" y="183"/>
                    <a:pt x="1322" y="13"/>
                  </a:cubicBezTo>
                  <a:cubicBezTo>
                    <a:pt x="1259" y="4"/>
                    <a:pt x="1199" y="0"/>
                    <a:pt x="1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58" name="Google Shape;2858;p40"/>
          <p:cNvSpPr/>
          <p:nvPr/>
        </p:nvSpPr>
        <p:spPr>
          <a:xfrm>
            <a:off x="4095939" y="1077873"/>
            <a:ext cx="952106" cy="820805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59" name="Google Shape;2859;p40"/>
          <p:cNvGrpSpPr/>
          <p:nvPr/>
        </p:nvGrpSpPr>
        <p:grpSpPr>
          <a:xfrm rot="-1544681">
            <a:off x="7784165" y="1330387"/>
            <a:ext cx="483213" cy="561331"/>
            <a:chOff x="5151000" y="2658925"/>
            <a:chExt cx="176600" cy="205150"/>
          </a:xfrm>
        </p:grpSpPr>
        <p:sp>
          <p:nvSpPr>
            <p:cNvPr id="2860" name="Google Shape;2860;p40"/>
            <p:cNvSpPr/>
            <p:nvPr/>
          </p:nvSpPr>
          <p:spPr>
            <a:xfrm>
              <a:off x="5151000" y="2658925"/>
              <a:ext cx="176600" cy="205150"/>
            </a:xfrm>
            <a:custGeom>
              <a:avLst/>
              <a:gdLst/>
              <a:ahLst/>
              <a:cxnLst/>
              <a:rect l="l" t="t" r="r" b="b"/>
              <a:pathLst>
                <a:path w="7064" h="8206" extrusionOk="0">
                  <a:moveTo>
                    <a:pt x="3564" y="0"/>
                  </a:moveTo>
                  <a:cubicBezTo>
                    <a:pt x="2841" y="0"/>
                    <a:pt x="2175" y="294"/>
                    <a:pt x="1632" y="800"/>
                  </a:cubicBezTo>
                  <a:cubicBezTo>
                    <a:pt x="1493" y="919"/>
                    <a:pt x="1373" y="1058"/>
                    <a:pt x="1254" y="1198"/>
                  </a:cubicBezTo>
                  <a:cubicBezTo>
                    <a:pt x="1075" y="1417"/>
                    <a:pt x="896" y="1655"/>
                    <a:pt x="756" y="1934"/>
                  </a:cubicBezTo>
                  <a:cubicBezTo>
                    <a:pt x="697" y="2033"/>
                    <a:pt x="637" y="2153"/>
                    <a:pt x="577" y="2272"/>
                  </a:cubicBezTo>
                  <a:cubicBezTo>
                    <a:pt x="438" y="2571"/>
                    <a:pt x="319" y="2889"/>
                    <a:pt x="239" y="3227"/>
                  </a:cubicBezTo>
                  <a:cubicBezTo>
                    <a:pt x="199" y="3307"/>
                    <a:pt x="179" y="3386"/>
                    <a:pt x="159" y="3466"/>
                  </a:cubicBezTo>
                  <a:cubicBezTo>
                    <a:pt x="120" y="3645"/>
                    <a:pt x="100" y="3804"/>
                    <a:pt x="80" y="3983"/>
                  </a:cubicBezTo>
                  <a:cubicBezTo>
                    <a:pt x="40" y="4142"/>
                    <a:pt x="20" y="4321"/>
                    <a:pt x="20" y="4481"/>
                  </a:cubicBezTo>
                  <a:cubicBezTo>
                    <a:pt x="20" y="4500"/>
                    <a:pt x="20" y="4520"/>
                    <a:pt x="20" y="4540"/>
                  </a:cubicBezTo>
                  <a:cubicBezTo>
                    <a:pt x="0" y="4779"/>
                    <a:pt x="0" y="5058"/>
                    <a:pt x="20" y="5316"/>
                  </a:cubicBezTo>
                  <a:cubicBezTo>
                    <a:pt x="20" y="5455"/>
                    <a:pt x="40" y="5595"/>
                    <a:pt x="60" y="5734"/>
                  </a:cubicBezTo>
                  <a:cubicBezTo>
                    <a:pt x="120" y="6032"/>
                    <a:pt x="199" y="6311"/>
                    <a:pt x="319" y="6570"/>
                  </a:cubicBezTo>
                  <a:cubicBezTo>
                    <a:pt x="358" y="6689"/>
                    <a:pt x="418" y="6789"/>
                    <a:pt x="478" y="6888"/>
                  </a:cubicBezTo>
                  <a:cubicBezTo>
                    <a:pt x="657" y="7167"/>
                    <a:pt x="876" y="7425"/>
                    <a:pt x="1174" y="7624"/>
                  </a:cubicBezTo>
                  <a:cubicBezTo>
                    <a:pt x="1751" y="8057"/>
                    <a:pt x="2753" y="8205"/>
                    <a:pt x="3569" y="8205"/>
                  </a:cubicBezTo>
                  <a:cubicBezTo>
                    <a:pt x="3766" y="8205"/>
                    <a:pt x="3952" y="8197"/>
                    <a:pt x="4119" y="8181"/>
                  </a:cubicBezTo>
                  <a:cubicBezTo>
                    <a:pt x="5631" y="8082"/>
                    <a:pt x="6467" y="7425"/>
                    <a:pt x="6845" y="6410"/>
                  </a:cubicBezTo>
                  <a:cubicBezTo>
                    <a:pt x="6884" y="6291"/>
                    <a:pt x="6924" y="6172"/>
                    <a:pt x="6944" y="6052"/>
                  </a:cubicBezTo>
                  <a:cubicBezTo>
                    <a:pt x="6984" y="5933"/>
                    <a:pt x="7004" y="5814"/>
                    <a:pt x="7024" y="5694"/>
                  </a:cubicBezTo>
                  <a:cubicBezTo>
                    <a:pt x="7044" y="5555"/>
                    <a:pt x="7044" y="5396"/>
                    <a:pt x="7063" y="5257"/>
                  </a:cubicBezTo>
                  <a:cubicBezTo>
                    <a:pt x="7063" y="5177"/>
                    <a:pt x="7063" y="5097"/>
                    <a:pt x="7063" y="5018"/>
                  </a:cubicBezTo>
                  <a:cubicBezTo>
                    <a:pt x="7063" y="4859"/>
                    <a:pt x="7063" y="4680"/>
                    <a:pt x="7044" y="4520"/>
                  </a:cubicBezTo>
                  <a:cubicBezTo>
                    <a:pt x="7044" y="4500"/>
                    <a:pt x="7044" y="4500"/>
                    <a:pt x="7044" y="4481"/>
                  </a:cubicBezTo>
                  <a:cubicBezTo>
                    <a:pt x="7004" y="4142"/>
                    <a:pt x="6924" y="3685"/>
                    <a:pt x="6805" y="3207"/>
                  </a:cubicBezTo>
                  <a:cubicBezTo>
                    <a:pt x="6785" y="3128"/>
                    <a:pt x="6745" y="3028"/>
                    <a:pt x="6725" y="2949"/>
                  </a:cubicBezTo>
                  <a:cubicBezTo>
                    <a:pt x="6705" y="2829"/>
                    <a:pt x="6666" y="2710"/>
                    <a:pt x="6626" y="2610"/>
                  </a:cubicBezTo>
                  <a:cubicBezTo>
                    <a:pt x="6566" y="2471"/>
                    <a:pt x="6526" y="2352"/>
                    <a:pt x="6467" y="2232"/>
                  </a:cubicBezTo>
                  <a:cubicBezTo>
                    <a:pt x="6447" y="2173"/>
                    <a:pt x="6427" y="2133"/>
                    <a:pt x="6407" y="2073"/>
                  </a:cubicBezTo>
                  <a:cubicBezTo>
                    <a:pt x="6327" y="1894"/>
                    <a:pt x="6248" y="1735"/>
                    <a:pt x="6148" y="1576"/>
                  </a:cubicBezTo>
                  <a:cubicBezTo>
                    <a:pt x="5631" y="700"/>
                    <a:pt x="4855" y="4"/>
                    <a:pt x="3701" y="4"/>
                  </a:cubicBezTo>
                  <a:cubicBezTo>
                    <a:pt x="3655" y="2"/>
                    <a:pt x="3609" y="0"/>
                    <a:pt x="35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40"/>
            <p:cNvSpPr/>
            <p:nvPr/>
          </p:nvSpPr>
          <p:spPr>
            <a:xfrm>
              <a:off x="5182325" y="2678900"/>
              <a:ext cx="128850" cy="33225"/>
            </a:xfrm>
            <a:custGeom>
              <a:avLst/>
              <a:gdLst/>
              <a:ahLst/>
              <a:cxnLst/>
              <a:rect l="l" t="t" r="r" b="b"/>
              <a:pathLst>
                <a:path w="5154" h="1329" extrusionOk="0">
                  <a:moveTo>
                    <a:pt x="379" y="1"/>
                  </a:moveTo>
                  <a:cubicBezTo>
                    <a:pt x="240" y="120"/>
                    <a:pt x="120" y="259"/>
                    <a:pt x="1" y="399"/>
                  </a:cubicBezTo>
                  <a:cubicBezTo>
                    <a:pt x="1227" y="1082"/>
                    <a:pt x="2587" y="1329"/>
                    <a:pt x="3975" y="1329"/>
                  </a:cubicBezTo>
                  <a:cubicBezTo>
                    <a:pt x="4367" y="1329"/>
                    <a:pt x="4760" y="1309"/>
                    <a:pt x="5154" y="1274"/>
                  </a:cubicBezTo>
                  <a:cubicBezTo>
                    <a:pt x="5074" y="1095"/>
                    <a:pt x="4995" y="936"/>
                    <a:pt x="4895" y="777"/>
                  </a:cubicBezTo>
                  <a:cubicBezTo>
                    <a:pt x="4590" y="800"/>
                    <a:pt x="4286" y="813"/>
                    <a:pt x="3983" y="813"/>
                  </a:cubicBezTo>
                  <a:cubicBezTo>
                    <a:pt x="2727" y="813"/>
                    <a:pt x="1501" y="594"/>
                    <a:pt x="3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40"/>
            <p:cNvSpPr/>
            <p:nvPr/>
          </p:nvSpPr>
          <p:spPr>
            <a:xfrm>
              <a:off x="5154975" y="2732625"/>
              <a:ext cx="166150" cy="24500"/>
            </a:xfrm>
            <a:custGeom>
              <a:avLst/>
              <a:gdLst/>
              <a:ahLst/>
              <a:cxnLst/>
              <a:rect l="l" t="t" r="r" b="b"/>
              <a:pathLst>
                <a:path w="6646" h="980" extrusionOk="0">
                  <a:moveTo>
                    <a:pt x="6566" y="1"/>
                  </a:moveTo>
                  <a:cubicBezTo>
                    <a:pt x="5493" y="516"/>
                    <a:pt x="4337" y="731"/>
                    <a:pt x="3170" y="731"/>
                  </a:cubicBezTo>
                  <a:cubicBezTo>
                    <a:pt x="2131" y="731"/>
                    <a:pt x="1083" y="560"/>
                    <a:pt x="80" y="279"/>
                  </a:cubicBezTo>
                  <a:cubicBezTo>
                    <a:pt x="40" y="359"/>
                    <a:pt x="20" y="438"/>
                    <a:pt x="0" y="518"/>
                  </a:cubicBezTo>
                  <a:cubicBezTo>
                    <a:pt x="1032" y="809"/>
                    <a:pt x="2103" y="980"/>
                    <a:pt x="3166" y="980"/>
                  </a:cubicBezTo>
                  <a:cubicBezTo>
                    <a:pt x="4359" y="980"/>
                    <a:pt x="5541" y="764"/>
                    <a:pt x="6646" y="259"/>
                  </a:cubicBezTo>
                  <a:cubicBezTo>
                    <a:pt x="6626" y="180"/>
                    <a:pt x="6586" y="80"/>
                    <a:pt x="6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40"/>
            <p:cNvSpPr/>
            <p:nvPr/>
          </p:nvSpPr>
          <p:spPr>
            <a:xfrm>
              <a:off x="5151500" y="2758500"/>
              <a:ext cx="176100" cy="34075"/>
            </a:xfrm>
            <a:custGeom>
              <a:avLst/>
              <a:gdLst/>
              <a:ahLst/>
              <a:cxnLst/>
              <a:rect l="l" t="t" r="r" b="b"/>
              <a:pathLst>
                <a:path w="7044" h="1363" extrusionOk="0">
                  <a:moveTo>
                    <a:pt x="60" y="0"/>
                  </a:moveTo>
                  <a:cubicBezTo>
                    <a:pt x="20" y="159"/>
                    <a:pt x="0" y="338"/>
                    <a:pt x="0" y="498"/>
                  </a:cubicBezTo>
                  <a:cubicBezTo>
                    <a:pt x="0" y="517"/>
                    <a:pt x="0" y="537"/>
                    <a:pt x="0" y="557"/>
                  </a:cubicBezTo>
                  <a:cubicBezTo>
                    <a:pt x="995" y="1075"/>
                    <a:pt x="2169" y="1274"/>
                    <a:pt x="3283" y="1333"/>
                  </a:cubicBezTo>
                  <a:cubicBezTo>
                    <a:pt x="3583" y="1352"/>
                    <a:pt x="3885" y="1362"/>
                    <a:pt x="4188" y="1362"/>
                  </a:cubicBezTo>
                  <a:cubicBezTo>
                    <a:pt x="5151" y="1362"/>
                    <a:pt x="6120" y="1262"/>
                    <a:pt x="7043" y="1035"/>
                  </a:cubicBezTo>
                  <a:cubicBezTo>
                    <a:pt x="7043" y="876"/>
                    <a:pt x="7043" y="697"/>
                    <a:pt x="7024" y="537"/>
                  </a:cubicBezTo>
                  <a:cubicBezTo>
                    <a:pt x="7024" y="517"/>
                    <a:pt x="7024" y="517"/>
                    <a:pt x="7024" y="498"/>
                  </a:cubicBezTo>
                  <a:cubicBezTo>
                    <a:pt x="6069" y="743"/>
                    <a:pt x="4987" y="899"/>
                    <a:pt x="3907" y="899"/>
                  </a:cubicBezTo>
                  <a:cubicBezTo>
                    <a:pt x="2533" y="899"/>
                    <a:pt x="1163" y="646"/>
                    <a:pt x="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0"/>
            <p:cNvSpPr/>
            <p:nvPr/>
          </p:nvSpPr>
          <p:spPr>
            <a:xfrm>
              <a:off x="5158950" y="2810225"/>
              <a:ext cx="165675" cy="29700"/>
            </a:xfrm>
            <a:custGeom>
              <a:avLst/>
              <a:gdLst/>
              <a:ahLst/>
              <a:cxnLst/>
              <a:rect l="l" t="t" r="r" b="b"/>
              <a:pathLst>
                <a:path w="6627" h="1188" extrusionOk="0">
                  <a:moveTo>
                    <a:pt x="6626" y="0"/>
                  </a:moveTo>
                  <a:lnTo>
                    <a:pt x="6626" y="0"/>
                  </a:lnTo>
                  <a:cubicBezTo>
                    <a:pt x="5550" y="653"/>
                    <a:pt x="4203" y="930"/>
                    <a:pt x="2859" y="930"/>
                  </a:cubicBezTo>
                  <a:cubicBezTo>
                    <a:pt x="1868" y="930"/>
                    <a:pt x="879" y="779"/>
                    <a:pt x="1" y="518"/>
                  </a:cubicBezTo>
                  <a:lnTo>
                    <a:pt x="1" y="518"/>
                  </a:lnTo>
                  <a:cubicBezTo>
                    <a:pt x="40" y="637"/>
                    <a:pt x="100" y="737"/>
                    <a:pt x="160" y="836"/>
                  </a:cubicBezTo>
                  <a:cubicBezTo>
                    <a:pt x="998" y="1060"/>
                    <a:pt x="1922" y="1187"/>
                    <a:pt x="2849" y="1187"/>
                  </a:cubicBezTo>
                  <a:cubicBezTo>
                    <a:pt x="4146" y="1187"/>
                    <a:pt x="5448" y="939"/>
                    <a:pt x="6527" y="358"/>
                  </a:cubicBezTo>
                  <a:cubicBezTo>
                    <a:pt x="6566" y="239"/>
                    <a:pt x="6606" y="120"/>
                    <a:pt x="66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5165425" y="2707250"/>
              <a:ext cx="151225" cy="26175"/>
            </a:xfrm>
            <a:custGeom>
              <a:avLst/>
              <a:gdLst/>
              <a:ahLst/>
              <a:cxnLst/>
              <a:rect l="l" t="t" r="r" b="b"/>
              <a:pathLst>
                <a:path w="6049" h="1047" extrusionOk="0">
                  <a:moveTo>
                    <a:pt x="179" y="1"/>
                  </a:moveTo>
                  <a:cubicBezTo>
                    <a:pt x="120" y="100"/>
                    <a:pt x="60" y="220"/>
                    <a:pt x="0" y="339"/>
                  </a:cubicBezTo>
                  <a:cubicBezTo>
                    <a:pt x="856" y="797"/>
                    <a:pt x="1890" y="956"/>
                    <a:pt x="2845" y="1016"/>
                  </a:cubicBezTo>
                  <a:cubicBezTo>
                    <a:pt x="3109" y="1035"/>
                    <a:pt x="3378" y="1047"/>
                    <a:pt x="3648" y="1047"/>
                  </a:cubicBezTo>
                  <a:cubicBezTo>
                    <a:pt x="4460" y="1047"/>
                    <a:pt x="5288" y="946"/>
                    <a:pt x="6049" y="677"/>
                  </a:cubicBezTo>
                  <a:cubicBezTo>
                    <a:pt x="5989" y="538"/>
                    <a:pt x="5949" y="419"/>
                    <a:pt x="5890" y="299"/>
                  </a:cubicBezTo>
                  <a:cubicBezTo>
                    <a:pt x="5157" y="554"/>
                    <a:pt x="4374" y="656"/>
                    <a:pt x="3591" y="656"/>
                  </a:cubicBezTo>
                  <a:cubicBezTo>
                    <a:pt x="3395" y="656"/>
                    <a:pt x="3200" y="649"/>
                    <a:pt x="3005" y="638"/>
                  </a:cubicBezTo>
                  <a:cubicBezTo>
                    <a:pt x="2050" y="598"/>
                    <a:pt x="1035" y="439"/>
                    <a:pt x="1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5151500" y="2790325"/>
              <a:ext cx="176100" cy="25650"/>
            </a:xfrm>
            <a:custGeom>
              <a:avLst/>
              <a:gdLst/>
              <a:ahLst/>
              <a:cxnLst/>
              <a:rect l="l" t="t" r="r" b="b"/>
              <a:pathLst>
                <a:path w="7044" h="1026" extrusionOk="0">
                  <a:moveTo>
                    <a:pt x="7043" y="1"/>
                  </a:moveTo>
                  <a:lnTo>
                    <a:pt x="7043" y="1"/>
                  </a:lnTo>
                  <a:cubicBezTo>
                    <a:pt x="5924" y="433"/>
                    <a:pt x="4750" y="627"/>
                    <a:pt x="3574" y="627"/>
                  </a:cubicBezTo>
                  <a:cubicBezTo>
                    <a:pt x="2368" y="627"/>
                    <a:pt x="1159" y="423"/>
                    <a:pt x="0" y="60"/>
                  </a:cubicBezTo>
                  <a:lnTo>
                    <a:pt x="0" y="60"/>
                  </a:lnTo>
                  <a:cubicBezTo>
                    <a:pt x="0" y="199"/>
                    <a:pt x="20" y="339"/>
                    <a:pt x="40" y="478"/>
                  </a:cubicBezTo>
                  <a:cubicBezTo>
                    <a:pt x="1189" y="831"/>
                    <a:pt x="2384" y="1025"/>
                    <a:pt x="3576" y="1025"/>
                  </a:cubicBezTo>
                  <a:cubicBezTo>
                    <a:pt x="4737" y="1025"/>
                    <a:pt x="5894" y="841"/>
                    <a:pt x="7004" y="438"/>
                  </a:cubicBezTo>
                  <a:cubicBezTo>
                    <a:pt x="7024" y="299"/>
                    <a:pt x="7024" y="140"/>
                    <a:pt x="70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777;p70"/>
          <p:cNvGrpSpPr/>
          <p:nvPr/>
        </p:nvGrpSpPr>
        <p:grpSpPr>
          <a:xfrm>
            <a:off x="2593641" y="1772972"/>
            <a:ext cx="360818" cy="358055"/>
            <a:chOff x="3316717" y="3769118"/>
            <a:chExt cx="377385" cy="374495"/>
          </a:xfrm>
        </p:grpSpPr>
        <p:sp>
          <p:nvSpPr>
            <p:cNvPr id="49" name="Google Shape;4778;p70"/>
            <p:cNvSpPr/>
            <p:nvPr/>
          </p:nvSpPr>
          <p:spPr>
            <a:xfrm>
              <a:off x="3373395" y="3774707"/>
              <a:ext cx="262766" cy="284286"/>
            </a:xfrm>
            <a:custGeom>
              <a:avLst/>
              <a:gdLst/>
              <a:ahLst/>
              <a:cxnLst/>
              <a:rect l="l" t="t" r="r" b="b"/>
              <a:pathLst>
                <a:path w="11331" h="12259" extrusionOk="0">
                  <a:moveTo>
                    <a:pt x="5689" y="1"/>
                  </a:moveTo>
                  <a:cubicBezTo>
                    <a:pt x="2632" y="1"/>
                    <a:pt x="107" y="2458"/>
                    <a:pt x="37" y="5523"/>
                  </a:cubicBezTo>
                  <a:cubicBezTo>
                    <a:pt x="1" y="7352"/>
                    <a:pt x="831" y="8993"/>
                    <a:pt x="2151" y="10046"/>
                  </a:cubicBezTo>
                  <a:lnTo>
                    <a:pt x="2151" y="10831"/>
                  </a:lnTo>
                  <a:cubicBezTo>
                    <a:pt x="2151" y="11616"/>
                    <a:pt x="2793" y="12258"/>
                    <a:pt x="3578" y="12258"/>
                  </a:cubicBezTo>
                  <a:lnTo>
                    <a:pt x="7789" y="12258"/>
                  </a:lnTo>
                  <a:cubicBezTo>
                    <a:pt x="8574" y="12258"/>
                    <a:pt x="9216" y="11616"/>
                    <a:pt x="9216" y="10831"/>
                  </a:cubicBezTo>
                  <a:lnTo>
                    <a:pt x="9216" y="10046"/>
                  </a:lnTo>
                  <a:cubicBezTo>
                    <a:pt x="10501" y="9011"/>
                    <a:pt x="11331" y="7423"/>
                    <a:pt x="11331" y="5648"/>
                  </a:cubicBezTo>
                  <a:cubicBezTo>
                    <a:pt x="11331" y="2552"/>
                    <a:pt x="8842" y="37"/>
                    <a:pt x="5755" y="1"/>
                  </a:cubicBezTo>
                  <a:cubicBezTo>
                    <a:pt x="5733" y="1"/>
                    <a:pt x="5711" y="1"/>
                    <a:pt x="56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779;p70"/>
            <p:cNvSpPr/>
            <p:nvPr/>
          </p:nvSpPr>
          <p:spPr>
            <a:xfrm>
              <a:off x="3468993" y="4081524"/>
              <a:ext cx="72422" cy="56305"/>
            </a:xfrm>
            <a:custGeom>
              <a:avLst/>
              <a:gdLst/>
              <a:ahLst/>
              <a:cxnLst/>
              <a:rect l="l" t="t" r="r" b="b"/>
              <a:pathLst>
                <a:path w="3123" h="2428" extrusionOk="0">
                  <a:moveTo>
                    <a:pt x="0" y="1"/>
                  </a:moveTo>
                  <a:lnTo>
                    <a:pt x="0" y="1464"/>
                  </a:lnTo>
                  <a:cubicBezTo>
                    <a:pt x="0" y="1999"/>
                    <a:pt x="428" y="2427"/>
                    <a:pt x="964" y="2427"/>
                  </a:cubicBezTo>
                  <a:lnTo>
                    <a:pt x="2159" y="2427"/>
                  </a:lnTo>
                  <a:cubicBezTo>
                    <a:pt x="2685" y="2427"/>
                    <a:pt x="3123" y="1999"/>
                    <a:pt x="3123" y="1464"/>
                  </a:cubicBezTo>
                  <a:lnTo>
                    <a:pt x="31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780;p70"/>
            <p:cNvSpPr/>
            <p:nvPr/>
          </p:nvSpPr>
          <p:spPr>
            <a:xfrm>
              <a:off x="3451201" y="4058982"/>
              <a:ext cx="107996" cy="49673"/>
            </a:xfrm>
            <a:custGeom>
              <a:avLst/>
              <a:gdLst/>
              <a:ahLst/>
              <a:cxnLst/>
              <a:rect l="l" t="t" r="r" b="b"/>
              <a:pathLst>
                <a:path w="4657" h="2142" extrusionOk="0">
                  <a:moveTo>
                    <a:pt x="0" y="0"/>
                  </a:moveTo>
                  <a:lnTo>
                    <a:pt x="0" y="1374"/>
                  </a:lnTo>
                  <a:cubicBezTo>
                    <a:pt x="0" y="1793"/>
                    <a:pt x="339" y="2141"/>
                    <a:pt x="758" y="2141"/>
                  </a:cubicBezTo>
                  <a:lnTo>
                    <a:pt x="3890" y="2141"/>
                  </a:lnTo>
                  <a:cubicBezTo>
                    <a:pt x="4318" y="2141"/>
                    <a:pt x="4657" y="1793"/>
                    <a:pt x="4657" y="1374"/>
                  </a:cubicBezTo>
                  <a:lnTo>
                    <a:pt x="46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781;p70"/>
            <p:cNvSpPr/>
            <p:nvPr/>
          </p:nvSpPr>
          <p:spPr>
            <a:xfrm>
              <a:off x="3316717" y="3901121"/>
              <a:ext cx="39330" cy="10992"/>
            </a:xfrm>
            <a:custGeom>
              <a:avLst/>
              <a:gdLst/>
              <a:ahLst/>
              <a:cxnLst/>
              <a:rect l="l" t="t" r="r" b="b"/>
              <a:pathLst>
                <a:path w="1696" h="474" extrusionOk="0">
                  <a:moveTo>
                    <a:pt x="313" y="1"/>
                  </a:moveTo>
                  <a:cubicBezTo>
                    <a:pt x="1" y="1"/>
                    <a:pt x="1" y="473"/>
                    <a:pt x="313" y="473"/>
                  </a:cubicBezTo>
                  <a:lnTo>
                    <a:pt x="1446" y="473"/>
                  </a:lnTo>
                  <a:cubicBezTo>
                    <a:pt x="1588" y="473"/>
                    <a:pt x="1696" y="349"/>
                    <a:pt x="1678" y="206"/>
                  </a:cubicBezTo>
                  <a:cubicBezTo>
                    <a:pt x="1669" y="81"/>
                    <a:pt x="1553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782;p70"/>
            <p:cNvSpPr/>
            <p:nvPr/>
          </p:nvSpPr>
          <p:spPr>
            <a:xfrm>
              <a:off x="3321772" y="3941265"/>
              <a:ext cx="39237" cy="17787"/>
            </a:xfrm>
            <a:custGeom>
              <a:avLst/>
              <a:gdLst/>
              <a:ahLst/>
              <a:cxnLst/>
              <a:rect l="l" t="t" r="r" b="b"/>
              <a:pathLst>
                <a:path w="1692" h="767" extrusionOk="0">
                  <a:moveTo>
                    <a:pt x="1435" y="0"/>
                  </a:moveTo>
                  <a:cubicBezTo>
                    <a:pt x="1414" y="0"/>
                    <a:pt x="1392" y="3"/>
                    <a:pt x="1370" y="9"/>
                  </a:cubicBezTo>
                  <a:lnTo>
                    <a:pt x="273" y="304"/>
                  </a:lnTo>
                  <a:cubicBezTo>
                    <a:pt x="0" y="370"/>
                    <a:pt x="95" y="766"/>
                    <a:pt x="339" y="766"/>
                  </a:cubicBezTo>
                  <a:cubicBezTo>
                    <a:pt x="358" y="766"/>
                    <a:pt x="377" y="764"/>
                    <a:pt x="398" y="759"/>
                  </a:cubicBezTo>
                  <a:lnTo>
                    <a:pt x="1486" y="464"/>
                  </a:lnTo>
                  <a:cubicBezTo>
                    <a:pt x="1620" y="429"/>
                    <a:pt x="1692" y="304"/>
                    <a:pt x="1656" y="179"/>
                  </a:cubicBezTo>
                  <a:cubicBezTo>
                    <a:pt x="1626" y="68"/>
                    <a:pt x="1536" y="0"/>
                    <a:pt x="14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783;p70"/>
            <p:cNvSpPr/>
            <p:nvPr/>
          </p:nvSpPr>
          <p:spPr>
            <a:xfrm>
              <a:off x="3339328" y="3978765"/>
              <a:ext cx="38542" cy="24118"/>
            </a:xfrm>
            <a:custGeom>
              <a:avLst/>
              <a:gdLst/>
              <a:ahLst/>
              <a:cxnLst/>
              <a:rect l="l" t="t" r="r" b="b"/>
              <a:pathLst>
                <a:path w="1662" h="1040" extrusionOk="0">
                  <a:moveTo>
                    <a:pt x="1317" y="1"/>
                  </a:moveTo>
                  <a:cubicBezTo>
                    <a:pt x="1280" y="1"/>
                    <a:pt x="1242" y="11"/>
                    <a:pt x="1202" y="34"/>
                  </a:cubicBezTo>
                  <a:lnTo>
                    <a:pt x="212" y="596"/>
                  </a:lnTo>
                  <a:cubicBezTo>
                    <a:pt x="0" y="724"/>
                    <a:pt x="135" y="1039"/>
                    <a:pt x="339" y="1039"/>
                  </a:cubicBezTo>
                  <a:cubicBezTo>
                    <a:pt x="375" y="1039"/>
                    <a:pt x="414" y="1029"/>
                    <a:pt x="453" y="1006"/>
                  </a:cubicBezTo>
                  <a:lnTo>
                    <a:pt x="1434" y="444"/>
                  </a:lnTo>
                  <a:cubicBezTo>
                    <a:pt x="1661" y="315"/>
                    <a:pt x="1522" y="1"/>
                    <a:pt x="1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784;p70"/>
            <p:cNvSpPr/>
            <p:nvPr/>
          </p:nvSpPr>
          <p:spPr>
            <a:xfrm>
              <a:off x="3321819" y="3853951"/>
              <a:ext cx="40722" cy="17833"/>
            </a:xfrm>
            <a:custGeom>
              <a:avLst/>
              <a:gdLst/>
              <a:ahLst/>
              <a:cxnLst/>
              <a:rect l="l" t="t" r="r" b="b"/>
              <a:pathLst>
                <a:path w="1756" h="769" extrusionOk="0">
                  <a:moveTo>
                    <a:pt x="328" y="0"/>
                  </a:moveTo>
                  <a:cubicBezTo>
                    <a:pt x="84" y="0"/>
                    <a:pt x="0" y="391"/>
                    <a:pt x="271" y="465"/>
                  </a:cubicBezTo>
                  <a:lnTo>
                    <a:pt x="1368" y="759"/>
                  </a:lnTo>
                  <a:cubicBezTo>
                    <a:pt x="1391" y="765"/>
                    <a:pt x="1413" y="768"/>
                    <a:pt x="1434" y="768"/>
                  </a:cubicBezTo>
                  <a:cubicBezTo>
                    <a:pt x="1671" y="768"/>
                    <a:pt x="1755" y="378"/>
                    <a:pt x="1484" y="304"/>
                  </a:cubicBezTo>
                  <a:lnTo>
                    <a:pt x="396" y="10"/>
                  </a:lnTo>
                  <a:cubicBezTo>
                    <a:pt x="372" y="3"/>
                    <a:pt x="350" y="0"/>
                    <a:pt x="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785;p70"/>
            <p:cNvSpPr/>
            <p:nvPr/>
          </p:nvSpPr>
          <p:spPr>
            <a:xfrm>
              <a:off x="3339189" y="3810073"/>
              <a:ext cx="38681" cy="24187"/>
            </a:xfrm>
            <a:custGeom>
              <a:avLst/>
              <a:gdLst/>
              <a:ahLst/>
              <a:cxnLst/>
              <a:rect l="l" t="t" r="r" b="b"/>
              <a:pathLst>
                <a:path w="1668" h="1043" extrusionOk="0">
                  <a:moveTo>
                    <a:pt x="336" y="0"/>
                  </a:moveTo>
                  <a:cubicBezTo>
                    <a:pt x="130" y="0"/>
                    <a:pt x="0" y="311"/>
                    <a:pt x="218" y="439"/>
                  </a:cubicBezTo>
                  <a:lnTo>
                    <a:pt x="1208" y="1009"/>
                  </a:lnTo>
                  <a:cubicBezTo>
                    <a:pt x="1246" y="1032"/>
                    <a:pt x="1284" y="1043"/>
                    <a:pt x="1320" y="1043"/>
                  </a:cubicBezTo>
                  <a:cubicBezTo>
                    <a:pt x="1522" y="1043"/>
                    <a:pt x="1667" y="728"/>
                    <a:pt x="1440" y="599"/>
                  </a:cubicBezTo>
                  <a:lnTo>
                    <a:pt x="459" y="37"/>
                  </a:lnTo>
                  <a:cubicBezTo>
                    <a:pt x="416" y="12"/>
                    <a:pt x="375" y="0"/>
                    <a:pt x="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786;p70"/>
            <p:cNvSpPr/>
            <p:nvPr/>
          </p:nvSpPr>
          <p:spPr>
            <a:xfrm>
              <a:off x="3653728" y="3901121"/>
              <a:ext cx="40374" cy="10992"/>
            </a:xfrm>
            <a:custGeom>
              <a:avLst/>
              <a:gdLst/>
              <a:ahLst/>
              <a:cxnLst/>
              <a:rect l="l" t="t" r="r" b="b"/>
              <a:pathLst>
                <a:path w="1741" h="474" extrusionOk="0">
                  <a:moveTo>
                    <a:pt x="304" y="1"/>
                  </a:moveTo>
                  <a:cubicBezTo>
                    <a:pt x="1" y="1"/>
                    <a:pt x="1" y="473"/>
                    <a:pt x="304" y="473"/>
                  </a:cubicBezTo>
                  <a:lnTo>
                    <a:pt x="1437" y="473"/>
                  </a:lnTo>
                  <a:cubicBezTo>
                    <a:pt x="1741" y="473"/>
                    <a:pt x="1741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787;p70"/>
            <p:cNvSpPr/>
            <p:nvPr/>
          </p:nvSpPr>
          <p:spPr>
            <a:xfrm>
              <a:off x="3648278" y="3941242"/>
              <a:ext cx="40977" cy="17810"/>
            </a:xfrm>
            <a:custGeom>
              <a:avLst/>
              <a:gdLst/>
              <a:ahLst/>
              <a:cxnLst/>
              <a:rect l="l" t="t" r="r" b="b"/>
              <a:pathLst>
                <a:path w="1767" h="768" extrusionOk="0">
                  <a:moveTo>
                    <a:pt x="329" y="1"/>
                  </a:moveTo>
                  <a:cubicBezTo>
                    <a:pt x="85" y="1"/>
                    <a:pt x="1" y="391"/>
                    <a:pt x="272" y="465"/>
                  </a:cubicBezTo>
                  <a:lnTo>
                    <a:pt x="1369" y="760"/>
                  </a:lnTo>
                  <a:cubicBezTo>
                    <a:pt x="1390" y="765"/>
                    <a:pt x="1409" y="767"/>
                    <a:pt x="1428" y="767"/>
                  </a:cubicBezTo>
                  <a:cubicBezTo>
                    <a:pt x="1671" y="767"/>
                    <a:pt x="1767" y="371"/>
                    <a:pt x="1494" y="305"/>
                  </a:cubicBezTo>
                  <a:lnTo>
                    <a:pt x="396" y="10"/>
                  </a:lnTo>
                  <a:cubicBezTo>
                    <a:pt x="373" y="4"/>
                    <a:pt x="350" y="1"/>
                    <a:pt x="3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788;p70"/>
            <p:cNvSpPr/>
            <p:nvPr/>
          </p:nvSpPr>
          <p:spPr>
            <a:xfrm>
              <a:off x="3633157" y="3978765"/>
              <a:ext cx="38681" cy="24118"/>
            </a:xfrm>
            <a:custGeom>
              <a:avLst/>
              <a:gdLst/>
              <a:ahLst/>
              <a:cxnLst/>
              <a:rect l="l" t="t" r="r" b="b"/>
              <a:pathLst>
                <a:path w="1668" h="1040" extrusionOk="0">
                  <a:moveTo>
                    <a:pt x="345" y="1"/>
                  </a:moveTo>
                  <a:cubicBezTo>
                    <a:pt x="140" y="1"/>
                    <a:pt x="1" y="315"/>
                    <a:pt x="228" y="444"/>
                  </a:cubicBezTo>
                  <a:lnTo>
                    <a:pt x="1209" y="1006"/>
                  </a:lnTo>
                  <a:cubicBezTo>
                    <a:pt x="1249" y="1029"/>
                    <a:pt x="1288" y="1040"/>
                    <a:pt x="1326" y="1040"/>
                  </a:cubicBezTo>
                  <a:cubicBezTo>
                    <a:pt x="1530" y="1040"/>
                    <a:pt x="1667" y="732"/>
                    <a:pt x="1441" y="596"/>
                  </a:cubicBezTo>
                  <a:lnTo>
                    <a:pt x="460" y="34"/>
                  </a:lnTo>
                  <a:cubicBezTo>
                    <a:pt x="420" y="11"/>
                    <a:pt x="382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789;p70"/>
            <p:cNvSpPr/>
            <p:nvPr/>
          </p:nvSpPr>
          <p:spPr>
            <a:xfrm>
              <a:off x="3650017" y="3853951"/>
              <a:ext cx="39191" cy="17787"/>
            </a:xfrm>
            <a:custGeom>
              <a:avLst/>
              <a:gdLst/>
              <a:ahLst/>
              <a:cxnLst/>
              <a:rect l="l" t="t" r="r" b="b"/>
              <a:pathLst>
                <a:path w="1690" h="767" extrusionOk="0">
                  <a:moveTo>
                    <a:pt x="1362" y="0"/>
                  </a:moveTo>
                  <a:cubicBezTo>
                    <a:pt x="1340" y="0"/>
                    <a:pt x="1318" y="3"/>
                    <a:pt x="1294" y="10"/>
                  </a:cubicBezTo>
                  <a:lnTo>
                    <a:pt x="197" y="304"/>
                  </a:lnTo>
                  <a:cubicBezTo>
                    <a:pt x="72" y="340"/>
                    <a:pt x="0" y="465"/>
                    <a:pt x="36" y="589"/>
                  </a:cubicBezTo>
                  <a:cubicBezTo>
                    <a:pt x="59" y="688"/>
                    <a:pt x="165" y="767"/>
                    <a:pt x="267" y="767"/>
                  </a:cubicBezTo>
                  <a:cubicBezTo>
                    <a:pt x="286" y="767"/>
                    <a:pt x="304" y="764"/>
                    <a:pt x="321" y="759"/>
                  </a:cubicBezTo>
                  <a:lnTo>
                    <a:pt x="1419" y="465"/>
                  </a:lnTo>
                  <a:cubicBezTo>
                    <a:pt x="1689" y="391"/>
                    <a:pt x="1606" y="0"/>
                    <a:pt x="13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790;p70"/>
            <p:cNvSpPr/>
            <p:nvPr/>
          </p:nvSpPr>
          <p:spPr>
            <a:xfrm>
              <a:off x="3633459" y="3810073"/>
              <a:ext cx="38356" cy="24257"/>
            </a:xfrm>
            <a:custGeom>
              <a:avLst/>
              <a:gdLst/>
              <a:ahLst/>
              <a:cxnLst/>
              <a:rect l="l" t="t" r="r" b="b"/>
              <a:pathLst>
                <a:path w="1654" h="1046" extrusionOk="0">
                  <a:moveTo>
                    <a:pt x="1319" y="0"/>
                  </a:moveTo>
                  <a:cubicBezTo>
                    <a:pt x="1280" y="0"/>
                    <a:pt x="1239" y="12"/>
                    <a:pt x="1196" y="37"/>
                  </a:cubicBezTo>
                  <a:lnTo>
                    <a:pt x="215" y="599"/>
                  </a:lnTo>
                  <a:cubicBezTo>
                    <a:pt x="1" y="724"/>
                    <a:pt x="108" y="1045"/>
                    <a:pt x="331" y="1045"/>
                  </a:cubicBezTo>
                  <a:cubicBezTo>
                    <a:pt x="375" y="1045"/>
                    <a:pt x="411" y="1027"/>
                    <a:pt x="447" y="1009"/>
                  </a:cubicBezTo>
                  <a:lnTo>
                    <a:pt x="1428" y="439"/>
                  </a:lnTo>
                  <a:cubicBezTo>
                    <a:pt x="1653" y="311"/>
                    <a:pt x="1525" y="0"/>
                    <a:pt x="1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791;p70"/>
            <p:cNvSpPr/>
            <p:nvPr/>
          </p:nvSpPr>
          <p:spPr>
            <a:xfrm>
              <a:off x="3368224" y="3769118"/>
              <a:ext cx="273943" cy="374495"/>
            </a:xfrm>
            <a:custGeom>
              <a:avLst/>
              <a:gdLst/>
              <a:ahLst/>
              <a:cxnLst/>
              <a:rect l="l" t="t" r="r" b="b"/>
              <a:pathLst>
                <a:path w="11813" h="16149" extrusionOk="0">
                  <a:moveTo>
                    <a:pt x="8021" y="12713"/>
                  </a:moveTo>
                  <a:lnTo>
                    <a:pt x="8021" y="13249"/>
                  </a:lnTo>
                  <a:lnTo>
                    <a:pt x="3828" y="13249"/>
                  </a:lnTo>
                  <a:lnTo>
                    <a:pt x="3828" y="12713"/>
                  </a:lnTo>
                  <a:close/>
                  <a:moveTo>
                    <a:pt x="8021" y="13722"/>
                  </a:moveTo>
                  <a:lnTo>
                    <a:pt x="8021" y="13855"/>
                  </a:lnTo>
                  <a:cubicBezTo>
                    <a:pt x="8021" y="14150"/>
                    <a:pt x="7780" y="14391"/>
                    <a:pt x="7486" y="14391"/>
                  </a:cubicBezTo>
                  <a:lnTo>
                    <a:pt x="7084" y="14391"/>
                  </a:lnTo>
                  <a:cubicBezTo>
                    <a:pt x="6781" y="14391"/>
                    <a:pt x="6781" y="14863"/>
                    <a:pt x="7084" y="14863"/>
                  </a:cubicBezTo>
                  <a:lnTo>
                    <a:pt x="7209" y="14863"/>
                  </a:lnTo>
                  <a:cubicBezTo>
                    <a:pt x="7236" y="15274"/>
                    <a:pt x="6924" y="15648"/>
                    <a:pt x="6504" y="15648"/>
                  </a:cubicBezTo>
                  <a:lnTo>
                    <a:pt x="5336" y="15648"/>
                  </a:lnTo>
                  <a:cubicBezTo>
                    <a:pt x="4907" y="15648"/>
                    <a:pt x="4595" y="15274"/>
                    <a:pt x="4622" y="14863"/>
                  </a:cubicBezTo>
                  <a:lnTo>
                    <a:pt x="5826" y="14863"/>
                  </a:lnTo>
                  <a:cubicBezTo>
                    <a:pt x="6130" y="14863"/>
                    <a:pt x="6130" y="14391"/>
                    <a:pt x="5826" y="14391"/>
                  </a:cubicBezTo>
                  <a:lnTo>
                    <a:pt x="4345" y="14391"/>
                  </a:lnTo>
                  <a:cubicBezTo>
                    <a:pt x="3989" y="14391"/>
                    <a:pt x="3783" y="14052"/>
                    <a:pt x="3819" y="13722"/>
                  </a:cubicBezTo>
                  <a:close/>
                  <a:moveTo>
                    <a:pt x="5937" y="1"/>
                  </a:moveTo>
                  <a:cubicBezTo>
                    <a:pt x="4883" y="1"/>
                    <a:pt x="3849" y="277"/>
                    <a:pt x="2945" y="813"/>
                  </a:cubicBezTo>
                  <a:cubicBezTo>
                    <a:pt x="2829" y="875"/>
                    <a:pt x="2793" y="1018"/>
                    <a:pt x="2865" y="1134"/>
                  </a:cubicBezTo>
                  <a:cubicBezTo>
                    <a:pt x="2905" y="1210"/>
                    <a:pt x="2980" y="1251"/>
                    <a:pt x="3059" y="1251"/>
                  </a:cubicBezTo>
                  <a:cubicBezTo>
                    <a:pt x="3102" y="1251"/>
                    <a:pt x="3145" y="1239"/>
                    <a:pt x="3186" y="1214"/>
                  </a:cubicBezTo>
                  <a:cubicBezTo>
                    <a:pt x="4019" y="732"/>
                    <a:pt x="4965" y="474"/>
                    <a:pt x="5937" y="474"/>
                  </a:cubicBezTo>
                  <a:cubicBezTo>
                    <a:pt x="5954" y="474"/>
                    <a:pt x="5970" y="474"/>
                    <a:pt x="5987" y="474"/>
                  </a:cubicBezTo>
                  <a:cubicBezTo>
                    <a:pt x="7414" y="492"/>
                    <a:pt x="8761" y="1063"/>
                    <a:pt x="9769" y="2080"/>
                  </a:cubicBezTo>
                  <a:cubicBezTo>
                    <a:pt x="10777" y="3106"/>
                    <a:pt x="11340" y="4453"/>
                    <a:pt x="11340" y="5880"/>
                  </a:cubicBezTo>
                  <a:cubicBezTo>
                    <a:pt x="11340" y="7530"/>
                    <a:pt x="10590" y="9074"/>
                    <a:pt x="9306" y="10109"/>
                  </a:cubicBezTo>
                  <a:cubicBezTo>
                    <a:pt x="9243" y="10153"/>
                    <a:pt x="9216" y="10216"/>
                    <a:pt x="9216" y="10287"/>
                  </a:cubicBezTo>
                  <a:lnTo>
                    <a:pt x="9216" y="11063"/>
                  </a:lnTo>
                  <a:cubicBezTo>
                    <a:pt x="9216" y="11679"/>
                    <a:pt x="8735" y="12187"/>
                    <a:pt x="8128" y="12241"/>
                  </a:cubicBezTo>
                  <a:lnTo>
                    <a:pt x="6130" y="12241"/>
                  </a:lnTo>
                  <a:lnTo>
                    <a:pt x="6130" y="6130"/>
                  </a:lnTo>
                  <a:lnTo>
                    <a:pt x="8306" y="6130"/>
                  </a:lnTo>
                  <a:cubicBezTo>
                    <a:pt x="8422" y="6130"/>
                    <a:pt x="8529" y="6041"/>
                    <a:pt x="8547" y="5925"/>
                  </a:cubicBezTo>
                  <a:cubicBezTo>
                    <a:pt x="8565" y="5782"/>
                    <a:pt x="8449" y="5657"/>
                    <a:pt x="8315" y="5657"/>
                  </a:cubicBezTo>
                  <a:lnTo>
                    <a:pt x="3525" y="5657"/>
                  </a:lnTo>
                  <a:cubicBezTo>
                    <a:pt x="3400" y="5657"/>
                    <a:pt x="3293" y="5746"/>
                    <a:pt x="3284" y="5862"/>
                  </a:cubicBezTo>
                  <a:cubicBezTo>
                    <a:pt x="3266" y="6005"/>
                    <a:pt x="3373" y="6130"/>
                    <a:pt x="3516" y="6130"/>
                  </a:cubicBezTo>
                  <a:lnTo>
                    <a:pt x="5657" y="6130"/>
                  </a:lnTo>
                  <a:lnTo>
                    <a:pt x="5657" y="12241"/>
                  </a:lnTo>
                  <a:lnTo>
                    <a:pt x="3712" y="12241"/>
                  </a:lnTo>
                  <a:cubicBezTo>
                    <a:pt x="3105" y="12187"/>
                    <a:pt x="2633" y="11679"/>
                    <a:pt x="2633" y="11063"/>
                  </a:cubicBezTo>
                  <a:lnTo>
                    <a:pt x="2633" y="10278"/>
                  </a:lnTo>
                  <a:cubicBezTo>
                    <a:pt x="2633" y="10207"/>
                    <a:pt x="2597" y="10144"/>
                    <a:pt x="2543" y="10100"/>
                  </a:cubicBezTo>
                  <a:cubicBezTo>
                    <a:pt x="1214" y="9038"/>
                    <a:pt x="474" y="7450"/>
                    <a:pt x="509" y="5755"/>
                  </a:cubicBezTo>
                  <a:cubicBezTo>
                    <a:pt x="536" y="4292"/>
                    <a:pt x="1152" y="2927"/>
                    <a:pt x="2240" y="1919"/>
                  </a:cubicBezTo>
                  <a:cubicBezTo>
                    <a:pt x="2329" y="1830"/>
                    <a:pt x="2338" y="1687"/>
                    <a:pt x="2249" y="1589"/>
                  </a:cubicBezTo>
                  <a:cubicBezTo>
                    <a:pt x="2202" y="1537"/>
                    <a:pt x="2138" y="1513"/>
                    <a:pt x="2075" y="1513"/>
                  </a:cubicBezTo>
                  <a:cubicBezTo>
                    <a:pt x="2018" y="1513"/>
                    <a:pt x="1961" y="1533"/>
                    <a:pt x="1919" y="1571"/>
                  </a:cubicBezTo>
                  <a:cubicBezTo>
                    <a:pt x="741" y="2668"/>
                    <a:pt x="72" y="4149"/>
                    <a:pt x="37" y="5746"/>
                  </a:cubicBezTo>
                  <a:cubicBezTo>
                    <a:pt x="1" y="7548"/>
                    <a:pt x="768" y="9243"/>
                    <a:pt x="2160" y="10394"/>
                  </a:cubicBezTo>
                  <a:lnTo>
                    <a:pt x="2160" y="11090"/>
                  </a:lnTo>
                  <a:cubicBezTo>
                    <a:pt x="2160" y="11839"/>
                    <a:pt x="2659" y="12482"/>
                    <a:pt x="3355" y="12678"/>
                  </a:cubicBezTo>
                  <a:lnTo>
                    <a:pt x="3355" y="13267"/>
                  </a:lnTo>
                  <a:cubicBezTo>
                    <a:pt x="3025" y="13284"/>
                    <a:pt x="2998" y="13730"/>
                    <a:pt x="3355" y="13739"/>
                  </a:cubicBezTo>
                  <a:cubicBezTo>
                    <a:pt x="3328" y="14248"/>
                    <a:pt x="3614" y="14730"/>
                    <a:pt x="4131" y="14854"/>
                  </a:cubicBezTo>
                  <a:cubicBezTo>
                    <a:pt x="4096" y="15541"/>
                    <a:pt x="4613" y="16148"/>
                    <a:pt x="5318" y="16148"/>
                  </a:cubicBezTo>
                  <a:lnTo>
                    <a:pt x="6522" y="16148"/>
                  </a:lnTo>
                  <a:cubicBezTo>
                    <a:pt x="7227" y="16148"/>
                    <a:pt x="7735" y="15541"/>
                    <a:pt x="7718" y="14854"/>
                  </a:cubicBezTo>
                  <a:cubicBezTo>
                    <a:pt x="8226" y="14730"/>
                    <a:pt x="8512" y="14248"/>
                    <a:pt x="8494" y="13739"/>
                  </a:cubicBezTo>
                  <a:cubicBezTo>
                    <a:pt x="8886" y="13739"/>
                    <a:pt x="8895" y="13267"/>
                    <a:pt x="8494" y="13267"/>
                  </a:cubicBezTo>
                  <a:lnTo>
                    <a:pt x="8494" y="12678"/>
                  </a:lnTo>
                  <a:cubicBezTo>
                    <a:pt x="9181" y="12482"/>
                    <a:pt x="9689" y="11839"/>
                    <a:pt x="9689" y="11090"/>
                  </a:cubicBezTo>
                  <a:lnTo>
                    <a:pt x="9689" y="10403"/>
                  </a:lnTo>
                  <a:cubicBezTo>
                    <a:pt x="11036" y="9279"/>
                    <a:pt x="11812" y="7637"/>
                    <a:pt x="11812" y="5880"/>
                  </a:cubicBezTo>
                  <a:cubicBezTo>
                    <a:pt x="11812" y="4328"/>
                    <a:pt x="11206" y="2856"/>
                    <a:pt x="10108" y="1750"/>
                  </a:cubicBezTo>
                  <a:cubicBezTo>
                    <a:pt x="9011" y="643"/>
                    <a:pt x="7548" y="28"/>
                    <a:pt x="5987" y="1"/>
                  </a:cubicBezTo>
                  <a:cubicBezTo>
                    <a:pt x="5970" y="1"/>
                    <a:pt x="5953" y="1"/>
                    <a:pt x="5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4394;p70"/>
          <p:cNvGrpSpPr/>
          <p:nvPr/>
        </p:nvGrpSpPr>
        <p:grpSpPr>
          <a:xfrm>
            <a:off x="6198328" y="1812129"/>
            <a:ext cx="343199" cy="359272"/>
            <a:chOff x="4440825" y="1681150"/>
            <a:chExt cx="385400" cy="403450"/>
          </a:xfrm>
        </p:grpSpPr>
        <p:sp>
          <p:nvSpPr>
            <p:cNvPr id="64" name="Google Shape;4395;p70"/>
            <p:cNvSpPr/>
            <p:nvPr/>
          </p:nvSpPr>
          <p:spPr>
            <a:xfrm>
              <a:off x="4447275" y="1816050"/>
              <a:ext cx="314275" cy="262300"/>
            </a:xfrm>
            <a:custGeom>
              <a:avLst/>
              <a:gdLst/>
              <a:ahLst/>
              <a:cxnLst/>
              <a:rect l="l" t="t" r="r" b="b"/>
              <a:pathLst>
                <a:path w="12571" h="10492" extrusionOk="0">
                  <a:moveTo>
                    <a:pt x="1848" y="1"/>
                  </a:moveTo>
                  <a:cubicBezTo>
                    <a:pt x="831" y="1"/>
                    <a:pt x="1" y="831"/>
                    <a:pt x="1" y="1865"/>
                  </a:cubicBezTo>
                  <a:lnTo>
                    <a:pt x="1" y="6701"/>
                  </a:lnTo>
                  <a:cubicBezTo>
                    <a:pt x="1" y="7735"/>
                    <a:pt x="831" y="8565"/>
                    <a:pt x="1848" y="8565"/>
                  </a:cubicBezTo>
                  <a:lnTo>
                    <a:pt x="2490" y="8565"/>
                  </a:lnTo>
                  <a:lnTo>
                    <a:pt x="2490" y="10492"/>
                  </a:lnTo>
                  <a:lnTo>
                    <a:pt x="4408" y="8565"/>
                  </a:lnTo>
                  <a:lnTo>
                    <a:pt x="10715" y="8565"/>
                  </a:lnTo>
                  <a:cubicBezTo>
                    <a:pt x="11741" y="8565"/>
                    <a:pt x="12571" y="7735"/>
                    <a:pt x="12571" y="6701"/>
                  </a:cubicBezTo>
                  <a:lnTo>
                    <a:pt x="12571" y="1865"/>
                  </a:lnTo>
                  <a:cubicBezTo>
                    <a:pt x="12571" y="831"/>
                    <a:pt x="11741" y="1"/>
                    <a:pt x="107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396;p70"/>
            <p:cNvSpPr/>
            <p:nvPr/>
          </p:nvSpPr>
          <p:spPr>
            <a:xfrm>
              <a:off x="4491450" y="1881400"/>
              <a:ext cx="84550" cy="84325"/>
            </a:xfrm>
            <a:custGeom>
              <a:avLst/>
              <a:gdLst/>
              <a:ahLst/>
              <a:cxnLst/>
              <a:rect l="l" t="t" r="r" b="b"/>
              <a:pathLst>
                <a:path w="3382" h="3373" extrusionOk="0">
                  <a:moveTo>
                    <a:pt x="1695" y="1"/>
                  </a:moveTo>
                  <a:cubicBezTo>
                    <a:pt x="759" y="1"/>
                    <a:pt x="0" y="759"/>
                    <a:pt x="0" y="1687"/>
                  </a:cubicBezTo>
                  <a:cubicBezTo>
                    <a:pt x="0" y="2624"/>
                    <a:pt x="759" y="3373"/>
                    <a:pt x="1695" y="3373"/>
                  </a:cubicBezTo>
                  <a:cubicBezTo>
                    <a:pt x="2623" y="3373"/>
                    <a:pt x="3381" y="2624"/>
                    <a:pt x="3381" y="1687"/>
                  </a:cubicBezTo>
                  <a:cubicBezTo>
                    <a:pt x="3381" y="759"/>
                    <a:pt x="2623" y="1"/>
                    <a:pt x="16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397;p70"/>
            <p:cNvSpPr/>
            <p:nvPr/>
          </p:nvSpPr>
          <p:spPr>
            <a:xfrm>
              <a:off x="4616550" y="1884075"/>
              <a:ext cx="33925" cy="78975"/>
            </a:xfrm>
            <a:custGeom>
              <a:avLst/>
              <a:gdLst/>
              <a:ahLst/>
              <a:cxnLst/>
              <a:rect l="l" t="t" r="r" b="b"/>
              <a:pathLst>
                <a:path w="1357" h="3159" extrusionOk="0">
                  <a:moveTo>
                    <a:pt x="679" y="1"/>
                  </a:moveTo>
                  <a:cubicBezTo>
                    <a:pt x="304" y="1"/>
                    <a:pt x="1" y="304"/>
                    <a:pt x="1" y="679"/>
                  </a:cubicBezTo>
                  <a:lnTo>
                    <a:pt x="1" y="2481"/>
                  </a:lnTo>
                  <a:cubicBezTo>
                    <a:pt x="1" y="2856"/>
                    <a:pt x="304" y="3159"/>
                    <a:pt x="679" y="3159"/>
                  </a:cubicBezTo>
                  <a:cubicBezTo>
                    <a:pt x="1054" y="3159"/>
                    <a:pt x="1357" y="2856"/>
                    <a:pt x="1357" y="2481"/>
                  </a:cubicBezTo>
                  <a:lnTo>
                    <a:pt x="1357" y="679"/>
                  </a:lnTo>
                  <a:cubicBezTo>
                    <a:pt x="1357" y="304"/>
                    <a:pt x="1054" y="1"/>
                    <a:pt x="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398;p70"/>
            <p:cNvSpPr/>
            <p:nvPr/>
          </p:nvSpPr>
          <p:spPr>
            <a:xfrm>
              <a:off x="4678775" y="1884075"/>
              <a:ext cx="33925" cy="78975"/>
            </a:xfrm>
            <a:custGeom>
              <a:avLst/>
              <a:gdLst/>
              <a:ahLst/>
              <a:cxnLst/>
              <a:rect l="l" t="t" r="r" b="b"/>
              <a:pathLst>
                <a:path w="1357" h="3159" extrusionOk="0">
                  <a:moveTo>
                    <a:pt x="679" y="1"/>
                  </a:moveTo>
                  <a:cubicBezTo>
                    <a:pt x="304" y="1"/>
                    <a:pt x="1" y="304"/>
                    <a:pt x="1" y="679"/>
                  </a:cubicBezTo>
                  <a:lnTo>
                    <a:pt x="1" y="2481"/>
                  </a:lnTo>
                  <a:cubicBezTo>
                    <a:pt x="1" y="2856"/>
                    <a:pt x="304" y="3159"/>
                    <a:pt x="679" y="3159"/>
                  </a:cubicBezTo>
                  <a:cubicBezTo>
                    <a:pt x="1054" y="3159"/>
                    <a:pt x="1357" y="2856"/>
                    <a:pt x="1357" y="2481"/>
                  </a:cubicBezTo>
                  <a:lnTo>
                    <a:pt x="1357" y="679"/>
                  </a:lnTo>
                  <a:cubicBezTo>
                    <a:pt x="1357" y="304"/>
                    <a:pt x="1054" y="1"/>
                    <a:pt x="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4399;p70"/>
            <p:cNvSpPr/>
            <p:nvPr/>
          </p:nvSpPr>
          <p:spPr>
            <a:xfrm>
              <a:off x="4516425" y="1747150"/>
              <a:ext cx="33925" cy="190475"/>
            </a:xfrm>
            <a:custGeom>
              <a:avLst/>
              <a:gdLst/>
              <a:ahLst/>
              <a:cxnLst/>
              <a:rect l="l" t="t" r="r" b="b"/>
              <a:pathLst>
                <a:path w="1357" h="7619" extrusionOk="0">
                  <a:moveTo>
                    <a:pt x="678" y="0"/>
                  </a:moveTo>
                  <a:cubicBezTo>
                    <a:pt x="304" y="0"/>
                    <a:pt x="0" y="304"/>
                    <a:pt x="0" y="678"/>
                  </a:cubicBezTo>
                  <a:lnTo>
                    <a:pt x="0" y="6941"/>
                  </a:lnTo>
                  <a:cubicBezTo>
                    <a:pt x="0" y="7316"/>
                    <a:pt x="304" y="7619"/>
                    <a:pt x="678" y="7619"/>
                  </a:cubicBezTo>
                  <a:cubicBezTo>
                    <a:pt x="1053" y="7619"/>
                    <a:pt x="1356" y="7316"/>
                    <a:pt x="1356" y="6941"/>
                  </a:cubicBezTo>
                  <a:lnTo>
                    <a:pt x="1356" y="678"/>
                  </a:lnTo>
                  <a:cubicBezTo>
                    <a:pt x="1356" y="304"/>
                    <a:pt x="1053" y="0"/>
                    <a:pt x="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400;p70"/>
            <p:cNvSpPr/>
            <p:nvPr/>
          </p:nvSpPr>
          <p:spPr>
            <a:xfrm>
              <a:off x="4480750" y="1686700"/>
              <a:ext cx="105950" cy="106200"/>
            </a:xfrm>
            <a:custGeom>
              <a:avLst/>
              <a:gdLst/>
              <a:ahLst/>
              <a:cxnLst/>
              <a:rect l="l" t="t" r="r" b="b"/>
              <a:pathLst>
                <a:path w="4238" h="4248" extrusionOk="0">
                  <a:moveTo>
                    <a:pt x="2123" y="1"/>
                  </a:moveTo>
                  <a:cubicBezTo>
                    <a:pt x="946" y="1"/>
                    <a:pt x="0" y="955"/>
                    <a:pt x="0" y="2124"/>
                  </a:cubicBezTo>
                  <a:cubicBezTo>
                    <a:pt x="0" y="3302"/>
                    <a:pt x="946" y="4247"/>
                    <a:pt x="2123" y="4247"/>
                  </a:cubicBezTo>
                  <a:cubicBezTo>
                    <a:pt x="3292" y="4247"/>
                    <a:pt x="4238" y="3302"/>
                    <a:pt x="4238" y="2124"/>
                  </a:cubicBezTo>
                  <a:cubicBezTo>
                    <a:pt x="4238" y="955"/>
                    <a:pt x="3292" y="1"/>
                    <a:pt x="2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4401;p70"/>
            <p:cNvSpPr/>
            <p:nvPr/>
          </p:nvSpPr>
          <p:spPr>
            <a:xfrm>
              <a:off x="4723825" y="1781950"/>
              <a:ext cx="71625" cy="69875"/>
            </a:xfrm>
            <a:custGeom>
              <a:avLst/>
              <a:gdLst/>
              <a:ahLst/>
              <a:cxnLst/>
              <a:rect l="l" t="t" r="r" b="b"/>
              <a:pathLst>
                <a:path w="2865" h="2795" extrusionOk="0">
                  <a:moveTo>
                    <a:pt x="304" y="0"/>
                  </a:moveTo>
                  <a:cubicBezTo>
                    <a:pt x="1" y="0"/>
                    <a:pt x="1" y="473"/>
                    <a:pt x="304" y="473"/>
                  </a:cubicBezTo>
                  <a:cubicBezTo>
                    <a:pt x="1455" y="473"/>
                    <a:pt x="2401" y="1410"/>
                    <a:pt x="2401" y="2560"/>
                  </a:cubicBezTo>
                  <a:cubicBezTo>
                    <a:pt x="2401" y="2716"/>
                    <a:pt x="2517" y="2795"/>
                    <a:pt x="2633" y="2795"/>
                  </a:cubicBezTo>
                  <a:cubicBezTo>
                    <a:pt x="2749" y="2795"/>
                    <a:pt x="2865" y="2716"/>
                    <a:pt x="2865" y="2560"/>
                  </a:cubicBezTo>
                  <a:cubicBezTo>
                    <a:pt x="2865" y="1151"/>
                    <a:pt x="1723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4402;p70"/>
            <p:cNvSpPr/>
            <p:nvPr/>
          </p:nvSpPr>
          <p:spPr>
            <a:xfrm>
              <a:off x="4730750" y="1751150"/>
              <a:ext cx="95475" cy="93750"/>
            </a:xfrm>
            <a:custGeom>
              <a:avLst/>
              <a:gdLst/>
              <a:ahLst/>
              <a:cxnLst/>
              <a:rect l="l" t="t" r="r" b="b"/>
              <a:pathLst>
                <a:path w="3819" h="3750" extrusionOk="0">
                  <a:moveTo>
                    <a:pt x="304" y="1"/>
                  </a:moveTo>
                  <a:cubicBezTo>
                    <a:pt x="1" y="1"/>
                    <a:pt x="1" y="474"/>
                    <a:pt x="304" y="474"/>
                  </a:cubicBezTo>
                  <a:cubicBezTo>
                    <a:pt x="1981" y="474"/>
                    <a:pt x="3346" y="1839"/>
                    <a:pt x="3346" y="3516"/>
                  </a:cubicBezTo>
                  <a:cubicBezTo>
                    <a:pt x="3346" y="3672"/>
                    <a:pt x="3464" y="3750"/>
                    <a:pt x="3582" y="3750"/>
                  </a:cubicBezTo>
                  <a:cubicBezTo>
                    <a:pt x="3701" y="3750"/>
                    <a:pt x="3819" y="3672"/>
                    <a:pt x="3819" y="3516"/>
                  </a:cubicBezTo>
                  <a:cubicBezTo>
                    <a:pt x="3819" y="1580"/>
                    <a:pt x="2240" y="1"/>
                    <a:pt x="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403;p70"/>
            <p:cNvSpPr/>
            <p:nvPr/>
          </p:nvSpPr>
          <p:spPr>
            <a:xfrm>
              <a:off x="4440825" y="1681150"/>
              <a:ext cx="326975" cy="403450"/>
            </a:xfrm>
            <a:custGeom>
              <a:avLst/>
              <a:gdLst/>
              <a:ahLst/>
              <a:cxnLst/>
              <a:rect l="l" t="t" r="r" b="b"/>
              <a:pathLst>
                <a:path w="13079" h="16138" extrusionOk="0">
                  <a:moveTo>
                    <a:pt x="4166" y="4710"/>
                  </a:moveTo>
                  <a:lnTo>
                    <a:pt x="4166" y="9581"/>
                  </a:lnTo>
                  <a:cubicBezTo>
                    <a:pt x="4166" y="9822"/>
                    <a:pt x="3961" y="10018"/>
                    <a:pt x="3720" y="10018"/>
                  </a:cubicBezTo>
                  <a:cubicBezTo>
                    <a:pt x="3479" y="10018"/>
                    <a:pt x="3283" y="9822"/>
                    <a:pt x="3283" y="9581"/>
                  </a:cubicBezTo>
                  <a:lnTo>
                    <a:pt x="3283" y="4710"/>
                  </a:lnTo>
                  <a:cubicBezTo>
                    <a:pt x="3426" y="4737"/>
                    <a:pt x="3569" y="4755"/>
                    <a:pt x="3720" y="4755"/>
                  </a:cubicBezTo>
                  <a:cubicBezTo>
                    <a:pt x="3872" y="4755"/>
                    <a:pt x="4015" y="4737"/>
                    <a:pt x="4166" y="4710"/>
                  </a:cubicBezTo>
                  <a:close/>
                  <a:moveTo>
                    <a:pt x="4639" y="8591"/>
                  </a:moveTo>
                  <a:cubicBezTo>
                    <a:pt x="4960" y="8858"/>
                    <a:pt x="5157" y="9260"/>
                    <a:pt x="5157" y="9697"/>
                  </a:cubicBezTo>
                  <a:cubicBezTo>
                    <a:pt x="5157" y="10491"/>
                    <a:pt x="4514" y="11133"/>
                    <a:pt x="3720" y="11133"/>
                  </a:cubicBezTo>
                  <a:cubicBezTo>
                    <a:pt x="2926" y="11133"/>
                    <a:pt x="2284" y="10491"/>
                    <a:pt x="2284" y="9697"/>
                  </a:cubicBezTo>
                  <a:cubicBezTo>
                    <a:pt x="2284" y="9260"/>
                    <a:pt x="2480" y="8858"/>
                    <a:pt x="2810" y="8591"/>
                  </a:cubicBezTo>
                  <a:lnTo>
                    <a:pt x="2810" y="9617"/>
                  </a:lnTo>
                  <a:cubicBezTo>
                    <a:pt x="2810" y="10125"/>
                    <a:pt x="3221" y="10535"/>
                    <a:pt x="3720" y="10535"/>
                  </a:cubicBezTo>
                  <a:cubicBezTo>
                    <a:pt x="4229" y="10535"/>
                    <a:pt x="4639" y="10125"/>
                    <a:pt x="4639" y="9617"/>
                  </a:cubicBezTo>
                  <a:lnTo>
                    <a:pt x="4639" y="8591"/>
                  </a:lnTo>
                  <a:close/>
                  <a:moveTo>
                    <a:pt x="3707" y="0"/>
                  </a:moveTo>
                  <a:cubicBezTo>
                    <a:pt x="3612" y="0"/>
                    <a:pt x="3515" y="6"/>
                    <a:pt x="3417" y="18"/>
                  </a:cubicBezTo>
                  <a:cubicBezTo>
                    <a:pt x="2320" y="142"/>
                    <a:pt x="1445" y="1026"/>
                    <a:pt x="1338" y="2123"/>
                  </a:cubicBezTo>
                  <a:cubicBezTo>
                    <a:pt x="1231" y="3193"/>
                    <a:pt x="1856" y="4139"/>
                    <a:pt x="2775" y="4523"/>
                  </a:cubicBezTo>
                  <a:lnTo>
                    <a:pt x="2775" y="5174"/>
                  </a:lnTo>
                  <a:lnTo>
                    <a:pt x="2088" y="5174"/>
                  </a:lnTo>
                  <a:cubicBezTo>
                    <a:pt x="937" y="5174"/>
                    <a:pt x="0" y="6111"/>
                    <a:pt x="0" y="7270"/>
                  </a:cubicBezTo>
                  <a:lnTo>
                    <a:pt x="0" y="12114"/>
                  </a:lnTo>
                  <a:cubicBezTo>
                    <a:pt x="0" y="13274"/>
                    <a:pt x="937" y="14220"/>
                    <a:pt x="2097" y="14220"/>
                  </a:cubicBezTo>
                  <a:lnTo>
                    <a:pt x="2489" y="14220"/>
                  </a:lnTo>
                  <a:lnTo>
                    <a:pt x="2489" y="15906"/>
                  </a:lnTo>
                  <a:cubicBezTo>
                    <a:pt x="2489" y="16044"/>
                    <a:pt x="2607" y="16138"/>
                    <a:pt x="2730" y="16138"/>
                  </a:cubicBezTo>
                  <a:cubicBezTo>
                    <a:pt x="2789" y="16138"/>
                    <a:pt x="2850" y="16116"/>
                    <a:pt x="2900" y="16066"/>
                  </a:cubicBezTo>
                  <a:lnTo>
                    <a:pt x="4737" y="14220"/>
                  </a:lnTo>
                  <a:lnTo>
                    <a:pt x="9456" y="14220"/>
                  </a:lnTo>
                  <a:cubicBezTo>
                    <a:pt x="9760" y="14220"/>
                    <a:pt x="9760" y="13747"/>
                    <a:pt x="9456" y="13747"/>
                  </a:cubicBezTo>
                  <a:lnTo>
                    <a:pt x="4648" y="13747"/>
                  </a:lnTo>
                  <a:cubicBezTo>
                    <a:pt x="4586" y="13747"/>
                    <a:pt x="4523" y="13765"/>
                    <a:pt x="4479" y="13809"/>
                  </a:cubicBezTo>
                  <a:lnTo>
                    <a:pt x="2962" y="15335"/>
                  </a:lnTo>
                  <a:lnTo>
                    <a:pt x="2962" y="13979"/>
                  </a:lnTo>
                  <a:cubicBezTo>
                    <a:pt x="2962" y="13854"/>
                    <a:pt x="2864" y="13747"/>
                    <a:pt x="2730" y="13747"/>
                  </a:cubicBezTo>
                  <a:lnTo>
                    <a:pt x="2097" y="13747"/>
                  </a:lnTo>
                  <a:cubicBezTo>
                    <a:pt x="1205" y="13747"/>
                    <a:pt x="473" y="13015"/>
                    <a:pt x="473" y="12114"/>
                  </a:cubicBezTo>
                  <a:lnTo>
                    <a:pt x="473" y="7270"/>
                  </a:lnTo>
                  <a:cubicBezTo>
                    <a:pt x="473" y="6378"/>
                    <a:pt x="1205" y="5647"/>
                    <a:pt x="2097" y="5647"/>
                  </a:cubicBezTo>
                  <a:lnTo>
                    <a:pt x="2810" y="5647"/>
                  </a:lnTo>
                  <a:lnTo>
                    <a:pt x="2810" y="8020"/>
                  </a:lnTo>
                  <a:cubicBezTo>
                    <a:pt x="2204" y="8350"/>
                    <a:pt x="1811" y="9001"/>
                    <a:pt x="1811" y="9706"/>
                  </a:cubicBezTo>
                  <a:cubicBezTo>
                    <a:pt x="1811" y="10762"/>
                    <a:pt x="2670" y="11628"/>
                    <a:pt x="3721" y="11628"/>
                  </a:cubicBezTo>
                  <a:cubicBezTo>
                    <a:pt x="3762" y="11628"/>
                    <a:pt x="3804" y="11626"/>
                    <a:pt x="3845" y="11624"/>
                  </a:cubicBezTo>
                  <a:cubicBezTo>
                    <a:pt x="4764" y="11561"/>
                    <a:pt x="5513" y="10848"/>
                    <a:pt x="5612" y="9929"/>
                  </a:cubicBezTo>
                  <a:cubicBezTo>
                    <a:pt x="5710" y="9135"/>
                    <a:pt x="5317" y="8394"/>
                    <a:pt x="4639" y="8020"/>
                  </a:cubicBezTo>
                  <a:lnTo>
                    <a:pt x="4639" y="5647"/>
                  </a:lnTo>
                  <a:lnTo>
                    <a:pt x="10982" y="5647"/>
                  </a:lnTo>
                  <a:cubicBezTo>
                    <a:pt x="11883" y="5647"/>
                    <a:pt x="12606" y="6378"/>
                    <a:pt x="12606" y="7270"/>
                  </a:cubicBezTo>
                  <a:lnTo>
                    <a:pt x="12606" y="12106"/>
                  </a:lnTo>
                  <a:cubicBezTo>
                    <a:pt x="12606" y="13007"/>
                    <a:pt x="11883" y="13738"/>
                    <a:pt x="10982" y="13738"/>
                  </a:cubicBezTo>
                  <a:cubicBezTo>
                    <a:pt x="10679" y="13738"/>
                    <a:pt x="10679" y="14211"/>
                    <a:pt x="10982" y="14211"/>
                  </a:cubicBezTo>
                  <a:cubicBezTo>
                    <a:pt x="12142" y="14211"/>
                    <a:pt x="13078" y="13265"/>
                    <a:pt x="13078" y="12106"/>
                  </a:cubicBezTo>
                  <a:lnTo>
                    <a:pt x="13078" y="7270"/>
                  </a:lnTo>
                  <a:cubicBezTo>
                    <a:pt x="13078" y="6111"/>
                    <a:pt x="12142" y="5174"/>
                    <a:pt x="10982" y="5174"/>
                  </a:cubicBezTo>
                  <a:lnTo>
                    <a:pt x="4639" y="5174"/>
                  </a:lnTo>
                  <a:lnTo>
                    <a:pt x="4639" y="4532"/>
                  </a:lnTo>
                  <a:cubicBezTo>
                    <a:pt x="4826" y="4451"/>
                    <a:pt x="5005" y="4344"/>
                    <a:pt x="5165" y="4219"/>
                  </a:cubicBezTo>
                  <a:cubicBezTo>
                    <a:pt x="5367" y="4061"/>
                    <a:pt x="5215" y="3793"/>
                    <a:pt x="5017" y="3793"/>
                  </a:cubicBezTo>
                  <a:cubicBezTo>
                    <a:pt x="4970" y="3793"/>
                    <a:pt x="4920" y="3808"/>
                    <a:pt x="4871" y="3845"/>
                  </a:cubicBezTo>
                  <a:cubicBezTo>
                    <a:pt x="4534" y="4104"/>
                    <a:pt x="4130" y="4238"/>
                    <a:pt x="3708" y="4238"/>
                  </a:cubicBezTo>
                  <a:cubicBezTo>
                    <a:pt x="3694" y="4238"/>
                    <a:pt x="3680" y="4237"/>
                    <a:pt x="3667" y="4237"/>
                  </a:cubicBezTo>
                  <a:cubicBezTo>
                    <a:pt x="2712" y="4219"/>
                    <a:pt x="1909" y="3497"/>
                    <a:pt x="1811" y="2542"/>
                  </a:cubicBezTo>
                  <a:cubicBezTo>
                    <a:pt x="1704" y="1418"/>
                    <a:pt x="2596" y="473"/>
                    <a:pt x="3702" y="473"/>
                  </a:cubicBezTo>
                  <a:cubicBezTo>
                    <a:pt x="4755" y="473"/>
                    <a:pt x="5612" y="1320"/>
                    <a:pt x="5612" y="2355"/>
                  </a:cubicBezTo>
                  <a:cubicBezTo>
                    <a:pt x="5612" y="2560"/>
                    <a:pt x="5576" y="2756"/>
                    <a:pt x="5513" y="2953"/>
                  </a:cubicBezTo>
                  <a:cubicBezTo>
                    <a:pt x="5453" y="3129"/>
                    <a:pt x="5604" y="3255"/>
                    <a:pt x="5749" y="3255"/>
                  </a:cubicBezTo>
                  <a:cubicBezTo>
                    <a:pt x="5838" y="3255"/>
                    <a:pt x="5925" y="3207"/>
                    <a:pt x="5959" y="3095"/>
                  </a:cubicBezTo>
                  <a:cubicBezTo>
                    <a:pt x="6049" y="2863"/>
                    <a:pt x="6084" y="2605"/>
                    <a:pt x="6084" y="2355"/>
                  </a:cubicBezTo>
                  <a:cubicBezTo>
                    <a:pt x="6084" y="1058"/>
                    <a:pt x="5022" y="0"/>
                    <a:pt x="37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404;p70"/>
            <p:cNvSpPr/>
            <p:nvPr/>
          </p:nvSpPr>
          <p:spPr>
            <a:xfrm>
              <a:off x="4610325" y="1878050"/>
              <a:ext cx="45725" cy="91025"/>
            </a:xfrm>
            <a:custGeom>
              <a:avLst/>
              <a:gdLst/>
              <a:ahLst/>
              <a:cxnLst/>
              <a:rect l="l" t="t" r="r" b="b"/>
              <a:pathLst>
                <a:path w="1829" h="3641" extrusionOk="0">
                  <a:moveTo>
                    <a:pt x="910" y="483"/>
                  </a:moveTo>
                  <a:cubicBezTo>
                    <a:pt x="1151" y="483"/>
                    <a:pt x="1356" y="679"/>
                    <a:pt x="1356" y="929"/>
                  </a:cubicBezTo>
                  <a:lnTo>
                    <a:pt x="1356" y="2713"/>
                  </a:lnTo>
                  <a:cubicBezTo>
                    <a:pt x="1356" y="2963"/>
                    <a:pt x="1151" y="3159"/>
                    <a:pt x="910" y="3159"/>
                  </a:cubicBezTo>
                  <a:cubicBezTo>
                    <a:pt x="669" y="3159"/>
                    <a:pt x="473" y="2963"/>
                    <a:pt x="473" y="2713"/>
                  </a:cubicBezTo>
                  <a:lnTo>
                    <a:pt x="473" y="929"/>
                  </a:lnTo>
                  <a:cubicBezTo>
                    <a:pt x="473" y="679"/>
                    <a:pt x="669" y="483"/>
                    <a:pt x="910" y="483"/>
                  </a:cubicBezTo>
                  <a:close/>
                  <a:moveTo>
                    <a:pt x="910" y="1"/>
                  </a:moveTo>
                  <a:cubicBezTo>
                    <a:pt x="411" y="1"/>
                    <a:pt x="0" y="411"/>
                    <a:pt x="0" y="920"/>
                  </a:cubicBezTo>
                  <a:lnTo>
                    <a:pt x="0" y="2722"/>
                  </a:lnTo>
                  <a:cubicBezTo>
                    <a:pt x="0" y="3230"/>
                    <a:pt x="411" y="3641"/>
                    <a:pt x="910" y="3641"/>
                  </a:cubicBezTo>
                  <a:cubicBezTo>
                    <a:pt x="1419" y="3641"/>
                    <a:pt x="1829" y="3230"/>
                    <a:pt x="1829" y="2722"/>
                  </a:cubicBezTo>
                  <a:lnTo>
                    <a:pt x="1829" y="920"/>
                  </a:lnTo>
                  <a:cubicBezTo>
                    <a:pt x="1829" y="411"/>
                    <a:pt x="1419" y="1"/>
                    <a:pt x="9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405;p70"/>
            <p:cNvSpPr/>
            <p:nvPr/>
          </p:nvSpPr>
          <p:spPr>
            <a:xfrm>
              <a:off x="4672550" y="1878050"/>
              <a:ext cx="45725" cy="91025"/>
            </a:xfrm>
            <a:custGeom>
              <a:avLst/>
              <a:gdLst/>
              <a:ahLst/>
              <a:cxnLst/>
              <a:rect l="l" t="t" r="r" b="b"/>
              <a:pathLst>
                <a:path w="1829" h="3641" extrusionOk="0">
                  <a:moveTo>
                    <a:pt x="910" y="483"/>
                  </a:moveTo>
                  <a:cubicBezTo>
                    <a:pt x="1160" y="483"/>
                    <a:pt x="1356" y="679"/>
                    <a:pt x="1356" y="929"/>
                  </a:cubicBezTo>
                  <a:lnTo>
                    <a:pt x="1356" y="2713"/>
                  </a:lnTo>
                  <a:cubicBezTo>
                    <a:pt x="1356" y="2963"/>
                    <a:pt x="1160" y="3159"/>
                    <a:pt x="910" y="3159"/>
                  </a:cubicBezTo>
                  <a:cubicBezTo>
                    <a:pt x="669" y="3159"/>
                    <a:pt x="473" y="2963"/>
                    <a:pt x="473" y="2713"/>
                  </a:cubicBezTo>
                  <a:lnTo>
                    <a:pt x="473" y="929"/>
                  </a:lnTo>
                  <a:cubicBezTo>
                    <a:pt x="473" y="679"/>
                    <a:pt x="669" y="483"/>
                    <a:pt x="910" y="483"/>
                  </a:cubicBezTo>
                  <a:close/>
                  <a:moveTo>
                    <a:pt x="910" y="1"/>
                  </a:moveTo>
                  <a:cubicBezTo>
                    <a:pt x="411" y="1"/>
                    <a:pt x="0" y="411"/>
                    <a:pt x="0" y="920"/>
                  </a:cubicBezTo>
                  <a:lnTo>
                    <a:pt x="0" y="2722"/>
                  </a:lnTo>
                  <a:cubicBezTo>
                    <a:pt x="0" y="3230"/>
                    <a:pt x="411" y="3641"/>
                    <a:pt x="910" y="3641"/>
                  </a:cubicBezTo>
                  <a:cubicBezTo>
                    <a:pt x="1419" y="3641"/>
                    <a:pt x="1829" y="3230"/>
                    <a:pt x="1829" y="2722"/>
                  </a:cubicBezTo>
                  <a:lnTo>
                    <a:pt x="1829" y="920"/>
                  </a:lnTo>
                  <a:cubicBezTo>
                    <a:pt x="1829" y="411"/>
                    <a:pt x="1419" y="1"/>
                    <a:pt x="9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406;p70"/>
            <p:cNvSpPr/>
            <p:nvPr/>
          </p:nvSpPr>
          <p:spPr>
            <a:xfrm>
              <a:off x="4502375" y="1709450"/>
              <a:ext cx="39050" cy="39050"/>
            </a:xfrm>
            <a:custGeom>
              <a:avLst/>
              <a:gdLst/>
              <a:ahLst/>
              <a:cxnLst/>
              <a:rect l="l" t="t" r="r" b="b"/>
              <a:pathLst>
                <a:path w="1562" h="1562" extrusionOk="0">
                  <a:moveTo>
                    <a:pt x="1330" y="1"/>
                  </a:moveTo>
                  <a:cubicBezTo>
                    <a:pt x="598" y="1"/>
                    <a:pt x="0" y="598"/>
                    <a:pt x="0" y="1330"/>
                  </a:cubicBezTo>
                  <a:cubicBezTo>
                    <a:pt x="0" y="1455"/>
                    <a:pt x="107" y="1562"/>
                    <a:pt x="241" y="1562"/>
                  </a:cubicBezTo>
                  <a:cubicBezTo>
                    <a:pt x="366" y="1562"/>
                    <a:pt x="473" y="1455"/>
                    <a:pt x="473" y="1330"/>
                  </a:cubicBezTo>
                  <a:cubicBezTo>
                    <a:pt x="473" y="857"/>
                    <a:pt x="857" y="473"/>
                    <a:pt x="1330" y="473"/>
                  </a:cubicBezTo>
                  <a:cubicBezTo>
                    <a:pt x="1455" y="473"/>
                    <a:pt x="1562" y="366"/>
                    <a:pt x="1562" y="233"/>
                  </a:cubicBezTo>
                  <a:cubicBezTo>
                    <a:pt x="1562" y="108"/>
                    <a:pt x="1455" y="1"/>
                    <a:pt x="1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8" name="Google Shape;3378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/>
              <a:t>계기</a:t>
            </a:r>
            <a:endParaRPr dirty="0"/>
          </a:p>
        </p:txBody>
      </p:sp>
      <p:sp>
        <p:nvSpPr>
          <p:cNvPr id="3379" name="Google Shape;3379;p52"/>
          <p:cNvSpPr txBox="1"/>
          <p:nvPr/>
        </p:nvSpPr>
        <p:spPr>
          <a:xfrm>
            <a:off x="2465908" y="1526040"/>
            <a:ext cx="1575600" cy="486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 smtClean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일본어 전공</a:t>
            </a:r>
            <a:endParaRPr sz="26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81" name="Google Shape;3381;p52"/>
          <p:cNvSpPr txBox="1"/>
          <p:nvPr/>
        </p:nvSpPr>
        <p:spPr>
          <a:xfrm flipH="1">
            <a:off x="5102492" y="2088118"/>
            <a:ext cx="1575600" cy="486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 smtClean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코로나 창궐</a:t>
            </a:r>
            <a:endParaRPr sz="26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83" name="Google Shape;3383;p52"/>
          <p:cNvSpPr txBox="1"/>
          <p:nvPr/>
        </p:nvSpPr>
        <p:spPr>
          <a:xfrm>
            <a:off x="2465908" y="2650197"/>
            <a:ext cx="1575600" cy="486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 smtClean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가족</a:t>
            </a:r>
            <a:endParaRPr sz="26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grpSp>
        <p:nvGrpSpPr>
          <p:cNvPr id="3384" name="Google Shape;3384;p52"/>
          <p:cNvGrpSpPr/>
          <p:nvPr/>
        </p:nvGrpSpPr>
        <p:grpSpPr>
          <a:xfrm>
            <a:off x="4041508" y="1222500"/>
            <a:ext cx="1060984" cy="3341400"/>
            <a:chOff x="4041508" y="1222500"/>
            <a:chExt cx="1060984" cy="3341400"/>
          </a:xfrm>
        </p:grpSpPr>
        <p:cxnSp>
          <p:nvCxnSpPr>
            <p:cNvPr id="3385" name="Google Shape;3385;p52"/>
            <p:cNvCxnSpPr/>
            <p:nvPr/>
          </p:nvCxnSpPr>
          <p:spPr>
            <a:xfrm>
              <a:off x="4572000" y="1222500"/>
              <a:ext cx="0" cy="33414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3386" name="Google Shape;3386;p52"/>
            <p:cNvCxnSpPr>
              <a:stCxn id="3383" idx="3"/>
              <a:endCxn id="3387" idx="1"/>
            </p:cNvCxnSpPr>
            <p:nvPr/>
          </p:nvCxnSpPr>
          <p:spPr>
            <a:xfrm>
              <a:off x="4041508" y="2893197"/>
              <a:ext cx="40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88" name="Google Shape;3388;p52"/>
            <p:cNvSpPr/>
            <p:nvPr/>
          </p:nvSpPr>
          <p:spPr>
            <a:xfrm>
              <a:off x="4429287" y="2741349"/>
              <a:ext cx="285441" cy="303751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3389" name="Google Shape;3389;p52"/>
            <p:cNvCxnSpPr>
              <a:stCxn id="3379" idx="3"/>
              <a:endCxn id="3390" idx="1"/>
            </p:cNvCxnSpPr>
            <p:nvPr/>
          </p:nvCxnSpPr>
          <p:spPr>
            <a:xfrm>
              <a:off x="4041508" y="1769040"/>
              <a:ext cx="40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1" name="Google Shape;3391;p52"/>
            <p:cNvCxnSpPr>
              <a:stCxn id="3392" idx="3"/>
              <a:endCxn id="3393" idx="3"/>
            </p:cNvCxnSpPr>
            <p:nvPr/>
          </p:nvCxnSpPr>
          <p:spPr>
            <a:xfrm rot="10800000">
              <a:off x="4700492" y="3455275"/>
              <a:ext cx="40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4" name="Google Shape;3394;p52"/>
            <p:cNvCxnSpPr>
              <a:stCxn id="3381" idx="3"/>
              <a:endCxn id="3395" idx="3"/>
            </p:cNvCxnSpPr>
            <p:nvPr/>
          </p:nvCxnSpPr>
          <p:spPr>
            <a:xfrm rot="10800000">
              <a:off x="4700492" y="2331118"/>
              <a:ext cx="40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6" name="Google Shape;3396;p52"/>
            <p:cNvCxnSpPr>
              <a:stCxn id="3397" idx="3"/>
              <a:endCxn id="3398" idx="1"/>
            </p:cNvCxnSpPr>
            <p:nvPr/>
          </p:nvCxnSpPr>
          <p:spPr>
            <a:xfrm>
              <a:off x="4041508" y="4017353"/>
              <a:ext cx="402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99" name="Google Shape;3399;p52"/>
            <p:cNvSpPr/>
            <p:nvPr/>
          </p:nvSpPr>
          <p:spPr>
            <a:xfrm>
              <a:off x="4429275" y="1617124"/>
              <a:ext cx="285441" cy="303751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400" name="Google Shape;3400;p52"/>
            <p:cNvSpPr/>
            <p:nvPr/>
          </p:nvSpPr>
          <p:spPr>
            <a:xfrm>
              <a:off x="4443624" y="2194503"/>
              <a:ext cx="256776" cy="273239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401" name="Google Shape;3401;p52"/>
            <p:cNvSpPr/>
            <p:nvPr/>
          </p:nvSpPr>
          <p:spPr>
            <a:xfrm>
              <a:off x="4429287" y="2179274"/>
              <a:ext cx="285441" cy="303751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402" name="Google Shape;3402;p52"/>
            <p:cNvSpPr/>
            <p:nvPr/>
          </p:nvSpPr>
          <p:spPr>
            <a:xfrm>
              <a:off x="4429287" y="3303449"/>
              <a:ext cx="285441" cy="303751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3403" name="Google Shape;3403;p52"/>
            <p:cNvSpPr/>
            <p:nvPr/>
          </p:nvSpPr>
          <p:spPr>
            <a:xfrm>
              <a:off x="4429287" y="3865549"/>
              <a:ext cx="285441" cy="303751"/>
            </a:xfrm>
            <a:custGeom>
              <a:avLst/>
              <a:gdLst/>
              <a:ahLst/>
              <a:cxnLst/>
              <a:rect l="l" t="t" r="r" b="b"/>
              <a:pathLst>
                <a:path w="32027" h="34091" extrusionOk="0">
                  <a:moveTo>
                    <a:pt x="22230" y="1396"/>
                  </a:moveTo>
                  <a:cubicBezTo>
                    <a:pt x="20029" y="585"/>
                    <a:pt x="17654" y="63"/>
                    <a:pt x="15279" y="5"/>
                  </a:cubicBezTo>
                  <a:cubicBezTo>
                    <a:pt x="12904" y="-53"/>
                    <a:pt x="9950" y="411"/>
                    <a:pt x="7981" y="1048"/>
                  </a:cubicBezTo>
                  <a:cubicBezTo>
                    <a:pt x="6012" y="1685"/>
                    <a:pt x="4679" y="2206"/>
                    <a:pt x="3463" y="3828"/>
                  </a:cubicBezTo>
                  <a:cubicBezTo>
                    <a:pt x="2247" y="5450"/>
                    <a:pt x="1204" y="8115"/>
                    <a:pt x="683" y="10779"/>
                  </a:cubicBezTo>
                  <a:cubicBezTo>
                    <a:pt x="162" y="13444"/>
                    <a:pt x="-360" y="16629"/>
                    <a:pt x="335" y="19815"/>
                  </a:cubicBezTo>
                  <a:cubicBezTo>
                    <a:pt x="1030" y="23001"/>
                    <a:pt x="2189" y="27518"/>
                    <a:pt x="4853" y="29893"/>
                  </a:cubicBezTo>
                  <a:cubicBezTo>
                    <a:pt x="7518" y="32268"/>
                    <a:pt x="12499" y="34354"/>
                    <a:pt x="16322" y="34064"/>
                  </a:cubicBezTo>
                  <a:cubicBezTo>
                    <a:pt x="20145" y="33775"/>
                    <a:pt x="25185" y="30994"/>
                    <a:pt x="27791" y="28156"/>
                  </a:cubicBezTo>
                  <a:cubicBezTo>
                    <a:pt x="30398" y="25318"/>
                    <a:pt x="31556" y="20221"/>
                    <a:pt x="31961" y="17035"/>
                  </a:cubicBezTo>
                  <a:cubicBezTo>
                    <a:pt x="32366" y="13849"/>
                    <a:pt x="30802" y="11068"/>
                    <a:pt x="30223" y="9041"/>
                  </a:cubicBezTo>
                  <a:cubicBezTo>
                    <a:pt x="29644" y="7014"/>
                    <a:pt x="29818" y="6145"/>
                    <a:pt x="28486" y="4871"/>
                  </a:cubicBezTo>
                  <a:cubicBezTo>
                    <a:pt x="27154" y="3597"/>
                    <a:pt x="24431" y="2207"/>
                    <a:pt x="22230" y="1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sp>
        <p:nvSpPr>
          <p:cNvPr id="3392" name="Google Shape;3392;p52"/>
          <p:cNvSpPr txBox="1"/>
          <p:nvPr/>
        </p:nvSpPr>
        <p:spPr>
          <a:xfrm flipH="1">
            <a:off x="5102492" y="3212275"/>
            <a:ext cx="1575600" cy="486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dirty="0" smtClean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워킹 홀리데이</a:t>
            </a:r>
            <a:endParaRPr sz="22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97" name="Google Shape;3397;p52"/>
          <p:cNvSpPr txBox="1"/>
          <p:nvPr/>
        </p:nvSpPr>
        <p:spPr>
          <a:xfrm>
            <a:off x="2465908" y="3774353"/>
            <a:ext cx="1575600" cy="486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dirty="0" smtClean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한계</a:t>
            </a:r>
            <a:endParaRPr sz="26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90" name="Google Shape;3390;p52"/>
          <p:cNvSpPr txBox="1"/>
          <p:nvPr/>
        </p:nvSpPr>
        <p:spPr>
          <a:xfrm>
            <a:off x="4443600" y="1655350"/>
            <a:ext cx="2568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2"/>
                </a:solidFill>
                <a:latin typeface="Gaegu"/>
                <a:ea typeface="Gaegu"/>
                <a:cs typeface="Gaegu"/>
                <a:sym typeface="Gaegu"/>
              </a:rPr>
              <a:t>1</a:t>
            </a:r>
            <a:endParaRPr sz="2000" b="1">
              <a:solidFill>
                <a:schemeClr val="lt2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95" name="Google Shape;3395;p52"/>
          <p:cNvSpPr txBox="1"/>
          <p:nvPr/>
        </p:nvSpPr>
        <p:spPr>
          <a:xfrm>
            <a:off x="4443600" y="2217425"/>
            <a:ext cx="2568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2"/>
                </a:solidFill>
                <a:latin typeface="Gaegu"/>
                <a:ea typeface="Gaegu"/>
                <a:cs typeface="Gaegu"/>
                <a:sym typeface="Gaegu"/>
              </a:rPr>
              <a:t>2</a:t>
            </a:r>
            <a:endParaRPr sz="2000" b="1">
              <a:solidFill>
                <a:schemeClr val="lt2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87" name="Google Shape;3387;p52"/>
          <p:cNvSpPr txBox="1"/>
          <p:nvPr/>
        </p:nvSpPr>
        <p:spPr>
          <a:xfrm>
            <a:off x="4443600" y="2779513"/>
            <a:ext cx="2568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2"/>
                </a:solidFill>
                <a:latin typeface="Gaegu"/>
                <a:ea typeface="Gaegu"/>
                <a:cs typeface="Gaegu"/>
                <a:sym typeface="Gaegu"/>
              </a:rPr>
              <a:t>3</a:t>
            </a:r>
            <a:endParaRPr sz="2000" b="1">
              <a:solidFill>
                <a:schemeClr val="lt2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93" name="Google Shape;3393;p52"/>
          <p:cNvSpPr txBox="1"/>
          <p:nvPr/>
        </p:nvSpPr>
        <p:spPr>
          <a:xfrm>
            <a:off x="4443600" y="3341613"/>
            <a:ext cx="2568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2"/>
                </a:solidFill>
                <a:latin typeface="Gaegu"/>
                <a:ea typeface="Gaegu"/>
                <a:cs typeface="Gaegu"/>
                <a:sym typeface="Gaegu"/>
              </a:rPr>
              <a:t>4</a:t>
            </a:r>
            <a:endParaRPr sz="2000" b="1">
              <a:solidFill>
                <a:schemeClr val="lt2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398" name="Google Shape;3398;p52"/>
          <p:cNvSpPr txBox="1"/>
          <p:nvPr/>
        </p:nvSpPr>
        <p:spPr>
          <a:xfrm>
            <a:off x="4443600" y="3903713"/>
            <a:ext cx="2568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smtClean="0">
                <a:solidFill>
                  <a:schemeClr val="lt2"/>
                </a:solidFill>
                <a:latin typeface="Gaegu"/>
                <a:ea typeface="Gaegu"/>
                <a:cs typeface="Gaegu"/>
                <a:sym typeface="Gaegu"/>
              </a:rPr>
              <a:t>5</a:t>
            </a:r>
            <a:endParaRPr sz="2000" b="1" dirty="0">
              <a:solidFill>
                <a:schemeClr val="lt2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3407" name="Google Shape;3407;p52"/>
          <p:cNvSpPr/>
          <p:nvPr/>
        </p:nvSpPr>
        <p:spPr>
          <a:xfrm>
            <a:off x="6102350" y="1134800"/>
            <a:ext cx="370474" cy="439899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/>
              <a:t>목표</a:t>
            </a:r>
            <a:endParaRPr dirty="0"/>
          </a:p>
        </p:txBody>
      </p:sp>
      <p:sp>
        <p:nvSpPr>
          <p:cNvPr id="2884" name="Google Shape;2884;p42"/>
          <p:cNvSpPr/>
          <p:nvPr/>
        </p:nvSpPr>
        <p:spPr>
          <a:xfrm>
            <a:off x="1677487" y="1646878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885" name="Google Shape;2885;p42"/>
          <p:cNvSpPr/>
          <p:nvPr/>
        </p:nvSpPr>
        <p:spPr>
          <a:xfrm>
            <a:off x="945097" y="2758700"/>
            <a:ext cx="22359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6" name="Google Shape;2886;p42"/>
          <p:cNvSpPr txBox="1">
            <a:spLocks noGrp="1"/>
          </p:cNvSpPr>
          <p:nvPr>
            <p:ph type="subTitle" idx="1"/>
          </p:nvPr>
        </p:nvSpPr>
        <p:spPr>
          <a:xfrm>
            <a:off x="112569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/>
              <a:t>초기 목표</a:t>
            </a:r>
            <a:endParaRPr dirty="0"/>
          </a:p>
        </p:txBody>
      </p:sp>
      <p:sp>
        <p:nvSpPr>
          <p:cNvPr id="2887" name="Google Shape;2887;p42"/>
          <p:cNvSpPr txBox="1">
            <a:spLocks noGrp="1"/>
          </p:cNvSpPr>
          <p:nvPr>
            <p:ph type="subTitle" idx="2"/>
          </p:nvPr>
        </p:nvSpPr>
        <p:spPr>
          <a:xfrm>
            <a:off x="112569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>
                <a:latin typeface="+mj-ea"/>
                <a:ea typeface="+mj-ea"/>
              </a:rPr>
              <a:t>코딩 입문</a:t>
            </a:r>
            <a:r>
              <a:rPr lang="en-US" altLang="ko-KR" dirty="0" smtClean="0">
                <a:latin typeface="+mj-ea"/>
                <a:ea typeface="+mj-ea"/>
              </a:rPr>
              <a:t>, </a:t>
            </a:r>
            <a:r>
              <a:rPr lang="ko-KR" altLang="en-US" dirty="0" smtClean="0">
                <a:latin typeface="+mj-ea"/>
                <a:ea typeface="+mj-ea"/>
              </a:rPr>
              <a:t>활용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888" name="Google Shape;2888;p42"/>
          <p:cNvSpPr/>
          <p:nvPr/>
        </p:nvSpPr>
        <p:spPr>
          <a:xfrm>
            <a:off x="3454047" y="2758700"/>
            <a:ext cx="22359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9" name="Google Shape;2889;p42"/>
          <p:cNvSpPr/>
          <p:nvPr/>
        </p:nvSpPr>
        <p:spPr>
          <a:xfrm>
            <a:off x="5962997" y="2758700"/>
            <a:ext cx="22359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0" name="Google Shape;2890;p42"/>
          <p:cNvSpPr txBox="1">
            <a:spLocks noGrp="1"/>
          </p:cNvSpPr>
          <p:nvPr>
            <p:ph type="subTitle" idx="3"/>
          </p:nvPr>
        </p:nvSpPr>
        <p:spPr>
          <a:xfrm>
            <a:off x="363464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/>
              <a:t>중기 목표</a:t>
            </a:r>
            <a:endParaRPr dirty="0"/>
          </a:p>
        </p:txBody>
      </p:sp>
      <p:sp>
        <p:nvSpPr>
          <p:cNvPr id="2891" name="Google Shape;2891;p42"/>
          <p:cNvSpPr txBox="1">
            <a:spLocks noGrp="1"/>
          </p:cNvSpPr>
          <p:nvPr>
            <p:ph type="subTitle" idx="4"/>
          </p:nvPr>
        </p:nvSpPr>
        <p:spPr>
          <a:xfrm>
            <a:off x="363464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>
                <a:latin typeface="+mj-ea"/>
                <a:ea typeface="+mj-ea"/>
              </a:rPr>
              <a:t>이력서 작성</a:t>
            </a:r>
            <a:r>
              <a:rPr lang="en-US" altLang="ko-KR" dirty="0" smtClean="0">
                <a:latin typeface="+mj-ea"/>
                <a:ea typeface="+mj-ea"/>
              </a:rPr>
              <a:t>,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>
                <a:latin typeface="+mj-ea"/>
                <a:ea typeface="+mj-ea"/>
              </a:rPr>
              <a:t>면접 연</a:t>
            </a:r>
            <a:r>
              <a:rPr lang="ko-KR" altLang="en-US" dirty="0" smtClean="0">
                <a:latin typeface="+mj-ea"/>
                <a:ea typeface="+mj-ea"/>
              </a:rPr>
              <a:t>습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892" name="Google Shape;2892;p42"/>
          <p:cNvSpPr txBox="1">
            <a:spLocks noGrp="1"/>
          </p:cNvSpPr>
          <p:nvPr>
            <p:ph type="subTitle" idx="5"/>
          </p:nvPr>
        </p:nvSpPr>
        <p:spPr>
          <a:xfrm>
            <a:off x="6143597" y="2831875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/>
              <a:t>최종 목표</a:t>
            </a:r>
            <a:endParaRPr dirty="0"/>
          </a:p>
        </p:txBody>
      </p:sp>
      <p:sp>
        <p:nvSpPr>
          <p:cNvPr id="2893" name="Google Shape;2893;p42"/>
          <p:cNvSpPr txBox="1">
            <a:spLocks noGrp="1"/>
          </p:cNvSpPr>
          <p:nvPr>
            <p:ph type="subTitle" idx="6"/>
          </p:nvPr>
        </p:nvSpPr>
        <p:spPr>
          <a:xfrm>
            <a:off x="6143597" y="3301675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ko-KR" altLang="en-US" dirty="0">
                <a:latin typeface="+mj-ea"/>
                <a:ea typeface="+mj-ea"/>
              </a:rPr>
              <a:t>일본 </a:t>
            </a:r>
            <a:r>
              <a:rPr lang="ko-KR" altLang="en-US" dirty="0" smtClean="0">
                <a:latin typeface="+mj-ea"/>
                <a:ea typeface="+mj-ea"/>
              </a:rPr>
              <a:t>취업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894" name="Google Shape;2894;p42"/>
          <p:cNvSpPr/>
          <p:nvPr/>
        </p:nvSpPr>
        <p:spPr>
          <a:xfrm>
            <a:off x="4186437" y="1646878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895" name="Google Shape;2895;p42"/>
          <p:cNvSpPr/>
          <p:nvPr/>
        </p:nvSpPr>
        <p:spPr>
          <a:xfrm>
            <a:off x="6695387" y="1646878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grpSp>
        <p:nvGrpSpPr>
          <p:cNvPr id="2906" name="Google Shape;2906;p42"/>
          <p:cNvGrpSpPr/>
          <p:nvPr/>
        </p:nvGrpSpPr>
        <p:grpSpPr>
          <a:xfrm>
            <a:off x="1843194" y="1820853"/>
            <a:ext cx="439717" cy="457392"/>
            <a:chOff x="6162125" y="2314300"/>
            <a:chExt cx="388100" cy="403700"/>
          </a:xfrm>
        </p:grpSpPr>
        <p:sp>
          <p:nvSpPr>
            <p:cNvPr id="2907" name="Google Shape;2907;p42"/>
            <p:cNvSpPr/>
            <p:nvPr/>
          </p:nvSpPr>
          <p:spPr>
            <a:xfrm>
              <a:off x="6168375" y="2376075"/>
              <a:ext cx="298650" cy="335675"/>
            </a:xfrm>
            <a:custGeom>
              <a:avLst/>
              <a:gdLst/>
              <a:ahLst/>
              <a:cxnLst/>
              <a:rect l="l" t="t" r="r" b="b"/>
              <a:pathLst>
                <a:path w="11946" h="13427" extrusionOk="0">
                  <a:moveTo>
                    <a:pt x="1374" y="1"/>
                  </a:moveTo>
                  <a:cubicBezTo>
                    <a:pt x="616" y="1"/>
                    <a:pt x="1" y="607"/>
                    <a:pt x="1" y="1365"/>
                  </a:cubicBezTo>
                  <a:lnTo>
                    <a:pt x="1" y="12062"/>
                  </a:lnTo>
                  <a:cubicBezTo>
                    <a:pt x="1" y="12811"/>
                    <a:pt x="616" y="13427"/>
                    <a:pt x="1374" y="13427"/>
                  </a:cubicBezTo>
                  <a:lnTo>
                    <a:pt x="8092" y="13427"/>
                  </a:lnTo>
                  <a:lnTo>
                    <a:pt x="11946" y="9591"/>
                  </a:lnTo>
                  <a:lnTo>
                    <a:pt x="11946" y="1365"/>
                  </a:lnTo>
                  <a:cubicBezTo>
                    <a:pt x="11946" y="607"/>
                    <a:pt x="11330" y="1"/>
                    <a:pt x="105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2"/>
            <p:cNvSpPr/>
            <p:nvPr/>
          </p:nvSpPr>
          <p:spPr>
            <a:xfrm>
              <a:off x="6370225" y="2615600"/>
              <a:ext cx="96150" cy="95700"/>
            </a:xfrm>
            <a:custGeom>
              <a:avLst/>
              <a:gdLst/>
              <a:ahLst/>
              <a:cxnLst/>
              <a:rect l="l" t="t" r="r" b="b"/>
              <a:pathLst>
                <a:path w="3846" h="3828" extrusionOk="0">
                  <a:moveTo>
                    <a:pt x="1365" y="1"/>
                  </a:moveTo>
                  <a:cubicBezTo>
                    <a:pt x="607" y="1"/>
                    <a:pt x="0" y="607"/>
                    <a:pt x="0" y="1357"/>
                  </a:cubicBezTo>
                  <a:lnTo>
                    <a:pt x="0" y="3828"/>
                  </a:lnTo>
                  <a:lnTo>
                    <a:pt x="38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2"/>
            <p:cNvSpPr/>
            <p:nvPr/>
          </p:nvSpPr>
          <p:spPr>
            <a:xfrm>
              <a:off x="6209850" y="2441200"/>
              <a:ext cx="48200" cy="47975"/>
            </a:xfrm>
            <a:custGeom>
              <a:avLst/>
              <a:gdLst/>
              <a:ahLst/>
              <a:cxnLst/>
              <a:rect l="l" t="t" r="r" b="b"/>
              <a:pathLst>
                <a:path w="1928" h="1919" extrusionOk="0">
                  <a:moveTo>
                    <a:pt x="964" y="0"/>
                  </a:moveTo>
                  <a:cubicBezTo>
                    <a:pt x="429" y="0"/>
                    <a:pt x="1" y="429"/>
                    <a:pt x="1" y="964"/>
                  </a:cubicBezTo>
                  <a:cubicBezTo>
                    <a:pt x="1" y="1490"/>
                    <a:pt x="429" y="1918"/>
                    <a:pt x="964" y="1918"/>
                  </a:cubicBezTo>
                  <a:cubicBezTo>
                    <a:pt x="1500" y="1918"/>
                    <a:pt x="1928" y="1490"/>
                    <a:pt x="1928" y="964"/>
                  </a:cubicBezTo>
                  <a:cubicBezTo>
                    <a:pt x="1928" y="429"/>
                    <a:pt x="1500" y="0"/>
                    <a:pt x="9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42"/>
            <p:cNvSpPr/>
            <p:nvPr/>
          </p:nvSpPr>
          <p:spPr>
            <a:xfrm>
              <a:off x="6209850" y="2522600"/>
              <a:ext cx="48200" cy="47975"/>
            </a:xfrm>
            <a:custGeom>
              <a:avLst/>
              <a:gdLst/>
              <a:ahLst/>
              <a:cxnLst/>
              <a:rect l="l" t="t" r="r" b="b"/>
              <a:pathLst>
                <a:path w="1928" h="1919" extrusionOk="0">
                  <a:moveTo>
                    <a:pt x="964" y="1"/>
                  </a:moveTo>
                  <a:cubicBezTo>
                    <a:pt x="429" y="1"/>
                    <a:pt x="1" y="429"/>
                    <a:pt x="1" y="955"/>
                  </a:cubicBezTo>
                  <a:cubicBezTo>
                    <a:pt x="1" y="1490"/>
                    <a:pt x="429" y="1919"/>
                    <a:pt x="964" y="1919"/>
                  </a:cubicBezTo>
                  <a:cubicBezTo>
                    <a:pt x="1500" y="1919"/>
                    <a:pt x="1928" y="1490"/>
                    <a:pt x="1928" y="955"/>
                  </a:cubicBezTo>
                  <a:cubicBezTo>
                    <a:pt x="1928" y="429"/>
                    <a:pt x="1500" y="1"/>
                    <a:pt x="9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42"/>
            <p:cNvSpPr/>
            <p:nvPr/>
          </p:nvSpPr>
          <p:spPr>
            <a:xfrm>
              <a:off x="6209850" y="2604000"/>
              <a:ext cx="48200" cy="47975"/>
            </a:xfrm>
            <a:custGeom>
              <a:avLst/>
              <a:gdLst/>
              <a:ahLst/>
              <a:cxnLst/>
              <a:rect l="l" t="t" r="r" b="b"/>
              <a:pathLst>
                <a:path w="1928" h="1919" extrusionOk="0">
                  <a:moveTo>
                    <a:pt x="964" y="1"/>
                  </a:moveTo>
                  <a:cubicBezTo>
                    <a:pt x="429" y="1"/>
                    <a:pt x="1" y="429"/>
                    <a:pt x="1" y="955"/>
                  </a:cubicBezTo>
                  <a:cubicBezTo>
                    <a:pt x="1" y="1491"/>
                    <a:pt x="429" y="1919"/>
                    <a:pt x="964" y="1919"/>
                  </a:cubicBezTo>
                  <a:cubicBezTo>
                    <a:pt x="1500" y="1919"/>
                    <a:pt x="1928" y="1491"/>
                    <a:pt x="1928" y="955"/>
                  </a:cubicBezTo>
                  <a:cubicBezTo>
                    <a:pt x="1928" y="429"/>
                    <a:pt x="1500" y="1"/>
                    <a:pt x="9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42"/>
            <p:cNvSpPr/>
            <p:nvPr/>
          </p:nvSpPr>
          <p:spPr>
            <a:xfrm>
              <a:off x="6419950" y="2320100"/>
              <a:ext cx="124475" cy="124475"/>
            </a:xfrm>
            <a:custGeom>
              <a:avLst/>
              <a:gdLst/>
              <a:ahLst/>
              <a:cxnLst/>
              <a:rect l="l" t="t" r="r" b="b"/>
              <a:pathLst>
                <a:path w="4979" h="4979" extrusionOk="0">
                  <a:moveTo>
                    <a:pt x="2490" y="0"/>
                  </a:moveTo>
                  <a:cubicBezTo>
                    <a:pt x="1107" y="0"/>
                    <a:pt x="1" y="1115"/>
                    <a:pt x="1" y="2489"/>
                  </a:cubicBezTo>
                  <a:cubicBezTo>
                    <a:pt x="1" y="3863"/>
                    <a:pt x="1107" y="4978"/>
                    <a:pt x="2490" y="4978"/>
                  </a:cubicBezTo>
                  <a:cubicBezTo>
                    <a:pt x="3863" y="4978"/>
                    <a:pt x="4978" y="3863"/>
                    <a:pt x="4978" y="2489"/>
                  </a:cubicBezTo>
                  <a:cubicBezTo>
                    <a:pt x="4978" y="1115"/>
                    <a:pt x="3863" y="0"/>
                    <a:pt x="24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42"/>
            <p:cNvSpPr/>
            <p:nvPr/>
          </p:nvSpPr>
          <p:spPr>
            <a:xfrm>
              <a:off x="6203850" y="2435175"/>
              <a:ext cx="60225" cy="60025"/>
            </a:xfrm>
            <a:custGeom>
              <a:avLst/>
              <a:gdLst/>
              <a:ahLst/>
              <a:cxnLst/>
              <a:rect l="l" t="t" r="r" b="b"/>
              <a:pathLst>
                <a:path w="2409" h="2401" extrusionOk="0">
                  <a:moveTo>
                    <a:pt x="1204" y="473"/>
                  </a:moveTo>
                  <a:cubicBezTo>
                    <a:pt x="1606" y="473"/>
                    <a:pt x="1936" y="803"/>
                    <a:pt x="1936" y="1205"/>
                  </a:cubicBezTo>
                  <a:cubicBezTo>
                    <a:pt x="1936" y="1597"/>
                    <a:pt x="1606" y="1928"/>
                    <a:pt x="1204" y="1928"/>
                  </a:cubicBezTo>
                  <a:cubicBezTo>
                    <a:pt x="803" y="1928"/>
                    <a:pt x="473" y="1597"/>
                    <a:pt x="473" y="1205"/>
                  </a:cubicBezTo>
                  <a:cubicBezTo>
                    <a:pt x="473" y="803"/>
                    <a:pt x="803" y="473"/>
                    <a:pt x="1204" y="473"/>
                  </a:cubicBezTo>
                  <a:close/>
                  <a:moveTo>
                    <a:pt x="1204" y="1"/>
                  </a:moveTo>
                  <a:cubicBezTo>
                    <a:pt x="544" y="1"/>
                    <a:pt x="0" y="545"/>
                    <a:pt x="0" y="1205"/>
                  </a:cubicBezTo>
                  <a:cubicBezTo>
                    <a:pt x="0" y="1865"/>
                    <a:pt x="544" y="2400"/>
                    <a:pt x="1204" y="2400"/>
                  </a:cubicBezTo>
                  <a:cubicBezTo>
                    <a:pt x="1865" y="2400"/>
                    <a:pt x="2409" y="1865"/>
                    <a:pt x="2409" y="1205"/>
                  </a:cubicBezTo>
                  <a:cubicBezTo>
                    <a:pt x="2409" y="545"/>
                    <a:pt x="1865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42"/>
            <p:cNvSpPr/>
            <p:nvPr/>
          </p:nvSpPr>
          <p:spPr>
            <a:xfrm>
              <a:off x="6203850" y="2516575"/>
              <a:ext cx="60225" cy="60025"/>
            </a:xfrm>
            <a:custGeom>
              <a:avLst/>
              <a:gdLst/>
              <a:ahLst/>
              <a:cxnLst/>
              <a:rect l="l" t="t" r="r" b="b"/>
              <a:pathLst>
                <a:path w="2409" h="2401" extrusionOk="0">
                  <a:moveTo>
                    <a:pt x="1204" y="474"/>
                  </a:moveTo>
                  <a:cubicBezTo>
                    <a:pt x="1606" y="474"/>
                    <a:pt x="1936" y="804"/>
                    <a:pt x="1936" y="1196"/>
                  </a:cubicBezTo>
                  <a:cubicBezTo>
                    <a:pt x="1936" y="1598"/>
                    <a:pt x="1606" y="1928"/>
                    <a:pt x="1204" y="1928"/>
                  </a:cubicBezTo>
                  <a:cubicBezTo>
                    <a:pt x="803" y="1928"/>
                    <a:pt x="473" y="1598"/>
                    <a:pt x="473" y="1196"/>
                  </a:cubicBezTo>
                  <a:cubicBezTo>
                    <a:pt x="473" y="804"/>
                    <a:pt x="803" y="474"/>
                    <a:pt x="1204" y="474"/>
                  </a:cubicBezTo>
                  <a:close/>
                  <a:moveTo>
                    <a:pt x="1204" y="1"/>
                  </a:moveTo>
                  <a:cubicBezTo>
                    <a:pt x="544" y="1"/>
                    <a:pt x="0" y="536"/>
                    <a:pt x="0" y="1196"/>
                  </a:cubicBezTo>
                  <a:cubicBezTo>
                    <a:pt x="0" y="1856"/>
                    <a:pt x="544" y="2401"/>
                    <a:pt x="1204" y="2401"/>
                  </a:cubicBezTo>
                  <a:cubicBezTo>
                    <a:pt x="1865" y="2401"/>
                    <a:pt x="2409" y="1856"/>
                    <a:pt x="2409" y="1196"/>
                  </a:cubicBezTo>
                  <a:cubicBezTo>
                    <a:pt x="2409" y="536"/>
                    <a:pt x="1865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42"/>
            <p:cNvSpPr/>
            <p:nvPr/>
          </p:nvSpPr>
          <p:spPr>
            <a:xfrm>
              <a:off x="6203850" y="2597975"/>
              <a:ext cx="60225" cy="59800"/>
            </a:xfrm>
            <a:custGeom>
              <a:avLst/>
              <a:gdLst/>
              <a:ahLst/>
              <a:cxnLst/>
              <a:rect l="l" t="t" r="r" b="b"/>
              <a:pathLst>
                <a:path w="2409" h="2392" extrusionOk="0">
                  <a:moveTo>
                    <a:pt x="1204" y="474"/>
                  </a:moveTo>
                  <a:cubicBezTo>
                    <a:pt x="1606" y="474"/>
                    <a:pt x="1936" y="804"/>
                    <a:pt x="1936" y="1196"/>
                  </a:cubicBezTo>
                  <a:cubicBezTo>
                    <a:pt x="1936" y="1598"/>
                    <a:pt x="1606" y="1928"/>
                    <a:pt x="1204" y="1928"/>
                  </a:cubicBezTo>
                  <a:cubicBezTo>
                    <a:pt x="803" y="1928"/>
                    <a:pt x="473" y="1598"/>
                    <a:pt x="473" y="1196"/>
                  </a:cubicBezTo>
                  <a:cubicBezTo>
                    <a:pt x="473" y="804"/>
                    <a:pt x="803" y="474"/>
                    <a:pt x="1204" y="474"/>
                  </a:cubicBezTo>
                  <a:close/>
                  <a:moveTo>
                    <a:pt x="1204" y="1"/>
                  </a:moveTo>
                  <a:cubicBezTo>
                    <a:pt x="544" y="1"/>
                    <a:pt x="0" y="536"/>
                    <a:pt x="0" y="1196"/>
                  </a:cubicBezTo>
                  <a:cubicBezTo>
                    <a:pt x="0" y="1856"/>
                    <a:pt x="544" y="2392"/>
                    <a:pt x="1204" y="2392"/>
                  </a:cubicBezTo>
                  <a:cubicBezTo>
                    <a:pt x="1865" y="2392"/>
                    <a:pt x="2409" y="1856"/>
                    <a:pt x="2409" y="1196"/>
                  </a:cubicBezTo>
                  <a:cubicBezTo>
                    <a:pt x="2409" y="536"/>
                    <a:pt x="1865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42"/>
            <p:cNvSpPr/>
            <p:nvPr/>
          </p:nvSpPr>
          <p:spPr>
            <a:xfrm>
              <a:off x="6281450" y="2459475"/>
              <a:ext cx="143425" cy="11850"/>
            </a:xfrm>
            <a:custGeom>
              <a:avLst/>
              <a:gdLst/>
              <a:ahLst/>
              <a:cxnLst/>
              <a:rect l="l" t="t" r="r" b="b"/>
              <a:pathLst>
                <a:path w="5737" h="474" extrusionOk="0">
                  <a:moveTo>
                    <a:pt x="259" y="1"/>
                  </a:moveTo>
                  <a:cubicBezTo>
                    <a:pt x="143" y="1"/>
                    <a:pt x="27" y="90"/>
                    <a:pt x="18" y="206"/>
                  </a:cubicBezTo>
                  <a:cubicBezTo>
                    <a:pt x="1" y="358"/>
                    <a:pt x="108" y="474"/>
                    <a:pt x="250" y="474"/>
                  </a:cubicBezTo>
                  <a:lnTo>
                    <a:pt x="5478" y="474"/>
                  </a:lnTo>
                  <a:cubicBezTo>
                    <a:pt x="5603" y="474"/>
                    <a:pt x="5710" y="385"/>
                    <a:pt x="5719" y="269"/>
                  </a:cubicBezTo>
                  <a:cubicBezTo>
                    <a:pt x="5737" y="126"/>
                    <a:pt x="5630" y="1"/>
                    <a:pt x="54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2"/>
            <p:cNvSpPr/>
            <p:nvPr/>
          </p:nvSpPr>
          <p:spPr>
            <a:xfrm>
              <a:off x="6281450" y="2540675"/>
              <a:ext cx="143425" cy="11850"/>
            </a:xfrm>
            <a:custGeom>
              <a:avLst/>
              <a:gdLst/>
              <a:ahLst/>
              <a:cxnLst/>
              <a:rect l="l" t="t" r="r" b="b"/>
              <a:pathLst>
                <a:path w="5737" h="474" extrusionOk="0">
                  <a:moveTo>
                    <a:pt x="259" y="0"/>
                  </a:moveTo>
                  <a:cubicBezTo>
                    <a:pt x="143" y="0"/>
                    <a:pt x="27" y="89"/>
                    <a:pt x="18" y="205"/>
                  </a:cubicBezTo>
                  <a:cubicBezTo>
                    <a:pt x="1" y="348"/>
                    <a:pt x="108" y="473"/>
                    <a:pt x="250" y="473"/>
                  </a:cubicBezTo>
                  <a:lnTo>
                    <a:pt x="5478" y="473"/>
                  </a:lnTo>
                  <a:cubicBezTo>
                    <a:pt x="5603" y="473"/>
                    <a:pt x="5710" y="384"/>
                    <a:pt x="5719" y="268"/>
                  </a:cubicBezTo>
                  <a:cubicBezTo>
                    <a:pt x="5737" y="125"/>
                    <a:pt x="5630" y="0"/>
                    <a:pt x="54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2"/>
            <p:cNvSpPr/>
            <p:nvPr/>
          </p:nvSpPr>
          <p:spPr>
            <a:xfrm>
              <a:off x="6281450" y="2621850"/>
              <a:ext cx="62250" cy="11850"/>
            </a:xfrm>
            <a:custGeom>
              <a:avLst/>
              <a:gdLst/>
              <a:ahLst/>
              <a:cxnLst/>
              <a:rect l="l" t="t" r="r" b="b"/>
              <a:pathLst>
                <a:path w="2490" h="474" extrusionOk="0">
                  <a:moveTo>
                    <a:pt x="259" y="0"/>
                  </a:moveTo>
                  <a:cubicBezTo>
                    <a:pt x="143" y="0"/>
                    <a:pt x="27" y="90"/>
                    <a:pt x="18" y="206"/>
                  </a:cubicBezTo>
                  <a:cubicBezTo>
                    <a:pt x="1" y="348"/>
                    <a:pt x="108" y="473"/>
                    <a:pt x="250" y="473"/>
                  </a:cubicBezTo>
                  <a:lnTo>
                    <a:pt x="2231" y="473"/>
                  </a:lnTo>
                  <a:cubicBezTo>
                    <a:pt x="2347" y="473"/>
                    <a:pt x="2454" y="384"/>
                    <a:pt x="2472" y="268"/>
                  </a:cubicBezTo>
                  <a:cubicBezTo>
                    <a:pt x="2490" y="125"/>
                    <a:pt x="2374" y="0"/>
                    <a:pt x="2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2"/>
            <p:cNvSpPr/>
            <p:nvPr/>
          </p:nvSpPr>
          <p:spPr>
            <a:xfrm>
              <a:off x="6162125" y="2314300"/>
              <a:ext cx="388100" cy="403700"/>
            </a:xfrm>
            <a:custGeom>
              <a:avLst/>
              <a:gdLst/>
              <a:ahLst/>
              <a:cxnLst/>
              <a:rect l="l" t="t" r="r" b="b"/>
              <a:pathLst>
                <a:path w="15524" h="16148" extrusionOk="0">
                  <a:moveTo>
                    <a:pt x="11616" y="12302"/>
                  </a:moveTo>
                  <a:lnTo>
                    <a:pt x="8574" y="15327"/>
                  </a:lnTo>
                  <a:lnTo>
                    <a:pt x="8574" y="13427"/>
                  </a:lnTo>
                  <a:cubicBezTo>
                    <a:pt x="8574" y="12811"/>
                    <a:pt x="9082" y="12302"/>
                    <a:pt x="9707" y="12302"/>
                  </a:cubicBezTo>
                  <a:close/>
                  <a:moveTo>
                    <a:pt x="12794" y="0"/>
                  </a:moveTo>
                  <a:cubicBezTo>
                    <a:pt x="11455" y="0"/>
                    <a:pt x="10331" y="973"/>
                    <a:pt x="10108" y="2249"/>
                  </a:cubicBezTo>
                  <a:lnTo>
                    <a:pt x="1624" y="2249"/>
                  </a:lnTo>
                  <a:cubicBezTo>
                    <a:pt x="1624" y="2249"/>
                    <a:pt x="19" y="2962"/>
                    <a:pt x="36" y="3845"/>
                  </a:cubicBezTo>
                  <a:lnTo>
                    <a:pt x="36" y="11874"/>
                  </a:lnTo>
                  <a:cubicBezTo>
                    <a:pt x="31" y="11978"/>
                    <a:pt x="77" y="12013"/>
                    <a:pt x="142" y="12013"/>
                  </a:cubicBezTo>
                  <a:cubicBezTo>
                    <a:pt x="271" y="12013"/>
                    <a:pt x="474" y="11874"/>
                    <a:pt x="474" y="11874"/>
                  </a:cubicBezTo>
                  <a:lnTo>
                    <a:pt x="474" y="3845"/>
                  </a:lnTo>
                  <a:cubicBezTo>
                    <a:pt x="474" y="3230"/>
                    <a:pt x="982" y="2721"/>
                    <a:pt x="1607" y="2721"/>
                  </a:cubicBezTo>
                  <a:lnTo>
                    <a:pt x="10064" y="2721"/>
                  </a:lnTo>
                  <a:cubicBezTo>
                    <a:pt x="10064" y="2721"/>
                    <a:pt x="10064" y="2730"/>
                    <a:pt x="10064" y="2730"/>
                  </a:cubicBezTo>
                  <a:cubicBezTo>
                    <a:pt x="10064" y="3935"/>
                    <a:pt x="10849" y="4960"/>
                    <a:pt x="11946" y="5326"/>
                  </a:cubicBezTo>
                  <a:lnTo>
                    <a:pt x="11946" y="11830"/>
                  </a:lnTo>
                  <a:lnTo>
                    <a:pt x="9707" y="11830"/>
                  </a:lnTo>
                  <a:cubicBezTo>
                    <a:pt x="8815" y="11830"/>
                    <a:pt x="8101" y="12552"/>
                    <a:pt x="8101" y="13435"/>
                  </a:cubicBezTo>
                  <a:lnTo>
                    <a:pt x="8101" y="15675"/>
                  </a:lnTo>
                  <a:lnTo>
                    <a:pt x="1624" y="15675"/>
                  </a:lnTo>
                  <a:cubicBezTo>
                    <a:pt x="1624" y="15675"/>
                    <a:pt x="491" y="15157"/>
                    <a:pt x="509" y="14533"/>
                  </a:cubicBezTo>
                  <a:lnTo>
                    <a:pt x="509" y="13177"/>
                  </a:lnTo>
                  <a:cubicBezTo>
                    <a:pt x="503" y="13076"/>
                    <a:pt x="445" y="13042"/>
                    <a:pt x="370" y="13042"/>
                  </a:cubicBezTo>
                  <a:cubicBezTo>
                    <a:pt x="219" y="13042"/>
                    <a:pt x="1" y="13177"/>
                    <a:pt x="1" y="13177"/>
                  </a:cubicBezTo>
                  <a:lnTo>
                    <a:pt x="1" y="14542"/>
                  </a:lnTo>
                  <a:cubicBezTo>
                    <a:pt x="1" y="15425"/>
                    <a:pt x="723" y="16147"/>
                    <a:pt x="1607" y="16147"/>
                  </a:cubicBezTo>
                  <a:lnTo>
                    <a:pt x="8324" y="16147"/>
                  </a:lnTo>
                  <a:cubicBezTo>
                    <a:pt x="8387" y="16147"/>
                    <a:pt x="8449" y="16121"/>
                    <a:pt x="8494" y="16076"/>
                  </a:cubicBezTo>
                  <a:lnTo>
                    <a:pt x="12348" y="12240"/>
                  </a:lnTo>
                  <a:cubicBezTo>
                    <a:pt x="12392" y="12195"/>
                    <a:pt x="12419" y="12142"/>
                    <a:pt x="12419" y="12079"/>
                  </a:cubicBezTo>
                  <a:lnTo>
                    <a:pt x="12419" y="5433"/>
                  </a:lnTo>
                  <a:cubicBezTo>
                    <a:pt x="12535" y="5451"/>
                    <a:pt x="12660" y="5460"/>
                    <a:pt x="12794" y="5460"/>
                  </a:cubicBezTo>
                  <a:cubicBezTo>
                    <a:pt x="14292" y="5460"/>
                    <a:pt x="15523" y="4238"/>
                    <a:pt x="15523" y="2730"/>
                  </a:cubicBezTo>
                  <a:cubicBezTo>
                    <a:pt x="15523" y="2177"/>
                    <a:pt x="15354" y="1642"/>
                    <a:pt x="15033" y="1187"/>
                  </a:cubicBezTo>
                  <a:cubicBezTo>
                    <a:pt x="14984" y="1112"/>
                    <a:pt x="14917" y="1082"/>
                    <a:pt x="14850" y="1082"/>
                  </a:cubicBezTo>
                  <a:cubicBezTo>
                    <a:pt x="14685" y="1082"/>
                    <a:pt x="14522" y="1270"/>
                    <a:pt x="14649" y="1455"/>
                  </a:cubicBezTo>
                  <a:cubicBezTo>
                    <a:pt x="14952" y="1892"/>
                    <a:pt x="15086" y="2418"/>
                    <a:pt x="15033" y="2953"/>
                  </a:cubicBezTo>
                  <a:cubicBezTo>
                    <a:pt x="14926" y="4086"/>
                    <a:pt x="13971" y="4969"/>
                    <a:pt x="12829" y="4987"/>
                  </a:cubicBezTo>
                  <a:cubicBezTo>
                    <a:pt x="12818" y="4987"/>
                    <a:pt x="12807" y="4987"/>
                    <a:pt x="12796" y="4987"/>
                  </a:cubicBezTo>
                  <a:cubicBezTo>
                    <a:pt x="11545" y="4987"/>
                    <a:pt x="10537" y="3977"/>
                    <a:pt x="10537" y="2730"/>
                  </a:cubicBezTo>
                  <a:cubicBezTo>
                    <a:pt x="10537" y="1490"/>
                    <a:pt x="11545" y="473"/>
                    <a:pt x="12794" y="473"/>
                  </a:cubicBezTo>
                  <a:cubicBezTo>
                    <a:pt x="13142" y="473"/>
                    <a:pt x="13472" y="554"/>
                    <a:pt x="13784" y="705"/>
                  </a:cubicBezTo>
                  <a:cubicBezTo>
                    <a:pt x="13822" y="725"/>
                    <a:pt x="13860" y="734"/>
                    <a:pt x="13895" y="734"/>
                  </a:cubicBezTo>
                  <a:cubicBezTo>
                    <a:pt x="14111" y="734"/>
                    <a:pt x="14236" y="401"/>
                    <a:pt x="13998" y="286"/>
                  </a:cubicBezTo>
                  <a:cubicBezTo>
                    <a:pt x="13614" y="99"/>
                    <a:pt x="13213" y="0"/>
                    <a:pt x="12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2"/>
            <p:cNvSpPr/>
            <p:nvPr/>
          </p:nvSpPr>
          <p:spPr>
            <a:xfrm>
              <a:off x="6451850" y="2352625"/>
              <a:ext cx="61125" cy="60325"/>
            </a:xfrm>
            <a:custGeom>
              <a:avLst/>
              <a:gdLst/>
              <a:ahLst/>
              <a:cxnLst/>
              <a:rect l="l" t="t" r="r" b="b"/>
              <a:pathLst>
                <a:path w="2445" h="2413" extrusionOk="0">
                  <a:moveTo>
                    <a:pt x="1220" y="0"/>
                  </a:moveTo>
                  <a:cubicBezTo>
                    <a:pt x="1090" y="0"/>
                    <a:pt x="982" y="109"/>
                    <a:pt x="982" y="234"/>
                  </a:cubicBezTo>
                  <a:lnTo>
                    <a:pt x="982" y="965"/>
                  </a:lnTo>
                  <a:lnTo>
                    <a:pt x="259" y="965"/>
                  </a:lnTo>
                  <a:cubicBezTo>
                    <a:pt x="143" y="965"/>
                    <a:pt x="36" y="1055"/>
                    <a:pt x="18" y="1179"/>
                  </a:cubicBezTo>
                  <a:cubicBezTo>
                    <a:pt x="0" y="1322"/>
                    <a:pt x="116" y="1438"/>
                    <a:pt x="250" y="1438"/>
                  </a:cubicBezTo>
                  <a:lnTo>
                    <a:pt x="982" y="1438"/>
                  </a:lnTo>
                  <a:lnTo>
                    <a:pt x="982" y="2170"/>
                  </a:lnTo>
                  <a:cubicBezTo>
                    <a:pt x="982" y="2303"/>
                    <a:pt x="1090" y="2412"/>
                    <a:pt x="1220" y="2412"/>
                  </a:cubicBezTo>
                  <a:cubicBezTo>
                    <a:pt x="1230" y="2412"/>
                    <a:pt x="1239" y="2412"/>
                    <a:pt x="1249" y="2410"/>
                  </a:cubicBezTo>
                  <a:cubicBezTo>
                    <a:pt x="1374" y="2393"/>
                    <a:pt x="1454" y="2286"/>
                    <a:pt x="1454" y="2161"/>
                  </a:cubicBezTo>
                  <a:lnTo>
                    <a:pt x="1454" y="1438"/>
                  </a:lnTo>
                  <a:lnTo>
                    <a:pt x="2177" y="1438"/>
                  </a:lnTo>
                  <a:cubicBezTo>
                    <a:pt x="2302" y="1438"/>
                    <a:pt x="2409" y="1358"/>
                    <a:pt x="2427" y="1233"/>
                  </a:cubicBezTo>
                  <a:cubicBezTo>
                    <a:pt x="2445" y="1090"/>
                    <a:pt x="2329" y="965"/>
                    <a:pt x="2186" y="965"/>
                  </a:cubicBezTo>
                  <a:lnTo>
                    <a:pt x="1454" y="965"/>
                  </a:lnTo>
                  <a:lnTo>
                    <a:pt x="1454" y="243"/>
                  </a:lnTo>
                  <a:cubicBezTo>
                    <a:pt x="1454" y="127"/>
                    <a:pt x="1374" y="20"/>
                    <a:pt x="1249" y="2"/>
                  </a:cubicBezTo>
                  <a:cubicBezTo>
                    <a:pt x="1239" y="1"/>
                    <a:pt x="1230" y="0"/>
                    <a:pt x="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4145;p70"/>
          <p:cNvGrpSpPr/>
          <p:nvPr/>
        </p:nvGrpSpPr>
        <p:grpSpPr>
          <a:xfrm>
            <a:off x="4338003" y="1829270"/>
            <a:ext cx="467988" cy="463020"/>
            <a:chOff x="2879567" y="2072861"/>
            <a:chExt cx="378008" cy="373996"/>
          </a:xfrm>
        </p:grpSpPr>
        <p:sp>
          <p:nvSpPr>
            <p:cNvPr id="55" name="Google Shape;4146;p70"/>
            <p:cNvSpPr/>
            <p:nvPr/>
          </p:nvSpPr>
          <p:spPr>
            <a:xfrm>
              <a:off x="3006584" y="2223254"/>
              <a:ext cx="124994" cy="218287"/>
            </a:xfrm>
            <a:custGeom>
              <a:avLst/>
              <a:gdLst/>
              <a:ahLst/>
              <a:cxnLst/>
              <a:rect l="l" t="t" r="r" b="b"/>
              <a:pathLst>
                <a:path w="5390" h="9413" extrusionOk="0">
                  <a:moveTo>
                    <a:pt x="2694" y="0"/>
                  </a:moveTo>
                  <a:cubicBezTo>
                    <a:pt x="1768" y="0"/>
                    <a:pt x="1009" y="754"/>
                    <a:pt x="1009" y="1696"/>
                  </a:cubicBezTo>
                  <a:cubicBezTo>
                    <a:pt x="1009" y="2374"/>
                    <a:pt x="1401" y="2954"/>
                    <a:pt x="1981" y="3222"/>
                  </a:cubicBezTo>
                  <a:cubicBezTo>
                    <a:pt x="839" y="3543"/>
                    <a:pt x="1" y="4587"/>
                    <a:pt x="1" y="5827"/>
                  </a:cubicBezTo>
                  <a:lnTo>
                    <a:pt x="1" y="9413"/>
                  </a:lnTo>
                  <a:lnTo>
                    <a:pt x="5389" y="9413"/>
                  </a:lnTo>
                  <a:lnTo>
                    <a:pt x="5389" y="5827"/>
                  </a:lnTo>
                  <a:cubicBezTo>
                    <a:pt x="5389" y="4587"/>
                    <a:pt x="4551" y="3543"/>
                    <a:pt x="3409" y="3222"/>
                  </a:cubicBezTo>
                  <a:cubicBezTo>
                    <a:pt x="4015" y="2945"/>
                    <a:pt x="4426" y="2312"/>
                    <a:pt x="4381" y="1598"/>
                  </a:cubicBezTo>
                  <a:cubicBezTo>
                    <a:pt x="4336" y="733"/>
                    <a:pt x="3623" y="37"/>
                    <a:pt x="2757" y="1"/>
                  </a:cubicBezTo>
                  <a:cubicBezTo>
                    <a:pt x="2736" y="1"/>
                    <a:pt x="2715" y="0"/>
                    <a:pt x="26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47;p70"/>
            <p:cNvSpPr/>
            <p:nvPr/>
          </p:nvSpPr>
          <p:spPr>
            <a:xfrm>
              <a:off x="2943899" y="2306208"/>
              <a:ext cx="125388" cy="135337"/>
            </a:xfrm>
            <a:custGeom>
              <a:avLst/>
              <a:gdLst/>
              <a:ahLst/>
              <a:cxnLst/>
              <a:rect l="l" t="t" r="r" b="b"/>
              <a:pathLst>
                <a:path w="5407" h="5836" extrusionOk="0">
                  <a:moveTo>
                    <a:pt x="2702" y="0"/>
                  </a:moveTo>
                  <a:cubicBezTo>
                    <a:pt x="1768" y="0"/>
                    <a:pt x="1009" y="763"/>
                    <a:pt x="1009" y="1697"/>
                  </a:cubicBezTo>
                  <a:cubicBezTo>
                    <a:pt x="1009" y="2375"/>
                    <a:pt x="1410" y="2963"/>
                    <a:pt x="1981" y="3231"/>
                  </a:cubicBezTo>
                  <a:cubicBezTo>
                    <a:pt x="839" y="3543"/>
                    <a:pt x="1" y="4587"/>
                    <a:pt x="1" y="5836"/>
                  </a:cubicBezTo>
                  <a:lnTo>
                    <a:pt x="5407" y="5836"/>
                  </a:lnTo>
                  <a:cubicBezTo>
                    <a:pt x="5407" y="4587"/>
                    <a:pt x="4559" y="3543"/>
                    <a:pt x="3418" y="3231"/>
                  </a:cubicBezTo>
                  <a:cubicBezTo>
                    <a:pt x="4024" y="2946"/>
                    <a:pt x="4435" y="2321"/>
                    <a:pt x="4390" y="1599"/>
                  </a:cubicBezTo>
                  <a:cubicBezTo>
                    <a:pt x="4345" y="733"/>
                    <a:pt x="3641" y="37"/>
                    <a:pt x="2766" y="2"/>
                  </a:cubicBezTo>
                  <a:cubicBezTo>
                    <a:pt x="2745" y="1"/>
                    <a:pt x="2724" y="0"/>
                    <a:pt x="27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48;p70"/>
            <p:cNvSpPr/>
            <p:nvPr/>
          </p:nvSpPr>
          <p:spPr>
            <a:xfrm>
              <a:off x="3069269" y="2306208"/>
              <a:ext cx="125203" cy="135337"/>
            </a:xfrm>
            <a:custGeom>
              <a:avLst/>
              <a:gdLst/>
              <a:ahLst/>
              <a:cxnLst/>
              <a:rect l="l" t="t" r="r" b="b"/>
              <a:pathLst>
                <a:path w="5399" h="5836" extrusionOk="0">
                  <a:moveTo>
                    <a:pt x="2703" y="0"/>
                  </a:moveTo>
                  <a:cubicBezTo>
                    <a:pt x="1768" y="0"/>
                    <a:pt x="1009" y="763"/>
                    <a:pt x="1009" y="1697"/>
                  </a:cubicBezTo>
                  <a:cubicBezTo>
                    <a:pt x="1009" y="2375"/>
                    <a:pt x="1402" y="2963"/>
                    <a:pt x="1981" y="3231"/>
                  </a:cubicBezTo>
                  <a:cubicBezTo>
                    <a:pt x="840" y="3543"/>
                    <a:pt x="1" y="4587"/>
                    <a:pt x="1" y="5836"/>
                  </a:cubicBezTo>
                  <a:lnTo>
                    <a:pt x="5398" y="5836"/>
                  </a:lnTo>
                  <a:cubicBezTo>
                    <a:pt x="5398" y="4587"/>
                    <a:pt x="4560" y="3543"/>
                    <a:pt x="3418" y="3231"/>
                  </a:cubicBezTo>
                  <a:cubicBezTo>
                    <a:pt x="4024" y="2946"/>
                    <a:pt x="4426" y="2321"/>
                    <a:pt x="4390" y="1599"/>
                  </a:cubicBezTo>
                  <a:cubicBezTo>
                    <a:pt x="4345" y="733"/>
                    <a:pt x="3632" y="37"/>
                    <a:pt x="2766" y="2"/>
                  </a:cubicBezTo>
                  <a:cubicBezTo>
                    <a:pt x="2745" y="1"/>
                    <a:pt x="2724" y="0"/>
                    <a:pt x="2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49;p70"/>
            <p:cNvSpPr/>
            <p:nvPr/>
          </p:nvSpPr>
          <p:spPr>
            <a:xfrm>
              <a:off x="3019408" y="2078241"/>
              <a:ext cx="99531" cy="115254"/>
            </a:xfrm>
            <a:custGeom>
              <a:avLst/>
              <a:gdLst/>
              <a:ahLst/>
              <a:cxnLst/>
              <a:rect l="l" t="t" r="r" b="b"/>
              <a:pathLst>
                <a:path w="4292" h="4970" extrusionOk="0">
                  <a:moveTo>
                    <a:pt x="2151" y="1"/>
                  </a:moveTo>
                  <a:cubicBezTo>
                    <a:pt x="964" y="1"/>
                    <a:pt x="1" y="964"/>
                    <a:pt x="1" y="2151"/>
                  </a:cubicBezTo>
                  <a:cubicBezTo>
                    <a:pt x="1" y="3194"/>
                    <a:pt x="750" y="4069"/>
                    <a:pt x="1732" y="4256"/>
                  </a:cubicBezTo>
                  <a:lnTo>
                    <a:pt x="2151" y="4970"/>
                  </a:lnTo>
                  <a:lnTo>
                    <a:pt x="2561" y="4256"/>
                  </a:lnTo>
                  <a:cubicBezTo>
                    <a:pt x="3552" y="4069"/>
                    <a:pt x="4292" y="3194"/>
                    <a:pt x="4292" y="2151"/>
                  </a:cubicBezTo>
                  <a:cubicBezTo>
                    <a:pt x="4292" y="964"/>
                    <a:pt x="3329" y="1"/>
                    <a:pt x="2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50;p70"/>
            <p:cNvSpPr/>
            <p:nvPr/>
          </p:nvSpPr>
          <p:spPr>
            <a:xfrm>
              <a:off x="2886594" y="2187238"/>
              <a:ext cx="100992" cy="104123"/>
            </a:xfrm>
            <a:custGeom>
              <a:avLst/>
              <a:gdLst/>
              <a:ahLst/>
              <a:cxnLst/>
              <a:rect l="l" t="t" r="r" b="b"/>
              <a:pathLst>
                <a:path w="4355" h="4490" extrusionOk="0">
                  <a:moveTo>
                    <a:pt x="2202" y="0"/>
                  </a:moveTo>
                  <a:cubicBezTo>
                    <a:pt x="2170" y="0"/>
                    <a:pt x="2138" y="1"/>
                    <a:pt x="2106" y="2"/>
                  </a:cubicBezTo>
                  <a:cubicBezTo>
                    <a:pt x="1000" y="56"/>
                    <a:pt x="108" y="948"/>
                    <a:pt x="63" y="2045"/>
                  </a:cubicBezTo>
                  <a:cubicBezTo>
                    <a:pt x="1" y="3276"/>
                    <a:pt x="982" y="4293"/>
                    <a:pt x="2204" y="4293"/>
                  </a:cubicBezTo>
                  <a:cubicBezTo>
                    <a:pt x="2454" y="4293"/>
                    <a:pt x="2695" y="4248"/>
                    <a:pt x="2918" y="4177"/>
                  </a:cubicBezTo>
                  <a:lnTo>
                    <a:pt x="3569" y="4489"/>
                  </a:lnTo>
                  <a:lnTo>
                    <a:pt x="3569" y="3802"/>
                  </a:lnTo>
                  <a:cubicBezTo>
                    <a:pt x="4042" y="3410"/>
                    <a:pt x="4354" y="2812"/>
                    <a:pt x="4354" y="2152"/>
                  </a:cubicBezTo>
                  <a:cubicBezTo>
                    <a:pt x="4354" y="962"/>
                    <a:pt x="3390" y="0"/>
                    <a:pt x="22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51;p70"/>
            <p:cNvSpPr/>
            <p:nvPr/>
          </p:nvSpPr>
          <p:spPr>
            <a:xfrm>
              <a:off x="3151411" y="2187238"/>
              <a:ext cx="100784" cy="104123"/>
            </a:xfrm>
            <a:custGeom>
              <a:avLst/>
              <a:gdLst/>
              <a:ahLst/>
              <a:cxnLst/>
              <a:rect l="l" t="t" r="r" b="b"/>
              <a:pathLst>
                <a:path w="4346" h="4490" extrusionOk="0">
                  <a:moveTo>
                    <a:pt x="2153" y="0"/>
                  </a:moveTo>
                  <a:cubicBezTo>
                    <a:pt x="965" y="0"/>
                    <a:pt x="1" y="962"/>
                    <a:pt x="1" y="2152"/>
                  </a:cubicBezTo>
                  <a:cubicBezTo>
                    <a:pt x="1" y="2812"/>
                    <a:pt x="304" y="3410"/>
                    <a:pt x="786" y="3802"/>
                  </a:cubicBezTo>
                  <a:lnTo>
                    <a:pt x="786" y="4489"/>
                  </a:lnTo>
                  <a:lnTo>
                    <a:pt x="1437" y="4177"/>
                  </a:lnTo>
                  <a:cubicBezTo>
                    <a:pt x="1660" y="4248"/>
                    <a:pt x="1901" y="4293"/>
                    <a:pt x="2151" y="4293"/>
                  </a:cubicBezTo>
                  <a:cubicBezTo>
                    <a:pt x="3364" y="4293"/>
                    <a:pt x="4345" y="3276"/>
                    <a:pt x="4292" y="2045"/>
                  </a:cubicBezTo>
                  <a:cubicBezTo>
                    <a:pt x="4238" y="948"/>
                    <a:pt x="3346" y="56"/>
                    <a:pt x="2249" y="2"/>
                  </a:cubicBezTo>
                  <a:cubicBezTo>
                    <a:pt x="2217" y="1"/>
                    <a:pt x="2185" y="0"/>
                    <a:pt x="2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152;p70"/>
            <p:cNvSpPr/>
            <p:nvPr/>
          </p:nvSpPr>
          <p:spPr>
            <a:xfrm>
              <a:off x="2938310" y="2217897"/>
              <a:ext cx="208177" cy="228932"/>
            </a:xfrm>
            <a:custGeom>
              <a:avLst/>
              <a:gdLst/>
              <a:ahLst/>
              <a:cxnLst/>
              <a:rect l="l" t="t" r="r" b="b"/>
              <a:pathLst>
                <a:path w="8977" h="9872" extrusionOk="0">
                  <a:moveTo>
                    <a:pt x="5648" y="473"/>
                  </a:moveTo>
                  <a:cubicBezTo>
                    <a:pt x="6451" y="473"/>
                    <a:pt x="7102" y="1124"/>
                    <a:pt x="7102" y="1927"/>
                  </a:cubicBezTo>
                  <a:cubicBezTo>
                    <a:pt x="7102" y="2489"/>
                    <a:pt x="6772" y="3007"/>
                    <a:pt x="6263" y="3248"/>
                  </a:cubicBezTo>
                  <a:cubicBezTo>
                    <a:pt x="6067" y="3337"/>
                    <a:pt x="6094" y="3631"/>
                    <a:pt x="6299" y="3685"/>
                  </a:cubicBezTo>
                  <a:cubicBezTo>
                    <a:pt x="6585" y="3765"/>
                    <a:pt x="6852" y="3899"/>
                    <a:pt x="7084" y="4068"/>
                  </a:cubicBezTo>
                  <a:cubicBezTo>
                    <a:pt x="6986" y="4158"/>
                    <a:pt x="6888" y="4265"/>
                    <a:pt x="6808" y="4381"/>
                  </a:cubicBezTo>
                  <a:cubicBezTo>
                    <a:pt x="6362" y="4978"/>
                    <a:pt x="6299" y="5754"/>
                    <a:pt x="6638" y="6397"/>
                  </a:cubicBezTo>
                  <a:cubicBezTo>
                    <a:pt x="6754" y="6620"/>
                    <a:pt x="6915" y="6825"/>
                    <a:pt x="7102" y="6986"/>
                  </a:cubicBezTo>
                  <a:cubicBezTo>
                    <a:pt x="6451" y="7289"/>
                    <a:pt x="5924" y="7833"/>
                    <a:pt x="5639" y="8493"/>
                  </a:cubicBezTo>
                  <a:cubicBezTo>
                    <a:pt x="5362" y="7833"/>
                    <a:pt x="4845" y="7289"/>
                    <a:pt x="4185" y="6986"/>
                  </a:cubicBezTo>
                  <a:cubicBezTo>
                    <a:pt x="4613" y="6620"/>
                    <a:pt x="4872" y="6085"/>
                    <a:pt x="4872" y="5505"/>
                  </a:cubicBezTo>
                  <a:cubicBezTo>
                    <a:pt x="4872" y="4934"/>
                    <a:pt x="4613" y="4407"/>
                    <a:pt x="4212" y="4059"/>
                  </a:cubicBezTo>
                  <a:cubicBezTo>
                    <a:pt x="4453" y="3890"/>
                    <a:pt x="4711" y="3765"/>
                    <a:pt x="4988" y="3685"/>
                  </a:cubicBezTo>
                  <a:cubicBezTo>
                    <a:pt x="5193" y="3631"/>
                    <a:pt x="5220" y="3337"/>
                    <a:pt x="5023" y="3248"/>
                  </a:cubicBezTo>
                  <a:cubicBezTo>
                    <a:pt x="4515" y="3007"/>
                    <a:pt x="4185" y="2489"/>
                    <a:pt x="4185" y="1927"/>
                  </a:cubicBezTo>
                  <a:cubicBezTo>
                    <a:pt x="4185" y="1124"/>
                    <a:pt x="4845" y="473"/>
                    <a:pt x="5648" y="473"/>
                  </a:cubicBezTo>
                  <a:close/>
                  <a:moveTo>
                    <a:pt x="5648" y="0"/>
                  </a:moveTo>
                  <a:cubicBezTo>
                    <a:pt x="4577" y="0"/>
                    <a:pt x="3712" y="866"/>
                    <a:pt x="3712" y="1927"/>
                  </a:cubicBezTo>
                  <a:cubicBezTo>
                    <a:pt x="3712" y="2498"/>
                    <a:pt x="3971" y="3042"/>
                    <a:pt x="4399" y="3399"/>
                  </a:cubicBezTo>
                  <a:cubicBezTo>
                    <a:pt x="4185" y="3506"/>
                    <a:pt x="3980" y="3631"/>
                    <a:pt x="3801" y="3783"/>
                  </a:cubicBezTo>
                  <a:cubicBezTo>
                    <a:pt x="3543" y="3649"/>
                    <a:pt x="3248" y="3578"/>
                    <a:pt x="2945" y="3578"/>
                  </a:cubicBezTo>
                  <a:cubicBezTo>
                    <a:pt x="1874" y="3578"/>
                    <a:pt x="1009" y="4443"/>
                    <a:pt x="1009" y="5505"/>
                  </a:cubicBezTo>
                  <a:cubicBezTo>
                    <a:pt x="1009" y="6085"/>
                    <a:pt x="1268" y="6620"/>
                    <a:pt x="1696" y="6986"/>
                  </a:cubicBezTo>
                  <a:cubicBezTo>
                    <a:pt x="679" y="7458"/>
                    <a:pt x="1" y="8493"/>
                    <a:pt x="1" y="9644"/>
                  </a:cubicBezTo>
                  <a:cubicBezTo>
                    <a:pt x="1" y="9796"/>
                    <a:pt x="119" y="9871"/>
                    <a:pt x="237" y="9871"/>
                  </a:cubicBezTo>
                  <a:cubicBezTo>
                    <a:pt x="356" y="9871"/>
                    <a:pt x="474" y="9796"/>
                    <a:pt x="474" y="9644"/>
                  </a:cubicBezTo>
                  <a:cubicBezTo>
                    <a:pt x="474" y="8538"/>
                    <a:pt x="1223" y="7565"/>
                    <a:pt x="2285" y="7271"/>
                  </a:cubicBezTo>
                  <a:cubicBezTo>
                    <a:pt x="2490" y="7209"/>
                    <a:pt x="2517" y="6914"/>
                    <a:pt x="2320" y="6825"/>
                  </a:cubicBezTo>
                  <a:cubicBezTo>
                    <a:pt x="1812" y="6584"/>
                    <a:pt x="1482" y="6067"/>
                    <a:pt x="1482" y="5505"/>
                  </a:cubicBezTo>
                  <a:cubicBezTo>
                    <a:pt x="1482" y="4702"/>
                    <a:pt x="2142" y="4051"/>
                    <a:pt x="2945" y="4051"/>
                  </a:cubicBezTo>
                  <a:cubicBezTo>
                    <a:pt x="3748" y="4051"/>
                    <a:pt x="4399" y="4702"/>
                    <a:pt x="4399" y="5505"/>
                  </a:cubicBezTo>
                  <a:cubicBezTo>
                    <a:pt x="4399" y="6067"/>
                    <a:pt x="4069" y="6584"/>
                    <a:pt x="3560" y="6825"/>
                  </a:cubicBezTo>
                  <a:cubicBezTo>
                    <a:pt x="3364" y="6914"/>
                    <a:pt x="3391" y="7209"/>
                    <a:pt x="3596" y="7271"/>
                  </a:cubicBezTo>
                  <a:cubicBezTo>
                    <a:pt x="4667" y="7565"/>
                    <a:pt x="5407" y="8538"/>
                    <a:pt x="5407" y="9644"/>
                  </a:cubicBezTo>
                  <a:cubicBezTo>
                    <a:pt x="5407" y="9796"/>
                    <a:pt x="5525" y="9871"/>
                    <a:pt x="5643" y="9871"/>
                  </a:cubicBezTo>
                  <a:cubicBezTo>
                    <a:pt x="5762" y="9871"/>
                    <a:pt x="5880" y="9796"/>
                    <a:pt x="5880" y="9644"/>
                  </a:cubicBezTo>
                  <a:cubicBezTo>
                    <a:pt x="5880" y="9394"/>
                    <a:pt x="5916" y="9153"/>
                    <a:pt x="5987" y="8921"/>
                  </a:cubicBezTo>
                  <a:cubicBezTo>
                    <a:pt x="6237" y="8127"/>
                    <a:pt x="6888" y="7494"/>
                    <a:pt x="7691" y="7271"/>
                  </a:cubicBezTo>
                  <a:cubicBezTo>
                    <a:pt x="7896" y="7209"/>
                    <a:pt x="7923" y="6914"/>
                    <a:pt x="7727" y="6825"/>
                  </a:cubicBezTo>
                  <a:cubicBezTo>
                    <a:pt x="7441" y="6691"/>
                    <a:pt x="7200" y="6459"/>
                    <a:pt x="7057" y="6183"/>
                  </a:cubicBezTo>
                  <a:cubicBezTo>
                    <a:pt x="6799" y="5692"/>
                    <a:pt x="6843" y="5121"/>
                    <a:pt x="7182" y="4657"/>
                  </a:cubicBezTo>
                  <a:cubicBezTo>
                    <a:pt x="7468" y="4273"/>
                    <a:pt x="7901" y="4054"/>
                    <a:pt x="8356" y="4054"/>
                  </a:cubicBezTo>
                  <a:cubicBezTo>
                    <a:pt x="8440" y="4054"/>
                    <a:pt x="8525" y="4062"/>
                    <a:pt x="8610" y="4077"/>
                  </a:cubicBezTo>
                  <a:cubicBezTo>
                    <a:pt x="8626" y="4080"/>
                    <a:pt x="8642" y="4082"/>
                    <a:pt x="8657" y="4082"/>
                  </a:cubicBezTo>
                  <a:cubicBezTo>
                    <a:pt x="8921" y="4082"/>
                    <a:pt x="8977" y="3664"/>
                    <a:pt x="8690" y="3604"/>
                  </a:cubicBezTo>
                  <a:cubicBezTo>
                    <a:pt x="8580" y="3585"/>
                    <a:pt x="8469" y="3576"/>
                    <a:pt x="8358" y="3576"/>
                  </a:cubicBezTo>
                  <a:cubicBezTo>
                    <a:pt x="8058" y="3576"/>
                    <a:pt x="7762" y="3646"/>
                    <a:pt x="7495" y="3783"/>
                  </a:cubicBezTo>
                  <a:cubicBezTo>
                    <a:pt x="7307" y="3631"/>
                    <a:pt x="7102" y="3506"/>
                    <a:pt x="6888" y="3399"/>
                  </a:cubicBezTo>
                  <a:cubicBezTo>
                    <a:pt x="7316" y="3042"/>
                    <a:pt x="7575" y="2498"/>
                    <a:pt x="7575" y="1927"/>
                  </a:cubicBezTo>
                  <a:cubicBezTo>
                    <a:pt x="7575" y="866"/>
                    <a:pt x="6710" y="0"/>
                    <a:pt x="56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153;p70"/>
            <p:cNvSpPr/>
            <p:nvPr/>
          </p:nvSpPr>
          <p:spPr>
            <a:xfrm>
              <a:off x="3141486" y="2321537"/>
              <a:ext cx="58763" cy="125319"/>
            </a:xfrm>
            <a:custGeom>
              <a:avLst/>
              <a:gdLst/>
              <a:ahLst/>
              <a:cxnLst/>
              <a:rect l="l" t="t" r="r" b="b"/>
              <a:pathLst>
                <a:path w="2534" h="5404" extrusionOk="0">
                  <a:moveTo>
                    <a:pt x="1091" y="1"/>
                  </a:moveTo>
                  <a:cubicBezTo>
                    <a:pt x="932" y="1"/>
                    <a:pt x="769" y="167"/>
                    <a:pt x="866" y="349"/>
                  </a:cubicBezTo>
                  <a:cubicBezTo>
                    <a:pt x="1053" y="688"/>
                    <a:pt x="1089" y="1107"/>
                    <a:pt x="964" y="1491"/>
                  </a:cubicBezTo>
                  <a:cubicBezTo>
                    <a:pt x="830" y="1874"/>
                    <a:pt x="562" y="2195"/>
                    <a:pt x="206" y="2356"/>
                  </a:cubicBezTo>
                  <a:cubicBezTo>
                    <a:pt x="0" y="2454"/>
                    <a:pt x="45" y="2740"/>
                    <a:pt x="241" y="2802"/>
                  </a:cubicBezTo>
                  <a:cubicBezTo>
                    <a:pt x="1285" y="3096"/>
                    <a:pt x="2061" y="4122"/>
                    <a:pt x="2052" y="5175"/>
                  </a:cubicBezTo>
                  <a:cubicBezTo>
                    <a:pt x="2048" y="5325"/>
                    <a:pt x="2169" y="5404"/>
                    <a:pt x="2290" y="5404"/>
                  </a:cubicBezTo>
                  <a:cubicBezTo>
                    <a:pt x="2405" y="5404"/>
                    <a:pt x="2521" y="5332"/>
                    <a:pt x="2525" y="5184"/>
                  </a:cubicBezTo>
                  <a:cubicBezTo>
                    <a:pt x="2534" y="4104"/>
                    <a:pt x="1865" y="3052"/>
                    <a:pt x="884" y="2552"/>
                  </a:cubicBezTo>
                  <a:cubicBezTo>
                    <a:pt x="901" y="2517"/>
                    <a:pt x="901" y="2481"/>
                    <a:pt x="901" y="2445"/>
                  </a:cubicBezTo>
                  <a:cubicBezTo>
                    <a:pt x="1133" y="2222"/>
                    <a:pt x="1312" y="1946"/>
                    <a:pt x="1410" y="1633"/>
                  </a:cubicBezTo>
                  <a:cubicBezTo>
                    <a:pt x="1579" y="1134"/>
                    <a:pt x="1535" y="581"/>
                    <a:pt x="1285" y="126"/>
                  </a:cubicBezTo>
                  <a:cubicBezTo>
                    <a:pt x="1239" y="37"/>
                    <a:pt x="1166" y="1"/>
                    <a:pt x="10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154;p70"/>
            <p:cNvSpPr/>
            <p:nvPr/>
          </p:nvSpPr>
          <p:spPr>
            <a:xfrm>
              <a:off x="3014051" y="2072861"/>
              <a:ext cx="110477" cy="126177"/>
            </a:xfrm>
            <a:custGeom>
              <a:avLst/>
              <a:gdLst/>
              <a:ahLst/>
              <a:cxnLst/>
              <a:rect l="l" t="t" r="r" b="b"/>
              <a:pathLst>
                <a:path w="4764" h="5441" extrusionOk="0">
                  <a:moveTo>
                    <a:pt x="2382" y="474"/>
                  </a:moveTo>
                  <a:cubicBezTo>
                    <a:pt x="3435" y="474"/>
                    <a:pt x="4291" y="1330"/>
                    <a:pt x="4291" y="2383"/>
                  </a:cubicBezTo>
                  <a:cubicBezTo>
                    <a:pt x="4291" y="3293"/>
                    <a:pt x="3640" y="4087"/>
                    <a:pt x="2748" y="4256"/>
                  </a:cubicBezTo>
                  <a:cubicBezTo>
                    <a:pt x="2676" y="4274"/>
                    <a:pt x="2623" y="4310"/>
                    <a:pt x="2587" y="4372"/>
                  </a:cubicBezTo>
                  <a:lnTo>
                    <a:pt x="2382" y="4729"/>
                  </a:lnTo>
                  <a:lnTo>
                    <a:pt x="2168" y="4372"/>
                  </a:lnTo>
                  <a:cubicBezTo>
                    <a:pt x="2132" y="4310"/>
                    <a:pt x="2079" y="4274"/>
                    <a:pt x="2007" y="4256"/>
                  </a:cubicBezTo>
                  <a:cubicBezTo>
                    <a:pt x="1115" y="4087"/>
                    <a:pt x="464" y="3293"/>
                    <a:pt x="464" y="2383"/>
                  </a:cubicBezTo>
                  <a:cubicBezTo>
                    <a:pt x="464" y="1330"/>
                    <a:pt x="1329" y="474"/>
                    <a:pt x="2382" y="474"/>
                  </a:cubicBezTo>
                  <a:close/>
                  <a:moveTo>
                    <a:pt x="2382" y="1"/>
                  </a:moveTo>
                  <a:cubicBezTo>
                    <a:pt x="1062" y="1"/>
                    <a:pt x="0" y="1071"/>
                    <a:pt x="0" y="2383"/>
                  </a:cubicBezTo>
                  <a:cubicBezTo>
                    <a:pt x="0" y="3480"/>
                    <a:pt x="749" y="4443"/>
                    <a:pt x="1811" y="4693"/>
                  </a:cubicBezTo>
                  <a:lnTo>
                    <a:pt x="2177" y="5327"/>
                  </a:lnTo>
                  <a:cubicBezTo>
                    <a:pt x="2221" y="5402"/>
                    <a:pt x="2299" y="5440"/>
                    <a:pt x="2379" y="5440"/>
                  </a:cubicBezTo>
                  <a:cubicBezTo>
                    <a:pt x="2458" y="5440"/>
                    <a:pt x="2538" y="5402"/>
                    <a:pt x="2587" y="5327"/>
                  </a:cubicBezTo>
                  <a:lnTo>
                    <a:pt x="2944" y="4693"/>
                  </a:lnTo>
                  <a:cubicBezTo>
                    <a:pt x="4006" y="4443"/>
                    <a:pt x="4764" y="3480"/>
                    <a:pt x="4764" y="2383"/>
                  </a:cubicBezTo>
                  <a:cubicBezTo>
                    <a:pt x="4764" y="1071"/>
                    <a:pt x="3693" y="1"/>
                    <a:pt x="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155;p70"/>
            <p:cNvSpPr/>
            <p:nvPr/>
          </p:nvSpPr>
          <p:spPr>
            <a:xfrm>
              <a:off x="2879567" y="2181905"/>
              <a:ext cx="112982" cy="114906"/>
            </a:xfrm>
            <a:custGeom>
              <a:avLst/>
              <a:gdLst/>
              <a:ahLst/>
              <a:cxnLst/>
              <a:rect l="l" t="t" r="r" b="b"/>
              <a:pathLst>
                <a:path w="4872" h="4955" extrusionOk="0">
                  <a:moveTo>
                    <a:pt x="2489" y="0"/>
                  </a:moveTo>
                  <a:cubicBezTo>
                    <a:pt x="1927" y="0"/>
                    <a:pt x="1374" y="196"/>
                    <a:pt x="946" y="571"/>
                  </a:cubicBezTo>
                  <a:cubicBezTo>
                    <a:pt x="857" y="642"/>
                    <a:pt x="830" y="767"/>
                    <a:pt x="884" y="865"/>
                  </a:cubicBezTo>
                  <a:cubicBezTo>
                    <a:pt x="931" y="945"/>
                    <a:pt x="1011" y="987"/>
                    <a:pt x="1092" y="987"/>
                  </a:cubicBezTo>
                  <a:cubicBezTo>
                    <a:pt x="1147" y="987"/>
                    <a:pt x="1202" y="968"/>
                    <a:pt x="1249" y="928"/>
                  </a:cubicBezTo>
                  <a:cubicBezTo>
                    <a:pt x="1597" y="634"/>
                    <a:pt x="2034" y="473"/>
                    <a:pt x="2489" y="473"/>
                  </a:cubicBezTo>
                  <a:cubicBezTo>
                    <a:pt x="3542" y="473"/>
                    <a:pt x="4398" y="1329"/>
                    <a:pt x="4398" y="2382"/>
                  </a:cubicBezTo>
                  <a:cubicBezTo>
                    <a:pt x="4398" y="2953"/>
                    <a:pt x="4149" y="3488"/>
                    <a:pt x="3703" y="3854"/>
                  </a:cubicBezTo>
                  <a:cubicBezTo>
                    <a:pt x="3649" y="3899"/>
                    <a:pt x="3622" y="3961"/>
                    <a:pt x="3622" y="4032"/>
                  </a:cubicBezTo>
                  <a:lnTo>
                    <a:pt x="3622" y="4345"/>
                  </a:lnTo>
                  <a:lnTo>
                    <a:pt x="3301" y="4193"/>
                  </a:lnTo>
                  <a:cubicBezTo>
                    <a:pt x="3270" y="4177"/>
                    <a:pt x="3236" y="4168"/>
                    <a:pt x="3201" y="4168"/>
                  </a:cubicBezTo>
                  <a:cubicBezTo>
                    <a:pt x="3175" y="4168"/>
                    <a:pt x="3149" y="4173"/>
                    <a:pt x="3123" y="4184"/>
                  </a:cubicBezTo>
                  <a:cubicBezTo>
                    <a:pt x="2918" y="4255"/>
                    <a:pt x="2712" y="4291"/>
                    <a:pt x="2489" y="4291"/>
                  </a:cubicBezTo>
                  <a:cubicBezTo>
                    <a:pt x="1901" y="4291"/>
                    <a:pt x="1356" y="4015"/>
                    <a:pt x="982" y="3533"/>
                  </a:cubicBezTo>
                  <a:cubicBezTo>
                    <a:pt x="616" y="3051"/>
                    <a:pt x="491" y="2445"/>
                    <a:pt x="652" y="1874"/>
                  </a:cubicBezTo>
                  <a:cubicBezTo>
                    <a:pt x="687" y="1749"/>
                    <a:pt x="607" y="1615"/>
                    <a:pt x="482" y="1588"/>
                  </a:cubicBezTo>
                  <a:cubicBezTo>
                    <a:pt x="460" y="1582"/>
                    <a:pt x="439" y="1579"/>
                    <a:pt x="417" y="1579"/>
                  </a:cubicBezTo>
                  <a:cubicBezTo>
                    <a:pt x="316" y="1579"/>
                    <a:pt x="226" y="1646"/>
                    <a:pt x="197" y="1749"/>
                  </a:cubicBezTo>
                  <a:cubicBezTo>
                    <a:pt x="0" y="2462"/>
                    <a:pt x="152" y="3212"/>
                    <a:pt x="607" y="3818"/>
                  </a:cubicBezTo>
                  <a:cubicBezTo>
                    <a:pt x="1071" y="4416"/>
                    <a:pt x="1758" y="4764"/>
                    <a:pt x="2489" y="4764"/>
                  </a:cubicBezTo>
                  <a:cubicBezTo>
                    <a:pt x="2730" y="4764"/>
                    <a:pt x="2962" y="4728"/>
                    <a:pt x="3185" y="4657"/>
                  </a:cubicBezTo>
                  <a:lnTo>
                    <a:pt x="3756" y="4933"/>
                  </a:lnTo>
                  <a:cubicBezTo>
                    <a:pt x="3787" y="4948"/>
                    <a:pt x="3820" y="4955"/>
                    <a:pt x="3852" y="4955"/>
                  </a:cubicBezTo>
                  <a:cubicBezTo>
                    <a:pt x="3977" y="4955"/>
                    <a:pt x="4095" y="4854"/>
                    <a:pt x="4095" y="4719"/>
                  </a:cubicBezTo>
                  <a:lnTo>
                    <a:pt x="4095" y="4139"/>
                  </a:lnTo>
                  <a:cubicBezTo>
                    <a:pt x="4595" y="3693"/>
                    <a:pt x="4871" y="3051"/>
                    <a:pt x="4871" y="2382"/>
                  </a:cubicBezTo>
                  <a:cubicBezTo>
                    <a:pt x="4871" y="1062"/>
                    <a:pt x="3810" y="0"/>
                    <a:pt x="2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156;p70"/>
            <p:cNvSpPr/>
            <p:nvPr/>
          </p:nvSpPr>
          <p:spPr>
            <a:xfrm>
              <a:off x="3145614" y="2181905"/>
              <a:ext cx="111961" cy="114906"/>
            </a:xfrm>
            <a:custGeom>
              <a:avLst/>
              <a:gdLst/>
              <a:ahLst/>
              <a:cxnLst/>
              <a:rect l="l" t="t" r="r" b="b"/>
              <a:pathLst>
                <a:path w="4828" h="4955" extrusionOk="0">
                  <a:moveTo>
                    <a:pt x="2376" y="471"/>
                  </a:moveTo>
                  <a:cubicBezTo>
                    <a:pt x="2408" y="471"/>
                    <a:pt x="2440" y="471"/>
                    <a:pt x="2472" y="473"/>
                  </a:cubicBezTo>
                  <a:cubicBezTo>
                    <a:pt x="3453" y="518"/>
                    <a:pt x="4247" y="1312"/>
                    <a:pt x="4292" y="2284"/>
                  </a:cubicBezTo>
                  <a:cubicBezTo>
                    <a:pt x="4336" y="3381"/>
                    <a:pt x="3462" y="4291"/>
                    <a:pt x="2383" y="4291"/>
                  </a:cubicBezTo>
                  <a:cubicBezTo>
                    <a:pt x="2169" y="4291"/>
                    <a:pt x="1955" y="4255"/>
                    <a:pt x="1749" y="4184"/>
                  </a:cubicBezTo>
                  <a:cubicBezTo>
                    <a:pt x="1727" y="4173"/>
                    <a:pt x="1701" y="4168"/>
                    <a:pt x="1675" y="4168"/>
                  </a:cubicBezTo>
                  <a:cubicBezTo>
                    <a:pt x="1639" y="4168"/>
                    <a:pt x="1602" y="4177"/>
                    <a:pt x="1571" y="4193"/>
                  </a:cubicBezTo>
                  <a:lnTo>
                    <a:pt x="1250" y="4345"/>
                  </a:lnTo>
                  <a:lnTo>
                    <a:pt x="1250" y="4032"/>
                  </a:lnTo>
                  <a:cubicBezTo>
                    <a:pt x="1250" y="3961"/>
                    <a:pt x="1223" y="3899"/>
                    <a:pt x="1169" y="3854"/>
                  </a:cubicBezTo>
                  <a:cubicBezTo>
                    <a:pt x="723" y="3488"/>
                    <a:pt x="474" y="2953"/>
                    <a:pt x="474" y="2382"/>
                  </a:cubicBezTo>
                  <a:cubicBezTo>
                    <a:pt x="474" y="1325"/>
                    <a:pt x="1323" y="471"/>
                    <a:pt x="2376" y="471"/>
                  </a:cubicBezTo>
                  <a:close/>
                  <a:moveTo>
                    <a:pt x="2383" y="0"/>
                  </a:moveTo>
                  <a:cubicBezTo>
                    <a:pt x="1071" y="0"/>
                    <a:pt x="1" y="1062"/>
                    <a:pt x="1" y="2382"/>
                  </a:cubicBezTo>
                  <a:cubicBezTo>
                    <a:pt x="1" y="3051"/>
                    <a:pt x="286" y="3693"/>
                    <a:pt x="786" y="4139"/>
                  </a:cubicBezTo>
                  <a:lnTo>
                    <a:pt x="786" y="4719"/>
                  </a:lnTo>
                  <a:cubicBezTo>
                    <a:pt x="786" y="4854"/>
                    <a:pt x="898" y="4955"/>
                    <a:pt x="1025" y="4955"/>
                  </a:cubicBezTo>
                  <a:cubicBezTo>
                    <a:pt x="1058" y="4955"/>
                    <a:pt x="1092" y="4948"/>
                    <a:pt x="1125" y="4933"/>
                  </a:cubicBezTo>
                  <a:lnTo>
                    <a:pt x="1687" y="4657"/>
                  </a:lnTo>
                  <a:cubicBezTo>
                    <a:pt x="1911" y="4721"/>
                    <a:pt x="2136" y="4756"/>
                    <a:pt x="2374" y="4756"/>
                  </a:cubicBezTo>
                  <a:cubicBezTo>
                    <a:pt x="2400" y="4756"/>
                    <a:pt x="2427" y="4756"/>
                    <a:pt x="2454" y="4755"/>
                  </a:cubicBezTo>
                  <a:cubicBezTo>
                    <a:pt x="3685" y="4728"/>
                    <a:pt x="4702" y="3738"/>
                    <a:pt x="4765" y="2498"/>
                  </a:cubicBezTo>
                  <a:cubicBezTo>
                    <a:pt x="4827" y="1133"/>
                    <a:pt x="3739" y="0"/>
                    <a:pt x="2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4334;p70"/>
          <p:cNvGrpSpPr/>
          <p:nvPr/>
        </p:nvGrpSpPr>
        <p:grpSpPr>
          <a:xfrm>
            <a:off x="6857752" y="1835815"/>
            <a:ext cx="446401" cy="509893"/>
            <a:chOff x="3892850" y="1082075"/>
            <a:chExt cx="353300" cy="403550"/>
          </a:xfrm>
        </p:grpSpPr>
        <p:sp>
          <p:nvSpPr>
            <p:cNvPr id="67" name="Google Shape;4335;p70"/>
            <p:cNvSpPr/>
            <p:nvPr/>
          </p:nvSpPr>
          <p:spPr>
            <a:xfrm>
              <a:off x="3898200" y="1087650"/>
              <a:ext cx="267875" cy="347500"/>
            </a:xfrm>
            <a:custGeom>
              <a:avLst/>
              <a:gdLst/>
              <a:ahLst/>
              <a:cxnLst/>
              <a:rect l="l" t="t" r="r" b="b"/>
              <a:pathLst>
                <a:path w="10715" h="13900" extrusionOk="0">
                  <a:moveTo>
                    <a:pt x="625" y="1"/>
                  </a:moveTo>
                  <a:cubicBezTo>
                    <a:pt x="277" y="1"/>
                    <a:pt x="0" y="277"/>
                    <a:pt x="0" y="616"/>
                  </a:cubicBezTo>
                  <a:lnTo>
                    <a:pt x="0" y="13284"/>
                  </a:lnTo>
                  <a:cubicBezTo>
                    <a:pt x="0" y="13623"/>
                    <a:pt x="277" y="13900"/>
                    <a:pt x="625" y="13900"/>
                  </a:cubicBezTo>
                  <a:lnTo>
                    <a:pt x="7253" y="13900"/>
                  </a:lnTo>
                  <a:lnTo>
                    <a:pt x="10714" y="10447"/>
                  </a:lnTo>
                  <a:lnTo>
                    <a:pt x="10714" y="616"/>
                  </a:lnTo>
                  <a:cubicBezTo>
                    <a:pt x="10714" y="277"/>
                    <a:pt x="10438" y="1"/>
                    <a:pt x="100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4336;p70"/>
            <p:cNvSpPr/>
            <p:nvPr/>
          </p:nvSpPr>
          <p:spPr>
            <a:xfrm>
              <a:off x="4079525" y="1348375"/>
              <a:ext cx="86325" cy="86350"/>
            </a:xfrm>
            <a:custGeom>
              <a:avLst/>
              <a:gdLst/>
              <a:ahLst/>
              <a:cxnLst/>
              <a:rect l="l" t="t" r="r" b="b"/>
              <a:pathLst>
                <a:path w="3453" h="3454" extrusionOk="0">
                  <a:moveTo>
                    <a:pt x="616" y="1"/>
                  </a:moveTo>
                  <a:cubicBezTo>
                    <a:pt x="277" y="1"/>
                    <a:pt x="0" y="277"/>
                    <a:pt x="0" y="625"/>
                  </a:cubicBezTo>
                  <a:lnTo>
                    <a:pt x="0" y="3453"/>
                  </a:lnTo>
                  <a:lnTo>
                    <a:pt x="34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337;p70"/>
            <p:cNvSpPr/>
            <p:nvPr/>
          </p:nvSpPr>
          <p:spPr>
            <a:xfrm>
              <a:off x="3928075" y="1119100"/>
              <a:ext cx="206550" cy="70950"/>
            </a:xfrm>
            <a:custGeom>
              <a:avLst/>
              <a:gdLst/>
              <a:ahLst/>
              <a:cxnLst/>
              <a:rect l="l" t="t" r="r" b="b"/>
              <a:pathLst>
                <a:path w="8262" h="2838" extrusionOk="0">
                  <a:moveTo>
                    <a:pt x="1" y="1"/>
                  </a:moveTo>
                  <a:lnTo>
                    <a:pt x="1" y="2838"/>
                  </a:lnTo>
                  <a:lnTo>
                    <a:pt x="8262" y="2838"/>
                  </a:lnTo>
                  <a:lnTo>
                    <a:pt x="82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4338;p70"/>
            <p:cNvSpPr/>
            <p:nvPr/>
          </p:nvSpPr>
          <p:spPr>
            <a:xfrm>
              <a:off x="4099375" y="1234400"/>
              <a:ext cx="118675" cy="232175"/>
            </a:xfrm>
            <a:custGeom>
              <a:avLst/>
              <a:gdLst/>
              <a:ahLst/>
              <a:cxnLst/>
              <a:rect l="l" t="t" r="r" b="b"/>
              <a:pathLst>
                <a:path w="4747" h="9287" extrusionOk="0">
                  <a:moveTo>
                    <a:pt x="2953" y="1"/>
                  </a:moveTo>
                  <a:lnTo>
                    <a:pt x="178" y="8021"/>
                  </a:lnTo>
                  <a:cubicBezTo>
                    <a:pt x="0" y="8521"/>
                    <a:pt x="268" y="9056"/>
                    <a:pt x="758" y="9234"/>
                  </a:cubicBezTo>
                  <a:cubicBezTo>
                    <a:pt x="862" y="9269"/>
                    <a:pt x="967" y="9286"/>
                    <a:pt x="1070" y="9286"/>
                  </a:cubicBezTo>
                  <a:cubicBezTo>
                    <a:pt x="1465" y="9286"/>
                    <a:pt x="1830" y="9041"/>
                    <a:pt x="1972" y="8645"/>
                  </a:cubicBezTo>
                  <a:lnTo>
                    <a:pt x="4746" y="625"/>
                  </a:lnTo>
                  <a:lnTo>
                    <a:pt x="2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4339;p70"/>
            <p:cNvSpPr/>
            <p:nvPr/>
          </p:nvSpPr>
          <p:spPr>
            <a:xfrm>
              <a:off x="4157800" y="1229025"/>
              <a:ext cx="83200" cy="125100"/>
            </a:xfrm>
            <a:custGeom>
              <a:avLst/>
              <a:gdLst/>
              <a:ahLst/>
              <a:cxnLst/>
              <a:rect l="l" t="t" r="r" b="b"/>
              <a:pathLst>
                <a:path w="3328" h="5004" extrusionOk="0">
                  <a:moveTo>
                    <a:pt x="537" y="1"/>
                  </a:moveTo>
                  <a:cubicBezTo>
                    <a:pt x="338" y="1"/>
                    <a:pt x="151" y="126"/>
                    <a:pt x="81" y="323"/>
                  </a:cubicBezTo>
                  <a:cubicBezTo>
                    <a:pt x="0" y="573"/>
                    <a:pt x="125" y="849"/>
                    <a:pt x="375" y="939"/>
                  </a:cubicBezTo>
                  <a:lnTo>
                    <a:pt x="2177" y="1563"/>
                  </a:lnTo>
                  <a:lnTo>
                    <a:pt x="1196" y="4364"/>
                  </a:lnTo>
                  <a:cubicBezTo>
                    <a:pt x="1107" y="4614"/>
                    <a:pt x="1240" y="4891"/>
                    <a:pt x="1490" y="4980"/>
                  </a:cubicBezTo>
                  <a:cubicBezTo>
                    <a:pt x="1541" y="4996"/>
                    <a:pt x="1593" y="5004"/>
                    <a:pt x="1644" y="5004"/>
                  </a:cubicBezTo>
                  <a:cubicBezTo>
                    <a:pt x="1845" y="5004"/>
                    <a:pt x="2035" y="4884"/>
                    <a:pt x="2106" y="4685"/>
                  </a:cubicBezTo>
                  <a:lnTo>
                    <a:pt x="3239" y="1420"/>
                  </a:lnTo>
                  <a:cubicBezTo>
                    <a:pt x="3328" y="1171"/>
                    <a:pt x="3194" y="903"/>
                    <a:pt x="2944" y="814"/>
                  </a:cubicBezTo>
                  <a:lnTo>
                    <a:pt x="696" y="29"/>
                  </a:lnTo>
                  <a:cubicBezTo>
                    <a:pt x="644" y="10"/>
                    <a:pt x="590" y="1"/>
                    <a:pt x="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340;p70"/>
            <p:cNvSpPr/>
            <p:nvPr/>
          </p:nvSpPr>
          <p:spPr>
            <a:xfrm>
              <a:off x="4184550" y="1179025"/>
              <a:ext cx="44200" cy="63225"/>
            </a:xfrm>
            <a:custGeom>
              <a:avLst/>
              <a:gdLst/>
              <a:ahLst/>
              <a:cxnLst/>
              <a:rect l="l" t="t" r="r" b="b"/>
              <a:pathLst>
                <a:path w="1768" h="2529" extrusionOk="0">
                  <a:moveTo>
                    <a:pt x="1143" y="0"/>
                  </a:moveTo>
                  <a:cubicBezTo>
                    <a:pt x="916" y="0"/>
                    <a:pt x="701" y="143"/>
                    <a:pt x="616" y="369"/>
                  </a:cubicBezTo>
                  <a:lnTo>
                    <a:pt x="1" y="2162"/>
                  </a:lnTo>
                  <a:lnTo>
                    <a:pt x="1045" y="2528"/>
                  </a:lnTo>
                  <a:lnTo>
                    <a:pt x="1669" y="735"/>
                  </a:lnTo>
                  <a:cubicBezTo>
                    <a:pt x="1767" y="450"/>
                    <a:pt x="1616" y="128"/>
                    <a:pt x="1321" y="30"/>
                  </a:cubicBezTo>
                  <a:cubicBezTo>
                    <a:pt x="1262" y="10"/>
                    <a:pt x="1202" y="0"/>
                    <a:pt x="11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341;p70"/>
            <p:cNvSpPr/>
            <p:nvPr/>
          </p:nvSpPr>
          <p:spPr>
            <a:xfrm>
              <a:off x="3921825" y="1113750"/>
              <a:ext cx="218375" cy="82775"/>
            </a:xfrm>
            <a:custGeom>
              <a:avLst/>
              <a:gdLst/>
              <a:ahLst/>
              <a:cxnLst/>
              <a:rect l="l" t="t" r="r" b="b"/>
              <a:pathLst>
                <a:path w="8735" h="3311" extrusionOk="0">
                  <a:moveTo>
                    <a:pt x="8262" y="474"/>
                  </a:moveTo>
                  <a:lnTo>
                    <a:pt x="8262" y="2838"/>
                  </a:lnTo>
                  <a:lnTo>
                    <a:pt x="474" y="2838"/>
                  </a:lnTo>
                  <a:lnTo>
                    <a:pt x="474" y="474"/>
                  </a:lnTo>
                  <a:close/>
                  <a:moveTo>
                    <a:pt x="242" y="1"/>
                  </a:moveTo>
                  <a:cubicBezTo>
                    <a:pt x="108" y="1"/>
                    <a:pt x="1" y="108"/>
                    <a:pt x="1" y="233"/>
                  </a:cubicBezTo>
                  <a:lnTo>
                    <a:pt x="1" y="3070"/>
                  </a:lnTo>
                  <a:cubicBezTo>
                    <a:pt x="1" y="3203"/>
                    <a:pt x="108" y="3310"/>
                    <a:pt x="242" y="3310"/>
                  </a:cubicBezTo>
                  <a:lnTo>
                    <a:pt x="8494" y="3310"/>
                  </a:lnTo>
                  <a:cubicBezTo>
                    <a:pt x="8628" y="3310"/>
                    <a:pt x="8735" y="3203"/>
                    <a:pt x="8735" y="3070"/>
                  </a:cubicBezTo>
                  <a:lnTo>
                    <a:pt x="8735" y="233"/>
                  </a:lnTo>
                  <a:cubicBezTo>
                    <a:pt x="8735" y="108"/>
                    <a:pt x="8628" y="1"/>
                    <a:pt x="84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342;p70"/>
            <p:cNvSpPr/>
            <p:nvPr/>
          </p:nvSpPr>
          <p:spPr>
            <a:xfrm>
              <a:off x="3937225" y="1228625"/>
              <a:ext cx="188250" cy="11825"/>
            </a:xfrm>
            <a:custGeom>
              <a:avLst/>
              <a:gdLst/>
              <a:ahLst/>
              <a:cxnLst/>
              <a:rect l="l" t="t" r="r" b="b"/>
              <a:pathLst>
                <a:path w="7530" h="473" extrusionOk="0">
                  <a:moveTo>
                    <a:pt x="259" y="0"/>
                  </a:moveTo>
                  <a:cubicBezTo>
                    <a:pt x="134" y="0"/>
                    <a:pt x="27" y="89"/>
                    <a:pt x="18" y="214"/>
                  </a:cubicBezTo>
                  <a:cubicBezTo>
                    <a:pt x="0" y="357"/>
                    <a:pt x="108" y="473"/>
                    <a:pt x="250" y="473"/>
                  </a:cubicBezTo>
                  <a:lnTo>
                    <a:pt x="7271" y="473"/>
                  </a:lnTo>
                  <a:cubicBezTo>
                    <a:pt x="7387" y="473"/>
                    <a:pt x="7494" y="393"/>
                    <a:pt x="7512" y="268"/>
                  </a:cubicBezTo>
                  <a:cubicBezTo>
                    <a:pt x="7530" y="125"/>
                    <a:pt x="7414" y="0"/>
                    <a:pt x="72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343;p70"/>
            <p:cNvSpPr/>
            <p:nvPr/>
          </p:nvSpPr>
          <p:spPr>
            <a:xfrm>
              <a:off x="3937225" y="1266525"/>
              <a:ext cx="188250" cy="11850"/>
            </a:xfrm>
            <a:custGeom>
              <a:avLst/>
              <a:gdLst/>
              <a:ahLst/>
              <a:cxnLst/>
              <a:rect l="l" t="t" r="r" b="b"/>
              <a:pathLst>
                <a:path w="7530" h="474" extrusionOk="0">
                  <a:moveTo>
                    <a:pt x="259" y="1"/>
                  </a:moveTo>
                  <a:cubicBezTo>
                    <a:pt x="134" y="1"/>
                    <a:pt x="27" y="90"/>
                    <a:pt x="18" y="206"/>
                  </a:cubicBezTo>
                  <a:cubicBezTo>
                    <a:pt x="0" y="348"/>
                    <a:pt x="108" y="473"/>
                    <a:pt x="250" y="473"/>
                  </a:cubicBezTo>
                  <a:lnTo>
                    <a:pt x="7271" y="473"/>
                  </a:lnTo>
                  <a:cubicBezTo>
                    <a:pt x="7387" y="473"/>
                    <a:pt x="7494" y="384"/>
                    <a:pt x="7512" y="268"/>
                  </a:cubicBezTo>
                  <a:cubicBezTo>
                    <a:pt x="7530" y="125"/>
                    <a:pt x="7414" y="1"/>
                    <a:pt x="72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344;p70"/>
            <p:cNvSpPr/>
            <p:nvPr/>
          </p:nvSpPr>
          <p:spPr>
            <a:xfrm>
              <a:off x="3937225" y="1304225"/>
              <a:ext cx="188250" cy="11850"/>
            </a:xfrm>
            <a:custGeom>
              <a:avLst/>
              <a:gdLst/>
              <a:ahLst/>
              <a:cxnLst/>
              <a:rect l="l" t="t" r="r" b="b"/>
              <a:pathLst>
                <a:path w="7530" h="474" extrusionOk="0">
                  <a:moveTo>
                    <a:pt x="259" y="0"/>
                  </a:moveTo>
                  <a:cubicBezTo>
                    <a:pt x="134" y="0"/>
                    <a:pt x="27" y="89"/>
                    <a:pt x="18" y="214"/>
                  </a:cubicBezTo>
                  <a:cubicBezTo>
                    <a:pt x="0" y="357"/>
                    <a:pt x="108" y="473"/>
                    <a:pt x="250" y="473"/>
                  </a:cubicBezTo>
                  <a:lnTo>
                    <a:pt x="7280" y="473"/>
                  </a:lnTo>
                  <a:cubicBezTo>
                    <a:pt x="7414" y="473"/>
                    <a:pt x="7530" y="357"/>
                    <a:pt x="7512" y="214"/>
                  </a:cubicBezTo>
                  <a:cubicBezTo>
                    <a:pt x="7494" y="89"/>
                    <a:pt x="7387" y="0"/>
                    <a:pt x="72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345;p70"/>
            <p:cNvSpPr/>
            <p:nvPr/>
          </p:nvSpPr>
          <p:spPr>
            <a:xfrm>
              <a:off x="3937225" y="1342125"/>
              <a:ext cx="110875" cy="11850"/>
            </a:xfrm>
            <a:custGeom>
              <a:avLst/>
              <a:gdLst/>
              <a:ahLst/>
              <a:cxnLst/>
              <a:rect l="l" t="t" r="r" b="b"/>
              <a:pathLst>
                <a:path w="4435" h="474" extrusionOk="0">
                  <a:moveTo>
                    <a:pt x="259" y="1"/>
                  </a:moveTo>
                  <a:cubicBezTo>
                    <a:pt x="134" y="1"/>
                    <a:pt x="27" y="90"/>
                    <a:pt x="18" y="206"/>
                  </a:cubicBezTo>
                  <a:cubicBezTo>
                    <a:pt x="0" y="349"/>
                    <a:pt x="108" y="474"/>
                    <a:pt x="250" y="474"/>
                  </a:cubicBezTo>
                  <a:lnTo>
                    <a:pt x="4176" y="474"/>
                  </a:lnTo>
                  <a:cubicBezTo>
                    <a:pt x="4291" y="474"/>
                    <a:pt x="4407" y="384"/>
                    <a:pt x="4416" y="268"/>
                  </a:cubicBezTo>
                  <a:cubicBezTo>
                    <a:pt x="4434" y="126"/>
                    <a:pt x="4327" y="1"/>
                    <a:pt x="4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346;p70"/>
            <p:cNvSpPr/>
            <p:nvPr/>
          </p:nvSpPr>
          <p:spPr>
            <a:xfrm>
              <a:off x="3937225" y="1380050"/>
              <a:ext cx="110875" cy="11850"/>
            </a:xfrm>
            <a:custGeom>
              <a:avLst/>
              <a:gdLst/>
              <a:ahLst/>
              <a:cxnLst/>
              <a:rect l="l" t="t" r="r" b="b"/>
              <a:pathLst>
                <a:path w="4435" h="474" extrusionOk="0">
                  <a:moveTo>
                    <a:pt x="259" y="0"/>
                  </a:moveTo>
                  <a:cubicBezTo>
                    <a:pt x="134" y="0"/>
                    <a:pt x="27" y="81"/>
                    <a:pt x="18" y="206"/>
                  </a:cubicBezTo>
                  <a:cubicBezTo>
                    <a:pt x="0" y="348"/>
                    <a:pt x="108" y="473"/>
                    <a:pt x="250" y="473"/>
                  </a:cubicBezTo>
                  <a:lnTo>
                    <a:pt x="4176" y="473"/>
                  </a:lnTo>
                  <a:cubicBezTo>
                    <a:pt x="4291" y="473"/>
                    <a:pt x="4407" y="384"/>
                    <a:pt x="4416" y="259"/>
                  </a:cubicBezTo>
                  <a:cubicBezTo>
                    <a:pt x="4434" y="116"/>
                    <a:pt x="4327" y="0"/>
                    <a:pt x="41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347;p70"/>
            <p:cNvSpPr/>
            <p:nvPr/>
          </p:nvSpPr>
          <p:spPr>
            <a:xfrm>
              <a:off x="3892850" y="1082075"/>
              <a:ext cx="353300" cy="403550"/>
            </a:xfrm>
            <a:custGeom>
              <a:avLst/>
              <a:gdLst/>
              <a:ahLst/>
              <a:cxnLst/>
              <a:rect l="l" t="t" r="r" b="b"/>
              <a:pathLst>
                <a:path w="14132" h="16142" extrusionOk="0">
                  <a:moveTo>
                    <a:pt x="12817" y="4116"/>
                  </a:moveTo>
                  <a:cubicBezTo>
                    <a:pt x="12851" y="4116"/>
                    <a:pt x="12884" y="4121"/>
                    <a:pt x="12918" y="4131"/>
                  </a:cubicBezTo>
                  <a:cubicBezTo>
                    <a:pt x="13070" y="4185"/>
                    <a:pt x="13168" y="4372"/>
                    <a:pt x="13114" y="4533"/>
                  </a:cubicBezTo>
                  <a:lnTo>
                    <a:pt x="12570" y="6103"/>
                  </a:lnTo>
                  <a:lnTo>
                    <a:pt x="11963" y="5889"/>
                  </a:lnTo>
                  <a:lnTo>
                    <a:pt x="12507" y="4328"/>
                  </a:lnTo>
                  <a:cubicBezTo>
                    <a:pt x="12558" y="4199"/>
                    <a:pt x="12682" y="4116"/>
                    <a:pt x="12817" y="4116"/>
                  </a:cubicBezTo>
                  <a:close/>
                  <a:moveTo>
                    <a:pt x="11133" y="6116"/>
                  </a:moveTo>
                  <a:cubicBezTo>
                    <a:pt x="11159" y="6116"/>
                    <a:pt x="11186" y="6120"/>
                    <a:pt x="11214" y="6130"/>
                  </a:cubicBezTo>
                  <a:lnTo>
                    <a:pt x="13462" y="6915"/>
                  </a:lnTo>
                  <a:cubicBezTo>
                    <a:pt x="13596" y="6977"/>
                    <a:pt x="13649" y="7075"/>
                    <a:pt x="13614" y="7218"/>
                  </a:cubicBezTo>
                  <a:lnTo>
                    <a:pt x="12481" y="10483"/>
                  </a:lnTo>
                  <a:cubicBezTo>
                    <a:pt x="12441" y="10593"/>
                    <a:pt x="12353" y="10639"/>
                    <a:pt x="12263" y="10639"/>
                  </a:cubicBezTo>
                  <a:cubicBezTo>
                    <a:pt x="12111" y="10639"/>
                    <a:pt x="11955" y="10507"/>
                    <a:pt x="12017" y="10323"/>
                  </a:cubicBezTo>
                  <a:lnTo>
                    <a:pt x="12998" y="7512"/>
                  </a:lnTo>
                  <a:cubicBezTo>
                    <a:pt x="13034" y="7379"/>
                    <a:pt x="12980" y="7272"/>
                    <a:pt x="12846" y="7218"/>
                  </a:cubicBezTo>
                  <a:lnTo>
                    <a:pt x="11053" y="6594"/>
                  </a:lnTo>
                  <a:cubicBezTo>
                    <a:pt x="10795" y="6497"/>
                    <a:pt x="10894" y="6116"/>
                    <a:pt x="11133" y="6116"/>
                  </a:cubicBezTo>
                  <a:close/>
                  <a:moveTo>
                    <a:pt x="9305" y="10911"/>
                  </a:moveTo>
                  <a:lnTo>
                    <a:pt x="8743" y="12526"/>
                  </a:lnTo>
                  <a:lnTo>
                    <a:pt x="7717" y="13552"/>
                  </a:lnTo>
                  <a:lnTo>
                    <a:pt x="7717" y="11286"/>
                  </a:lnTo>
                  <a:cubicBezTo>
                    <a:pt x="7717" y="11081"/>
                    <a:pt x="7886" y="10911"/>
                    <a:pt x="8100" y="10911"/>
                  </a:cubicBezTo>
                  <a:close/>
                  <a:moveTo>
                    <a:pt x="848" y="1"/>
                  </a:moveTo>
                  <a:cubicBezTo>
                    <a:pt x="384" y="1"/>
                    <a:pt x="0" y="385"/>
                    <a:pt x="0" y="857"/>
                  </a:cubicBezTo>
                  <a:lnTo>
                    <a:pt x="0" y="2115"/>
                  </a:lnTo>
                  <a:cubicBezTo>
                    <a:pt x="0" y="2267"/>
                    <a:pt x="118" y="2343"/>
                    <a:pt x="237" y="2343"/>
                  </a:cubicBezTo>
                  <a:cubicBezTo>
                    <a:pt x="355" y="2343"/>
                    <a:pt x="473" y="2267"/>
                    <a:pt x="473" y="2115"/>
                  </a:cubicBezTo>
                  <a:lnTo>
                    <a:pt x="473" y="857"/>
                  </a:lnTo>
                  <a:cubicBezTo>
                    <a:pt x="473" y="652"/>
                    <a:pt x="642" y="474"/>
                    <a:pt x="848" y="474"/>
                  </a:cubicBezTo>
                  <a:lnTo>
                    <a:pt x="10331" y="474"/>
                  </a:lnTo>
                  <a:cubicBezTo>
                    <a:pt x="10536" y="474"/>
                    <a:pt x="10705" y="652"/>
                    <a:pt x="10705" y="857"/>
                  </a:cubicBezTo>
                  <a:lnTo>
                    <a:pt x="10705" y="5782"/>
                  </a:lnTo>
                  <a:cubicBezTo>
                    <a:pt x="10340" y="6058"/>
                    <a:pt x="10340" y="6629"/>
                    <a:pt x="10697" y="6906"/>
                  </a:cubicBezTo>
                  <a:lnTo>
                    <a:pt x="9474" y="10438"/>
                  </a:lnTo>
                  <a:lnTo>
                    <a:pt x="8100" y="10438"/>
                  </a:lnTo>
                  <a:cubicBezTo>
                    <a:pt x="7628" y="10438"/>
                    <a:pt x="7244" y="10822"/>
                    <a:pt x="7244" y="11295"/>
                  </a:cubicBezTo>
                  <a:lnTo>
                    <a:pt x="7244" y="13900"/>
                  </a:lnTo>
                  <a:lnTo>
                    <a:pt x="848" y="13900"/>
                  </a:lnTo>
                  <a:cubicBezTo>
                    <a:pt x="642" y="13900"/>
                    <a:pt x="473" y="13730"/>
                    <a:pt x="473" y="13516"/>
                  </a:cubicBezTo>
                  <a:lnTo>
                    <a:pt x="473" y="3391"/>
                  </a:lnTo>
                  <a:cubicBezTo>
                    <a:pt x="473" y="3239"/>
                    <a:pt x="355" y="3163"/>
                    <a:pt x="237" y="3163"/>
                  </a:cubicBezTo>
                  <a:cubicBezTo>
                    <a:pt x="118" y="3163"/>
                    <a:pt x="0" y="3239"/>
                    <a:pt x="0" y="3391"/>
                  </a:cubicBezTo>
                  <a:lnTo>
                    <a:pt x="0" y="13516"/>
                  </a:lnTo>
                  <a:cubicBezTo>
                    <a:pt x="0" y="13989"/>
                    <a:pt x="384" y="14373"/>
                    <a:pt x="848" y="14373"/>
                  </a:cubicBezTo>
                  <a:lnTo>
                    <a:pt x="7485" y="14373"/>
                  </a:lnTo>
                  <a:cubicBezTo>
                    <a:pt x="7547" y="14373"/>
                    <a:pt x="7610" y="14346"/>
                    <a:pt x="7654" y="14301"/>
                  </a:cubicBezTo>
                  <a:lnTo>
                    <a:pt x="8395" y="13561"/>
                  </a:lnTo>
                  <a:lnTo>
                    <a:pt x="8225" y="14051"/>
                  </a:lnTo>
                  <a:cubicBezTo>
                    <a:pt x="8038" y="14578"/>
                    <a:pt x="8261" y="15184"/>
                    <a:pt x="8743" y="15470"/>
                  </a:cubicBezTo>
                  <a:lnTo>
                    <a:pt x="8609" y="15836"/>
                  </a:lnTo>
                  <a:cubicBezTo>
                    <a:pt x="8547" y="16010"/>
                    <a:pt x="8701" y="16142"/>
                    <a:pt x="8848" y="16142"/>
                  </a:cubicBezTo>
                  <a:cubicBezTo>
                    <a:pt x="8935" y="16142"/>
                    <a:pt x="9019" y="16096"/>
                    <a:pt x="9055" y="15987"/>
                  </a:cubicBezTo>
                  <a:lnTo>
                    <a:pt x="9189" y="15622"/>
                  </a:lnTo>
                  <a:cubicBezTo>
                    <a:pt x="9239" y="15628"/>
                    <a:pt x="9289" y="15631"/>
                    <a:pt x="9339" y="15631"/>
                  </a:cubicBezTo>
                  <a:cubicBezTo>
                    <a:pt x="9838" y="15631"/>
                    <a:pt x="10302" y="15315"/>
                    <a:pt x="10465" y="14837"/>
                  </a:cubicBezTo>
                  <a:lnTo>
                    <a:pt x="10670" y="14239"/>
                  </a:lnTo>
                  <a:cubicBezTo>
                    <a:pt x="10731" y="14061"/>
                    <a:pt x="10580" y="13934"/>
                    <a:pt x="10434" y="13934"/>
                  </a:cubicBezTo>
                  <a:cubicBezTo>
                    <a:pt x="10346" y="13934"/>
                    <a:pt x="10261" y="13980"/>
                    <a:pt x="10224" y="14087"/>
                  </a:cubicBezTo>
                  <a:lnTo>
                    <a:pt x="10019" y="14676"/>
                  </a:lnTo>
                  <a:cubicBezTo>
                    <a:pt x="9919" y="14974"/>
                    <a:pt x="9639" y="15160"/>
                    <a:pt x="9339" y="15160"/>
                  </a:cubicBezTo>
                  <a:cubicBezTo>
                    <a:pt x="9263" y="15160"/>
                    <a:pt x="9185" y="15147"/>
                    <a:pt x="9109" y="15122"/>
                  </a:cubicBezTo>
                  <a:cubicBezTo>
                    <a:pt x="8752" y="14988"/>
                    <a:pt x="8538" y="14578"/>
                    <a:pt x="8671" y="14212"/>
                  </a:cubicBezTo>
                  <a:lnTo>
                    <a:pt x="11134" y="7129"/>
                  </a:lnTo>
                  <a:lnTo>
                    <a:pt x="12481" y="7602"/>
                  </a:lnTo>
                  <a:lnTo>
                    <a:pt x="11580" y="10180"/>
                  </a:lnTo>
                  <a:lnTo>
                    <a:pt x="10643" y="12901"/>
                  </a:lnTo>
                  <a:cubicBezTo>
                    <a:pt x="10576" y="13079"/>
                    <a:pt x="10726" y="13209"/>
                    <a:pt x="10873" y="13209"/>
                  </a:cubicBezTo>
                  <a:cubicBezTo>
                    <a:pt x="10961" y="13209"/>
                    <a:pt x="11049" y="13163"/>
                    <a:pt x="11089" y="13052"/>
                  </a:cubicBezTo>
                  <a:lnTo>
                    <a:pt x="11812" y="10974"/>
                  </a:lnTo>
                  <a:cubicBezTo>
                    <a:pt x="11942" y="11082"/>
                    <a:pt x="12098" y="11133"/>
                    <a:pt x="12253" y="11133"/>
                  </a:cubicBezTo>
                  <a:cubicBezTo>
                    <a:pt x="12544" y="11133"/>
                    <a:pt x="12831" y="10955"/>
                    <a:pt x="12936" y="10653"/>
                  </a:cubicBezTo>
                  <a:lnTo>
                    <a:pt x="14069" y="7396"/>
                  </a:lnTo>
                  <a:cubicBezTo>
                    <a:pt x="14131" y="7209"/>
                    <a:pt x="14122" y="7022"/>
                    <a:pt x="14042" y="6843"/>
                  </a:cubicBezTo>
                  <a:cubicBezTo>
                    <a:pt x="13953" y="6674"/>
                    <a:pt x="13810" y="6540"/>
                    <a:pt x="13632" y="6478"/>
                  </a:cubicBezTo>
                  <a:lnTo>
                    <a:pt x="13025" y="6272"/>
                  </a:lnTo>
                  <a:lnTo>
                    <a:pt x="13569" y="4711"/>
                  </a:lnTo>
                  <a:cubicBezTo>
                    <a:pt x="13712" y="4301"/>
                    <a:pt x="13489" y="3837"/>
                    <a:pt x="13078" y="3703"/>
                  </a:cubicBezTo>
                  <a:cubicBezTo>
                    <a:pt x="12992" y="3673"/>
                    <a:pt x="12905" y="3659"/>
                    <a:pt x="12818" y="3659"/>
                  </a:cubicBezTo>
                  <a:cubicBezTo>
                    <a:pt x="12494" y="3659"/>
                    <a:pt x="12192" y="3861"/>
                    <a:pt x="12079" y="4185"/>
                  </a:cubicBezTo>
                  <a:lnTo>
                    <a:pt x="11535" y="5755"/>
                  </a:lnTo>
                  <a:cubicBezTo>
                    <a:pt x="11428" y="5710"/>
                    <a:pt x="11294" y="5666"/>
                    <a:pt x="11178" y="5657"/>
                  </a:cubicBezTo>
                  <a:lnTo>
                    <a:pt x="11178" y="857"/>
                  </a:lnTo>
                  <a:cubicBezTo>
                    <a:pt x="11178" y="385"/>
                    <a:pt x="10795" y="1"/>
                    <a:pt x="10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awaii Interface for Marketing by Slidesgo">
  <a:themeElements>
    <a:clrScheme name="Simple Light">
      <a:dk1>
        <a:srgbClr val="C37254"/>
      </a:dk1>
      <a:lt1>
        <a:srgbClr val="FFD5B6"/>
      </a:lt1>
      <a:dk2>
        <a:srgbClr val="4B553A"/>
      </a:dk2>
      <a:lt2>
        <a:srgbClr val="FFFFFF"/>
      </a:lt2>
      <a:accent1>
        <a:srgbClr val="D3A081"/>
      </a:accent1>
      <a:accent2>
        <a:srgbClr val="FFEDE1"/>
      </a:accent2>
      <a:accent3>
        <a:srgbClr val="DB6551"/>
      </a:accent3>
      <a:accent4>
        <a:srgbClr val="EEC9B7"/>
      </a:accent4>
      <a:accent5>
        <a:srgbClr val="D5C5B5"/>
      </a:accent5>
      <a:accent6>
        <a:srgbClr val="E9AA9A"/>
      </a:accent6>
      <a:hlink>
        <a:srgbClr val="4B55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62</Words>
  <Application>Microsoft Office PowerPoint</Application>
  <PresentationFormat>화면 슬라이드 쇼(16:9)</PresentationFormat>
  <Paragraphs>30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Varela Round</vt:lpstr>
      <vt:lpstr>맑은 고딕</vt:lpstr>
      <vt:lpstr>Arial</vt:lpstr>
      <vt:lpstr>Gaegu;300</vt:lpstr>
      <vt:lpstr>Gaegu</vt:lpstr>
      <vt:lpstr>Kawaii Interface for Marketing by Slidesgo</vt:lpstr>
      <vt:lpstr>“김지영”</vt:lpstr>
      <vt:lpstr>“나”에 대하여</vt:lpstr>
      <vt:lpstr>계기</vt:lpstr>
      <vt:lpstr>목표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 프레젠테이션</dc:title>
  <dc:creator>soldesk</dc:creator>
  <cp:lastModifiedBy>soldesk</cp:lastModifiedBy>
  <cp:revision>7</cp:revision>
  <dcterms:modified xsi:type="dcterms:W3CDTF">2026-01-27T03:30:45Z</dcterms:modified>
</cp:coreProperties>
</file>