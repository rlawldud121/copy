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41"/>
  </p:notesMasterIdLst>
  <p:sldIdLst>
    <p:sldId id="694" r:id="rId4"/>
    <p:sldId id="961" r:id="rId5"/>
    <p:sldId id="977" r:id="rId6"/>
    <p:sldId id="978" r:id="rId7"/>
    <p:sldId id="1006" r:id="rId8"/>
    <p:sldId id="1038" r:id="rId9"/>
    <p:sldId id="1007" r:id="rId10"/>
    <p:sldId id="1008" r:id="rId11"/>
    <p:sldId id="1040" r:id="rId12"/>
    <p:sldId id="1041" r:id="rId13"/>
    <p:sldId id="1042" r:id="rId14"/>
    <p:sldId id="1009" r:id="rId15"/>
    <p:sldId id="1010" r:id="rId16"/>
    <p:sldId id="1011" r:id="rId17"/>
    <p:sldId id="1012" r:id="rId18"/>
    <p:sldId id="1013" r:id="rId19"/>
    <p:sldId id="1014" r:id="rId20"/>
    <p:sldId id="990" r:id="rId21"/>
    <p:sldId id="1039" r:id="rId22"/>
    <p:sldId id="1015" r:id="rId23"/>
    <p:sldId id="1016" r:id="rId24"/>
    <p:sldId id="1019" r:id="rId25"/>
    <p:sldId id="1020" r:id="rId26"/>
    <p:sldId id="1017" r:id="rId27"/>
    <p:sldId id="1021" r:id="rId28"/>
    <p:sldId id="1043" r:id="rId29"/>
    <p:sldId id="1036" r:id="rId30"/>
    <p:sldId id="1044" r:id="rId31"/>
    <p:sldId id="1045" r:id="rId32"/>
    <p:sldId id="1022" r:id="rId33"/>
    <p:sldId id="1028" r:id="rId34"/>
    <p:sldId id="1029" r:id="rId35"/>
    <p:sldId id="1030" r:id="rId36"/>
    <p:sldId id="1031" r:id="rId37"/>
    <p:sldId id="1035" r:id="rId38"/>
    <p:sldId id="991" r:id="rId39"/>
    <p:sldId id="984" r:id="rId40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>
          <p15:clr>
            <a:srgbClr val="A4A3A4"/>
          </p15:clr>
        </p15:guide>
        <p15:guide id="2" orient="horz" pos="2161">
          <p15:clr>
            <a:srgbClr val="A4A3A4"/>
          </p15:clr>
        </p15:guide>
        <p15:guide id="3" orient="horz" pos="3696">
          <p15:clr>
            <a:srgbClr val="A4A3A4"/>
          </p15:clr>
        </p15:guide>
        <p15:guide id="4" orient="horz" pos="568">
          <p15:clr>
            <a:srgbClr val="A4A3A4"/>
          </p15:clr>
        </p15:guide>
        <p15:guide id="5" orient="horz" pos="1140">
          <p15:clr>
            <a:srgbClr val="A4A3A4"/>
          </p15:clr>
        </p15:guide>
        <p15:guide id="6" orient="horz" pos="766">
          <p15:clr>
            <a:srgbClr val="A4A3A4"/>
          </p15:clr>
        </p15:guide>
        <p15:guide id="7" pos="132">
          <p15:clr>
            <a:srgbClr val="A4A3A4"/>
          </p15:clr>
        </p15:guide>
        <p15:guide id="8" pos="6117">
          <p15:clr>
            <a:srgbClr val="A4A3A4"/>
          </p15:clr>
        </p15:guide>
        <p15:guide id="9" pos="1787">
          <p15:clr>
            <a:srgbClr val="A4A3A4"/>
          </p15:clr>
        </p15:guide>
        <p15:guide id="10" pos="308">
          <p15:clr>
            <a:srgbClr val="A4A3A4"/>
          </p15:clr>
        </p15:guide>
        <p15:guide id="11" pos="4461">
          <p15:clr>
            <a:srgbClr val="A4A3A4"/>
          </p15:clr>
        </p15:guide>
        <p15:guide id="12" pos="867">
          <p15:clr>
            <a:srgbClr val="A4A3A4"/>
          </p15:clr>
        </p15:guide>
        <p15:guide id="13" pos="313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FF0000"/>
    <a:srgbClr val="4C6C46"/>
    <a:srgbClr val="003300"/>
    <a:srgbClr val="679220"/>
    <a:srgbClr val="0000FF"/>
    <a:srgbClr val="51743E"/>
    <a:srgbClr val="CFD87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FCC5D-3720-4145-A9BC-348C008156C0}" v="1" dt="2025-01-03T05:03:18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148" y="64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7"/>
        <p:guide pos="1787"/>
        <p:guide pos="308"/>
        <p:guide pos="4461"/>
        <p:guide pos="867"/>
        <p:guide pos="31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8"/>
        <p:guide pos="214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microsoft.com/office/2016/11/relationships/changesInfo" Target="changesInfos/changesInfo1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9D7FCC5D-3720-4145-A9BC-348C008156C0}"/>
    <pc:docChg chg="custSel modSld">
      <pc:chgData name="필두2 홍" userId="0a0ee9c44b803ff9" providerId="LiveId" clId="{9D7FCC5D-3720-4145-A9BC-348C008156C0}" dt="2025-01-03T05:42:05.822" v="239"/>
      <pc:docMkLst>
        <pc:docMk/>
      </pc:docMkLst>
      <pc:sldChg chg="addSp modSp mod">
        <pc:chgData name="필두2 홍" userId="0a0ee9c44b803ff9" providerId="LiveId" clId="{9D7FCC5D-3720-4145-A9BC-348C008156C0}" dt="2025-01-03T05:42:05.822" v="239"/>
        <pc:sldMkLst>
          <pc:docMk/>
          <pc:sldMk cId="0" sldId="694"/>
        </pc:sldMkLst>
        <pc:spChg chg="add mod">
          <ac:chgData name="필두2 홍" userId="0a0ee9c44b803ff9" providerId="LiveId" clId="{9D7FCC5D-3720-4145-A9BC-348C008156C0}" dt="2025-01-03T05:03:30.994" v="232" actId="20577"/>
          <ac:spMkLst>
            <pc:docMk/>
            <pc:sldMk cId="0" sldId="694"/>
            <ac:spMk id="2" creationId="{0E4F7FC8-658D-1A57-2C58-943ED459F8CE}"/>
          </ac:spMkLst>
        </pc:spChg>
        <pc:spChg chg="mod">
          <ac:chgData name="필두2 홍" userId="0a0ee9c44b803ff9" providerId="LiveId" clId="{9D7FCC5D-3720-4145-A9BC-348C008156C0}" dt="2025-01-03T05:00:40.875" v="0"/>
          <ac:spMkLst>
            <pc:docMk/>
            <pc:sldMk cId="0" sldId="694"/>
            <ac:spMk id="5" creationId="{00000000-0000-0000-0000-000000000000}"/>
          </ac:spMkLst>
        </pc:spChg>
        <pc:spChg chg="mod">
          <ac:chgData name="필두2 홍" userId="0a0ee9c44b803ff9" providerId="LiveId" clId="{9D7FCC5D-3720-4145-A9BC-348C008156C0}" dt="2025-01-03T05:42:05.822" v="239"/>
          <ac:spMkLst>
            <pc:docMk/>
            <pc:sldMk cId="0" sldId="694"/>
            <ac:spMk id="3074" creationId="{00000000-0000-0000-0000-000000000000}"/>
          </ac:spMkLst>
        </pc:spChg>
      </pc:sldChg>
      <pc:sldChg chg="modSp mod">
        <pc:chgData name="필두2 홍" userId="0a0ee9c44b803ff9" providerId="LiveId" clId="{9D7FCC5D-3720-4145-A9BC-348C008156C0}" dt="2025-01-03T05:03:08.007" v="183" actId="20577"/>
        <pc:sldMkLst>
          <pc:docMk/>
          <pc:sldMk cId="536599336" sldId="961"/>
        </pc:sldMkLst>
        <pc:spChg chg="mod">
          <ac:chgData name="필두2 홍" userId="0a0ee9c44b803ff9" providerId="LiveId" clId="{9D7FCC5D-3720-4145-A9BC-348C008156C0}" dt="2025-01-03T05:03:08.007" v="183" actId="20577"/>
          <ac:spMkLst>
            <pc:docMk/>
            <pc:sldMk cId="536599336" sldId="961"/>
            <ac:spMk id="331782" creationId="{00000000-0000-0000-0000-000000000000}"/>
          </ac:spMkLst>
        </pc:spChg>
      </pc:sldChg>
      <pc:sldChg chg="modSp mod">
        <pc:chgData name="필두2 홍" userId="0a0ee9c44b803ff9" providerId="LiveId" clId="{9D7FCC5D-3720-4145-A9BC-348C008156C0}" dt="2025-01-03T05:01:54.705" v="161" actId="20577"/>
        <pc:sldMkLst>
          <pc:docMk/>
          <pc:sldMk cId="3793114922" sldId="1039"/>
        </pc:sldMkLst>
        <pc:spChg chg="mod">
          <ac:chgData name="필두2 홍" userId="0a0ee9c44b803ff9" providerId="LiveId" clId="{9D7FCC5D-3720-4145-A9BC-348C008156C0}" dt="2025-01-03T05:01:54.705" v="161" actId="20577"/>
          <ac:spMkLst>
            <pc:docMk/>
            <pc:sldMk cId="3793114922" sldId="1039"/>
            <ac:spMk id="3" creationId="{DCD1AEAD-DC33-9C3D-484F-361D6F88E7DE}"/>
          </ac:spMkLst>
        </pc:spChg>
      </pc:sldChg>
    </pc:docChg>
  </pc:docChgLst>
  <pc:docChgLst>
    <pc:chgData name="필두2 홍" userId="0a0ee9c44b803ff9" providerId="LiveId" clId="{FB6D121F-3FA8-4E75-996C-AF331C79BBB8}"/>
    <pc:docChg chg="undo custSel modSld">
      <pc:chgData name="필두2 홍" userId="0a0ee9c44b803ff9" providerId="LiveId" clId="{FB6D121F-3FA8-4E75-996C-AF331C79BBB8}" dt="2024-03-15T06:17:13.334" v="87" actId="20577"/>
      <pc:docMkLst>
        <pc:docMk/>
      </pc:docMkLst>
      <pc:sldChg chg="modSp mod">
        <pc:chgData name="필두2 홍" userId="0a0ee9c44b803ff9" providerId="LiveId" clId="{FB6D121F-3FA8-4E75-996C-AF331C79BBB8}" dt="2024-03-15T06:17:13.334" v="87" actId="20577"/>
        <pc:sldMkLst>
          <pc:docMk/>
          <pc:sldMk cId="0" sldId="694"/>
        </pc:sldMkLst>
      </pc:sldChg>
      <pc:sldChg chg="modSp mod">
        <pc:chgData name="필두2 홍" userId="0a0ee9c44b803ff9" providerId="LiveId" clId="{FB6D121F-3FA8-4E75-996C-AF331C79BBB8}" dt="2024-03-15T05:56:33.008" v="30" actId="20577"/>
        <pc:sldMkLst>
          <pc:docMk/>
          <pc:sldMk cId="536599336" sldId="961"/>
        </pc:sldMkLst>
      </pc:sldChg>
    </pc:docChg>
  </pc:docChgLst>
  <pc:docChgLst>
    <pc:chgData name="필두2 홍" userId="0a0ee9c44b803ff9" providerId="LiveId" clId="{FADE20D8-3913-4ADB-B3CB-9C901F95014F}"/>
    <pc:docChg chg="undo custSel addSld delSld modSld">
      <pc:chgData name="필두2 홍" userId="0a0ee9c44b803ff9" providerId="LiveId" clId="{FADE20D8-3913-4ADB-B3CB-9C901F95014F}" dt="2024-03-12T02:27:34.827" v="8540" actId="6549"/>
      <pc:docMkLst>
        <pc:docMk/>
      </pc:docMkLst>
      <pc:sldChg chg="modSp mod">
        <pc:chgData name="필두2 홍" userId="0a0ee9c44b803ff9" providerId="LiveId" clId="{FADE20D8-3913-4ADB-B3CB-9C901F95014F}" dt="2024-03-12T02:27:34.827" v="8540" actId="6549"/>
        <pc:sldMkLst>
          <pc:docMk/>
          <pc:sldMk cId="0" sldId="694"/>
        </pc:sldMkLst>
      </pc:sldChg>
      <pc:sldChg chg="modSp mod">
        <pc:chgData name="필두2 홍" userId="0a0ee9c44b803ff9" providerId="LiveId" clId="{FADE20D8-3913-4ADB-B3CB-9C901F95014F}" dt="2024-03-06T04:11:13.292" v="48" actId="20577"/>
        <pc:sldMkLst>
          <pc:docMk/>
          <pc:sldMk cId="536599336" sldId="961"/>
        </pc:sldMkLst>
      </pc:sldChg>
      <pc:sldChg chg="modSp mod">
        <pc:chgData name="필두2 홍" userId="0a0ee9c44b803ff9" providerId="LiveId" clId="{FADE20D8-3913-4ADB-B3CB-9C901F95014F}" dt="2024-03-06T04:12:07.772" v="188" actId="20577"/>
        <pc:sldMkLst>
          <pc:docMk/>
          <pc:sldMk cId="2553864270" sldId="977"/>
        </pc:sldMkLst>
      </pc:sldChg>
      <pc:sldChg chg="modSp mod">
        <pc:chgData name="필두2 홍" userId="0a0ee9c44b803ff9" providerId="LiveId" clId="{FADE20D8-3913-4ADB-B3CB-9C901F95014F}" dt="2024-03-06T04:12:57.015" v="263" actId="313"/>
        <pc:sldMkLst>
          <pc:docMk/>
          <pc:sldMk cId="1476144970" sldId="978"/>
        </pc:sldMkLst>
      </pc:sldChg>
      <pc:sldChg chg="modSp mod">
        <pc:chgData name="필두2 홍" userId="0a0ee9c44b803ff9" providerId="LiveId" clId="{FADE20D8-3913-4ADB-B3CB-9C901F95014F}" dt="2024-03-11T08:29:35.138" v="6744" actId="5793"/>
        <pc:sldMkLst>
          <pc:docMk/>
          <pc:sldMk cId="4091224238" sldId="984"/>
        </pc:sldMkLst>
      </pc:sldChg>
      <pc:sldChg chg="modSp mod">
        <pc:chgData name="필두2 홍" userId="0a0ee9c44b803ff9" providerId="LiveId" clId="{FADE20D8-3913-4ADB-B3CB-9C901F95014F}" dt="2024-03-11T08:30:48.103" v="6861" actId="20577"/>
        <pc:sldMkLst>
          <pc:docMk/>
          <pc:sldMk cId="2259212684" sldId="991"/>
        </pc:sldMkLst>
      </pc:sldChg>
      <pc:sldChg chg="modSp mod">
        <pc:chgData name="필두2 홍" userId="0a0ee9c44b803ff9" providerId="LiveId" clId="{FADE20D8-3913-4ADB-B3CB-9C901F95014F}" dt="2024-03-06T04:24:54.473" v="1533" actId="20577"/>
        <pc:sldMkLst>
          <pc:docMk/>
          <pc:sldMk cId="1983609562" sldId="1007"/>
        </pc:sldMkLst>
      </pc:sldChg>
      <pc:sldChg chg="addSp delSp modSp mod">
        <pc:chgData name="필두2 홍" userId="0a0ee9c44b803ff9" providerId="LiveId" clId="{FADE20D8-3913-4ADB-B3CB-9C901F95014F}" dt="2024-03-06T04:31:51.520" v="1625" actId="20577"/>
        <pc:sldMkLst>
          <pc:docMk/>
          <pc:sldMk cId="2596531366" sldId="1008"/>
        </pc:sldMkLst>
      </pc:sldChg>
      <pc:sldChg chg="addSp delSp modSp mod">
        <pc:chgData name="필두2 홍" userId="0a0ee9c44b803ff9" providerId="LiveId" clId="{FADE20D8-3913-4ADB-B3CB-9C901F95014F}" dt="2024-03-06T04:34:34.291" v="1658" actId="1076"/>
        <pc:sldMkLst>
          <pc:docMk/>
          <pc:sldMk cId="4155556256" sldId="1009"/>
        </pc:sldMkLst>
      </pc:sldChg>
      <pc:sldChg chg="addSp delSp modSp mod">
        <pc:chgData name="필두2 홍" userId="0a0ee9c44b803ff9" providerId="LiveId" clId="{FADE20D8-3913-4ADB-B3CB-9C901F95014F}" dt="2024-03-06T05:08:30.684" v="1788" actId="20577"/>
        <pc:sldMkLst>
          <pc:docMk/>
          <pc:sldMk cId="1697560300" sldId="1010"/>
        </pc:sldMkLst>
      </pc:sldChg>
      <pc:sldChg chg="addSp delSp modSp mod">
        <pc:chgData name="필두2 홍" userId="0a0ee9c44b803ff9" providerId="LiveId" clId="{FADE20D8-3913-4ADB-B3CB-9C901F95014F}" dt="2024-03-06T05:09:59.016" v="1802" actId="1076"/>
        <pc:sldMkLst>
          <pc:docMk/>
          <pc:sldMk cId="1944222699" sldId="1011"/>
        </pc:sldMkLst>
      </pc:sldChg>
      <pc:sldChg chg="addSp modSp mod">
        <pc:chgData name="필두2 홍" userId="0a0ee9c44b803ff9" providerId="LiveId" clId="{FADE20D8-3913-4ADB-B3CB-9C901F95014F}" dt="2024-03-06T06:54:55.615" v="2069"/>
        <pc:sldMkLst>
          <pc:docMk/>
          <pc:sldMk cId="2516493022" sldId="1012"/>
        </pc:sldMkLst>
      </pc:sldChg>
      <pc:sldChg chg="addSp modSp mod">
        <pc:chgData name="필두2 홍" userId="0a0ee9c44b803ff9" providerId="LiveId" clId="{FADE20D8-3913-4ADB-B3CB-9C901F95014F}" dt="2024-03-06T06:55:49.475" v="2127" actId="688"/>
        <pc:sldMkLst>
          <pc:docMk/>
          <pc:sldMk cId="2642814191" sldId="1015"/>
        </pc:sldMkLst>
      </pc:sldChg>
      <pc:sldChg chg="addSp modSp mod">
        <pc:chgData name="필두2 홍" userId="0a0ee9c44b803ff9" providerId="LiveId" clId="{FADE20D8-3913-4ADB-B3CB-9C901F95014F}" dt="2024-03-06T06:57:46.521" v="2453" actId="404"/>
        <pc:sldMkLst>
          <pc:docMk/>
          <pc:sldMk cId="1863823705" sldId="1016"/>
        </pc:sldMkLst>
      </pc:sldChg>
      <pc:sldChg chg="addSp modSp mod">
        <pc:chgData name="필두2 홍" userId="0a0ee9c44b803ff9" providerId="LiveId" clId="{FADE20D8-3913-4ADB-B3CB-9C901F95014F}" dt="2024-03-06T06:58:35.993" v="2512" actId="20577"/>
        <pc:sldMkLst>
          <pc:docMk/>
          <pc:sldMk cId="867404544" sldId="1017"/>
        </pc:sldMkLst>
      </pc:sldChg>
      <pc:sldChg chg="addSp delSp modSp mod">
        <pc:chgData name="필두2 홍" userId="0a0ee9c44b803ff9" providerId="LiveId" clId="{FADE20D8-3913-4ADB-B3CB-9C901F95014F}" dt="2024-03-12T00:21:33.872" v="6874" actId="22"/>
        <pc:sldMkLst>
          <pc:docMk/>
          <pc:sldMk cId="2232079973" sldId="1021"/>
        </pc:sldMkLst>
      </pc:sldChg>
      <pc:sldChg chg="addSp modSp mod">
        <pc:chgData name="필두2 홍" userId="0a0ee9c44b803ff9" providerId="LiveId" clId="{FADE20D8-3913-4ADB-B3CB-9C901F95014F}" dt="2024-03-11T08:50:52.419" v="6865" actId="207"/>
        <pc:sldMkLst>
          <pc:docMk/>
          <pc:sldMk cId="2162322420" sldId="1022"/>
        </pc:sldMkLst>
      </pc:sldChg>
      <pc:sldChg chg="del">
        <pc:chgData name="필두2 홍" userId="0a0ee9c44b803ff9" providerId="LiveId" clId="{FADE20D8-3913-4ADB-B3CB-9C901F95014F}" dt="2024-03-11T08:27:21.171" v="6544" actId="47"/>
        <pc:sldMkLst>
          <pc:docMk/>
          <pc:sldMk cId="3065602428" sldId="1023"/>
        </pc:sldMkLst>
      </pc:sldChg>
      <pc:sldChg chg="del">
        <pc:chgData name="필두2 홍" userId="0a0ee9c44b803ff9" providerId="LiveId" clId="{FADE20D8-3913-4ADB-B3CB-9C901F95014F}" dt="2024-03-11T08:27:23.739" v="6545" actId="47"/>
        <pc:sldMkLst>
          <pc:docMk/>
          <pc:sldMk cId="217357867" sldId="1024"/>
        </pc:sldMkLst>
      </pc:sldChg>
      <pc:sldChg chg="del">
        <pc:chgData name="필두2 홍" userId="0a0ee9c44b803ff9" providerId="LiveId" clId="{FADE20D8-3913-4ADB-B3CB-9C901F95014F}" dt="2024-03-11T08:27:25.180" v="6546" actId="47"/>
        <pc:sldMkLst>
          <pc:docMk/>
          <pc:sldMk cId="1023230944" sldId="1025"/>
        </pc:sldMkLst>
      </pc:sldChg>
      <pc:sldChg chg="del">
        <pc:chgData name="필두2 홍" userId="0a0ee9c44b803ff9" providerId="LiveId" clId="{FADE20D8-3913-4ADB-B3CB-9C901F95014F}" dt="2024-03-11T08:27:27.911" v="6548" actId="47"/>
        <pc:sldMkLst>
          <pc:docMk/>
          <pc:sldMk cId="1151912822" sldId="1026"/>
        </pc:sldMkLst>
      </pc:sldChg>
      <pc:sldChg chg="del">
        <pc:chgData name="필두2 홍" userId="0a0ee9c44b803ff9" providerId="LiveId" clId="{FADE20D8-3913-4ADB-B3CB-9C901F95014F}" dt="2024-03-11T08:27:26.522" v="6547" actId="47"/>
        <pc:sldMkLst>
          <pc:docMk/>
          <pc:sldMk cId="2179590951" sldId="1027"/>
        </pc:sldMkLst>
      </pc:sldChg>
      <pc:sldChg chg="addSp delSp modSp add mod">
        <pc:chgData name="필두2 홍" userId="0a0ee9c44b803ff9" providerId="LiveId" clId="{FADE20D8-3913-4ADB-B3CB-9C901F95014F}" dt="2024-03-11T08:50:59.848" v="6866"/>
        <pc:sldMkLst>
          <pc:docMk/>
          <pc:sldMk cId="317010268" sldId="1028"/>
        </pc:sldMkLst>
      </pc:sldChg>
      <pc:sldChg chg="addSp delSp modSp add mod">
        <pc:chgData name="필두2 홍" userId="0a0ee9c44b803ff9" providerId="LiveId" clId="{FADE20D8-3913-4ADB-B3CB-9C901F95014F}" dt="2024-03-11T08:51:02.505" v="6867"/>
        <pc:sldMkLst>
          <pc:docMk/>
          <pc:sldMk cId="350885664" sldId="1029"/>
        </pc:sldMkLst>
      </pc:sldChg>
      <pc:sldChg chg="addSp delSp modSp add mod">
        <pc:chgData name="필두2 홍" userId="0a0ee9c44b803ff9" providerId="LiveId" clId="{FADE20D8-3913-4ADB-B3CB-9C901F95014F}" dt="2024-03-11T08:51:05.110" v="6868"/>
        <pc:sldMkLst>
          <pc:docMk/>
          <pc:sldMk cId="871161993" sldId="1030"/>
        </pc:sldMkLst>
      </pc:sldChg>
      <pc:sldChg chg="addSp delSp modSp add mod">
        <pc:chgData name="필두2 홍" userId="0a0ee9c44b803ff9" providerId="LiveId" clId="{FADE20D8-3913-4ADB-B3CB-9C901F95014F}" dt="2024-03-11T08:51:05.841" v="6869"/>
        <pc:sldMkLst>
          <pc:docMk/>
          <pc:sldMk cId="3549833659" sldId="1031"/>
        </pc:sldMkLst>
      </pc:sldChg>
      <pc:sldChg chg="addSp delSp modSp add mod">
        <pc:chgData name="필두2 홍" userId="0a0ee9c44b803ff9" providerId="LiveId" clId="{FADE20D8-3913-4ADB-B3CB-9C901F95014F}" dt="2024-03-11T08:51:08.181" v="6870"/>
        <pc:sldMkLst>
          <pc:docMk/>
          <pc:sldMk cId="3073111877" sldId="1032"/>
        </pc:sldMkLst>
      </pc:sldChg>
      <pc:sldChg chg="addSp delSp modSp add mod">
        <pc:chgData name="필두2 홍" userId="0a0ee9c44b803ff9" providerId="LiveId" clId="{FADE20D8-3913-4ADB-B3CB-9C901F95014F}" dt="2024-03-11T08:51:11.930" v="6871"/>
        <pc:sldMkLst>
          <pc:docMk/>
          <pc:sldMk cId="2215485563" sldId="1033"/>
        </pc:sldMkLst>
      </pc:sldChg>
      <pc:sldChg chg="addSp delSp modSp add mod">
        <pc:chgData name="필두2 홍" userId="0a0ee9c44b803ff9" providerId="LiveId" clId="{FADE20D8-3913-4ADB-B3CB-9C901F95014F}" dt="2024-03-11T08:51:13.174" v="6872"/>
        <pc:sldMkLst>
          <pc:docMk/>
          <pc:sldMk cId="1465515307" sldId="1034"/>
        </pc:sldMkLst>
      </pc:sldChg>
      <pc:sldChg chg="delSp modSp add mod">
        <pc:chgData name="필두2 홍" userId="0a0ee9c44b803ff9" providerId="LiveId" clId="{FADE20D8-3913-4ADB-B3CB-9C901F95014F}" dt="2024-03-12T01:10:13.199" v="8531" actId="20577"/>
        <pc:sldMkLst>
          <pc:docMk/>
          <pc:sldMk cId="3803085035" sldId="1035"/>
        </pc:sldMkLst>
      </pc:sldChg>
      <pc:sldChg chg="addSp delSp modSp add mod">
        <pc:chgData name="필두2 홍" userId="0a0ee9c44b803ff9" providerId="LiveId" clId="{FADE20D8-3913-4ADB-B3CB-9C901F95014F}" dt="2024-03-12T00:58:36.361" v="8130" actId="208"/>
        <pc:sldMkLst>
          <pc:docMk/>
          <pc:sldMk cId="2317673895" sldId="1036"/>
        </pc:sldMkLst>
      </pc:sldChg>
      <pc:sldChg chg="addSp delSp modSp add mod">
        <pc:chgData name="필두2 홍" userId="0a0ee9c44b803ff9" providerId="LiveId" clId="{FADE20D8-3913-4ADB-B3CB-9C901F95014F}" dt="2024-03-12T01:07:54.296" v="8523" actId="1076"/>
        <pc:sldMkLst>
          <pc:docMk/>
          <pc:sldMk cId="2696301809" sldId="1037"/>
        </pc:sldMkLst>
      </pc:sldChg>
    </pc:docChg>
  </pc:docChgLst>
  <pc:docChgLst>
    <pc:chgData name="홍필두" userId="a613eac9-2ee1-4936-8d5c-6f3d69f7b146" providerId="ADAL" clId="{67C149AC-3AE8-4705-9264-4921FE4C5BD6}"/>
    <pc:docChg chg="modMainMaster">
      <pc:chgData name="홍필두" userId="a613eac9-2ee1-4936-8d5c-6f3d69f7b146" providerId="ADAL" clId="{67C149AC-3AE8-4705-9264-4921FE4C5BD6}" dt="2021-05-23T13:05:44.701" v="1" actId="478"/>
      <pc:docMkLst>
        <pc:docMk/>
      </pc:docMkLst>
      <pc:sldMasterChg chg="addSp delSp modSp">
        <pc:chgData name="홍필두" userId="a613eac9-2ee1-4936-8d5c-6f3d69f7b146" providerId="ADAL" clId="{67C149AC-3AE8-4705-9264-4921FE4C5BD6}" dt="2021-05-23T13:05:44.701" v="1" actId="478"/>
        <pc:sldMasterMkLst>
          <pc:docMk/>
          <pc:sldMasterMk cId="0" sldId="2147483659"/>
        </pc:sldMasterMkLst>
      </pc:sldMasterChg>
    </pc:docChg>
  </pc:docChgLst>
  <pc:docChgLst>
    <pc:chgData name="필두2 홍" userId="0a0ee9c44b803ff9" providerId="LiveId" clId="{8F820CFB-0DF4-42C1-A392-5B8E8611DBC3}"/>
    <pc:docChg chg="modSld">
      <pc:chgData name="필두2 홍" userId="0a0ee9c44b803ff9" providerId="LiveId" clId="{8F820CFB-0DF4-42C1-A392-5B8E8611DBC3}" dt="2024-12-19T04:49:03.314" v="10"/>
      <pc:docMkLst>
        <pc:docMk/>
      </pc:docMkLst>
      <pc:sldChg chg="modSp mod">
        <pc:chgData name="필두2 홍" userId="0a0ee9c44b803ff9" providerId="LiveId" clId="{8F820CFB-0DF4-42C1-A392-5B8E8611DBC3}" dt="2024-12-19T04:49:03.314" v="10"/>
        <pc:sldMkLst>
          <pc:docMk/>
          <pc:sldMk cId="0" sldId="694"/>
        </pc:sldMkLst>
        <pc:spChg chg="mod">
          <ac:chgData name="필두2 홍" userId="0a0ee9c44b803ff9" providerId="LiveId" clId="{8F820CFB-0DF4-42C1-A392-5B8E8611DBC3}" dt="2024-12-19T04:48:34.966" v="0" actId="20577"/>
          <ac:spMkLst>
            <pc:docMk/>
            <pc:sldMk cId="0" sldId="694"/>
            <ac:spMk id="5" creationId="{00000000-0000-0000-0000-000000000000}"/>
          </ac:spMkLst>
        </pc:spChg>
      </pc:sldChg>
    </pc:docChg>
  </pc:docChgLst>
  <pc:docChgLst>
    <pc:chgData name="필두2 홍" userId="0a0ee9c44b803ff9" providerId="LiveId" clId="{73CCB71F-A951-47A7-B3D6-6967194790E3}"/>
    <pc:docChg chg="undo custSel addSld delSld modSld sldOrd">
      <pc:chgData name="필두2 홍" userId="0a0ee9c44b803ff9" providerId="LiveId" clId="{73CCB71F-A951-47A7-B3D6-6967194790E3}" dt="2025-01-02T13:59:38.384" v="7736" actId="20577"/>
      <pc:docMkLst>
        <pc:docMk/>
      </pc:docMkLst>
      <pc:sldChg chg="delSp modSp mod">
        <pc:chgData name="필두2 홍" userId="0a0ee9c44b803ff9" providerId="LiveId" clId="{73CCB71F-A951-47A7-B3D6-6967194790E3}" dt="2025-01-02T07:07:06.858" v="7407" actId="478"/>
        <pc:sldMkLst>
          <pc:docMk/>
          <pc:sldMk cId="0" sldId="694"/>
        </pc:sldMkLst>
        <pc:spChg chg="del">
          <ac:chgData name="필두2 홍" userId="0a0ee9c44b803ff9" providerId="LiveId" clId="{73CCB71F-A951-47A7-B3D6-6967194790E3}" dt="2025-01-02T07:07:06.858" v="7407" actId="478"/>
          <ac:spMkLst>
            <pc:docMk/>
            <pc:sldMk cId="0" sldId="694"/>
            <ac:spMk id="2" creationId="{00000000-0000-0000-0000-000000000000}"/>
          </ac:spMkLst>
        </pc:spChg>
        <pc:spChg chg="mod">
          <ac:chgData name="필두2 홍" userId="0a0ee9c44b803ff9" providerId="LiveId" clId="{73CCB71F-A951-47A7-B3D6-6967194790E3}" dt="2025-01-02T07:06:59.817" v="7406" actId="20577"/>
          <ac:spMkLst>
            <pc:docMk/>
            <pc:sldMk cId="0" sldId="694"/>
            <ac:spMk id="5" creationId="{00000000-0000-0000-0000-000000000000}"/>
          </ac:spMkLst>
        </pc:spChg>
      </pc:sldChg>
      <pc:sldChg chg="modSp mod">
        <pc:chgData name="필두2 홍" userId="0a0ee9c44b803ff9" providerId="LiveId" clId="{73CCB71F-A951-47A7-B3D6-6967194790E3}" dt="2025-01-02T06:27:21.749" v="7306"/>
        <pc:sldMkLst>
          <pc:docMk/>
          <pc:sldMk cId="4091224238" sldId="984"/>
        </pc:sldMkLst>
        <pc:spChg chg="mod">
          <ac:chgData name="필두2 홍" userId="0a0ee9c44b803ff9" providerId="LiveId" clId="{73CCB71F-A951-47A7-B3D6-6967194790E3}" dt="2025-01-02T06:27:21.749" v="7306"/>
          <ac:spMkLst>
            <pc:docMk/>
            <pc:sldMk cId="4091224238" sldId="984"/>
            <ac:spMk id="13" creationId="{00000000-0000-0000-0000-000000000000}"/>
          </ac:spMkLst>
        </pc:spChg>
      </pc:sldChg>
      <pc:sldChg chg="modSp mod">
        <pc:chgData name="필두2 홍" userId="0a0ee9c44b803ff9" providerId="LiveId" clId="{73CCB71F-A951-47A7-B3D6-6967194790E3}" dt="2025-01-02T05:10:28.601" v="5506" actId="20577"/>
        <pc:sldMkLst>
          <pc:docMk/>
          <pc:sldMk cId="1945564878" sldId="990"/>
        </pc:sldMkLst>
        <pc:spChg chg="mod">
          <ac:chgData name="필두2 홍" userId="0a0ee9c44b803ff9" providerId="LiveId" clId="{73CCB71F-A951-47A7-B3D6-6967194790E3}" dt="2025-01-02T05:10:28.601" v="5506" actId="20577"/>
          <ac:spMkLst>
            <pc:docMk/>
            <pc:sldMk cId="1945564878" sldId="990"/>
            <ac:spMk id="7" creationId="{00000000-0000-0000-0000-000000000000}"/>
          </ac:spMkLst>
        </pc:spChg>
      </pc:sldChg>
      <pc:sldChg chg="modSp mod">
        <pc:chgData name="필두2 홍" userId="0a0ee9c44b803ff9" providerId="LiveId" clId="{73CCB71F-A951-47A7-B3D6-6967194790E3}" dt="2025-01-02T06:26:31.803" v="7260" actId="20577"/>
        <pc:sldMkLst>
          <pc:docMk/>
          <pc:sldMk cId="2259212684" sldId="991"/>
        </pc:sldMkLst>
        <pc:spChg chg="mod">
          <ac:chgData name="필두2 홍" userId="0a0ee9c44b803ff9" providerId="LiveId" clId="{73CCB71F-A951-47A7-B3D6-6967194790E3}" dt="2025-01-02T06:26:31.803" v="7260" actId="20577"/>
          <ac:spMkLst>
            <pc:docMk/>
            <pc:sldMk cId="2259212684" sldId="991"/>
            <ac:spMk id="2" creationId="{00000000-0000-0000-0000-000000000000}"/>
          </ac:spMkLst>
        </pc:spChg>
      </pc:sldChg>
      <pc:sldChg chg="addSp modSp mod">
        <pc:chgData name="필두2 홍" userId="0a0ee9c44b803ff9" providerId="LiveId" clId="{73CCB71F-A951-47A7-B3D6-6967194790E3}" dt="2025-01-02T05:09:43.142" v="5442" actId="5793"/>
        <pc:sldMkLst>
          <pc:docMk/>
          <pc:sldMk cId="2516493022" sldId="1012"/>
        </pc:sldMkLst>
        <pc:spChg chg="add mod">
          <ac:chgData name="필두2 홍" userId="0a0ee9c44b803ff9" providerId="LiveId" clId="{73CCB71F-A951-47A7-B3D6-6967194790E3}" dt="2025-01-02T05:09:43.142" v="5442" actId="5793"/>
          <ac:spMkLst>
            <pc:docMk/>
            <pc:sldMk cId="2516493022" sldId="1012"/>
            <ac:spMk id="3" creationId="{6397A795-6930-5D2A-8E8E-768F0400D756}"/>
          </ac:spMkLst>
        </pc:spChg>
      </pc:sldChg>
      <pc:sldChg chg="addSp modSp mod">
        <pc:chgData name="필두2 홍" userId="0a0ee9c44b803ff9" providerId="LiveId" clId="{73CCB71F-A951-47A7-B3D6-6967194790E3}" dt="2025-01-02T04:46:56.681" v="4148" actId="1076"/>
        <pc:sldMkLst>
          <pc:docMk/>
          <pc:sldMk cId="2642814191" sldId="1015"/>
        </pc:sldMkLst>
        <pc:spChg chg="mod">
          <ac:chgData name="필두2 홍" userId="0a0ee9c44b803ff9" providerId="LiveId" clId="{73CCB71F-A951-47A7-B3D6-6967194790E3}" dt="2025-01-02T04:46:56.681" v="4148" actId="1076"/>
          <ac:spMkLst>
            <pc:docMk/>
            <pc:sldMk cId="2642814191" sldId="1015"/>
            <ac:spMk id="2" creationId="{84C19B67-0D7F-ECEF-3A8A-9A5DFFCAC65D}"/>
          </ac:spMkLst>
        </pc:spChg>
        <pc:spChg chg="add mod">
          <ac:chgData name="필두2 홍" userId="0a0ee9c44b803ff9" providerId="LiveId" clId="{73CCB71F-A951-47A7-B3D6-6967194790E3}" dt="2024-12-30T07:22:18.451" v="2658" actId="1076"/>
          <ac:spMkLst>
            <pc:docMk/>
            <pc:sldMk cId="2642814191" sldId="1015"/>
            <ac:spMk id="3" creationId="{3A91E237-2748-F809-CC33-E53684BC991E}"/>
          </ac:spMkLst>
        </pc:spChg>
      </pc:sldChg>
      <pc:sldChg chg="modSp mod">
        <pc:chgData name="필두2 홍" userId="0a0ee9c44b803ff9" providerId="LiveId" clId="{73CCB71F-A951-47A7-B3D6-6967194790E3}" dt="2024-12-30T07:03:21.492" v="154" actId="20577"/>
        <pc:sldMkLst>
          <pc:docMk/>
          <pc:sldMk cId="867404544" sldId="1017"/>
        </pc:sldMkLst>
        <pc:spChg chg="mod">
          <ac:chgData name="필두2 홍" userId="0a0ee9c44b803ff9" providerId="LiveId" clId="{73CCB71F-A951-47A7-B3D6-6967194790E3}" dt="2024-12-30T07:03:21.492" v="154" actId="20577"/>
          <ac:spMkLst>
            <pc:docMk/>
            <pc:sldMk cId="867404544" sldId="1017"/>
            <ac:spMk id="2" creationId="{5575D1DA-BE79-B930-ED38-5A6E1906DB51}"/>
          </ac:spMkLst>
        </pc:spChg>
      </pc:sldChg>
      <pc:sldChg chg="addSp modSp mod">
        <pc:chgData name="필두2 홍" userId="0a0ee9c44b803ff9" providerId="LiveId" clId="{73CCB71F-A951-47A7-B3D6-6967194790E3}" dt="2024-12-30T07:29:45.850" v="4125" actId="20577"/>
        <pc:sldMkLst>
          <pc:docMk/>
          <pc:sldMk cId="583767786" sldId="1019"/>
        </pc:sldMkLst>
        <pc:spChg chg="add mod">
          <ac:chgData name="필두2 홍" userId="0a0ee9c44b803ff9" providerId="LiveId" clId="{73CCB71F-A951-47A7-B3D6-6967194790E3}" dt="2024-12-30T07:29:45.850" v="4125" actId="20577"/>
          <ac:spMkLst>
            <pc:docMk/>
            <pc:sldMk cId="583767786" sldId="1019"/>
            <ac:spMk id="4" creationId="{5802DFE8-9CEB-617F-D890-56053F206B4E}"/>
          </ac:spMkLst>
        </pc:spChg>
      </pc:sldChg>
      <pc:sldChg chg="modSp mod">
        <pc:chgData name="필두2 홍" userId="0a0ee9c44b803ff9" providerId="LiveId" clId="{73CCB71F-A951-47A7-B3D6-6967194790E3}" dt="2025-01-02T06:25:56.546" v="7236" actId="20577"/>
        <pc:sldMkLst>
          <pc:docMk/>
          <pc:sldMk cId="2232079973" sldId="1021"/>
        </pc:sldMkLst>
        <pc:spChg chg="mod">
          <ac:chgData name="필두2 홍" userId="0a0ee9c44b803ff9" providerId="LiveId" clId="{73CCB71F-A951-47A7-B3D6-6967194790E3}" dt="2025-01-02T06:25:56.546" v="7236" actId="20577"/>
          <ac:spMkLst>
            <pc:docMk/>
            <pc:sldMk cId="2232079973" sldId="1021"/>
            <ac:spMk id="27" creationId="{00000000-0000-0000-0000-000000000000}"/>
          </ac:spMkLst>
        </pc:spChg>
      </pc:sldChg>
      <pc:sldChg chg="addSp modSp mod">
        <pc:chgData name="필두2 홍" userId="0a0ee9c44b803ff9" providerId="LiveId" clId="{73CCB71F-A951-47A7-B3D6-6967194790E3}" dt="2024-12-30T07:05:12.860" v="431" actId="20577"/>
        <pc:sldMkLst>
          <pc:docMk/>
          <pc:sldMk cId="2162322420" sldId="1022"/>
        </pc:sldMkLst>
        <pc:spChg chg="add mod">
          <ac:chgData name="필두2 홍" userId="0a0ee9c44b803ff9" providerId="LiveId" clId="{73CCB71F-A951-47A7-B3D6-6967194790E3}" dt="2024-12-30T07:05:12.860" v="431" actId="20577"/>
          <ac:spMkLst>
            <pc:docMk/>
            <pc:sldMk cId="2162322420" sldId="1022"/>
            <ac:spMk id="2" creationId="{4E6E0AB4-2CA2-3890-63EF-E32F05EB7BEA}"/>
          </ac:spMkLst>
        </pc:spChg>
      </pc:sldChg>
      <pc:sldChg chg="addSp modSp mod">
        <pc:chgData name="필두2 홍" userId="0a0ee9c44b803ff9" providerId="LiveId" clId="{73CCB71F-A951-47A7-B3D6-6967194790E3}" dt="2025-01-02T06:19:06.491" v="6960" actId="1076"/>
        <pc:sldMkLst>
          <pc:docMk/>
          <pc:sldMk cId="317010268" sldId="1028"/>
        </pc:sldMkLst>
        <pc:spChg chg="add mod">
          <ac:chgData name="필두2 홍" userId="0a0ee9c44b803ff9" providerId="LiveId" clId="{73CCB71F-A951-47A7-B3D6-6967194790E3}" dt="2024-12-30T07:05:46.141" v="434" actId="1076"/>
          <ac:spMkLst>
            <pc:docMk/>
            <pc:sldMk cId="317010268" sldId="1028"/>
            <ac:spMk id="3" creationId="{B7359F71-80A0-AD34-0F92-F2D38BD1851E}"/>
          </ac:spMkLst>
        </pc:spChg>
        <pc:picChg chg="mod">
          <ac:chgData name="필두2 홍" userId="0a0ee9c44b803ff9" providerId="LiveId" clId="{73CCB71F-A951-47A7-B3D6-6967194790E3}" dt="2025-01-02T06:19:06.491" v="6960" actId="1076"/>
          <ac:picMkLst>
            <pc:docMk/>
            <pc:sldMk cId="317010268" sldId="1028"/>
            <ac:picMk id="7" creationId="{CDE0D8CB-AD40-C863-EAC5-A592A071859A}"/>
          </ac:picMkLst>
        </pc:picChg>
      </pc:sldChg>
      <pc:sldChg chg="addSp modSp mod">
        <pc:chgData name="필두2 홍" userId="0a0ee9c44b803ff9" providerId="LiveId" clId="{73CCB71F-A951-47A7-B3D6-6967194790E3}" dt="2025-01-02T06:19:49.716" v="6961" actId="1076"/>
        <pc:sldMkLst>
          <pc:docMk/>
          <pc:sldMk cId="350885664" sldId="1029"/>
        </pc:sldMkLst>
        <pc:spChg chg="add mod">
          <ac:chgData name="필두2 홍" userId="0a0ee9c44b803ff9" providerId="LiveId" clId="{73CCB71F-A951-47A7-B3D6-6967194790E3}" dt="2024-12-30T07:06:02.880" v="435"/>
          <ac:spMkLst>
            <pc:docMk/>
            <pc:sldMk cId="350885664" sldId="1029"/>
            <ac:spMk id="4" creationId="{2C302E5E-5AF5-46D1-A1FC-62D8597DAD64}"/>
          </ac:spMkLst>
        </pc:spChg>
        <pc:picChg chg="mod">
          <ac:chgData name="필두2 홍" userId="0a0ee9c44b803ff9" providerId="LiveId" clId="{73CCB71F-A951-47A7-B3D6-6967194790E3}" dt="2025-01-02T06:19:49.716" v="6961" actId="1076"/>
          <ac:picMkLst>
            <pc:docMk/>
            <pc:sldMk cId="350885664" sldId="1029"/>
            <ac:picMk id="6" creationId="{A1A2ADE2-7192-A945-BC3B-8F769940EE3E}"/>
          </ac:picMkLst>
        </pc:picChg>
      </pc:sldChg>
      <pc:sldChg chg="addSp modSp mod">
        <pc:chgData name="필두2 홍" userId="0a0ee9c44b803ff9" providerId="LiveId" clId="{73CCB71F-A951-47A7-B3D6-6967194790E3}" dt="2024-12-30T07:06:25.182" v="437" actId="1076"/>
        <pc:sldMkLst>
          <pc:docMk/>
          <pc:sldMk cId="871161993" sldId="1030"/>
        </pc:sldMkLst>
        <pc:spChg chg="add mod">
          <ac:chgData name="필두2 홍" userId="0a0ee9c44b803ff9" providerId="LiveId" clId="{73CCB71F-A951-47A7-B3D6-6967194790E3}" dt="2024-12-30T07:06:25.182" v="437" actId="1076"/>
          <ac:spMkLst>
            <pc:docMk/>
            <pc:sldMk cId="871161993" sldId="1030"/>
            <ac:spMk id="3" creationId="{3CF454BC-C468-2A82-7B64-30A3726F27D3}"/>
          </ac:spMkLst>
        </pc:spChg>
      </pc:sldChg>
      <pc:sldChg chg="addSp modSp mod">
        <pc:chgData name="필두2 홍" userId="0a0ee9c44b803ff9" providerId="LiveId" clId="{73CCB71F-A951-47A7-B3D6-6967194790E3}" dt="2024-12-30T07:07:09.933" v="643" actId="1076"/>
        <pc:sldMkLst>
          <pc:docMk/>
          <pc:sldMk cId="3549833659" sldId="1031"/>
        </pc:sldMkLst>
        <pc:spChg chg="add mod">
          <ac:chgData name="필두2 홍" userId="0a0ee9c44b803ff9" providerId="LiveId" clId="{73CCB71F-A951-47A7-B3D6-6967194790E3}" dt="2024-12-30T07:07:09.933" v="643" actId="1076"/>
          <ac:spMkLst>
            <pc:docMk/>
            <pc:sldMk cId="3549833659" sldId="1031"/>
            <ac:spMk id="4" creationId="{6BA6B9E3-44B4-F375-6723-0B316136B338}"/>
          </ac:spMkLst>
        </pc:spChg>
      </pc:sldChg>
      <pc:sldChg chg="addSp modSp del mod">
        <pc:chgData name="필두2 홍" userId="0a0ee9c44b803ff9" providerId="LiveId" clId="{73CCB71F-A951-47A7-B3D6-6967194790E3}" dt="2025-01-02T06:04:39.429" v="6896" actId="47"/>
        <pc:sldMkLst>
          <pc:docMk/>
          <pc:sldMk cId="3073111877" sldId="1032"/>
        </pc:sldMkLst>
      </pc:sldChg>
      <pc:sldChg chg="addSp modSp del">
        <pc:chgData name="필두2 홍" userId="0a0ee9c44b803ff9" providerId="LiveId" clId="{73CCB71F-A951-47A7-B3D6-6967194790E3}" dt="2025-01-02T06:04:47.072" v="6897" actId="47"/>
        <pc:sldMkLst>
          <pc:docMk/>
          <pc:sldMk cId="2215485563" sldId="1033"/>
        </pc:sldMkLst>
      </pc:sldChg>
      <pc:sldChg chg="addSp modSp del mod">
        <pc:chgData name="필두2 홍" userId="0a0ee9c44b803ff9" providerId="LiveId" clId="{73CCB71F-A951-47A7-B3D6-6967194790E3}" dt="2025-01-02T06:04:51.102" v="6898" actId="47"/>
        <pc:sldMkLst>
          <pc:docMk/>
          <pc:sldMk cId="1465515307" sldId="1034"/>
        </pc:sldMkLst>
      </pc:sldChg>
      <pc:sldChg chg="ord">
        <pc:chgData name="필두2 홍" userId="0a0ee9c44b803ff9" providerId="LiveId" clId="{73CCB71F-A951-47A7-B3D6-6967194790E3}" dt="2025-01-02T05:56:09.512" v="6895"/>
        <pc:sldMkLst>
          <pc:docMk/>
          <pc:sldMk cId="2317673895" sldId="1036"/>
        </pc:sldMkLst>
      </pc:sldChg>
      <pc:sldChg chg="modSp del mod">
        <pc:chgData name="필두2 홍" userId="0a0ee9c44b803ff9" providerId="LiveId" clId="{73CCB71F-A951-47A7-B3D6-6967194790E3}" dt="2025-01-02T06:24:44.526" v="7143" actId="47"/>
        <pc:sldMkLst>
          <pc:docMk/>
          <pc:sldMk cId="2696301809" sldId="1037"/>
        </pc:sldMkLst>
      </pc:sldChg>
      <pc:sldChg chg="addSp delSp modSp add mod">
        <pc:chgData name="필두2 홍" userId="0a0ee9c44b803ff9" providerId="LiveId" clId="{73CCB71F-A951-47A7-B3D6-6967194790E3}" dt="2025-01-02T04:46:28.832" v="4147" actId="1076"/>
        <pc:sldMkLst>
          <pc:docMk/>
          <pc:sldMk cId="3754910217" sldId="1038"/>
        </pc:sldMkLst>
        <pc:spChg chg="add mod">
          <ac:chgData name="필두2 홍" userId="0a0ee9c44b803ff9" providerId="LiveId" clId="{73CCB71F-A951-47A7-B3D6-6967194790E3}" dt="2025-01-02T04:46:28.832" v="4147" actId="1076"/>
          <ac:spMkLst>
            <pc:docMk/>
            <pc:sldMk cId="3754910217" sldId="1038"/>
            <ac:spMk id="3" creationId="{47FFCFCA-7942-0FCC-47A7-2F68C7A131A0}"/>
          </ac:spMkLst>
        </pc:spChg>
        <pc:spChg chg="del">
          <ac:chgData name="필두2 홍" userId="0a0ee9c44b803ff9" providerId="LiveId" clId="{73CCB71F-A951-47A7-B3D6-6967194790E3}" dt="2025-01-02T04:46:18.788" v="4145" actId="478"/>
          <ac:spMkLst>
            <pc:docMk/>
            <pc:sldMk cId="3754910217" sldId="1038"/>
            <ac:spMk id="27" creationId="{380504C5-8CD5-4A24-D3DE-E0652176CD56}"/>
          </ac:spMkLst>
        </pc:spChg>
      </pc:sldChg>
      <pc:sldChg chg="modSp add mod">
        <pc:chgData name="필두2 홍" userId="0a0ee9c44b803ff9" providerId="LiveId" clId="{73CCB71F-A951-47A7-B3D6-6967194790E3}" dt="2025-01-02T04:48:43.659" v="4231" actId="1076"/>
        <pc:sldMkLst>
          <pc:docMk/>
          <pc:sldMk cId="3793114922" sldId="1039"/>
        </pc:sldMkLst>
        <pc:spChg chg="mod">
          <ac:chgData name="필두2 홍" userId="0a0ee9c44b803ff9" providerId="LiveId" clId="{73CCB71F-A951-47A7-B3D6-6967194790E3}" dt="2025-01-02T04:48:43.659" v="4231" actId="1076"/>
          <ac:spMkLst>
            <pc:docMk/>
            <pc:sldMk cId="3793114922" sldId="1039"/>
            <ac:spMk id="3" creationId="{DCD1AEAD-DC33-9C3D-484F-361D6F88E7DE}"/>
          </ac:spMkLst>
        </pc:spChg>
      </pc:sldChg>
      <pc:sldChg chg="delSp modSp add mod">
        <pc:chgData name="필두2 홍" userId="0a0ee9c44b803ff9" providerId="LiveId" clId="{73CCB71F-A951-47A7-B3D6-6967194790E3}" dt="2025-01-02T04:59:51.223" v="4817" actId="20577"/>
        <pc:sldMkLst>
          <pc:docMk/>
          <pc:sldMk cId="2658977300" sldId="1040"/>
        </pc:sldMkLst>
        <pc:spChg chg="mod">
          <ac:chgData name="필두2 홍" userId="0a0ee9c44b803ff9" providerId="LiveId" clId="{73CCB71F-A951-47A7-B3D6-6967194790E3}" dt="2025-01-02T04:53:15.245" v="4564" actId="1076"/>
          <ac:spMkLst>
            <pc:docMk/>
            <pc:sldMk cId="2658977300" sldId="1040"/>
            <ac:spMk id="16" creationId="{209AC9F5-F077-0E6F-BEBE-19F90246308F}"/>
          </ac:spMkLst>
        </pc:spChg>
        <pc:spChg chg="mod">
          <ac:chgData name="필두2 홍" userId="0a0ee9c44b803ff9" providerId="LiveId" clId="{73CCB71F-A951-47A7-B3D6-6967194790E3}" dt="2025-01-02T04:53:39.458" v="4612" actId="20577"/>
          <ac:spMkLst>
            <pc:docMk/>
            <pc:sldMk cId="2658977300" sldId="1040"/>
            <ac:spMk id="17" creationId="{7337DBFF-8FA5-C158-3BA3-5D7806DCC578}"/>
          </ac:spMkLst>
        </pc:spChg>
        <pc:spChg chg="mod">
          <ac:chgData name="필두2 홍" userId="0a0ee9c44b803ff9" providerId="LiveId" clId="{73CCB71F-A951-47A7-B3D6-6967194790E3}" dt="2025-01-02T04:59:51.223" v="4817" actId="20577"/>
          <ac:spMkLst>
            <pc:docMk/>
            <pc:sldMk cId="2658977300" sldId="1040"/>
            <ac:spMk id="27" creationId="{EA21897A-61B7-B0D0-EE2D-A92B0F3F5894}"/>
          </ac:spMkLst>
        </pc:spChg>
        <pc:picChg chg="del">
          <ac:chgData name="필두2 홍" userId="0a0ee9c44b803ff9" providerId="LiveId" clId="{73CCB71F-A951-47A7-B3D6-6967194790E3}" dt="2025-01-02T04:53:04.126" v="4561" actId="478"/>
          <ac:picMkLst>
            <pc:docMk/>
            <pc:sldMk cId="2658977300" sldId="1040"/>
            <ac:picMk id="5" creationId="{C3115378-C7DB-8972-9204-8089EA666055}"/>
          </ac:picMkLst>
        </pc:picChg>
        <pc:picChg chg="del">
          <ac:chgData name="필두2 홍" userId="0a0ee9c44b803ff9" providerId="LiveId" clId="{73CCB71F-A951-47A7-B3D6-6967194790E3}" dt="2025-01-02T04:53:04.126" v="4561" actId="478"/>
          <ac:picMkLst>
            <pc:docMk/>
            <pc:sldMk cId="2658977300" sldId="1040"/>
            <ac:picMk id="10" creationId="{7D381E2D-AE4F-9D41-1A51-F6DAEC90732F}"/>
          </ac:picMkLst>
        </pc:picChg>
        <pc:picChg chg="mod">
          <ac:chgData name="필두2 홍" userId="0a0ee9c44b803ff9" providerId="LiveId" clId="{73CCB71F-A951-47A7-B3D6-6967194790E3}" dt="2025-01-02T04:53:09.135" v="4563" actId="14100"/>
          <ac:picMkLst>
            <pc:docMk/>
            <pc:sldMk cId="2658977300" sldId="1040"/>
            <ac:picMk id="13" creationId="{8500CBE8-8160-C000-1D32-9552D9B39746}"/>
          </ac:picMkLst>
        </pc:picChg>
        <pc:picChg chg="mod">
          <ac:chgData name="필두2 홍" userId="0a0ee9c44b803ff9" providerId="LiveId" clId="{73CCB71F-A951-47A7-B3D6-6967194790E3}" dt="2025-01-02T04:53:45.004" v="4613" actId="14100"/>
          <ac:picMkLst>
            <pc:docMk/>
            <pc:sldMk cId="2658977300" sldId="1040"/>
            <ac:picMk id="15" creationId="{0204E77F-B30A-8EC5-1443-670CBACC3F9F}"/>
          </ac:picMkLst>
        </pc:picChg>
      </pc:sldChg>
      <pc:sldChg chg="addSp delSp modSp add mod">
        <pc:chgData name="필두2 홍" userId="0a0ee9c44b803ff9" providerId="LiveId" clId="{73CCB71F-A951-47A7-B3D6-6967194790E3}" dt="2025-01-02T05:06:12.569" v="5021" actId="20577"/>
        <pc:sldMkLst>
          <pc:docMk/>
          <pc:sldMk cId="2920641132" sldId="1041"/>
        </pc:sldMkLst>
        <pc:spChg chg="del">
          <ac:chgData name="필두2 홍" userId="0a0ee9c44b803ff9" providerId="LiveId" clId="{73CCB71F-A951-47A7-B3D6-6967194790E3}" dt="2025-01-02T04:52:44.454" v="4558" actId="478"/>
          <ac:spMkLst>
            <pc:docMk/>
            <pc:sldMk cId="2920641132" sldId="1041"/>
            <ac:spMk id="16" creationId="{79EF141D-E285-2092-C88D-2668186750FF}"/>
          </ac:spMkLst>
        </pc:spChg>
        <pc:spChg chg="del">
          <ac:chgData name="필두2 홍" userId="0a0ee9c44b803ff9" providerId="LiveId" clId="{73CCB71F-A951-47A7-B3D6-6967194790E3}" dt="2025-01-02T04:52:44.454" v="4558" actId="478"/>
          <ac:spMkLst>
            <pc:docMk/>
            <pc:sldMk cId="2920641132" sldId="1041"/>
            <ac:spMk id="17" creationId="{A8878CEF-C20E-3A23-C3F4-90CD4F67F2BE}"/>
          </ac:spMkLst>
        </pc:spChg>
        <pc:spChg chg="mod">
          <ac:chgData name="필두2 홍" userId="0a0ee9c44b803ff9" providerId="LiveId" clId="{73CCB71F-A951-47A7-B3D6-6967194790E3}" dt="2025-01-02T05:06:12.569" v="5021" actId="20577"/>
          <ac:spMkLst>
            <pc:docMk/>
            <pc:sldMk cId="2920641132" sldId="1041"/>
            <ac:spMk id="27" creationId="{276D3B7D-C1B1-7464-3C2D-5B560713A034}"/>
          </ac:spMkLst>
        </pc:spChg>
        <pc:picChg chg="add mod">
          <ac:chgData name="필두2 홍" userId="0a0ee9c44b803ff9" providerId="LiveId" clId="{73CCB71F-A951-47A7-B3D6-6967194790E3}" dt="2025-01-02T05:03:58.192" v="4828" actId="14100"/>
          <ac:picMkLst>
            <pc:docMk/>
            <pc:sldMk cId="2920641132" sldId="1041"/>
            <ac:picMk id="3" creationId="{ADC07339-0681-6DBC-0862-366FE31FD5B6}"/>
          </ac:picMkLst>
        </pc:picChg>
        <pc:picChg chg="del mod">
          <ac:chgData name="필두2 홍" userId="0a0ee9c44b803ff9" providerId="LiveId" clId="{73CCB71F-A951-47A7-B3D6-6967194790E3}" dt="2025-01-02T05:03:52.473" v="4825" actId="478"/>
          <ac:picMkLst>
            <pc:docMk/>
            <pc:sldMk cId="2920641132" sldId="1041"/>
            <ac:picMk id="5" creationId="{0202FE80-C214-7348-329F-63F5DC0F676B}"/>
          </ac:picMkLst>
        </pc:picChg>
        <pc:picChg chg="add mod">
          <ac:chgData name="필두2 홍" userId="0a0ee9c44b803ff9" providerId="LiveId" clId="{73CCB71F-A951-47A7-B3D6-6967194790E3}" dt="2025-01-02T05:03:59.765" v="4829" actId="1076"/>
          <ac:picMkLst>
            <pc:docMk/>
            <pc:sldMk cId="2920641132" sldId="1041"/>
            <ac:picMk id="6" creationId="{3D5C03F9-BB88-3CF3-6945-C5C3408EE64B}"/>
          </ac:picMkLst>
        </pc:picChg>
        <pc:picChg chg="del mod">
          <ac:chgData name="필두2 홍" userId="0a0ee9c44b803ff9" providerId="LiveId" clId="{73CCB71F-A951-47A7-B3D6-6967194790E3}" dt="2025-01-02T05:03:50.507" v="4824" actId="478"/>
          <ac:picMkLst>
            <pc:docMk/>
            <pc:sldMk cId="2920641132" sldId="1041"/>
            <ac:picMk id="10" creationId="{3B0127B1-498C-6A85-46D2-5DE86D6CCD33}"/>
          </ac:picMkLst>
        </pc:picChg>
        <pc:picChg chg="del">
          <ac:chgData name="필두2 홍" userId="0a0ee9c44b803ff9" providerId="LiveId" clId="{73CCB71F-A951-47A7-B3D6-6967194790E3}" dt="2025-01-02T04:52:44.454" v="4558" actId="478"/>
          <ac:picMkLst>
            <pc:docMk/>
            <pc:sldMk cId="2920641132" sldId="1041"/>
            <ac:picMk id="13" creationId="{AC88940A-AB4C-ADAD-2EE2-ADE88E42918C}"/>
          </ac:picMkLst>
        </pc:picChg>
        <pc:picChg chg="del">
          <ac:chgData name="필두2 홍" userId="0a0ee9c44b803ff9" providerId="LiveId" clId="{73CCB71F-A951-47A7-B3D6-6967194790E3}" dt="2025-01-02T04:52:44.454" v="4558" actId="478"/>
          <ac:picMkLst>
            <pc:docMk/>
            <pc:sldMk cId="2920641132" sldId="1041"/>
            <ac:picMk id="15" creationId="{5A3CF373-FBF8-3722-E94C-F98DF4FE7B5F}"/>
          </ac:picMkLst>
        </pc:picChg>
      </pc:sldChg>
      <pc:sldChg chg="delSp modSp add mod">
        <pc:chgData name="필두2 홍" userId="0a0ee9c44b803ff9" providerId="LiveId" clId="{73CCB71F-A951-47A7-B3D6-6967194790E3}" dt="2025-01-02T05:08:29.456" v="5257" actId="20577"/>
        <pc:sldMkLst>
          <pc:docMk/>
          <pc:sldMk cId="3343994637" sldId="1042"/>
        </pc:sldMkLst>
        <pc:spChg chg="mod">
          <ac:chgData name="필두2 홍" userId="0a0ee9c44b803ff9" providerId="LiveId" clId="{73CCB71F-A951-47A7-B3D6-6967194790E3}" dt="2025-01-02T05:08:29.456" v="5257" actId="20577"/>
          <ac:spMkLst>
            <pc:docMk/>
            <pc:sldMk cId="3343994637" sldId="1042"/>
            <ac:spMk id="27" creationId="{6418B239-CCF2-D4BF-A0EF-2429A8F1746A}"/>
          </ac:spMkLst>
        </pc:spChg>
        <pc:picChg chg="del">
          <ac:chgData name="필두2 홍" userId="0a0ee9c44b803ff9" providerId="LiveId" clId="{73CCB71F-A951-47A7-B3D6-6967194790E3}" dt="2025-01-02T05:07:42.887" v="5248" actId="478"/>
          <ac:picMkLst>
            <pc:docMk/>
            <pc:sldMk cId="3343994637" sldId="1042"/>
            <ac:picMk id="3" creationId="{085ED16D-925B-7C80-7967-6090112541E3}"/>
          </ac:picMkLst>
        </pc:picChg>
        <pc:picChg chg="mod">
          <ac:chgData name="필두2 홍" userId="0a0ee9c44b803ff9" providerId="LiveId" clId="{73CCB71F-A951-47A7-B3D6-6967194790E3}" dt="2025-01-02T05:07:51.448" v="5251" actId="1076"/>
          <ac:picMkLst>
            <pc:docMk/>
            <pc:sldMk cId="3343994637" sldId="1042"/>
            <ac:picMk id="5" creationId="{D83E61B3-B9F5-1932-39BA-E9F1E79C9E71}"/>
          </ac:picMkLst>
        </pc:picChg>
        <pc:picChg chg="mod">
          <ac:chgData name="필두2 홍" userId="0a0ee9c44b803ff9" providerId="LiveId" clId="{73CCB71F-A951-47A7-B3D6-6967194790E3}" dt="2025-01-02T05:07:48.641" v="5250" actId="14100"/>
          <ac:picMkLst>
            <pc:docMk/>
            <pc:sldMk cId="3343994637" sldId="1042"/>
            <ac:picMk id="10" creationId="{F46A45C1-AA72-4641-A28E-869FD3437D3B}"/>
          </ac:picMkLst>
        </pc:picChg>
      </pc:sldChg>
      <pc:sldChg chg="addSp delSp modSp add mod">
        <pc:chgData name="필두2 홍" userId="0a0ee9c44b803ff9" providerId="LiveId" clId="{73CCB71F-A951-47A7-B3D6-6967194790E3}" dt="2025-01-02T05:25:35.550" v="6893" actId="20577"/>
        <pc:sldMkLst>
          <pc:docMk/>
          <pc:sldMk cId="259081836" sldId="1043"/>
        </pc:sldMkLst>
        <pc:spChg chg="del mod">
          <ac:chgData name="필두2 홍" userId="0a0ee9c44b803ff9" providerId="LiveId" clId="{73CCB71F-A951-47A7-B3D6-6967194790E3}" dt="2025-01-02T05:25:03.025" v="6885" actId="478"/>
          <ac:spMkLst>
            <pc:docMk/>
            <pc:sldMk cId="259081836" sldId="1043"/>
            <ac:spMk id="4" creationId="{1907AE70-22A0-4D65-C778-E79EFD062A67}"/>
          </ac:spMkLst>
        </pc:spChg>
        <pc:spChg chg="add mod">
          <ac:chgData name="필두2 홍" userId="0a0ee9c44b803ff9" providerId="LiveId" clId="{73CCB71F-A951-47A7-B3D6-6967194790E3}" dt="2025-01-02T05:20:08.557" v="6568" actId="20577"/>
          <ac:spMkLst>
            <pc:docMk/>
            <pc:sldMk cId="259081836" sldId="1043"/>
            <ac:spMk id="5" creationId="{583D0542-8882-631E-1093-A272A5F2382C}"/>
          </ac:spMkLst>
        </pc:spChg>
        <pc:spChg chg="del">
          <ac:chgData name="필두2 홍" userId="0a0ee9c44b803ff9" providerId="LiveId" clId="{73CCB71F-A951-47A7-B3D6-6967194790E3}" dt="2025-01-02T05:17:40.901" v="6339" actId="478"/>
          <ac:spMkLst>
            <pc:docMk/>
            <pc:sldMk cId="259081836" sldId="1043"/>
            <ac:spMk id="6" creationId="{6DEB7281-CDED-29EC-2782-1062E66DF026}"/>
          </ac:spMkLst>
        </pc:spChg>
        <pc:spChg chg="del">
          <ac:chgData name="필두2 홍" userId="0a0ee9c44b803ff9" providerId="LiveId" clId="{73CCB71F-A951-47A7-B3D6-6967194790E3}" dt="2025-01-02T05:17:40.901" v="6339" actId="478"/>
          <ac:spMkLst>
            <pc:docMk/>
            <pc:sldMk cId="259081836" sldId="1043"/>
            <ac:spMk id="9" creationId="{7DE83422-3F22-49D6-536C-9C4A86B91B51}"/>
          </ac:spMkLst>
        </pc:spChg>
        <pc:spChg chg="add mod">
          <ac:chgData name="필두2 홍" userId="0a0ee9c44b803ff9" providerId="LiveId" clId="{73CCB71F-A951-47A7-B3D6-6967194790E3}" dt="2025-01-02T05:25:35.550" v="6893" actId="20577"/>
          <ac:spMkLst>
            <pc:docMk/>
            <pc:sldMk cId="259081836" sldId="1043"/>
            <ac:spMk id="10" creationId="{D4578796-DA95-2686-9AD0-CA72D166DF37}"/>
          </ac:spMkLst>
        </pc:spChg>
        <pc:spChg chg="del">
          <ac:chgData name="필두2 홍" userId="0a0ee9c44b803ff9" providerId="LiveId" clId="{73CCB71F-A951-47A7-B3D6-6967194790E3}" dt="2025-01-02T05:17:40.901" v="6339" actId="478"/>
          <ac:spMkLst>
            <pc:docMk/>
            <pc:sldMk cId="259081836" sldId="1043"/>
            <ac:spMk id="11" creationId="{5ECE17E9-48A7-3975-25AD-9EE9089356C6}"/>
          </ac:spMkLst>
        </pc:spChg>
        <pc:spChg chg="mod">
          <ac:chgData name="필두2 홍" userId="0a0ee9c44b803ff9" providerId="LiveId" clId="{73CCB71F-A951-47A7-B3D6-6967194790E3}" dt="2025-01-02T05:17:36.068" v="6338" actId="20577"/>
          <ac:spMkLst>
            <pc:docMk/>
            <pc:sldMk cId="259081836" sldId="1043"/>
            <ac:spMk id="27" creationId="{A1115554-1655-13E7-F196-085325BD5DC5}"/>
          </ac:spMkLst>
        </pc:spChg>
        <pc:graphicFrameChg chg="mod">
          <ac:chgData name="필두2 홍" userId="0a0ee9c44b803ff9" providerId="LiveId" clId="{73CCB71F-A951-47A7-B3D6-6967194790E3}" dt="2025-01-02T05:23:52.613" v="6760" actId="1076"/>
          <ac:graphicFrameMkLst>
            <pc:docMk/>
            <pc:sldMk cId="259081836" sldId="1043"/>
            <ac:graphicFrameMk id="3" creationId="{FAD68ED3-53DA-7758-1637-8EEBE4C49D0C}"/>
          </ac:graphicFrameMkLst>
        </pc:graphicFrameChg>
        <pc:graphicFrameChg chg="add mod modGraphic">
          <ac:chgData name="필두2 홍" userId="0a0ee9c44b803ff9" providerId="LiveId" clId="{73CCB71F-A951-47A7-B3D6-6967194790E3}" dt="2025-01-02T05:23:47.201" v="6759" actId="1076"/>
          <ac:graphicFrameMkLst>
            <pc:docMk/>
            <pc:sldMk cId="259081836" sldId="1043"/>
            <ac:graphicFrameMk id="7" creationId="{4EED7E8A-2C87-3AE3-50A4-4A206B071013}"/>
          </ac:graphicFrameMkLst>
        </pc:graphicFrameChg>
      </pc:sldChg>
      <pc:sldChg chg="addSp delSp modSp add mod ord">
        <pc:chgData name="필두2 홍" userId="0a0ee9c44b803ff9" providerId="LiveId" clId="{73CCB71F-A951-47A7-B3D6-6967194790E3}" dt="2025-01-02T13:58:38.340" v="7735" actId="20577"/>
        <pc:sldMkLst>
          <pc:docMk/>
          <pc:sldMk cId="1034892549" sldId="1044"/>
        </pc:sldMkLst>
        <pc:spChg chg="del">
          <ac:chgData name="필두2 홍" userId="0a0ee9c44b803ff9" providerId="LiveId" clId="{73CCB71F-A951-47A7-B3D6-6967194790E3}" dt="2025-01-02T06:13:15.783" v="6946" actId="478"/>
          <ac:spMkLst>
            <pc:docMk/>
            <pc:sldMk cId="1034892549" sldId="1044"/>
            <ac:spMk id="2" creationId="{1657BC35-3AF4-B4BF-DB4C-2C46F724BABA}"/>
          </ac:spMkLst>
        </pc:spChg>
        <pc:spChg chg="add mod">
          <ac:chgData name="필두2 홍" userId="0a0ee9c44b803ff9" providerId="LiveId" clId="{73CCB71F-A951-47A7-B3D6-6967194790E3}" dt="2025-01-02T13:53:47.127" v="7661" actId="1076"/>
          <ac:spMkLst>
            <pc:docMk/>
            <pc:sldMk cId="1034892549" sldId="1044"/>
            <ac:spMk id="2" creationId="{5CC15638-2FA4-711F-9E8E-AD2FB082FC62}"/>
          </ac:spMkLst>
        </pc:spChg>
        <pc:spChg chg="add mod">
          <ac:chgData name="필두2 홍" userId="0a0ee9c44b803ff9" providerId="LiveId" clId="{73CCB71F-A951-47A7-B3D6-6967194790E3}" dt="2025-01-02T13:58:26.323" v="7733"/>
          <ac:spMkLst>
            <pc:docMk/>
            <pc:sldMk cId="1034892549" sldId="1044"/>
            <ac:spMk id="3" creationId="{07E40B7C-594F-CE7D-CA2F-174AB6350741}"/>
          </ac:spMkLst>
        </pc:spChg>
        <pc:spChg chg="del">
          <ac:chgData name="필두2 홍" userId="0a0ee9c44b803ff9" providerId="LiveId" clId="{73CCB71F-A951-47A7-B3D6-6967194790E3}" dt="2025-01-02T13:48:56.050" v="7412" actId="478"/>
          <ac:spMkLst>
            <pc:docMk/>
            <pc:sldMk cId="1034892549" sldId="1044"/>
            <ac:spMk id="4" creationId="{34AA01AC-011F-B3C2-46DC-11E0624052C5}"/>
          </ac:spMkLst>
        </pc:spChg>
        <pc:spChg chg="add mod">
          <ac:chgData name="필두2 홍" userId="0a0ee9c44b803ff9" providerId="LiveId" clId="{73CCB71F-A951-47A7-B3D6-6967194790E3}" dt="2025-01-02T13:58:38.340" v="7735" actId="20577"/>
          <ac:spMkLst>
            <pc:docMk/>
            <pc:sldMk cId="1034892549" sldId="1044"/>
            <ac:spMk id="5" creationId="{2CA5B11B-7C3C-52E8-40C3-B4D8BB4E72C1}"/>
          </ac:spMkLst>
        </pc:spChg>
        <pc:spChg chg="add mod">
          <ac:chgData name="필두2 홍" userId="0a0ee9c44b803ff9" providerId="LiveId" clId="{73CCB71F-A951-47A7-B3D6-6967194790E3}" dt="2025-01-02T13:53:17.355" v="7627" actId="1076"/>
          <ac:spMkLst>
            <pc:docMk/>
            <pc:sldMk cId="1034892549" sldId="1044"/>
            <ac:spMk id="6" creationId="{1E06DA6D-7953-DBA1-98B4-264A1DD95BFE}"/>
          </ac:spMkLst>
        </pc:spChg>
        <pc:spChg chg="add mod">
          <ac:chgData name="필두2 홍" userId="0a0ee9c44b803ff9" providerId="LiveId" clId="{73CCB71F-A951-47A7-B3D6-6967194790E3}" dt="2025-01-02T13:53:20.862" v="7628" actId="1076"/>
          <ac:spMkLst>
            <pc:docMk/>
            <pc:sldMk cId="1034892549" sldId="1044"/>
            <ac:spMk id="9" creationId="{D5CBA684-E1E3-C6C7-7A7D-910757A43971}"/>
          </ac:spMkLst>
        </pc:spChg>
        <pc:spChg chg="add mod">
          <ac:chgData name="필두2 홍" userId="0a0ee9c44b803ff9" providerId="LiveId" clId="{73CCB71F-A951-47A7-B3D6-6967194790E3}" dt="2025-01-02T13:55:36.200" v="7692" actId="1076"/>
          <ac:spMkLst>
            <pc:docMk/>
            <pc:sldMk cId="1034892549" sldId="1044"/>
            <ac:spMk id="11" creationId="{2A3987C6-01EF-B7A4-8C5F-90F240CF8FDC}"/>
          </ac:spMkLst>
        </pc:spChg>
        <pc:spChg chg="del mod">
          <ac:chgData name="필두2 홍" userId="0a0ee9c44b803ff9" providerId="LiveId" clId="{73CCB71F-A951-47A7-B3D6-6967194790E3}" dt="2025-01-02T13:48:47.050" v="7409" actId="478"/>
          <ac:spMkLst>
            <pc:docMk/>
            <pc:sldMk cId="1034892549" sldId="1044"/>
            <ac:spMk id="27" creationId="{373EFB2F-0E94-D699-A63B-242D066C2917}"/>
          </ac:spMkLst>
        </pc:spChg>
        <pc:spChg chg="add mod">
          <ac:chgData name="필두2 홍" userId="0a0ee9c44b803ff9" providerId="LiveId" clId="{73CCB71F-A951-47A7-B3D6-6967194790E3}" dt="2025-01-02T13:57:41.558" v="7726" actId="1076"/>
          <ac:spMkLst>
            <pc:docMk/>
            <pc:sldMk cId="1034892549" sldId="1044"/>
            <ac:spMk id="331786" creationId="{DE649711-72C9-B978-A5FC-CF0355D626C6}"/>
          </ac:spMkLst>
        </pc:spChg>
        <pc:spChg chg="add mod">
          <ac:chgData name="필두2 홍" userId="0a0ee9c44b803ff9" providerId="LiveId" clId="{73CCB71F-A951-47A7-B3D6-6967194790E3}" dt="2025-01-02T13:57:56.240" v="7731" actId="20577"/>
          <ac:spMkLst>
            <pc:docMk/>
            <pc:sldMk cId="1034892549" sldId="1044"/>
            <ac:spMk id="331787" creationId="{1F7B63AD-2591-7550-595C-697C71EEF193}"/>
          </ac:spMkLst>
        </pc:spChg>
        <pc:picChg chg="del">
          <ac:chgData name="필두2 홍" userId="0a0ee9c44b803ff9" providerId="LiveId" clId="{73CCB71F-A951-47A7-B3D6-6967194790E3}" dt="2025-01-02T06:13:18.055" v="6947" actId="478"/>
          <ac:picMkLst>
            <pc:docMk/>
            <pc:sldMk cId="1034892549" sldId="1044"/>
            <ac:picMk id="3" creationId="{DC46815B-7902-A9BF-3B11-ADEB3161F985}"/>
          </ac:picMkLst>
        </pc:picChg>
        <pc:picChg chg="del">
          <ac:chgData name="필두2 홍" userId="0a0ee9c44b803ff9" providerId="LiveId" clId="{73CCB71F-A951-47A7-B3D6-6967194790E3}" dt="2025-01-02T06:13:15.783" v="6946" actId="478"/>
          <ac:picMkLst>
            <pc:docMk/>
            <pc:sldMk cId="1034892549" sldId="1044"/>
            <ac:picMk id="5" creationId="{9DDEAD6F-4614-F29B-3F13-2D434365B4CF}"/>
          </ac:picMkLst>
        </pc:picChg>
        <pc:picChg chg="add del mod">
          <ac:chgData name="필두2 홍" userId="0a0ee9c44b803ff9" providerId="LiveId" clId="{73CCB71F-A951-47A7-B3D6-6967194790E3}" dt="2025-01-02T13:48:47.666" v="7410" actId="478"/>
          <ac:picMkLst>
            <pc:docMk/>
            <pc:sldMk cId="1034892549" sldId="1044"/>
            <ac:picMk id="7" creationId="{E49B557A-A912-2AEA-8695-E9BE6DDD44CF}"/>
          </ac:picMkLst>
        </pc:picChg>
        <pc:picChg chg="add mod">
          <ac:chgData name="필두2 홍" userId="0a0ee9c44b803ff9" providerId="LiveId" clId="{73CCB71F-A951-47A7-B3D6-6967194790E3}" dt="2025-01-02T13:58:02.110" v="7732" actId="1076"/>
          <ac:picMkLst>
            <pc:docMk/>
            <pc:sldMk cId="1034892549" sldId="1044"/>
            <ac:picMk id="10" creationId="{FEC485AE-F61D-E280-EA70-DDA5264281E4}"/>
          </ac:picMkLst>
        </pc:picChg>
        <pc:cxnChg chg="add mod">
          <ac:chgData name="필두2 홍" userId="0a0ee9c44b803ff9" providerId="LiveId" clId="{73CCB71F-A951-47A7-B3D6-6967194790E3}" dt="2025-01-02T13:54:37.873" v="7678" actId="1076"/>
          <ac:cxnSpMkLst>
            <pc:docMk/>
            <pc:sldMk cId="1034892549" sldId="1044"/>
            <ac:cxnSpMk id="13" creationId="{DE6C75BB-27D6-B920-84F2-2AA26DF5CA53}"/>
          </ac:cxnSpMkLst>
        </pc:cxnChg>
        <pc:cxnChg chg="add mod">
          <ac:chgData name="필두2 홍" userId="0a0ee9c44b803ff9" providerId="LiveId" clId="{73CCB71F-A951-47A7-B3D6-6967194790E3}" dt="2025-01-02T13:54:58.471" v="7684" actId="1076"/>
          <ac:cxnSpMkLst>
            <pc:docMk/>
            <pc:sldMk cId="1034892549" sldId="1044"/>
            <ac:cxnSpMk id="15" creationId="{164E52EE-90D7-D751-BF09-917C03A029F3}"/>
          </ac:cxnSpMkLst>
        </pc:cxnChg>
        <pc:cxnChg chg="add mod">
          <ac:chgData name="필두2 홍" userId="0a0ee9c44b803ff9" providerId="LiveId" clId="{73CCB71F-A951-47A7-B3D6-6967194790E3}" dt="2025-01-02T13:55:06.992" v="7686" actId="1076"/>
          <ac:cxnSpMkLst>
            <pc:docMk/>
            <pc:sldMk cId="1034892549" sldId="1044"/>
            <ac:cxnSpMk id="20" creationId="{F53C22C0-6841-D7E9-9BD5-B637086752E2}"/>
          </ac:cxnSpMkLst>
        </pc:cxnChg>
        <pc:cxnChg chg="add mod">
          <ac:chgData name="필두2 홍" userId="0a0ee9c44b803ff9" providerId="LiveId" clId="{73CCB71F-A951-47A7-B3D6-6967194790E3}" dt="2025-01-02T13:55:13.861" v="7688" actId="1076"/>
          <ac:cxnSpMkLst>
            <pc:docMk/>
            <pc:sldMk cId="1034892549" sldId="1044"/>
            <ac:cxnSpMk id="21" creationId="{03614B52-0186-B95F-8C6A-2086D79A165D}"/>
          </ac:cxnSpMkLst>
        </pc:cxnChg>
        <pc:cxnChg chg="add mod">
          <ac:chgData name="필두2 홍" userId="0a0ee9c44b803ff9" providerId="LiveId" clId="{73CCB71F-A951-47A7-B3D6-6967194790E3}" dt="2025-01-02T13:55:28.105" v="7691" actId="1037"/>
          <ac:cxnSpMkLst>
            <pc:docMk/>
            <pc:sldMk cId="1034892549" sldId="1044"/>
            <ac:cxnSpMk id="22" creationId="{346D4D0E-13E6-ECC6-4F99-7EFCF3BBAA26}"/>
          </ac:cxnSpMkLst>
        </pc:cxnChg>
        <pc:cxnChg chg="add del mod">
          <ac:chgData name="필두2 홍" userId="0a0ee9c44b803ff9" providerId="LiveId" clId="{73CCB71F-A951-47A7-B3D6-6967194790E3}" dt="2025-01-02T13:56:37.711" v="7705" actId="478"/>
          <ac:cxnSpMkLst>
            <pc:docMk/>
            <pc:sldMk cId="1034892549" sldId="1044"/>
            <ac:cxnSpMk id="24" creationId="{336A4743-E2B4-EE55-49CF-07F1E309C6D5}"/>
          </ac:cxnSpMkLst>
        </pc:cxnChg>
        <pc:cxnChg chg="add mod">
          <ac:chgData name="필두2 홍" userId="0a0ee9c44b803ff9" providerId="LiveId" clId="{73CCB71F-A951-47A7-B3D6-6967194790E3}" dt="2025-01-02T13:56:52.827" v="7707" actId="208"/>
          <ac:cxnSpMkLst>
            <pc:docMk/>
            <pc:sldMk cId="1034892549" sldId="1044"/>
            <ac:cxnSpMk id="331780" creationId="{F8BB1E93-D25F-0004-676F-B08481E06E21}"/>
          </ac:cxnSpMkLst>
        </pc:cxnChg>
        <pc:cxnChg chg="add mod">
          <ac:chgData name="필두2 홍" userId="0a0ee9c44b803ff9" providerId="LiveId" clId="{73CCB71F-A951-47A7-B3D6-6967194790E3}" dt="2025-01-02T13:57:06.114" v="7709" actId="208"/>
          <ac:cxnSpMkLst>
            <pc:docMk/>
            <pc:sldMk cId="1034892549" sldId="1044"/>
            <ac:cxnSpMk id="331783" creationId="{8336463B-E7E7-A24E-5084-148369A31E21}"/>
          </ac:cxnSpMkLst>
        </pc:cxnChg>
        <pc:cxnChg chg="add mod">
          <ac:chgData name="필두2 홍" userId="0a0ee9c44b803ff9" providerId="LiveId" clId="{73CCB71F-A951-47A7-B3D6-6967194790E3}" dt="2025-01-02T13:57:14.609" v="7711" actId="208"/>
          <ac:cxnSpMkLst>
            <pc:docMk/>
            <pc:sldMk cId="1034892549" sldId="1044"/>
            <ac:cxnSpMk id="331785" creationId="{00077558-9791-AB85-5281-A1D14412493F}"/>
          </ac:cxnSpMkLst>
        </pc:cxnChg>
      </pc:sldChg>
      <pc:sldChg chg="modSp add mod">
        <pc:chgData name="필두2 홍" userId="0a0ee9c44b803ff9" providerId="LiveId" clId="{73CCB71F-A951-47A7-B3D6-6967194790E3}" dt="2025-01-02T13:59:38.384" v="7736" actId="20577"/>
        <pc:sldMkLst>
          <pc:docMk/>
          <pc:sldMk cId="2213892179" sldId="1045"/>
        </pc:sldMkLst>
        <pc:spChg chg="mod">
          <ac:chgData name="필두2 홍" userId="0a0ee9c44b803ff9" providerId="LiveId" clId="{73CCB71F-A951-47A7-B3D6-6967194790E3}" dt="2025-01-02T13:59:38.384" v="7736" actId="20577"/>
          <ac:spMkLst>
            <pc:docMk/>
            <pc:sldMk cId="2213892179" sldId="1045"/>
            <ac:spMk id="27" creationId="{1625E376-7883-DDC3-FC95-3F315515AEA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4:27:43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24575,'8'9'0,"0"1"0,-1-1 0,0 1 0,0 1 0,-1-1 0,8 22 0,-4-11 0,127 308 0,-18 15 0,-64-179 0,127 436 0,-176-579 0,71 281 0,-14-50 0,-49-201 0,87 291 0,-94-319 0,-1 1 0,0 0 0,1 32 0,0 79 0,0-1 0,-1-71 0,-3-25 0,1 0 0,2 0 0,16 55 0,1-19 0,14 86 0,-28-123 0,0-1 0,3 0 0,25 57 0,-18-43 0,-2 2 0,-2 0 0,11 78 0,-14-62 0,31 94 0,-28-129 0,-11-25 0,0 0 0,-1 0 0,4 14 0,4 20-1365,-4-27-5461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4:27:48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501 647 24575,'4'1'0,"-1"0"0,1 1 0,-1-1 0,0 1 0,0-1 0,0 1 0,0 0 0,0 0 0,0 0 0,-1 1 0,1-1 0,3 6 0,2-2 0,2 6 0,0 0 0,0 1 0,-1 0 0,0 1 0,-2-1 0,1 2 0,5 14 0,8 16 0,-19-41 0,1 0 0,-1 0 0,1 0 0,0-1 0,0 1 0,0-1 0,0 1 0,1-1 0,-1 0 0,8 4 0,-2-2 0,1 0 0,0-1 0,11 4 0,27 11 0,-45-17 0,1 0 0,-1-1 0,1 1 0,0-1 0,-1 0 0,1 0 0,0 0 0,0 0 0,7 0 0,-10-1 0,0-1 0,0 1 0,0 0 0,0-1 0,1 1 0,-1-1 0,0 1 0,0-1 0,0 1 0,0-1 0,0 0 0,0 1 0,0-1 0,0 0 0,-1 0 0,1 0 0,0 0 0,0 0 0,-1 0 0,1 0 0,-1 0 0,1 0 0,-1 0 0,1 0 0,-1 0 0,1-1 0,-1 1 0,0 0 0,0 0 0,0 0 0,0 0 0,1-1 0,-2 1 0,1 0 0,0-2 0,0-2 0,-1 1 0,1 0 0,-1 0 0,0 0 0,0 0 0,0 0 0,0 0 0,-1 0 0,0 1 0,1-1 0,-1 0 0,-1 1 0,-2-4 0,1 1 0,1 0 0,-1 0 0,1 0 0,0-1 0,1 1 0,-3-8 0,1-9 0,1 0 0,1 0 0,1-1 0,0 1 0,6-43 0,31-119 0,-2 70 0,80-183 0,-103 277 0,-11 21 0,0 0 0,0 0 0,0 0 0,0 0 0,0 0 0,0-1 0,0 1 0,1 0 0,-1 0 0,0 0 0,0 0 0,0 0 0,0 0 0,0 0 0,0 0 0,1 0 0,-1 0 0,0 0 0,0 0 0,0-1 0,0 1 0,0 0 0,0 0 0,1 0 0,-1 0 0,0 0 0,0 0 0,0 0 0,0 0 0,0 1 0,1-1 0,-1 0 0,0 0 0,0 0 0,0 0 0,0 0 0,0 0 0,0 0 0,1 0 0,-1 0 0,0 0 0,0 0 0,0 0 0,0 0 0,0 1 0,0-1 0,0 0 0,0 0 0,1 0 0,-1 0 0,0 0 0,0 0 0,0 1 0,0-1 0,0 0 0,0 0 0,0 0 0,0 0 0,0 0 0,0 1 0,0-1 0,0 0 0,0 0 0,0 0 0,0 0 0,0 0 0,0 1 0,0-1 0,0 0 0,0 11 0,-1-5 0,0-1 0,-1 0 0,0 1 0,0-1 0,-1 0 0,1 0 0,-1-1 0,-6 10 0,-10 16 0,-46 136 0,44-106 0,14-38 0,2 0 0,0 0 0,-2 40 0,-4 19 0,1-22 0,4-25 0,-1-1 0,-17 51 0,23-81 0,-1 1 0,0-1 0,0 1 0,0-1 0,0 1 0,-1-1 0,1 0 0,-1 0 0,0 0 0,0-1 0,0 1 0,0-1 0,0 1 0,-1-1 0,1 0 0,-1 0 0,1-1 0,-1 1 0,0-1 0,0 0 0,0 0 0,1 0 0,-7 1 0,-8-1 0,0 0 0,0-2 0,0 1 0,-20-5 0,-14 0 0,18 4 0,-1-2 0,0-1 0,1-2 0,-56-17 0,-13-7 0,60 19 0,0-2 0,-48-22 0,55 19-1365,28 11-5461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4:31:05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5:06:42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834 171 24575,'0'-1'0,"-1"0"0,1 1 0,0-1 0,-1 0 0,1 0 0,-1 0 0,1 0 0,-1 0 0,1 1 0,-1-1 0,0 0 0,1 1 0,-1-1 0,0 0 0,0 1 0,1-1 0,-1 1 0,0-1 0,0 1 0,-1-1 0,-21-9 0,19 8 0,-9-2 0,0 0 0,-1 1 0,1 0 0,-1 1 0,-17 0 0,-74 4 0,37 0 0,43-3 0,0 1 0,0 2 0,0 0 0,0 2 0,0 0 0,-45 16 0,20-2 0,10-4 0,-49 26 0,79-34 0,1 0 0,-1 1 0,1 1 0,0 0 0,1 0 0,-1 0 0,2 1 0,-1 1 0,-9 15 0,13-15 0,1 0 0,0 0 0,1 1 0,0-1 0,0 1 0,1 0 0,0 18 0,-2 17 0,0-22 0,1 0 0,1-1 0,2 27 0,-1-49 0,0 0 0,1 1 0,-1-1 0,0 0 0,1 0 0,-1 1 0,1-1 0,-1 0 0,1 0 0,0 0 0,-1 1 0,1-1 0,0 0 0,0 0 0,0 0 0,0 0 0,0 0 0,0 0 0,0-1 0,0 1 0,0 0 0,0-1 0,0 1 0,1 0 0,-1-1 0,0 1 0,0-1 0,1 0 0,1 1 0,4 0 0,1 0 0,0-1 0,0 0 0,10-1 0,17 2 0,180 35 0,-102-31 0,11 1 0,-49 0 0,123-5 0,-91-3 0,39 4 0,148-4 0,-227-5 0,104-23 0,-120 20 0,-31 8 0,-1-2 0,0 0 0,0-2 0,31-12 0,-47 17 0,0-1 0,-1 0 0,1 1 0,-1-1 0,0 0 0,1 0 0,-1-1 0,0 1 0,0 0 0,-1-1 0,1 1 0,0-1 0,-1 0 0,1 0 0,-1 1 0,0-1 0,0 0 0,0 0 0,0-5 0,1-5 0,-1 0 0,0 0 0,-2-20 0,0 20 0,1 0 0,2-22 0,7-2 0,-5 27 0,-1-1 0,-1 1 0,0-1 0,-1 0 0,1-12 0,-2 20 0,-1 1 0,1-1 0,0 0 0,-1 1 0,1-1 0,-1 1 0,0-1 0,0 1 0,0 0 0,0-1 0,0 1 0,-1 0 0,1 0 0,-1-1 0,0 1 0,1 0 0,-1 1 0,0-1 0,0 0 0,0 0 0,0 1 0,0-1 0,-1 1 0,1 0 0,0 0 0,-4-2 0,-299-101 0,252 87 0,52 17 0,-121-39 0,-137-24 0,193 54 0,0 2 0,-1 4 0,-72 5 0,124 0 0,-1 1 0,1 0 0,-1 1 0,-25 11 0,6-3 0,30-9 7,0-1 0,0 1 0,1 0 0,-1 0 0,1 1 0,0-1 0,0 1 0,0 0 0,0 0-1,1 0 1,-4 6 0,-17 18-1455,15-21-5378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5:06:44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 0 24575,'-4'75'0,"-21"120"0,9-89 0,9-50 0,-77 461 0,26-236 0,47-206 0,-6 24 0,5-11 0,2-12 0,3-47 0,-2 0 0,-13 30 0,-1 4 0,-41 106-978,60-160 591,0 2-6439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06T05:06:46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0 213 24575,'2'-7'0,"-1"0"0,2-1 0,-1 1 0,1 0 0,0 0 0,1 1 0,-1-1 0,1 1 0,1-1 0,5-6 0,-6 8 0,15-22 0,2 1 0,29-28 0,-48 52 0,0 0 0,0 1 0,0-1 0,1 1 0,-1-1 0,0 1 0,1 0 0,-1 0 0,0 0 0,1 0 0,-1 0 0,1 0 0,0 1 0,-1-1 0,1 1 0,0 0 0,-1 0 0,1 0 0,-1 0 0,1 0 0,0 1 0,-1-1 0,1 1 0,-1-1 0,1 1 0,-1 0 0,1 0 0,-1 0 0,1 1 0,1 1 0,8 4 0,-1 2 0,0-1 0,-1 2 0,15 16 0,-8-9 0,107 102-1365,-113-107-5461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A356E-06FB-49E6-B7CB-7B5A1897A3F7}" type="slidenum">
              <a:rPr lang="en-US" altLang="ko-KR" smtClean="0"/>
              <a:pPr/>
              <a:t>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72157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5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08050"/>
            <a:ext cx="4448175" cy="53292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0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3" y="6434704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17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38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341438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100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0"/>
            <a:ext cx="9504363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1000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3" y="85725"/>
            <a:ext cx="8496300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9" cy="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b="1">
                  <a:solidFill>
                    <a:srgbClr val="724FB7"/>
                  </a:solidFill>
                </a:rPr>
                <a:t> </a:t>
              </a:r>
              <a:endParaRPr lang="ko-KR" altLang="en-US" b="1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00EF228-1B49-4A3E-AE7A-BD1B45B1C680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iamhpd@kopo.ac.kr</a:t>
            </a: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05F0A3-DE87-467B-8A8C-37C432902C9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998137" y="6544059"/>
            <a:ext cx="779276" cy="31857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</p:sldLayoutIdLst>
  <p:hf hdr="0" ftr="0" dt="0"/>
  <p:txStyles>
    <p:titleStyle>
      <a:lvl1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3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482" tIns="47741" rIns="95482" bIns="47741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953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+mj-lt"/>
          <a:ea typeface="+mj-ea"/>
          <a:cs typeface="+mj-cs"/>
        </a:defRPr>
      </a:lvl1pPr>
      <a:lvl2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900848" rtl="0" eaLnBrk="0" fontAlgn="base" latinLnBrk="1" hangingPunct="0">
        <a:spcBef>
          <a:spcPct val="0"/>
        </a:spcBef>
        <a:spcAft>
          <a:spcPct val="0"/>
        </a:spcAft>
        <a:defRPr kumimoji="1" sz="195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631597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263192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894789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526386" algn="l" defTabSz="901342" rtl="0" fontAlgn="base" latinLnBrk="1">
        <a:spcBef>
          <a:spcPct val="0"/>
        </a:spcBef>
        <a:spcAft>
          <a:spcPct val="0"/>
        </a:spcAft>
        <a:defRPr kumimoji="1" sz="195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65138" indent="-265138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953">
          <a:solidFill>
            <a:schemeClr val="tx1"/>
          </a:solidFill>
          <a:latin typeface="+mn-lt"/>
          <a:ea typeface="+mn-ea"/>
          <a:cs typeface="+mn-cs"/>
        </a:defRPr>
      </a:lvl1pPr>
      <a:lvl2pPr marL="784559" indent="-25583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60">
          <a:solidFill>
            <a:schemeClr val="tx1"/>
          </a:solidFill>
          <a:latin typeface="+mn-lt"/>
          <a:ea typeface="+mn-ea"/>
        </a:defRPr>
      </a:lvl2pPr>
      <a:lvl3pPr marL="1424920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344">
          <a:solidFill>
            <a:schemeClr val="tx1"/>
          </a:solidFill>
          <a:latin typeface="+mn-lt"/>
          <a:ea typeface="+mn-ea"/>
        </a:defRPr>
      </a:lvl3pPr>
      <a:lvl4pPr marL="1913331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53">
          <a:solidFill>
            <a:schemeClr val="tx1"/>
          </a:solidFill>
          <a:latin typeface="+mn-lt"/>
          <a:ea typeface="+mn-ea"/>
        </a:defRPr>
      </a:lvl4pPr>
      <a:lvl5pPr marL="2403292" indent="-224825" algn="l" defTabSz="900848" rtl="0" eaLnBrk="0" fontAlgn="base" latinLnBrk="1" hangingPunct="0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5pPr>
      <a:lvl6pPr marL="303517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6pPr>
      <a:lvl7pPr marL="3666768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7pPr>
      <a:lvl8pPr marL="4298365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8pPr>
      <a:lvl9pPr marL="4929961" indent="-225884" algn="l" defTabSz="901342" rtl="0" fontAlgn="base" latinLnBrk="1">
        <a:spcBef>
          <a:spcPct val="20000"/>
        </a:spcBef>
        <a:spcAft>
          <a:spcPct val="0"/>
        </a:spcAft>
        <a:buChar char="»"/>
        <a:defRPr kumimoji="1" sz="195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1pPr>
      <a:lvl2pPr marL="631597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2pPr>
      <a:lvl3pPr marL="126319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3pPr>
      <a:lvl4pPr marL="1894789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4pPr>
      <a:lvl5pPr marL="2526386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5pPr>
      <a:lvl6pPr marL="3157982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6pPr>
      <a:lvl7pPr marL="3789578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7pPr>
      <a:lvl8pPr marL="4421175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8pPr>
      <a:lvl9pPr marL="5052771" algn="l" defTabSz="1263192" rtl="0" eaLnBrk="1" latinLnBrk="1" hangingPunct="1">
        <a:defRPr sz="24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0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0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20A2BD-7C5D-48BC-A35F-9317F8AB809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61950" indent="-361950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8191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2763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7335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190750" indent="-361950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3200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600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827088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235075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643063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200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youtube.com/@survcode" TargetMode="Externa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kr/java/technologies/javase/jdk12-archive-downloads.html" TargetMode="External"/><Relationship Id="rId2" Type="http://schemas.openxmlformats.org/officeDocument/2006/relationships/hyperlink" Target="https://recipes4dev.tistory.com/173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customXml" Target="../ink/ink2.xml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8.png"/><Relationship Id="rId7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5" Type="http://schemas.openxmlformats.org/officeDocument/2006/relationships/customXml" Target="../ink/ink4.xml"/><Relationship Id="rId10" Type="http://schemas.openxmlformats.org/officeDocument/2006/relationships/image" Target="../media/image160.png"/><Relationship Id="rId4" Type="http://schemas.openxmlformats.org/officeDocument/2006/relationships/image" Target="../media/image19.png"/><Relationship Id="rId9" Type="http://schemas.openxmlformats.org/officeDocument/2006/relationships/customXml" Target="../ink/ink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.blog.naver.com/weekamp/221497125737" TargetMode="External"/><Relationship Id="rId2" Type="http://schemas.openxmlformats.org/officeDocument/2006/relationships/hyperlink" Target="https://ko.wikipedia.org/wiki/ASCII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log.naver.com/k4722/140024341569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400" dirty="0"/>
              <a:t>1. </a:t>
            </a:r>
            <a:r>
              <a:rPr lang="ko-KR" altLang="en-US" sz="2400" dirty="0"/>
              <a:t>자바 </a:t>
            </a:r>
            <a:r>
              <a:rPr lang="ko-KR" altLang="en-US" sz="2400"/>
              <a:t>프로그래밍 흩어보자</a:t>
            </a:r>
            <a:endParaRPr lang="ko-KR" altLang="en-US" sz="2400" dirty="0"/>
          </a:p>
        </p:txBody>
      </p:sp>
      <p:sp>
        <p:nvSpPr>
          <p:cNvPr id="5" name="Text Box 89"/>
          <p:cNvSpPr txBox="1">
            <a:spLocks noChangeArrowheads="1"/>
          </p:cNvSpPr>
          <p:nvPr/>
        </p:nvSpPr>
        <p:spPr bwMode="auto">
          <a:xfrm>
            <a:off x="5045872" y="5084763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2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704" y="5102373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4F7FC8-658D-1A57-2C58-943ED459F8CE}"/>
              </a:ext>
            </a:extLst>
          </p:cNvPr>
          <p:cNvSpPr txBox="1"/>
          <p:nvPr/>
        </p:nvSpPr>
        <p:spPr>
          <a:xfrm>
            <a:off x="2083981" y="3565451"/>
            <a:ext cx="2252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2025-&gt; 1</a:t>
            </a:r>
            <a:r>
              <a:rPr lang="ko-KR" altLang="en-US" dirty="0"/>
              <a:t>강 대폭 수정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800">
                <a:solidFill>
                  <a:schemeClr val="bg1"/>
                </a:solidFill>
              </a:rPr>
              <a:t>  </a:t>
            </a: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1175944" y="797652"/>
            <a:ext cx="6558501" cy="560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2000" dirty="0"/>
              <a:t>1. Java </a:t>
            </a:r>
            <a:r>
              <a:rPr lang="ko-KR" altLang="en-US" sz="2000" dirty="0"/>
              <a:t>개발환경 셋팅</a:t>
            </a:r>
          </a:p>
          <a:p>
            <a:pPr>
              <a:spcBef>
                <a:spcPct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1) JDK</a:t>
            </a:r>
            <a:endParaRPr lang="ko-KR" altLang="en-US" dirty="0"/>
          </a:p>
          <a:p>
            <a:pPr>
              <a:spcBef>
                <a:spcPct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2) Eclipse</a:t>
            </a:r>
            <a:r>
              <a:rPr lang="ko-KR" altLang="en-US" dirty="0"/>
              <a:t> </a:t>
            </a:r>
            <a:r>
              <a:rPr lang="en-US" altLang="ko-KR" dirty="0"/>
              <a:t>&amp; Hello World</a:t>
            </a:r>
          </a:p>
          <a:p>
            <a:pPr>
              <a:spcBef>
                <a:spcPct val="0"/>
              </a:spcBef>
            </a:pPr>
            <a:r>
              <a:rPr lang="en-US" altLang="ko-KR" dirty="0"/>
              <a:t> 3) Eclipse</a:t>
            </a:r>
            <a:r>
              <a:rPr lang="ko-KR" altLang="en-US" dirty="0"/>
              <a:t> </a:t>
            </a:r>
            <a:r>
              <a:rPr lang="en-US" altLang="ko-KR" dirty="0"/>
              <a:t>Plugin</a:t>
            </a:r>
          </a:p>
          <a:p>
            <a:pPr>
              <a:spcBef>
                <a:spcPct val="0"/>
              </a:spcBef>
            </a:pPr>
            <a:r>
              <a:rPr lang="en-US" altLang="ko-KR" dirty="0"/>
              <a:t> 4) </a:t>
            </a:r>
            <a:r>
              <a:rPr lang="ko-KR" altLang="en-US" dirty="0"/>
              <a:t>폰트</a:t>
            </a:r>
            <a:r>
              <a:rPr lang="en-US" altLang="ko-KR" dirty="0"/>
              <a:t>(D2coding)</a:t>
            </a:r>
            <a:r>
              <a:rPr lang="ko-KR" altLang="en-US" dirty="0"/>
              <a:t>설치</a:t>
            </a:r>
            <a:endParaRPr lang="en-US" altLang="ko-KR" dirty="0"/>
          </a:p>
          <a:p>
            <a:pPr>
              <a:spcBef>
                <a:spcPct val="0"/>
              </a:spcBef>
            </a:pPr>
            <a:endParaRPr lang="ko-KR" altLang="en-US" sz="1800" dirty="0"/>
          </a:p>
          <a:p>
            <a:pPr>
              <a:spcBef>
                <a:spcPct val="0"/>
              </a:spcBef>
            </a:pPr>
            <a:r>
              <a:rPr lang="en-US" altLang="ko-KR" sz="2000" dirty="0"/>
              <a:t>2. Java</a:t>
            </a:r>
            <a:r>
              <a:rPr lang="ko-KR" altLang="en-US" sz="2000" dirty="0"/>
              <a:t>의 이론적 이해</a:t>
            </a:r>
          </a:p>
          <a:p>
            <a:pPr>
              <a:spcBef>
                <a:spcPct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1) JVM - PC vs Linux Server</a:t>
            </a:r>
            <a:r>
              <a:rPr lang="ko-KR" altLang="en-US" dirty="0"/>
              <a:t> </a:t>
            </a:r>
            <a:r>
              <a:rPr lang="en-US" altLang="ko-KR" dirty="0"/>
              <a:t>, C vs Java</a:t>
            </a:r>
          </a:p>
          <a:p>
            <a:pPr>
              <a:spcBef>
                <a:spcPct val="0"/>
              </a:spcBef>
            </a:pPr>
            <a:r>
              <a:rPr lang="en-US" altLang="ko-KR" dirty="0"/>
              <a:t> 2) Java Family</a:t>
            </a:r>
          </a:p>
          <a:p>
            <a:pPr>
              <a:spcBef>
                <a:spcPct val="0"/>
              </a:spcBef>
            </a:pPr>
            <a:endParaRPr lang="en-US" altLang="ko-KR" sz="1800" dirty="0"/>
          </a:p>
          <a:p>
            <a:pPr>
              <a:spcBef>
                <a:spcPct val="0"/>
              </a:spcBef>
            </a:pPr>
            <a:r>
              <a:rPr lang="en-US" altLang="ko-KR" sz="2000" dirty="0"/>
              <a:t>3. </a:t>
            </a:r>
            <a:r>
              <a:rPr lang="ko-KR" altLang="en-US" sz="2000" dirty="0"/>
              <a:t>프로그래밍 </a:t>
            </a:r>
            <a:r>
              <a:rPr lang="ko-KR" altLang="en-US" sz="2000" dirty="0" err="1"/>
              <a:t>훝어보기</a:t>
            </a:r>
            <a:endParaRPr lang="en-US" altLang="ko-KR" sz="20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en-US" altLang="ko-KR" sz="1600" dirty="0"/>
              <a:t>10</a:t>
            </a:r>
            <a:r>
              <a:rPr lang="ko-KR" altLang="en-US" sz="1600" dirty="0"/>
              <a:t>진수</a:t>
            </a:r>
            <a:r>
              <a:rPr lang="en-US" altLang="ko-KR" sz="1600" dirty="0"/>
              <a:t>, 2</a:t>
            </a:r>
            <a:r>
              <a:rPr lang="ko-KR" altLang="en-US" sz="1600" dirty="0"/>
              <a:t>진수</a:t>
            </a:r>
            <a:r>
              <a:rPr lang="en-US" altLang="ko-KR" sz="1600" dirty="0"/>
              <a:t>, 16</a:t>
            </a:r>
            <a:r>
              <a:rPr lang="ko-KR" altLang="en-US" sz="1600" dirty="0"/>
              <a:t>진수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컴퓨터 저장공간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일단 기본적인 프로그램 형태 보기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변수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연산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선택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/>
              <a:t>반복</a:t>
            </a:r>
            <a:endParaRPr lang="en-US" altLang="ko-KR" sz="1600" dirty="0"/>
          </a:p>
          <a:p>
            <a:pPr marL="342900" indent="-342900" eaLnBrk="1" latinLnBrk="0" hangingPunct="1">
              <a:lnSpc>
                <a:spcPts val="1000"/>
              </a:lnSpc>
              <a:spcBef>
                <a:spcPct val="50000"/>
              </a:spcBef>
              <a:buClr>
                <a:srgbClr val="54158D"/>
              </a:buClr>
              <a:buAutoNum type="arabicParenR"/>
            </a:pPr>
            <a:r>
              <a:rPr lang="ko-KR" altLang="en-US" sz="1600" dirty="0" err="1"/>
              <a:t>포멧팅</a:t>
            </a:r>
            <a:endParaRPr lang="en-US" altLang="ko-KR" sz="1600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100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3018903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800"/>
              <a:t>주요내용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1. </a:t>
            </a:r>
            <a:r>
              <a:rPr lang="ko-KR" altLang="en-US" sz="1800"/>
              <a:t>강의 들어가기</a:t>
            </a:r>
            <a:endParaRPr lang="en-US" altLang="ko-KR" sz="180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868726" y="841831"/>
            <a:ext cx="7450138" cy="2568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학습목표 제시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자바</a:t>
            </a:r>
            <a:r>
              <a:rPr lang="en-US" altLang="ko-KR" sz="1200"/>
              <a:t> </a:t>
            </a:r>
            <a:r>
              <a:rPr lang="ko-KR" altLang="en-US" sz="1200"/>
              <a:t>개발환경을 스스로 </a:t>
            </a:r>
            <a:r>
              <a:rPr lang="ko-KR" altLang="en-US" sz="1200" err="1"/>
              <a:t>만들수</a:t>
            </a:r>
            <a:r>
              <a:rPr lang="ko-KR" altLang="en-US" sz="1200"/>
              <a:t> 있어야 한다</a:t>
            </a:r>
            <a:r>
              <a:rPr lang="en-US" altLang="ko-KR" sz="1200"/>
              <a:t>.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프로그램 구현이 무엇인지 어렴풋이 알 수 있다</a:t>
            </a:r>
            <a:r>
              <a:rPr lang="en-US" altLang="ko-KR" sz="120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시작 전 몇 가지 용어에 대하여 숙지할 수 있다</a:t>
            </a:r>
            <a:endParaRPr lang="ko-KR" altLang="ko-KR" sz="1200"/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2. </a:t>
            </a:r>
            <a:r>
              <a:rPr lang="ko-KR" altLang="en-US" sz="1800"/>
              <a:t>생각해볼 문제 및 용어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257063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학습 전 생각해볼 문제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Java </a:t>
            </a:r>
            <a:r>
              <a:rPr lang="ko-KR" altLang="en-US" sz="1200"/>
              <a:t>에 대하여 </a:t>
            </a:r>
            <a:r>
              <a:rPr lang="en-US" altLang="ko-KR" sz="1200"/>
              <a:t>wiki</a:t>
            </a:r>
            <a:r>
              <a:rPr lang="ko-KR" altLang="en-US" sz="1200"/>
              <a:t>의 내용을 지하철에서 읽어보자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프로그램이 무엇인지 아는 데로 생각해 보자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IDE </a:t>
            </a:r>
            <a:r>
              <a:rPr lang="ko-KR" altLang="en-US" sz="1200"/>
              <a:t>가 뭐냐</a:t>
            </a:r>
            <a:r>
              <a:rPr lang="en-US" altLang="ko-KR" sz="120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Java</a:t>
            </a:r>
            <a:r>
              <a:rPr lang="ko-KR" altLang="en-US" sz="1200"/>
              <a:t> </a:t>
            </a:r>
            <a:r>
              <a:rPr lang="en-US" altLang="ko-KR" sz="1200"/>
              <a:t>SE, EE, JDK, Eclipse, Plugin</a:t>
            </a:r>
            <a:r>
              <a:rPr lang="ko-KR" altLang="en-US" sz="1200"/>
              <a:t>  무슨 말인가</a:t>
            </a:r>
            <a:r>
              <a:rPr lang="en-US" altLang="ko-KR" sz="12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614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4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486618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개발환경 구성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[</a:t>
            </a:r>
            <a:r>
              <a:rPr lang="ko-KR" altLang="en-US" sz="1200"/>
              <a:t>내가 원하는 것이 무엇인가</a:t>
            </a:r>
            <a:r>
              <a:rPr lang="en-US" altLang="ko-KR" sz="1200"/>
              <a:t>]</a:t>
            </a:r>
            <a:r>
              <a:rPr lang="ko-KR" altLang="en-US" sz="1200"/>
              <a:t> 부터 정의하자</a:t>
            </a:r>
            <a:r>
              <a:rPr lang="en-US" altLang="ko-KR" sz="1200"/>
              <a:t>. (Top-down approach , Bottom-up approach)</a:t>
            </a:r>
          </a:p>
          <a:p>
            <a:pPr marL="171450" indent="-1714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/>
              <a:t>자바를 사용하고 싶다 </a:t>
            </a:r>
            <a:r>
              <a:rPr lang="en-US" altLang="ko-KR" sz="1200"/>
              <a:t>(</a:t>
            </a:r>
            <a:r>
              <a:rPr lang="ko-KR" altLang="en-US" sz="1200"/>
              <a:t>너무 큰 주제니 좀더 세분해 보면</a:t>
            </a:r>
            <a:r>
              <a:rPr lang="en-US" altLang="ko-KR" sz="1200"/>
              <a:t>..)</a:t>
            </a:r>
          </a:p>
          <a:p>
            <a:pPr marL="171450" indent="-1714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r>
              <a:rPr lang="ko-KR" altLang="en-US" sz="1200"/>
              <a:t>자바 컴파일러 등 세트</a:t>
            </a:r>
            <a:r>
              <a:rPr lang="en-US" altLang="ko-KR" sz="1200"/>
              <a:t>, </a:t>
            </a:r>
            <a:r>
              <a:rPr lang="ko-KR" altLang="en-US" sz="1200"/>
              <a:t>자바 프로그램을 잘 코팅할 수 있는 </a:t>
            </a:r>
            <a:r>
              <a:rPr lang="en-US" altLang="ko-KR" sz="1200"/>
              <a:t>IDE, </a:t>
            </a:r>
            <a:r>
              <a:rPr lang="ko-KR" altLang="en-US" sz="1200"/>
              <a:t>서버에 </a:t>
            </a:r>
            <a:r>
              <a:rPr lang="en-US" altLang="ko-KR" sz="1200"/>
              <a:t>ftp</a:t>
            </a:r>
            <a:r>
              <a:rPr lang="ko-KR" altLang="en-US" sz="1200"/>
              <a:t>등으로 실시간으로 올릴 수 있는 </a:t>
            </a:r>
            <a:r>
              <a:rPr lang="en-US" altLang="ko-KR" sz="1200"/>
              <a:t>tool</a:t>
            </a:r>
            <a:r>
              <a:rPr lang="ko-KR" altLang="en-US" sz="1200"/>
              <a:t>등이 필요</a:t>
            </a:r>
            <a:r>
              <a:rPr lang="en-US" altLang="ko-KR" sz="1200"/>
              <a:t>.</a:t>
            </a:r>
          </a:p>
          <a:p>
            <a:pPr marL="171450" indent="-1714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Tx/>
              <a:buChar char="-"/>
            </a:pP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solidFill>
                  <a:srgbClr val="FF0000"/>
                </a:solidFill>
              </a:rPr>
              <a:t>1) JDK(Java Development Kit) </a:t>
            </a:r>
            <a:r>
              <a:rPr lang="ko-KR" altLang="en-US" sz="1400">
                <a:solidFill>
                  <a:srgbClr val="FF0000"/>
                </a:solidFill>
              </a:rPr>
              <a:t>설치</a:t>
            </a:r>
            <a:endParaRPr lang="en-US" altLang="ko-KR" sz="140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solidFill>
                  <a:srgbClr val="FF0000"/>
                </a:solidFill>
              </a:rPr>
              <a:t>2) Eclipse </a:t>
            </a:r>
            <a:r>
              <a:rPr lang="ko-KR" altLang="en-US" sz="1400">
                <a:solidFill>
                  <a:srgbClr val="FF0000"/>
                </a:solidFill>
              </a:rPr>
              <a:t>설치 </a:t>
            </a:r>
            <a:endParaRPr lang="en-US" altLang="ko-KR" sz="140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solidFill>
                  <a:srgbClr val="FF0000"/>
                </a:solidFill>
              </a:rPr>
              <a:t>3) Eclipse Plugin </a:t>
            </a:r>
            <a:r>
              <a:rPr lang="ko-KR" altLang="en-US" sz="1400">
                <a:solidFill>
                  <a:srgbClr val="FF0000"/>
                </a:solidFill>
              </a:rPr>
              <a:t>중</a:t>
            </a:r>
            <a:r>
              <a:rPr lang="en-US" altLang="ko-KR" sz="1400">
                <a:solidFill>
                  <a:srgbClr val="FF0000"/>
                </a:solidFill>
              </a:rPr>
              <a:t> “remote system explorer” </a:t>
            </a:r>
            <a:r>
              <a:rPr lang="ko-KR" altLang="en-US" sz="1400">
                <a:solidFill>
                  <a:srgbClr val="FF0000"/>
                </a:solidFill>
              </a:rPr>
              <a:t>설치</a:t>
            </a:r>
            <a:r>
              <a:rPr lang="en-US" altLang="ko-KR" sz="1400">
                <a:solidFill>
                  <a:srgbClr val="FF0000"/>
                </a:solidFill>
              </a:rPr>
              <a:t> (</a:t>
            </a:r>
            <a:r>
              <a:rPr lang="en-US" altLang="ko-KR" sz="1400" err="1">
                <a:solidFill>
                  <a:srgbClr val="FF0000"/>
                </a:solidFill>
              </a:rPr>
              <a:t>sftp</a:t>
            </a:r>
            <a:r>
              <a:rPr lang="en-US" altLang="ko-KR" sz="1400">
                <a:solidFill>
                  <a:srgbClr val="FF0000"/>
                </a:solidFill>
              </a:rPr>
              <a:t>, </a:t>
            </a:r>
            <a:r>
              <a:rPr lang="en-US" altLang="ko-KR" sz="1400" err="1">
                <a:solidFill>
                  <a:srgbClr val="FF0000"/>
                </a:solidFill>
              </a:rPr>
              <a:t>ssh</a:t>
            </a:r>
            <a:r>
              <a:rPr lang="en-US" altLang="ko-KR" sz="1400">
                <a:solidFill>
                  <a:srgbClr val="FF0000"/>
                </a:solidFill>
              </a:rPr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앞으로 많은 플러그인 을 잘 다룰 수 있는 기회를 접함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그리고 버전 올라가면 그깟 메뉴 명</a:t>
            </a:r>
            <a:r>
              <a:rPr lang="en-US" altLang="ko-KR" sz="1200"/>
              <a:t>, </a:t>
            </a:r>
            <a:r>
              <a:rPr lang="ko-KR" altLang="en-US" sz="1200"/>
              <a:t>선택 등은 다 바뀔 수 있으니 원리를 이해하자</a:t>
            </a:r>
            <a:r>
              <a:rPr lang="en-US" altLang="ko-KR" sz="120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(</a:t>
            </a:r>
            <a:r>
              <a:rPr lang="ko-KR" altLang="en-US" sz="1200"/>
              <a:t>자기 무기는 기본으로 </a:t>
            </a:r>
            <a:r>
              <a:rPr lang="ko-KR" altLang="en-US" sz="1200" err="1"/>
              <a:t>갖출줄</a:t>
            </a:r>
            <a:r>
              <a:rPr lang="ko-KR" altLang="en-US" sz="1200"/>
              <a:t> 알아야지</a:t>
            </a:r>
            <a:r>
              <a:rPr lang="en-US" altLang="ko-KR" sz="1200"/>
              <a:t>.. </a:t>
            </a:r>
            <a:r>
              <a:rPr lang="ko-KR" altLang="en-US" sz="1200"/>
              <a:t>못해서 물어보면 </a:t>
            </a:r>
            <a:r>
              <a:rPr lang="ko-KR" altLang="en-US" sz="1200" err="1"/>
              <a:t>챙피한것</a:t>
            </a:r>
            <a:r>
              <a:rPr lang="en-US" altLang="ko-KR" sz="1200"/>
              <a:t>. </a:t>
            </a:r>
            <a:r>
              <a:rPr lang="ko-KR" altLang="en-US" sz="1200"/>
              <a:t>설치방법 잊어버려도 원리를 찾아</a:t>
            </a:r>
            <a:r>
              <a:rPr lang="en-US" altLang="ko-KR" sz="1200"/>
              <a:t>..)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48962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3724-ABCB-E371-8242-731E37DE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9ACFDE27-1936-9176-FB70-E4A9CB7E5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B74361FE-FEE0-E974-D47C-A27DE99E4ECD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5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A057A7-0983-7055-EF76-359D4217F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FCFCA-7942-0FCC-47A7-2F68C7A131A0}"/>
              </a:ext>
            </a:extLst>
          </p:cNvPr>
          <p:cNvSpPr txBox="1"/>
          <p:nvPr/>
        </p:nvSpPr>
        <p:spPr>
          <a:xfrm>
            <a:off x="1713271" y="1618292"/>
            <a:ext cx="496037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dirty="0"/>
              <a:t>1. Java </a:t>
            </a:r>
            <a:r>
              <a:rPr lang="ko-KR" altLang="en-US" sz="2000" dirty="0"/>
              <a:t>개발환경 셋팅</a:t>
            </a:r>
          </a:p>
          <a:p>
            <a:pPr>
              <a:spcBef>
                <a:spcPct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1) JDK</a:t>
            </a:r>
            <a:endParaRPr lang="ko-KR" altLang="en-US" dirty="0"/>
          </a:p>
          <a:p>
            <a:pPr>
              <a:spcBef>
                <a:spcPct val="0"/>
              </a:spcBef>
            </a:pPr>
            <a:r>
              <a:rPr lang="ko-KR" altLang="en-US" dirty="0"/>
              <a:t> </a:t>
            </a:r>
            <a:r>
              <a:rPr lang="en-US" altLang="ko-KR" dirty="0"/>
              <a:t>2) Eclipse</a:t>
            </a:r>
            <a:r>
              <a:rPr lang="ko-KR" altLang="en-US" dirty="0"/>
              <a:t> </a:t>
            </a:r>
            <a:r>
              <a:rPr lang="en-US" altLang="ko-KR" dirty="0"/>
              <a:t>&amp; Hello World</a:t>
            </a:r>
          </a:p>
          <a:p>
            <a:pPr>
              <a:spcBef>
                <a:spcPct val="0"/>
              </a:spcBef>
            </a:pPr>
            <a:r>
              <a:rPr lang="en-US" altLang="ko-KR" dirty="0"/>
              <a:t> 3) Eclipse</a:t>
            </a:r>
            <a:r>
              <a:rPr lang="ko-KR" altLang="en-US" dirty="0"/>
              <a:t> </a:t>
            </a:r>
            <a:r>
              <a:rPr lang="en-US" altLang="ko-KR" dirty="0"/>
              <a:t>Plugin</a:t>
            </a:r>
          </a:p>
        </p:txBody>
      </p:sp>
    </p:spTree>
    <p:extLst>
      <p:ext uri="{BB962C8B-B14F-4D97-AF65-F5344CB8AC3E}">
        <p14:creationId xmlns:p14="http://schemas.microsoft.com/office/powerpoint/2010/main" val="375491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5074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1) JDK(Java Development Kit) </a:t>
            </a:r>
            <a:r>
              <a:rPr lang="ko-KR" altLang="en-US" sz="1600"/>
              <a:t>설치 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자바 컴파일러</a:t>
            </a:r>
            <a:r>
              <a:rPr lang="en-US" altLang="ko-KR" sz="1200"/>
              <a:t>,</a:t>
            </a:r>
            <a:r>
              <a:rPr lang="ko-KR" altLang="en-US" sz="1200"/>
              <a:t>실행도구</a:t>
            </a:r>
            <a:r>
              <a:rPr lang="en-US" altLang="ko-KR" sz="1200"/>
              <a:t>, </a:t>
            </a:r>
            <a:r>
              <a:rPr lang="ko-KR" altLang="en-US" sz="1200"/>
              <a:t>유용한 이미 만들어진</a:t>
            </a:r>
            <a:r>
              <a:rPr lang="en-US" altLang="ko-KR" sz="1200"/>
              <a:t>-</a:t>
            </a:r>
            <a:r>
              <a:rPr lang="ko-KR" altLang="en-US" sz="1200"/>
              <a:t>가져다 사용하는 클래스</a:t>
            </a:r>
            <a:r>
              <a:rPr lang="en-US" altLang="ko-KR" sz="1200"/>
              <a:t> </a:t>
            </a:r>
            <a:r>
              <a:rPr lang="ko-KR" altLang="en-US" sz="1200"/>
              <a:t>등이 포함된 것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2019</a:t>
            </a:r>
            <a:r>
              <a:rPr lang="ko-KR" altLang="en-US" sz="1200"/>
              <a:t>년</a:t>
            </a:r>
            <a:r>
              <a:rPr lang="en-US" altLang="ko-KR" sz="1200"/>
              <a:t>(April 16, 2019)</a:t>
            </a:r>
            <a:r>
              <a:rPr lang="ko-KR" altLang="en-US" sz="1200"/>
              <a:t> 즈음 </a:t>
            </a:r>
            <a:r>
              <a:rPr lang="en-US" altLang="ko-KR" sz="1200"/>
              <a:t>Java</a:t>
            </a:r>
            <a:r>
              <a:rPr lang="ko-KR" altLang="en-US" sz="1200"/>
              <a:t>를 인수한 </a:t>
            </a:r>
            <a:r>
              <a:rPr lang="en-US" altLang="ko-KR" sz="1200"/>
              <a:t>Oracle</a:t>
            </a:r>
            <a:r>
              <a:rPr lang="ko-KR" altLang="en-US" sz="1200"/>
              <a:t>이 돈을 받기 시작하여</a:t>
            </a:r>
            <a:r>
              <a:rPr lang="en-US" altLang="ko-KR" sz="1200"/>
              <a:t>, </a:t>
            </a:r>
            <a:r>
              <a:rPr lang="ko-KR" altLang="en-US" sz="1200" err="1"/>
              <a:t>기업등</a:t>
            </a:r>
            <a:r>
              <a:rPr lang="ko-KR" altLang="en-US" sz="1200"/>
              <a:t> 상업용 사용은 과금</a:t>
            </a:r>
            <a:r>
              <a:rPr lang="en-US" altLang="ko-KR" sz="1200"/>
              <a:t>, </a:t>
            </a:r>
            <a:r>
              <a:rPr lang="ko-KR" altLang="en-US" sz="1200"/>
              <a:t>그리고 </a:t>
            </a:r>
            <a:r>
              <a:rPr lang="en-US" altLang="ko-KR" sz="1200"/>
              <a:t>OpenJDK</a:t>
            </a:r>
            <a:r>
              <a:rPr lang="ko-KR" altLang="en-US" sz="1200"/>
              <a:t>같은 것은 무료</a:t>
            </a:r>
            <a:r>
              <a:rPr lang="en-US" altLang="ko-KR" sz="1200"/>
              <a:t>,</a:t>
            </a:r>
            <a:r>
              <a:rPr lang="ko-KR" altLang="en-US" sz="1200"/>
              <a:t> 일반버전은 유료로 배포하다가</a:t>
            </a:r>
            <a:r>
              <a:rPr lang="en-US" altLang="ko-KR" sz="1200"/>
              <a:t>.. </a:t>
            </a:r>
            <a:r>
              <a:rPr lang="ko-KR" altLang="en-US" sz="1200"/>
              <a:t>지금은 잠잠한 상황 </a:t>
            </a:r>
            <a:r>
              <a:rPr lang="en-US" altLang="ko-KR" sz="1200"/>
              <a:t>(GPL </a:t>
            </a:r>
            <a:r>
              <a:rPr lang="ko-KR" altLang="en-US" sz="1200" err="1"/>
              <a:t>라이센스용</a:t>
            </a:r>
            <a:r>
              <a:rPr lang="en-US" altLang="ko-KR" sz="1200"/>
              <a:t>(</a:t>
            </a:r>
            <a:r>
              <a:rPr lang="ko-KR" altLang="en-US" sz="1200"/>
              <a:t>오픈소스버전</a:t>
            </a:r>
            <a:r>
              <a:rPr lang="en-US" altLang="ko-KR" sz="1200"/>
              <a:t>)</a:t>
            </a:r>
            <a:r>
              <a:rPr lang="ko-KR" altLang="en-US" sz="1200"/>
              <a:t>을 설치할 수 있는데</a:t>
            </a:r>
            <a:r>
              <a:rPr lang="en-US" altLang="ko-KR" sz="1200"/>
              <a:t>.. </a:t>
            </a:r>
            <a:r>
              <a:rPr lang="ko-KR" altLang="en-US" sz="1200" err="1"/>
              <a:t>설치후</a:t>
            </a:r>
            <a:r>
              <a:rPr lang="ko-KR" altLang="en-US" sz="1200"/>
              <a:t> 경로</a:t>
            </a:r>
            <a:r>
              <a:rPr lang="en-US" altLang="ko-KR" sz="1200"/>
              <a:t>(path)</a:t>
            </a:r>
            <a:r>
              <a:rPr lang="ko-KR" altLang="en-US" sz="1200"/>
              <a:t>등을 수동으로 설정하여야 한다</a:t>
            </a:r>
            <a:r>
              <a:rPr lang="en-US" altLang="ko-KR" sz="1200"/>
              <a:t>,.(</a:t>
            </a:r>
            <a:r>
              <a:rPr lang="en-US" altLang="ko-KR" sz="1200">
                <a:hlinkClick r:id="rId2"/>
              </a:rPr>
              <a:t>https://recipes4dev.tistory.com/173</a:t>
            </a:r>
            <a:r>
              <a:rPr lang="en-US" altLang="ko-KR" sz="1200"/>
              <a:t>) 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/>
              <a:t>보통 버전은 최신버전을 발표하지만</a:t>
            </a:r>
            <a:r>
              <a:rPr lang="en-US" altLang="ko-KR" sz="1200" u="sng"/>
              <a:t>, </a:t>
            </a:r>
            <a:r>
              <a:rPr lang="ko-KR" altLang="en-US" sz="1200" u="sng"/>
              <a:t>최신버전이 꼭 문제가 없는 안정적인 버전은 아님</a:t>
            </a:r>
            <a:r>
              <a:rPr lang="en-US" altLang="ko-KR" sz="1200" u="sng"/>
              <a:t>. </a:t>
            </a:r>
            <a:r>
              <a:rPr lang="ko-KR" altLang="en-US" sz="1200" u="sng"/>
              <a:t>특히 </a:t>
            </a:r>
            <a:r>
              <a:rPr lang="en-US" altLang="ko-KR" sz="1200" u="sng"/>
              <a:t>JDK</a:t>
            </a:r>
            <a:r>
              <a:rPr lang="ko-KR" altLang="en-US" sz="1200" u="sng"/>
              <a:t>는 여러분이 </a:t>
            </a:r>
            <a:r>
              <a:rPr lang="en-US" altLang="ko-KR" sz="1200" u="sng"/>
              <a:t>PC</a:t>
            </a:r>
            <a:r>
              <a:rPr lang="ko-KR" altLang="en-US" sz="1200" u="sng"/>
              <a:t>에서 개발하여 결과물을 실제 </a:t>
            </a:r>
            <a:r>
              <a:rPr lang="ko-KR" altLang="en-US" sz="1200" u="sng" err="1"/>
              <a:t>운영시</a:t>
            </a:r>
            <a:r>
              <a:rPr lang="ko-KR" altLang="en-US" sz="1200" u="sng"/>
              <a:t> 서버에 배포하지만</a:t>
            </a:r>
            <a:r>
              <a:rPr lang="en-US" altLang="ko-KR" sz="1200" u="sng"/>
              <a:t>, </a:t>
            </a:r>
            <a:r>
              <a:rPr lang="ko-KR" altLang="en-US" sz="1200" u="sng" err="1"/>
              <a:t>서버은</a:t>
            </a:r>
            <a:r>
              <a:rPr lang="ko-KR" altLang="en-US" sz="1200" u="sng"/>
              <a:t> 보다 낮은 버전의 안정화 버전이며</a:t>
            </a:r>
            <a:r>
              <a:rPr lang="en-US" altLang="ko-KR" sz="1200" u="sng"/>
              <a:t>, </a:t>
            </a:r>
            <a:r>
              <a:rPr lang="ko-KR" altLang="en-US" sz="1200" u="sng"/>
              <a:t>또 기업에서는 이미 예전부터 운영해오던 </a:t>
            </a:r>
            <a:r>
              <a:rPr lang="en-US" altLang="ko-KR" sz="1200" u="sng"/>
              <a:t>Java </a:t>
            </a:r>
            <a:r>
              <a:rPr lang="ko-KR" altLang="en-US" sz="1200" u="sng"/>
              <a:t>버전을 안정적으로 써왔기 때문에 함부로 버전을 올려 사용하지 않는다</a:t>
            </a:r>
            <a:r>
              <a:rPr lang="en-US" altLang="ko-KR" sz="1200" u="sng"/>
              <a:t>. </a:t>
            </a:r>
            <a:r>
              <a:rPr lang="ko-KR" altLang="en-US" sz="1200" u="sng"/>
              <a:t>그래서 우리는  </a:t>
            </a:r>
            <a:r>
              <a:rPr lang="en-US" altLang="ko-KR" sz="1200" u="sng"/>
              <a:t>jdk12.0.2</a:t>
            </a:r>
            <a:r>
              <a:rPr lang="ko-KR" altLang="en-US" sz="1200" u="sng"/>
              <a:t>로 사용하기로 하였다</a:t>
            </a:r>
            <a:r>
              <a:rPr lang="en-US" altLang="ko-KR" sz="1200" u="sng"/>
              <a:t>. (2024</a:t>
            </a:r>
            <a:r>
              <a:rPr lang="ko-KR" altLang="en-US" sz="1200" u="sng"/>
              <a:t>년 현재</a:t>
            </a:r>
            <a:r>
              <a:rPr lang="en-US" altLang="ko-KR" sz="1200" u="sng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>
                <a:hlinkClick r:id="rId3"/>
              </a:rPr>
              <a:t>https://www.oracle.com/kr/java/technologies/javase/jdk12-archive-downloads.html</a:t>
            </a:r>
            <a:r>
              <a:rPr lang="en-US" altLang="ko-KR" sz="1200"/>
              <a:t>  </a:t>
            </a:r>
            <a:r>
              <a:rPr lang="ko-KR" altLang="en-US" sz="1200"/>
              <a:t>여기 또는 </a:t>
            </a:r>
            <a:r>
              <a:rPr lang="en-US" altLang="ko-KR" sz="1200"/>
              <a:t>jdk12.0.2 </a:t>
            </a:r>
            <a:r>
              <a:rPr lang="ko-KR" altLang="en-US" sz="1200"/>
              <a:t>로 다운로드</a:t>
            </a:r>
            <a:r>
              <a:rPr lang="en-US" altLang="ko-KR" sz="1200"/>
              <a:t>(</a:t>
            </a:r>
            <a:r>
              <a:rPr lang="ko-KR" altLang="en-US" sz="1200"/>
              <a:t>오라클 아이디를 만들어야 됨</a:t>
            </a:r>
            <a:r>
              <a:rPr lang="en-US" altLang="ko-KR" sz="1200"/>
              <a:t>…)</a:t>
            </a:r>
            <a:r>
              <a:rPr lang="ko-KR" altLang="en-US" sz="1200"/>
              <a:t>  또는 </a:t>
            </a:r>
            <a:r>
              <a:rPr lang="en-US" altLang="ko-KR" sz="1200"/>
              <a:t>NAS</a:t>
            </a:r>
            <a:r>
              <a:rPr lang="ko-KR" altLang="en-US" sz="1200"/>
              <a:t>에서 가져다 설치</a:t>
            </a:r>
            <a:r>
              <a:rPr lang="en-US" altLang="ko-KR" sz="1200"/>
              <a:t>…..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지금까지 </a:t>
            </a:r>
            <a:r>
              <a:rPr lang="en-US" altLang="ko-KR" sz="1200"/>
              <a:t>eclipse</a:t>
            </a:r>
            <a:r>
              <a:rPr lang="ko-KR" altLang="en-US" sz="1200"/>
              <a:t>와 </a:t>
            </a:r>
            <a:r>
              <a:rPr lang="en-US" altLang="ko-KR" sz="1200" err="1"/>
              <a:t>jdk</a:t>
            </a:r>
            <a:r>
              <a:rPr lang="en-US" altLang="ko-KR" sz="1200"/>
              <a:t> </a:t>
            </a:r>
            <a:r>
              <a:rPr lang="ko-KR" altLang="en-US" sz="1200"/>
              <a:t>잘 설치되어 사용하고 있는 사람은 안해도 됨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/>
              <a:t>윈도우의 </a:t>
            </a:r>
            <a:r>
              <a:rPr lang="en-US" altLang="ko-KR" sz="1200" u="sng"/>
              <a:t>[</a:t>
            </a:r>
            <a:r>
              <a:rPr lang="ko-KR" altLang="en-US" sz="1200" u="sng"/>
              <a:t>프로그램 추가 제거</a:t>
            </a:r>
            <a:r>
              <a:rPr lang="en-US" altLang="ko-KR" sz="1200" u="sng"/>
              <a:t>]</a:t>
            </a:r>
            <a:r>
              <a:rPr lang="ko-KR" altLang="en-US" sz="1200" u="sng"/>
              <a:t>로  가서 </a:t>
            </a:r>
            <a:r>
              <a:rPr lang="en-US" altLang="ko-KR" sz="1200" u="sng"/>
              <a:t>JDK</a:t>
            </a:r>
            <a:r>
              <a:rPr lang="ko-KR" altLang="en-US" sz="1200" u="sng"/>
              <a:t>잘 설치되었는지 확인</a:t>
            </a:r>
            <a:r>
              <a:rPr lang="en-US" altLang="ko-KR" sz="1200" u="sng"/>
              <a:t> </a:t>
            </a:r>
            <a:r>
              <a:rPr lang="ko-KR" altLang="en-US" sz="1200" u="sng"/>
              <a:t>및 삭제</a:t>
            </a:r>
            <a:r>
              <a:rPr lang="en-US" altLang="ko-KR" sz="1200" u="sng"/>
              <a:t>, </a:t>
            </a:r>
            <a:r>
              <a:rPr lang="ko-KR" altLang="en-US" sz="1200" u="sng"/>
              <a:t>재설치 가능</a:t>
            </a:r>
            <a:r>
              <a:rPr lang="en-US" altLang="ko-KR" sz="1200" u="sng"/>
              <a:t>.(</a:t>
            </a:r>
            <a:r>
              <a:rPr lang="ko-KR" altLang="en-US" sz="1200" u="sng"/>
              <a:t>문제시 삭제 후 재설치</a:t>
            </a:r>
            <a:r>
              <a:rPr lang="en-US" altLang="ko-KR" sz="1200" u="sng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698" y="5007521"/>
            <a:ext cx="4069489" cy="134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60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7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2) Eclipse </a:t>
            </a:r>
            <a:r>
              <a:rPr lang="ko-KR" altLang="en-US" sz="1600"/>
              <a:t>설치  </a:t>
            </a:r>
            <a:endParaRPr lang="en-US" altLang="ko-KR" sz="16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아주 기능이 많은 똑똑한 에디터</a:t>
            </a:r>
            <a:endParaRPr lang="en-US" altLang="ko-KR" sz="12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프로그래머가 가장 많이 사용</a:t>
            </a:r>
            <a:r>
              <a:rPr lang="en-US" altLang="ko-KR" sz="120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성능이 좀 좋은 </a:t>
            </a:r>
            <a:r>
              <a:rPr lang="en-US" altLang="ko-KR" sz="1200"/>
              <a:t>PC</a:t>
            </a:r>
            <a:r>
              <a:rPr lang="ko-KR" altLang="en-US" sz="1200"/>
              <a:t>를 사용해야 스트레스가 안 받는다</a:t>
            </a:r>
            <a:r>
              <a:rPr lang="en-US" altLang="ko-KR" sz="1200"/>
              <a:t>. (</a:t>
            </a:r>
            <a:r>
              <a:rPr lang="ko-KR" altLang="en-US" sz="1200"/>
              <a:t>가끔가다 최신버전을 </a:t>
            </a:r>
            <a:r>
              <a:rPr lang="ko-KR" altLang="en-US" sz="1200" err="1"/>
              <a:t>받아다</a:t>
            </a:r>
            <a:r>
              <a:rPr lang="ko-KR" altLang="en-US" sz="1200"/>
              <a:t> 설치</a:t>
            </a:r>
            <a:r>
              <a:rPr lang="en-US" altLang="ko-KR" sz="1200"/>
              <a:t>..</a:t>
            </a:r>
            <a:r>
              <a:rPr lang="ko-KR" altLang="en-US" sz="1200"/>
              <a:t>설치때마다 기본 디렉토리가 달라지는 것에 주의 </a:t>
            </a:r>
            <a:r>
              <a:rPr lang="en-US" altLang="ko-KR" sz="1200"/>
              <a:t>ver1, ver2</a:t>
            </a:r>
            <a:r>
              <a:rPr lang="ko-KR" altLang="en-US" sz="1200"/>
              <a:t>가 기본 </a:t>
            </a:r>
            <a:r>
              <a:rPr lang="ko-KR" altLang="en-US" sz="1200" err="1"/>
              <a:t>지정디렉토리가</a:t>
            </a:r>
            <a:r>
              <a:rPr lang="ko-KR" altLang="en-US" sz="1200"/>
              <a:t> 각각 생김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Eclipse.org </a:t>
            </a:r>
            <a:r>
              <a:rPr lang="ko-KR" altLang="en-US" sz="1200" err="1"/>
              <a:t>사이트가서</a:t>
            </a:r>
            <a:r>
              <a:rPr lang="ko-KR" altLang="en-US" sz="1200"/>
              <a:t> </a:t>
            </a:r>
            <a:r>
              <a:rPr lang="en-US" altLang="ko-KR" sz="1200"/>
              <a:t>eclipse installer </a:t>
            </a:r>
            <a:r>
              <a:rPr lang="ko-KR" altLang="en-US" sz="1200"/>
              <a:t>받고 </a:t>
            </a:r>
            <a:r>
              <a:rPr lang="en-US" altLang="ko-KR" sz="1200">
                <a:solidFill>
                  <a:srgbClr val="FF0000"/>
                </a:solidFill>
              </a:rPr>
              <a:t>eclipse IDE for java developers</a:t>
            </a:r>
            <a:r>
              <a:rPr lang="en-US" altLang="ko-KR" sz="1200"/>
              <a:t> ( </a:t>
            </a:r>
            <a:r>
              <a:rPr lang="ko-KR" altLang="en-US" sz="1200"/>
              <a:t>그냥 </a:t>
            </a:r>
            <a:r>
              <a:rPr lang="en-US" altLang="ko-KR" sz="1200"/>
              <a:t>java</a:t>
            </a:r>
            <a:r>
              <a:rPr lang="ko-KR" altLang="en-US" sz="1200"/>
              <a:t>만</a:t>
            </a:r>
            <a:r>
              <a:rPr lang="en-US" altLang="ko-KR" sz="1200"/>
              <a:t>..EE</a:t>
            </a:r>
            <a:r>
              <a:rPr lang="ko-KR" altLang="en-US" sz="1200"/>
              <a:t>버전 아님</a:t>
            </a:r>
            <a:r>
              <a:rPr lang="en-US" altLang="ko-KR" sz="1200"/>
              <a:t>..) </a:t>
            </a:r>
            <a:r>
              <a:rPr lang="ko-KR" altLang="en-US" sz="1200"/>
              <a:t>다운로드 설치 </a:t>
            </a:r>
            <a:r>
              <a:rPr lang="en-US" altLang="ko-KR" sz="1200"/>
              <a:t>(</a:t>
            </a:r>
            <a:r>
              <a:rPr lang="en-US" altLang="ko-KR" sz="1200">
                <a:hlinkClick r:id="rId2"/>
              </a:rPr>
              <a:t>Eclipse Downloads | The Eclipse Foundation</a:t>
            </a:r>
            <a:r>
              <a:rPr lang="en-US" altLang="ko-KR" sz="1200"/>
              <a:t> )-</a:t>
            </a:r>
            <a:r>
              <a:rPr lang="ko-KR" altLang="en-US" sz="1200"/>
              <a:t>추후 스프링때는 </a:t>
            </a:r>
            <a:r>
              <a:rPr lang="ko-KR" altLang="en-US" sz="1200" err="1"/>
              <a:t>다른걸로</a:t>
            </a:r>
            <a:r>
              <a:rPr lang="ko-KR" altLang="en-US" sz="1200"/>
              <a:t> 설치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err="1"/>
              <a:t>이클립스는</a:t>
            </a:r>
            <a:r>
              <a:rPr lang="ko-KR" altLang="en-US" sz="1200"/>
              <a:t> 오픈 소스 프로젝트</a:t>
            </a:r>
            <a:r>
              <a:rPr lang="en-US" altLang="ko-KR" sz="1200"/>
              <a:t>.. </a:t>
            </a:r>
            <a:r>
              <a:rPr lang="ko-KR" altLang="en-US" sz="1200"/>
              <a:t>뜻있는 사람들이 하나 둘씩 재능기부하고 플러그인 방식 개방하여 여러 사람이 플러그인 만들어 추가하고</a:t>
            </a:r>
            <a:r>
              <a:rPr lang="en-US" altLang="ko-KR" sz="1200"/>
              <a:t>..</a:t>
            </a:r>
            <a:r>
              <a:rPr lang="ko-KR" altLang="en-US" sz="1200"/>
              <a:t> 해서 십 몇 년 동안 엄청난 수준의 프로그램으로 발전했음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형이 팁 하나 알려주는데 컴퓨터이름</a:t>
            </a:r>
            <a:r>
              <a:rPr lang="en-US" altLang="ko-KR" sz="1200"/>
              <a:t>(PC)</a:t>
            </a:r>
            <a:r>
              <a:rPr lang="ko-KR" altLang="en-US" sz="1200"/>
              <a:t>한글로 된 것 영어로 바꿔야 나중에 이클립스에서 고생 안 한다</a:t>
            </a:r>
            <a:r>
              <a:rPr lang="en-US" altLang="ko-KR" sz="1200"/>
              <a:t>..(</a:t>
            </a:r>
            <a:r>
              <a:rPr lang="ko-KR" altLang="en-US" sz="1200"/>
              <a:t>파이선도 마찬가지</a:t>
            </a:r>
            <a:r>
              <a:rPr lang="en-US" altLang="ko-KR" sz="120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76F6BD-41D7-9004-C32A-71456C3F9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33" y="4037152"/>
            <a:ext cx="3775882" cy="20526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05753A3-A7AE-656A-3ADD-0E84C3478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808" y="4047529"/>
            <a:ext cx="2302696" cy="204228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D0AFDB9-3540-36A8-2094-5C00C2203AB0}"/>
                  </a:ext>
                </a:extLst>
              </p14:cNvPr>
              <p14:cNvContentPartPr/>
              <p14:nvPr/>
            </p14:nvContentPartPr>
            <p14:xfrm>
              <a:off x="5076161" y="2690508"/>
              <a:ext cx="436680" cy="15505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D0AFDB9-3540-36A8-2094-5C00C2203AB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70041" y="2684388"/>
                <a:ext cx="448920" cy="15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D71C401A-2B88-1AC8-108C-546AABD5BC69}"/>
                  </a:ext>
                </a:extLst>
              </p14:cNvPr>
              <p14:cNvContentPartPr/>
              <p14:nvPr/>
            </p14:nvContentPartPr>
            <p14:xfrm>
              <a:off x="5253281" y="3866268"/>
              <a:ext cx="361800" cy="3402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D71C401A-2B88-1AC8-108C-546AABD5BC6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47155" y="3860154"/>
                <a:ext cx="374052" cy="3524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654D2445-D9B0-CD5C-60E4-05B2871C3032}"/>
                  </a:ext>
                </a:extLst>
              </p14:cNvPr>
              <p14:cNvContentPartPr/>
              <p14:nvPr/>
            </p14:nvContentPartPr>
            <p14:xfrm>
              <a:off x="8113841" y="3846468"/>
              <a:ext cx="360" cy="36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654D2445-D9B0-CD5C-60E4-05B2871C303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07721" y="384034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653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9844-AD79-126C-28DF-E3C4AB40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CEC8A2DA-C410-2118-1C87-8EC455ABC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E51EB5D9-505D-363C-2D56-93D752E124B1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8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A02B851-D47D-EB70-EA83-87B5235C4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EA21897A-61B7-B0D0-EE2D-A92B0F3F5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94" y="692149"/>
            <a:ext cx="2101254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개발용 글꼴 셋팅 하기</a:t>
            </a:r>
            <a:endParaRPr lang="ko-KR" altLang="en-US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폰트를 </a:t>
            </a:r>
            <a:r>
              <a:rPr lang="en-US" altLang="ko-KR" sz="1200" dirty="0"/>
              <a:t>D2coding</a:t>
            </a:r>
            <a:r>
              <a:rPr lang="ko-KR" altLang="en-US" sz="1200" dirty="0"/>
              <a:t>으로 변경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메뉴</a:t>
            </a:r>
            <a:r>
              <a:rPr lang="en-US" altLang="ko-KR" sz="1200" dirty="0"/>
              <a:t>-&gt;</a:t>
            </a:r>
            <a:r>
              <a:rPr lang="ko-KR" altLang="en-US" sz="1200" dirty="0"/>
              <a:t>윈도우</a:t>
            </a:r>
            <a:r>
              <a:rPr lang="en-US" altLang="ko-KR" sz="1200" dirty="0"/>
              <a:t>-&gt;</a:t>
            </a:r>
            <a:r>
              <a:rPr lang="ko-KR" altLang="en-US" sz="1200" dirty="0" err="1"/>
              <a:t>프리퍼런스</a:t>
            </a:r>
            <a:endParaRPr lang="en-US" altLang="ko-KR" sz="1200" dirty="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General-&gt;Appearance -&gt; colors and fonts -&gt; basic-&gt; Text Font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</a:t>
            </a:r>
            <a:r>
              <a:rPr lang="ko-KR" altLang="en-US" sz="1200" dirty="0"/>
              <a:t>이곳에서 폰트를 한글 영문 모두 </a:t>
            </a:r>
            <a:r>
              <a:rPr lang="en-US" altLang="ko-KR" sz="1200" dirty="0"/>
              <a:t>D2coding</a:t>
            </a:r>
            <a:r>
              <a:rPr lang="ko-KR" altLang="en-US" sz="1200" dirty="0"/>
              <a:t>으로 바꾼다</a:t>
            </a:r>
            <a:r>
              <a:rPr lang="en-US" altLang="ko-KR" sz="1200" dirty="0"/>
              <a:t>.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500CBE8-8160-C000-1D32-9552D9B3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584" y="641748"/>
            <a:ext cx="4496447" cy="12803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04E77F-B30A-8EC5-1443-670CBACC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584" y="2307591"/>
            <a:ext cx="4347470" cy="4147930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209AC9F5-F077-0E6F-BEBE-19F90246308F}"/>
              </a:ext>
            </a:extLst>
          </p:cNvPr>
          <p:cNvSpPr/>
          <p:nvPr/>
        </p:nvSpPr>
        <p:spPr bwMode="auto">
          <a:xfrm>
            <a:off x="3905330" y="1977509"/>
            <a:ext cx="450215" cy="330082"/>
          </a:xfrm>
          <a:prstGeom prst="downArrow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37DBFF-8FA5-C158-3BA3-5D7806DCC578}"/>
              </a:ext>
            </a:extLst>
          </p:cNvPr>
          <p:cNvSpPr txBox="1"/>
          <p:nvPr/>
        </p:nvSpPr>
        <p:spPr>
          <a:xfrm>
            <a:off x="4303295" y="1876704"/>
            <a:ext cx="23054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- D2Coding</a:t>
            </a:r>
            <a:r>
              <a:rPr lang="ko-KR" altLang="en-US" sz="1000" dirty="0"/>
              <a:t>폰트 다운로드 후 설치함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그리고 이클립스에서 폰트변경</a:t>
            </a:r>
          </a:p>
        </p:txBody>
      </p:sp>
    </p:spTree>
    <p:extLst>
      <p:ext uri="{BB962C8B-B14F-4D97-AF65-F5344CB8AC3E}">
        <p14:creationId xmlns:p14="http://schemas.microsoft.com/office/powerpoint/2010/main" val="265897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8205-CC3A-B59F-E582-EC94C337A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C0E0AE8F-425C-92A3-2D5A-FF73AD4A4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1C59E4C9-AFEF-C7F1-7076-852BE91CC125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9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F3B7256-B924-00FE-2BA1-63B70490D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276D3B7D-C1B1-7464-3C2D-5B560713A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94" y="692149"/>
            <a:ext cx="2213606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 코드 셋팅 하기</a:t>
            </a:r>
            <a:endParaRPr lang="ko-KR" altLang="en-US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우리는 </a:t>
            </a:r>
            <a:r>
              <a:rPr lang="en-US" altLang="ko-KR" sz="1200" dirty="0"/>
              <a:t>UTF-8</a:t>
            </a:r>
            <a:r>
              <a:rPr lang="ko-KR" altLang="en-US" sz="1200" dirty="0"/>
              <a:t>로 개발할 것임 </a:t>
            </a:r>
            <a:r>
              <a:rPr lang="en-US" altLang="ko-KR" sz="1200" dirty="0"/>
              <a:t>(UTF-8</a:t>
            </a:r>
            <a:r>
              <a:rPr lang="ko-KR" altLang="en-US" sz="1200" dirty="0"/>
              <a:t>과 </a:t>
            </a:r>
            <a:r>
              <a:rPr lang="en-US" altLang="ko-KR" sz="1200" dirty="0"/>
              <a:t>ANSI(MS949)</a:t>
            </a:r>
            <a:r>
              <a:rPr lang="ko-KR" altLang="en-US" sz="1200" dirty="0"/>
              <a:t>는 추후 설명</a:t>
            </a:r>
            <a:r>
              <a:rPr lang="en-US" altLang="ko-KR" sz="1200" dirty="0"/>
              <a:t>) UTF-8(UNICODE)</a:t>
            </a:r>
            <a:r>
              <a:rPr lang="ko-KR" altLang="en-US" sz="1200" dirty="0"/>
              <a:t>로 설정되어 있는지 확인 </a:t>
            </a:r>
            <a:endParaRPr lang="en-US" altLang="ko-KR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-----------------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000" dirty="0"/>
              <a:t>UTF-8 </a:t>
            </a:r>
            <a:r>
              <a:rPr lang="ko-KR" altLang="en-US" sz="1000" dirty="0"/>
              <a:t>설정</a:t>
            </a:r>
            <a:r>
              <a:rPr lang="en-US" altLang="ko-KR" sz="1000" dirty="0"/>
              <a:t> (</a:t>
            </a:r>
            <a:r>
              <a:rPr lang="ko-KR" altLang="en-US" sz="1000" dirty="0"/>
              <a:t>아마</a:t>
            </a:r>
            <a:r>
              <a:rPr lang="en-US" altLang="ko-KR" sz="1000" dirty="0"/>
              <a:t> </a:t>
            </a:r>
            <a:r>
              <a:rPr lang="ko-KR" altLang="en-US" sz="1000" dirty="0" err="1"/>
              <a:t>이클립스기본이</a:t>
            </a:r>
            <a:r>
              <a:rPr lang="ko-KR" altLang="en-US" sz="1000" dirty="0"/>
              <a:t> </a:t>
            </a:r>
            <a:r>
              <a:rPr lang="en-US" altLang="ko-KR" sz="1000" dirty="0"/>
              <a:t>UTF-8</a:t>
            </a:r>
            <a:r>
              <a:rPr lang="ko-KR" altLang="en-US" sz="1000" dirty="0"/>
              <a:t>로 </a:t>
            </a:r>
            <a:r>
              <a:rPr lang="ko-KR" altLang="en-US" sz="1000" dirty="0" err="1"/>
              <a:t>되어있을듯</a:t>
            </a:r>
            <a:r>
              <a:rPr lang="en-US" altLang="ko-KR" sz="10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Window-&gt;Preferences-&gt;General-&gt;Workspace : UTF-8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File-&gt; Properties -&gt; Resources-&gt; </a:t>
            </a:r>
            <a:r>
              <a:rPr lang="ko-KR" altLang="en-US" sz="1000" dirty="0"/>
              <a:t>앞에 설정을 그대로 </a:t>
            </a:r>
            <a:r>
              <a:rPr lang="ko-KR" altLang="en-US" sz="1000" dirty="0" err="1"/>
              <a:t>받아옴</a:t>
            </a:r>
            <a:r>
              <a:rPr lang="en-US" altLang="ko-KR" sz="1000" dirty="0"/>
              <a:t>(UTF-8)- inherited</a:t>
            </a:r>
            <a:r>
              <a:rPr lang="ko-KR" altLang="en-US" sz="1000" dirty="0"/>
              <a:t> </a:t>
            </a:r>
            <a:r>
              <a:rPr lang="en-US" altLang="ko-KR" sz="1000" dirty="0"/>
              <a:t>from</a:t>
            </a:r>
            <a:r>
              <a:rPr lang="ko-KR" altLang="en-US" sz="1000" dirty="0"/>
              <a:t> </a:t>
            </a:r>
            <a:r>
              <a:rPr lang="en-US" altLang="ko-KR" sz="1000" dirty="0"/>
              <a:t>container(UTF-8)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C07339-0681-6DBC-0862-366FE31FD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944" y="565383"/>
            <a:ext cx="3635475" cy="360006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5C03F9-BB88-3CF3-6945-C5C3408EE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611" y="4216645"/>
            <a:ext cx="3712254" cy="227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41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B352-C1E6-9B7C-53F4-2B47D2C2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E2DE1B5C-64D6-E13E-4051-DBAF627BA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B4F54A69-8719-96D5-A853-4CA73687F0FF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10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C91AA36-E482-449A-4D50-960C0C3BE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6418B239-CCF2-D4BF-A0EF-2429A8F17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94" y="692149"/>
            <a:ext cx="2213606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한글 코드 셋팅 하기</a:t>
            </a:r>
            <a:endParaRPr lang="ko-KR" altLang="en-US" sz="1200" dirty="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우리는 </a:t>
            </a:r>
            <a:r>
              <a:rPr lang="en-US" altLang="ko-KR" sz="1200" dirty="0"/>
              <a:t>UTF-8</a:t>
            </a:r>
            <a:r>
              <a:rPr lang="ko-KR" altLang="en-US" sz="1200" dirty="0"/>
              <a:t>로 개발할 것임 </a:t>
            </a:r>
            <a:r>
              <a:rPr lang="en-US" altLang="ko-KR" sz="1200" dirty="0"/>
              <a:t>(</a:t>
            </a:r>
            <a:r>
              <a:rPr lang="ko-KR" altLang="en-US" sz="1200" dirty="0"/>
              <a:t>아래는</a:t>
            </a:r>
            <a:r>
              <a:rPr lang="en-US" altLang="ko-KR" sz="1200" dirty="0"/>
              <a:t> ANSI(MS-949)</a:t>
            </a:r>
            <a:r>
              <a:rPr lang="ko-KR" altLang="en-US" sz="1200" dirty="0"/>
              <a:t>로 맞추는 방법</a:t>
            </a:r>
            <a:r>
              <a:rPr lang="en-US" altLang="ko-KR" sz="1200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올해부터 우리는 </a:t>
            </a:r>
            <a:r>
              <a:rPr lang="en-US" altLang="ko-KR" sz="1200" dirty="0"/>
              <a:t>PC</a:t>
            </a:r>
            <a:r>
              <a:rPr lang="ko-KR" altLang="en-US" sz="1200" dirty="0"/>
              <a:t>개발 환경에서도 </a:t>
            </a:r>
            <a:r>
              <a:rPr lang="en-US" altLang="ko-KR" sz="1200" dirty="0"/>
              <a:t>UTF-8</a:t>
            </a:r>
            <a:r>
              <a:rPr lang="ko-KR" altLang="en-US" sz="1200" dirty="0"/>
              <a:t>로 개발하기로 하였다</a:t>
            </a:r>
            <a:r>
              <a:rPr lang="en-US" altLang="ko-KR" sz="1200" dirty="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u="sng" dirty="0">
                <a:solidFill>
                  <a:srgbClr val="FF0000"/>
                </a:solidFill>
              </a:rPr>
              <a:t>그러므로 이것은 지금 하면 안된다</a:t>
            </a:r>
            <a:endParaRPr lang="en-US" altLang="ko-KR" sz="1200" u="sng" dirty="0">
              <a:solidFill>
                <a:srgbClr val="FF0000"/>
              </a:solidFill>
            </a:endParaRP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000" dirty="0"/>
              <a:t>ANSI</a:t>
            </a:r>
            <a:r>
              <a:rPr lang="ko-KR" altLang="en-US" sz="1000" dirty="0"/>
              <a:t>설정</a:t>
            </a:r>
            <a:r>
              <a:rPr lang="en-US" altLang="ko-KR" sz="1000" dirty="0"/>
              <a:t> (</a:t>
            </a:r>
            <a:r>
              <a:rPr lang="ko-KR" altLang="en-US" sz="1000" dirty="0"/>
              <a:t>안함</a:t>
            </a:r>
            <a:r>
              <a:rPr lang="en-US" altLang="ko-KR" sz="1000" dirty="0"/>
              <a:t>.. </a:t>
            </a:r>
            <a:r>
              <a:rPr lang="ko-KR" altLang="en-US" sz="1000" dirty="0"/>
              <a:t>우리는 </a:t>
            </a:r>
            <a:r>
              <a:rPr lang="en-US" altLang="ko-KR" sz="1000" dirty="0"/>
              <a:t>UTF-8</a:t>
            </a:r>
            <a:r>
              <a:rPr lang="ko-KR" altLang="en-US" sz="1000" dirty="0"/>
              <a:t>로 실습예정</a:t>
            </a:r>
            <a:r>
              <a:rPr lang="en-US" altLang="ko-KR" sz="1000" dirty="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이클립스를 </a:t>
            </a:r>
            <a:r>
              <a:rPr lang="en-US" altLang="ko-KR" sz="1000" dirty="0"/>
              <a:t>ms949(ksc5601</a:t>
            </a:r>
            <a:r>
              <a:rPr lang="ko-KR" altLang="en-US" sz="1000" dirty="0"/>
              <a:t>로</a:t>
            </a:r>
            <a:r>
              <a:rPr lang="en-US" altLang="ko-KR" sz="1000" dirty="0"/>
              <a:t>) – pc</a:t>
            </a:r>
            <a:r>
              <a:rPr lang="ko-KR" altLang="en-US" sz="1000" dirty="0"/>
              <a:t>에서만</a:t>
            </a:r>
            <a:r>
              <a:rPr lang="en-US" altLang="ko-KR" sz="1000" dirty="0"/>
              <a:t>.. </a:t>
            </a:r>
            <a:r>
              <a:rPr lang="ko-KR" altLang="en-US" sz="1000" dirty="0"/>
              <a:t>나중에 </a:t>
            </a:r>
            <a:r>
              <a:rPr lang="en-US" altLang="ko-KR" sz="1000" dirty="0"/>
              <a:t>web</a:t>
            </a:r>
            <a:r>
              <a:rPr lang="ko-KR" altLang="en-US" sz="1000" dirty="0"/>
              <a:t>에서는 </a:t>
            </a:r>
            <a:r>
              <a:rPr lang="en-US" altLang="ko-KR" sz="1000" dirty="0"/>
              <a:t>utf8</a:t>
            </a:r>
            <a:r>
              <a:rPr lang="ko-KR" altLang="en-US" sz="1000" dirty="0"/>
              <a:t>로</a:t>
            </a:r>
            <a:endParaRPr lang="en-US" altLang="ko-KR" sz="10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Window-&gt;Preferences-&gt;General-&gt;Workspace : x-windows-949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000" dirty="0"/>
              <a:t>File-&gt; Properties -&gt; Resources-&gt; x-windows-949 : 2bytes</a:t>
            </a:r>
            <a:r>
              <a:rPr lang="ko-KR" altLang="en-US" sz="1000" dirty="0"/>
              <a:t>로 윈도우 한글용</a:t>
            </a:r>
            <a:r>
              <a:rPr lang="en-US" altLang="ko-KR" sz="10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000" dirty="0"/>
              <a:t>이것 </a:t>
            </a:r>
            <a:r>
              <a:rPr lang="ko-KR" altLang="en-US" sz="1000" dirty="0" err="1"/>
              <a:t>변환시</a:t>
            </a:r>
            <a:r>
              <a:rPr lang="ko-KR" altLang="en-US" sz="1000" dirty="0"/>
              <a:t> </a:t>
            </a:r>
            <a:r>
              <a:rPr lang="en-US" altLang="ko-KR" sz="1000" dirty="0"/>
              <a:t>notepad++</a:t>
            </a:r>
            <a:r>
              <a:rPr lang="ko-KR" altLang="en-US" sz="1000" dirty="0"/>
              <a:t>이 유리</a:t>
            </a:r>
            <a:endParaRPr lang="en-US" altLang="ko-KR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3E61B3-B9F5-1932-39BA-E9F1E79C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495" y="4058236"/>
            <a:ext cx="2783273" cy="17092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46A45C1-AA72-4641-A28E-869FD343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300" y="552209"/>
            <a:ext cx="4109106" cy="521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94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11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2-1) Hello World (1)</a:t>
            </a:r>
            <a:r>
              <a:rPr lang="ko-KR" altLang="en-US" sz="1600"/>
              <a:t> 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err="1"/>
              <a:t>이클립스를</a:t>
            </a:r>
            <a:r>
              <a:rPr lang="ko-KR" altLang="en-US" sz="1200"/>
              <a:t> 실행하면 </a:t>
            </a:r>
            <a:r>
              <a:rPr lang="en-US" altLang="ko-KR" sz="1200"/>
              <a:t>workspace</a:t>
            </a:r>
            <a:r>
              <a:rPr lang="ko-KR" altLang="en-US" sz="1200"/>
              <a:t>의 </a:t>
            </a:r>
            <a:r>
              <a:rPr lang="ko-KR" altLang="en-US" sz="1200" err="1"/>
              <a:t>디렉토리를</a:t>
            </a:r>
            <a:r>
              <a:rPr lang="ko-KR" altLang="en-US" sz="1200"/>
              <a:t> 물어본다 </a:t>
            </a:r>
            <a:r>
              <a:rPr lang="en-US" altLang="ko-KR" sz="1200"/>
              <a:t>(</a:t>
            </a:r>
            <a:r>
              <a:rPr lang="ko-KR" altLang="en-US" sz="1200"/>
              <a:t>영어 읽어라</a:t>
            </a:r>
            <a:r>
              <a:rPr lang="en-US" altLang="ko-KR" sz="1200"/>
              <a:t>....)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워크 스페이스는 개발소스</a:t>
            </a:r>
            <a:r>
              <a:rPr lang="en-US" altLang="ko-KR" sz="1200"/>
              <a:t>,</a:t>
            </a:r>
            <a:r>
              <a:rPr lang="ko-KR" altLang="en-US" sz="1200"/>
              <a:t>실행파일들을 어디 </a:t>
            </a:r>
            <a:r>
              <a:rPr lang="ko-KR" altLang="en-US" sz="1200" err="1"/>
              <a:t>디렉토리에</a:t>
            </a:r>
            <a:r>
              <a:rPr lang="ko-KR" altLang="en-US" sz="1200"/>
              <a:t> 넣을 것인가 지정하는 것</a:t>
            </a:r>
            <a:endParaRPr lang="en-US" altLang="ko-KR" sz="12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err="1"/>
              <a:t>편한데로</a:t>
            </a:r>
            <a:r>
              <a:rPr lang="ko-KR" altLang="en-US" sz="1200"/>
              <a:t> 지정하든가</a:t>
            </a:r>
            <a:r>
              <a:rPr lang="en-US" altLang="ko-KR" sz="1200"/>
              <a:t>, </a:t>
            </a:r>
            <a:r>
              <a:rPr lang="ko-KR" altLang="en-US" sz="1200"/>
              <a:t>기억하든가</a:t>
            </a:r>
            <a:r>
              <a:rPr lang="en-US" altLang="ko-KR" sz="1200"/>
              <a:t>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워크스페이스</a:t>
            </a:r>
            <a:r>
              <a:rPr lang="en-US" altLang="ko-KR" sz="1200"/>
              <a:t> &gt;&gt;&gt;&gt; </a:t>
            </a:r>
            <a:r>
              <a:rPr lang="ko-KR" altLang="en-US" sz="1200"/>
              <a:t>프로젝트 </a:t>
            </a:r>
            <a:r>
              <a:rPr lang="en-US" altLang="ko-KR" sz="1200"/>
              <a:t>(</a:t>
            </a:r>
            <a:r>
              <a:rPr lang="ko-KR" altLang="en-US" sz="1200"/>
              <a:t>하나의 단위 자바 프로그램</a:t>
            </a:r>
            <a:r>
              <a:rPr lang="en-US" altLang="ko-KR" sz="1200"/>
              <a:t>, </a:t>
            </a:r>
            <a:r>
              <a:rPr lang="ko-KR" altLang="en-US" sz="1200"/>
              <a:t>시스템 단위</a:t>
            </a:r>
            <a:r>
              <a:rPr lang="en-US" altLang="ko-KR" sz="1200"/>
              <a:t>) &gt;&gt; </a:t>
            </a:r>
            <a:r>
              <a:rPr lang="ko-KR" altLang="en-US" sz="1200"/>
              <a:t>자바 개별 클래스</a:t>
            </a:r>
            <a:endParaRPr lang="en-US" altLang="ko-KR" sz="120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22BF74-9514-BB85-AF2D-FAA8A682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370" y="3088452"/>
            <a:ext cx="5429529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56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2-1) Hello World (2)</a:t>
            </a:r>
            <a:r>
              <a:rPr lang="ko-KR" altLang="en-US" sz="1600"/>
              <a:t> 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하나의 프로젝트 명칭을 주고 만들자</a:t>
            </a:r>
            <a:r>
              <a:rPr lang="en-US" altLang="ko-KR" sz="1200"/>
              <a:t>..(</a:t>
            </a:r>
            <a:r>
              <a:rPr lang="ko-KR" altLang="en-US" sz="1200"/>
              <a:t>그림</a:t>
            </a:r>
            <a:r>
              <a:rPr lang="en-US" altLang="ko-KR" sz="1200"/>
              <a:t>1)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하나의 프로젝트가 만들어지면</a:t>
            </a:r>
            <a:r>
              <a:rPr lang="en-US" altLang="ko-KR" sz="1200"/>
              <a:t>, </a:t>
            </a:r>
            <a:r>
              <a:rPr lang="ko-KR" altLang="en-US" sz="1200"/>
              <a:t>소스</a:t>
            </a:r>
            <a:r>
              <a:rPr lang="en-US" altLang="ko-KR" sz="1200"/>
              <a:t>(</a:t>
            </a:r>
            <a:r>
              <a:rPr lang="en-US" altLang="ko-KR" sz="1200" err="1"/>
              <a:t>src</a:t>
            </a:r>
            <a:r>
              <a:rPr lang="en-US" altLang="ko-KR" sz="1200"/>
              <a:t>)</a:t>
            </a:r>
            <a:r>
              <a:rPr lang="ko-KR" altLang="en-US" sz="1200"/>
              <a:t>에가서 오른쪽 </a:t>
            </a:r>
            <a:r>
              <a:rPr lang="ko-KR" altLang="en-US" sz="1200" err="1"/>
              <a:t>마우스질을</a:t>
            </a:r>
            <a:r>
              <a:rPr lang="ko-KR" altLang="en-US" sz="1200"/>
              <a:t> 하여 </a:t>
            </a:r>
            <a:r>
              <a:rPr lang="en-US" altLang="ko-KR" sz="1200"/>
              <a:t>new -&gt; class</a:t>
            </a:r>
            <a:r>
              <a:rPr lang="ko-KR" altLang="en-US" sz="1200"/>
              <a:t>로 하나의 클래스를 만든다</a:t>
            </a:r>
            <a:r>
              <a:rPr lang="en-US" altLang="ko-KR" sz="1200"/>
              <a:t>.(</a:t>
            </a:r>
            <a:r>
              <a:rPr lang="ko-KR" altLang="en-US" sz="1200"/>
              <a:t>그림</a:t>
            </a:r>
            <a:r>
              <a:rPr lang="en-US" altLang="ko-KR" sz="1200"/>
              <a:t>2)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자바의 개별 </a:t>
            </a:r>
            <a:r>
              <a:rPr lang="ko-KR" altLang="en-US" sz="1200" err="1"/>
              <a:t>클래스명을</a:t>
            </a:r>
            <a:r>
              <a:rPr lang="ko-KR" altLang="en-US" sz="1200"/>
              <a:t> 주고 옵션에 </a:t>
            </a:r>
            <a:r>
              <a:rPr lang="en-US" altLang="ko-KR" sz="1200"/>
              <a:t>main</a:t>
            </a:r>
            <a:r>
              <a:rPr lang="ko-KR" altLang="en-US" sz="1200"/>
              <a:t>을 만들라고 체크</a:t>
            </a:r>
            <a:r>
              <a:rPr lang="en-US" altLang="ko-KR" sz="1200"/>
              <a:t>(</a:t>
            </a:r>
            <a:r>
              <a:rPr lang="ko-KR" altLang="en-US" sz="1200"/>
              <a:t>즉 </a:t>
            </a:r>
            <a:r>
              <a:rPr lang="en-US" altLang="ko-KR" sz="1200"/>
              <a:t>main</a:t>
            </a:r>
            <a:r>
              <a:rPr lang="ko-KR" altLang="en-US" sz="1200"/>
              <a:t>은 </a:t>
            </a:r>
            <a:r>
              <a:rPr lang="en-US" altLang="ko-KR" sz="1200"/>
              <a:t>c</a:t>
            </a:r>
            <a:r>
              <a:rPr lang="ko-KR" altLang="en-US" sz="1200"/>
              <a:t>에서 </a:t>
            </a:r>
            <a:r>
              <a:rPr lang="en-US" altLang="ko-KR" sz="1200"/>
              <a:t>main</a:t>
            </a:r>
            <a:r>
              <a:rPr lang="ko-KR" altLang="en-US" sz="1200"/>
              <a:t>을 생각하면 됨</a:t>
            </a:r>
            <a:r>
              <a:rPr lang="en-US" altLang="ko-KR" sz="1200"/>
              <a:t>)(</a:t>
            </a:r>
            <a:r>
              <a:rPr lang="ko-KR" altLang="en-US" sz="1200"/>
              <a:t>그림</a:t>
            </a:r>
            <a:r>
              <a:rPr lang="en-US" altLang="ko-KR" sz="1200"/>
              <a:t>3)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main</a:t>
            </a:r>
            <a:r>
              <a:rPr lang="ko-KR" altLang="en-US" sz="1200"/>
              <a:t>부터 프로그램 시작</a:t>
            </a:r>
            <a:r>
              <a:rPr lang="en-US" altLang="ko-KR" sz="1200"/>
              <a:t>, </a:t>
            </a:r>
            <a:r>
              <a:rPr lang="ko-KR" altLang="en-US" sz="1200"/>
              <a:t>불러다 쓰는 </a:t>
            </a:r>
            <a:r>
              <a:rPr lang="en-US" altLang="ko-KR" sz="1200"/>
              <a:t>class(import/c</a:t>
            </a:r>
            <a:r>
              <a:rPr lang="ko-KR" altLang="en-US" sz="1200"/>
              <a:t>의 </a:t>
            </a:r>
            <a:r>
              <a:rPr lang="en-US" altLang="ko-KR" sz="1200"/>
              <a:t>include)</a:t>
            </a:r>
            <a:r>
              <a:rPr lang="ko-KR" altLang="en-US" sz="1200"/>
              <a:t>는 </a:t>
            </a:r>
            <a:r>
              <a:rPr lang="ko-KR" altLang="en-US" sz="1200" err="1"/>
              <a:t>메인이</a:t>
            </a:r>
            <a:r>
              <a:rPr lang="ko-KR" altLang="en-US" sz="1200"/>
              <a:t> 불필요</a:t>
            </a:r>
            <a:endParaRPr lang="en-US" altLang="ko-KR" sz="1200"/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2925" y="2768033"/>
            <a:ext cx="2390633" cy="27866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 bwMode="auto">
          <a:xfrm>
            <a:off x="6563950" y="4537840"/>
            <a:ext cx="1252083" cy="17073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94911" y="6076699"/>
            <a:ext cx="5485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그림</a:t>
            </a:r>
            <a:r>
              <a:rPr lang="en-US" altLang="ko-KR" sz="1100"/>
              <a:t>1</a:t>
            </a:r>
            <a:endParaRPr lang="ko-KR" altLang="en-US" sz="1100"/>
          </a:p>
        </p:txBody>
      </p:sp>
      <p:sp>
        <p:nvSpPr>
          <p:cNvPr id="12" name="TextBox 11"/>
          <p:cNvSpPr txBox="1"/>
          <p:nvPr/>
        </p:nvSpPr>
        <p:spPr>
          <a:xfrm>
            <a:off x="4391389" y="5295917"/>
            <a:ext cx="5485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그림</a:t>
            </a:r>
            <a:r>
              <a:rPr lang="en-US" altLang="ko-KR" sz="1100"/>
              <a:t>2</a:t>
            </a:r>
            <a:endParaRPr lang="ko-KR" alt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7127632" y="5630720"/>
            <a:ext cx="5485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그림</a:t>
            </a:r>
            <a:r>
              <a:rPr lang="en-US" altLang="ko-KR" sz="1100"/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7894" y="5959335"/>
            <a:ext cx="24256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Tip) </a:t>
            </a:r>
            <a:r>
              <a:rPr lang="en-US" altLang="ko-KR" sz="1100">
                <a:solidFill>
                  <a:srgbClr val="FF0000"/>
                </a:solidFill>
              </a:rPr>
              <a:t>Java class </a:t>
            </a:r>
            <a:r>
              <a:rPr lang="ko-KR" altLang="en-US" sz="1100">
                <a:solidFill>
                  <a:srgbClr val="FF0000"/>
                </a:solidFill>
              </a:rPr>
              <a:t>명은 대문자로</a:t>
            </a:r>
            <a:r>
              <a:rPr lang="en-US" altLang="ko-KR" sz="1100">
                <a:solidFill>
                  <a:srgbClr val="FF0000"/>
                </a:solidFill>
              </a:rPr>
              <a:t> </a:t>
            </a:r>
            <a:r>
              <a:rPr lang="ko-KR" altLang="en-US" sz="1100">
                <a:solidFill>
                  <a:srgbClr val="FF0000"/>
                </a:solidFill>
              </a:rPr>
              <a:t>시작</a:t>
            </a:r>
            <a:endParaRPr lang="en-US" altLang="ko-KR" sz="110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12606" y="5803389"/>
            <a:ext cx="23150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i="1"/>
              <a:t>다시</a:t>
            </a:r>
            <a:r>
              <a:rPr lang="en-US" altLang="ko-KR" sz="1100" i="1"/>
              <a:t> </a:t>
            </a:r>
            <a:r>
              <a:rPr lang="ko-KR" altLang="en-US" sz="1100" i="1"/>
              <a:t>얘기하지만 영어 읽어라</a:t>
            </a:r>
            <a:r>
              <a:rPr lang="en-US" altLang="ko-KR" sz="1100" i="1"/>
              <a:t>..</a:t>
            </a:r>
            <a:r>
              <a:rPr lang="ko-KR" altLang="en-US" sz="1100" i="1"/>
              <a:t>어</a:t>
            </a:r>
            <a:r>
              <a:rPr lang="en-US" altLang="ko-KR" sz="1100" i="1"/>
              <a:t>..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00C1D6-EDE4-ED51-3D03-A87C1E69B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38" y="3229303"/>
            <a:ext cx="2165982" cy="263399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1452F8F-5B46-66A4-DB2A-9E26844BB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0503" y="2738049"/>
            <a:ext cx="2689360" cy="2204791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5D0D3F6E-2F84-C24B-3948-58B930073488}"/>
              </a:ext>
            </a:extLst>
          </p:cNvPr>
          <p:cNvGrpSpPr/>
          <p:nvPr/>
        </p:nvGrpSpPr>
        <p:grpSpPr>
          <a:xfrm>
            <a:off x="903720" y="4972480"/>
            <a:ext cx="671400" cy="998280"/>
            <a:chOff x="903720" y="4972480"/>
            <a:chExt cx="671400" cy="99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6353D00-CB3B-195D-951F-14D9874BDC82}"/>
                    </a:ext>
                  </a:extLst>
                </p14:cNvPr>
                <p14:cNvContentPartPr/>
                <p14:nvPr/>
              </p14:nvContentPartPr>
              <p14:xfrm>
                <a:off x="903720" y="4972480"/>
                <a:ext cx="671400" cy="2451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6353D00-CB3B-195D-951F-14D9874BDC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97600" y="4966360"/>
                  <a:ext cx="683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10BC888-3E16-38F6-8436-9AD5DED96DCC}"/>
                    </a:ext>
                  </a:extLst>
                </p14:cNvPr>
                <p14:cNvContentPartPr/>
                <p14:nvPr/>
              </p14:nvContentPartPr>
              <p14:xfrm>
                <a:off x="1053120" y="5273080"/>
                <a:ext cx="136080" cy="6976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10BC888-3E16-38F6-8436-9AD5DED96D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7000" y="5266960"/>
                  <a:ext cx="14832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F4CFE5FD-818B-8EBE-EA93-F7B1AB863033}"/>
                    </a:ext>
                  </a:extLst>
                </p14:cNvPr>
                <p14:cNvContentPartPr/>
                <p14:nvPr/>
              </p14:nvContentPartPr>
              <p14:xfrm>
                <a:off x="1127640" y="5226640"/>
                <a:ext cx="156240" cy="792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F4CFE5FD-818B-8EBE-EA93-F7B1AB8630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1520" y="5220520"/>
                  <a:ext cx="168480" cy="91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3AF84091-89B9-D212-6D18-8C22EAAA09FD}"/>
              </a:ext>
            </a:extLst>
          </p:cNvPr>
          <p:cNvSpPr txBox="1"/>
          <p:nvPr/>
        </p:nvSpPr>
        <p:spPr>
          <a:xfrm>
            <a:off x="337382" y="5743355"/>
            <a:ext cx="2315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rgbClr val="FF0000"/>
                </a:solidFill>
              </a:rPr>
              <a:t>Create module-info.java </a:t>
            </a:r>
            <a:r>
              <a:rPr lang="ko-KR" altLang="en-US" sz="1000">
                <a:solidFill>
                  <a:srgbClr val="FF0000"/>
                </a:solidFill>
              </a:rPr>
              <a:t>뭐 시기 </a:t>
            </a:r>
            <a:r>
              <a:rPr lang="ko-KR" altLang="en-US" sz="1000" err="1">
                <a:solidFill>
                  <a:srgbClr val="FF0000"/>
                </a:solidFill>
              </a:rPr>
              <a:t>체크한것</a:t>
            </a:r>
            <a:r>
              <a:rPr lang="ko-KR" altLang="en-US" sz="1000">
                <a:solidFill>
                  <a:srgbClr val="FF0000"/>
                </a:solidFill>
              </a:rPr>
              <a:t> 반드시 풀 것</a:t>
            </a:r>
            <a:r>
              <a:rPr lang="en-US" altLang="ko-KR" sz="1000">
                <a:solidFill>
                  <a:srgbClr val="FF0000"/>
                </a:solidFill>
              </a:rPr>
              <a:t>(</a:t>
            </a:r>
            <a:r>
              <a:rPr lang="ko-KR" altLang="en-US" sz="1000" err="1">
                <a:solidFill>
                  <a:srgbClr val="FF0000"/>
                </a:solidFill>
              </a:rPr>
              <a:t>필요없다</a:t>
            </a:r>
            <a:r>
              <a:rPr lang="en-US" altLang="ko-KR" sz="1000">
                <a:solidFill>
                  <a:srgbClr val="FF0000"/>
                </a:solidFill>
              </a:rPr>
              <a:t>)</a:t>
            </a:r>
            <a:endParaRPr lang="ko-KR" altLang="en-US" sz="1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560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B78B735-6597-CA6F-2038-63E4D86A7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7" y="2830932"/>
            <a:ext cx="6811867" cy="3603342"/>
          </a:xfrm>
          <a:prstGeom prst="rect">
            <a:avLst/>
          </a:prstGeom>
        </p:spPr>
      </p:pic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70470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2-1) Hello World (3)</a:t>
            </a:r>
            <a:r>
              <a:rPr lang="ko-KR" altLang="en-US" sz="1600"/>
              <a:t> 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다</a:t>
            </a:r>
            <a:r>
              <a:rPr lang="en-US" altLang="ko-KR" sz="1200"/>
              <a:t> </a:t>
            </a:r>
            <a:r>
              <a:rPr lang="ko-KR" altLang="en-US" sz="1200"/>
              <a:t>되었으면 빈 소스가 나온다</a:t>
            </a:r>
            <a:r>
              <a:rPr lang="en-US" altLang="ko-KR" sz="1200"/>
              <a:t>. (</a:t>
            </a:r>
            <a:r>
              <a:rPr lang="ko-KR" altLang="en-US" sz="1200"/>
              <a:t>그림</a:t>
            </a:r>
            <a:r>
              <a:rPr lang="en-US" altLang="ko-KR" sz="1200"/>
              <a:t>1)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여기에 </a:t>
            </a:r>
            <a:r>
              <a:rPr lang="en-US" altLang="ko-KR" sz="1200" err="1"/>
              <a:t>System.out.printf</a:t>
            </a:r>
            <a:r>
              <a:rPr lang="en-US" altLang="ko-KR" sz="1200"/>
              <a:t>(“</a:t>
            </a:r>
            <a:r>
              <a:rPr lang="ko-KR" altLang="en-US" sz="1200"/>
              <a:t>처음 </a:t>
            </a:r>
            <a:r>
              <a:rPr lang="en-US" altLang="ko-KR" sz="1200"/>
              <a:t>java </a:t>
            </a:r>
            <a:r>
              <a:rPr lang="ko-KR" altLang="en-US" sz="1200"/>
              <a:t>도전</a:t>
            </a:r>
            <a:r>
              <a:rPr lang="en-US" altLang="ko-KR" sz="1200"/>
              <a:t>“); 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/>
              <a:t>  </a:t>
            </a:r>
            <a:r>
              <a:rPr lang="ko-KR" altLang="en-US" sz="1200"/>
              <a:t>과 같이 </a:t>
            </a:r>
            <a:r>
              <a:rPr lang="ko-KR" altLang="en-US" sz="1200" err="1"/>
              <a:t>한줄</a:t>
            </a:r>
            <a:r>
              <a:rPr lang="ko-KR" altLang="en-US" sz="1200"/>
              <a:t> 인쇄하는 코드 삽입 </a:t>
            </a:r>
            <a:r>
              <a:rPr lang="en-US" altLang="ko-KR" sz="1200"/>
              <a:t>(</a:t>
            </a:r>
            <a:r>
              <a:rPr lang="ko-KR" altLang="en-US" sz="1200"/>
              <a:t>그림</a:t>
            </a:r>
            <a:r>
              <a:rPr lang="en-US" altLang="ko-KR" sz="1200"/>
              <a:t>2)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실행 버튼</a:t>
            </a:r>
            <a:r>
              <a:rPr lang="en-US" altLang="ko-KR" sz="1200"/>
              <a:t>(run) </a:t>
            </a:r>
            <a:r>
              <a:rPr lang="ko-KR" altLang="en-US" sz="1200"/>
              <a:t>눌러</a:t>
            </a:r>
            <a:r>
              <a:rPr lang="en-US" altLang="ko-KR" sz="1200"/>
              <a:t> </a:t>
            </a:r>
            <a:r>
              <a:rPr lang="ko-KR" altLang="en-US" sz="1200"/>
              <a:t>실행 </a:t>
            </a:r>
            <a:endParaRPr lang="en-US" altLang="ko-KR" sz="12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err="1"/>
              <a:t>이클립스는</a:t>
            </a:r>
            <a:r>
              <a:rPr lang="ko-KR" altLang="en-US" sz="1200"/>
              <a:t> 개미</a:t>
            </a:r>
            <a:r>
              <a:rPr lang="en-US" altLang="ko-KR" sz="1200"/>
              <a:t>(ANT)</a:t>
            </a:r>
            <a:r>
              <a:rPr lang="ko-KR" altLang="en-US" sz="1200"/>
              <a:t>가 자동 컴파일 </a:t>
            </a:r>
            <a:r>
              <a:rPr lang="en-US" altLang="ko-KR" sz="1200"/>
              <a:t>(</a:t>
            </a:r>
            <a:r>
              <a:rPr lang="ko-KR" altLang="en-US" sz="1200"/>
              <a:t>찾아보자</a:t>
            </a:r>
            <a:r>
              <a:rPr lang="en-US" altLang="ko-KR" sz="1200"/>
              <a:t>)</a:t>
            </a:r>
          </a:p>
          <a:p>
            <a:pPr marL="0" indent="0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endParaRPr lang="en-US" altLang="ko-KR" sz="1200"/>
          </a:p>
        </p:txBody>
      </p:sp>
      <p:sp>
        <p:nvSpPr>
          <p:cNvPr id="7" name="TextBox 6"/>
          <p:cNvSpPr txBox="1"/>
          <p:nvPr/>
        </p:nvSpPr>
        <p:spPr>
          <a:xfrm>
            <a:off x="6080995" y="2237369"/>
            <a:ext cx="5485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그림</a:t>
            </a:r>
            <a:r>
              <a:rPr lang="en-US" altLang="ko-KR" sz="1100"/>
              <a:t>1</a:t>
            </a:r>
            <a:endParaRPr lang="ko-KR" altLang="en-US" sz="1100"/>
          </a:p>
        </p:txBody>
      </p:sp>
      <p:sp>
        <p:nvSpPr>
          <p:cNvPr id="13" name="TextBox 12"/>
          <p:cNvSpPr txBox="1"/>
          <p:nvPr/>
        </p:nvSpPr>
        <p:spPr>
          <a:xfrm>
            <a:off x="7871295" y="5532076"/>
            <a:ext cx="5485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그림</a:t>
            </a:r>
            <a:r>
              <a:rPr lang="en-US" altLang="ko-KR" sz="1100"/>
              <a:t>2</a:t>
            </a:r>
            <a:endParaRPr lang="ko-KR" altLang="en-US" sz="110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445" y="921967"/>
            <a:ext cx="3357859" cy="1258060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 bwMode="auto">
          <a:xfrm>
            <a:off x="3207514" y="4033520"/>
            <a:ext cx="2766566" cy="183253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2466857" y="5602614"/>
            <a:ext cx="3279738" cy="604682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1783628" y="3165053"/>
            <a:ext cx="163150" cy="220064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22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14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5298467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3) Eclipse Plugin</a:t>
            </a:r>
            <a:r>
              <a:rPr lang="ko-KR" altLang="en-US" sz="1600"/>
              <a:t> 중</a:t>
            </a:r>
            <a:r>
              <a:rPr lang="en-US" altLang="ko-KR" sz="1600"/>
              <a:t> remote system explorer </a:t>
            </a:r>
            <a:r>
              <a:rPr lang="ko-KR" altLang="en-US" sz="1600"/>
              <a:t>설치  </a:t>
            </a:r>
            <a:endParaRPr lang="en-US" altLang="ko-KR" sz="16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이전에 </a:t>
            </a:r>
            <a:r>
              <a:rPr lang="en-US" altLang="ko-KR" sz="1200"/>
              <a:t>notepad++</a:t>
            </a:r>
            <a:r>
              <a:rPr lang="ko-KR" altLang="en-US" sz="1200"/>
              <a:t>의 </a:t>
            </a:r>
            <a:r>
              <a:rPr lang="en-US" altLang="ko-KR" sz="1200"/>
              <a:t>plugin </a:t>
            </a:r>
            <a:r>
              <a:rPr lang="ko-KR" altLang="en-US" sz="1200"/>
              <a:t>을 생각해 보자</a:t>
            </a:r>
            <a:r>
              <a:rPr lang="en-US" altLang="ko-KR" sz="1200"/>
              <a:t>. </a:t>
            </a:r>
            <a:r>
              <a:rPr lang="ko-KR" altLang="en-US" sz="1200"/>
              <a:t>그것보다는 더 잘 만들어졌다</a:t>
            </a:r>
            <a:r>
              <a:rPr lang="en-US" altLang="ko-KR" sz="1200"/>
              <a:t>..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메뉴에서 </a:t>
            </a:r>
            <a:r>
              <a:rPr lang="en-US" altLang="ko-KR" sz="1200"/>
              <a:t>help-&gt; Eclipse User Storage -&gt;</a:t>
            </a:r>
            <a:r>
              <a:rPr lang="ko-KR" altLang="en-US" sz="1200"/>
              <a:t> </a:t>
            </a:r>
            <a:r>
              <a:rPr lang="en-US" altLang="ko-KR" sz="1200"/>
              <a:t>Open Marketplace Favorites…</a:t>
            </a:r>
            <a:r>
              <a:rPr lang="ko-KR" altLang="en-US" sz="1200"/>
              <a:t>에서 </a:t>
            </a:r>
            <a:r>
              <a:rPr lang="en-US" altLang="ko-KR" sz="1200"/>
              <a:t>remote system</a:t>
            </a:r>
            <a:r>
              <a:rPr lang="ko-KR" altLang="en-US" sz="1200"/>
              <a:t> </a:t>
            </a:r>
            <a:r>
              <a:rPr lang="en-US" altLang="ko-KR" sz="1200"/>
              <a:t>explore</a:t>
            </a:r>
            <a:r>
              <a:rPr lang="ko-KR" altLang="en-US" sz="1200"/>
              <a:t>를 검색 설치 </a:t>
            </a:r>
            <a:r>
              <a:rPr lang="en-US" altLang="ko-KR" sz="1200"/>
              <a:t>(</a:t>
            </a:r>
            <a:r>
              <a:rPr lang="en-US" altLang="ko-KR" sz="1200" err="1"/>
              <a:t>ssh</a:t>
            </a:r>
            <a:r>
              <a:rPr lang="en-US" altLang="ko-KR" sz="1200"/>
              <a:t>, </a:t>
            </a:r>
            <a:r>
              <a:rPr lang="en-US" altLang="ko-KR" sz="1200" err="1"/>
              <a:t>sftp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Eclipse</a:t>
            </a:r>
            <a:r>
              <a:rPr lang="ko-KR" altLang="en-US" sz="1200"/>
              <a:t>의</a:t>
            </a:r>
            <a:r>
              <a:rPr lang="en-US" altLang="ko-KR" sz="1200" err="1"/>
              <a:t>maketplace</a:t>
            </a:r>
            <a:r>
              <a:rPr lang="ko-KR" altLang="en-US" sz="1200"/>
              <a:t>는 마치 </a:t>
            </a:r>
            <a:r>
              <a:rPr lang="ko-KR" altLang="en-US" sz="1200" err="1"/>
              <a:t>구글</a:t>
            </a:r>
            <a:r>
              <a:rPr lang="ko-KR" altLang="en-US" sz="1200"/>
              <a:t> 플레이</a:t>
            </a:r>
            <a:r>
              <a:rPr lang="en-US" altLang="ko-KR" sz="1200"/>
              <a:t>,</a:t>
            </a:r>
            <a:r>
              <a:rPr lang="ko-KR" altLang="en-US" sz="1200" err="1"/>
              <a:t>앱스토어</a:t>
            </a:r>
            <a:r>
              <a:rPr lang="ko-KR" altLang="en-US" sz="1200"/>
              <a:t> 같은 역할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영어 읽어보며 </a:t>
            </a:r>
            <a:r>
              <a:rPr lang="en-US" altLang="ko-KR" sz="1200"/>
              <a:t>accept</a:t>
            </a:r>
            <a:r>
              <a:rPr lang="ko-KR" altLang="en-US" sz="1200"/>
              <a:t>하고 설치</a:t>
            </a:r>
            <a:r>
              <a:rPr lang="en-US" altLang="ko-KR" sz="1200"/>
              <a:t>(</a:t>
            </a:r>
            <a:r>
              <a:rPr lang="ko-KR" altLang="en-US" sz="1200"/>
              <a:t>인터넷 연결되어 있어야 함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시간이 좀 걸리니 가급적 쉬는 시간에 </a:t>
            </a:r>
            <a:r>
              <a:rPr lang="ko-KR" altLang="en-US" sz="1200" err="1"/>
              <a:t>하시오</a:t>
            </a:r>
            <a:r>
              <a:rPr lang="en-US" altLang="ko-KR" sz="1200"/>
              <a:t>….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(2024) </a:t>
            </a:r>
            <a:r>
              <a:rPr lang="ko-KR" altLang="en-US" sz="1200"/>
              <a:t>잘 안되면 구글에서 </a:t>
            </a:r>
            <a:r>
              <a:rPr lang="en-US" altLang="ko-KR" sz="1200"/>
              <a:t>“Remote</a:t>
            </a:r>
            <a:r>
              <a:rPr lang="ko-KR" altLang="en-US" sz="1200"/>
              <a:t> </a:t>
            </a:r>
            <a:r>
              <a:rPr lang="en-US" altLang="ko-KR" sz="1200"/>
              <a:t>System</a:t>
            </a:r>
            <a:r>
              <a:rPr lang="ko-KR" altLang="en-US" sz="1200"/>
              <a:t> </a:t>
            </a:r>
            <a:r>
              <a:rPr lang="en-US" altLang="ko-KR" sz="1200"/>
              <a:t>Explorer”</a:t>
            </a:r>
            <a:r>
              <a:rPr lang="ko-KR" altLang="en-US" sz="1200"/>
              <a:t>를 검색하여 그 페이지에서 </a:t>
            </a:r>
            <a:r>
              <a:rPr lang="en-US" altLang="ko-KR" sz="1200"/>
              <a:t>install </a:t>
            </a:r>
            <a:r>
              <a:rPr lang="ko-KR" altLang="en-US" sz="1200"/>
              <a:t>버튼을 </a:t>
            </a:r>
            <a:r>
              <a:rPr lang="ko-KR" altLang="en-US" sz="1200" err="1"/>
              <a:t>드레그</a:t>
            </a:r>
            <a:r>
              <a:rPr lang="ko-KR" altLang="en-US" sz="1200"/>
              <a:t> 드롭으로 이클립스 창으로 가지고 </a:t>
            </a:r>
            <a:r>
              <a:rPr lang="ko-KR" altLang="en-US" sz="1200" err="1"/>
              <a:t>가봄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https://marketplace.eclipse.org/marketplace-client-intro?mpc_install=1267725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398" y="1707500"/>
            <a:ext cx="2820621" cy="43200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137687B-C224-F979-C466-A8CCF79C7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4882067"/>
            <a:ext cx="2636520" cy="13844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97A795-6930-5D2A-8E8E-768F0400D756}"/>
              </a:ext>
            </a:extLst>
          </p:cNvPr>
          <p:cNvSpPr txBox="1"/>
          <p:nvPr/>
        </p:nvSpPr>
        <p:spPr>
          <a:xfrm rot="1095817">
            <a:off x="4603990" y="28944"/>
            <a:ext cx="3478837" cy="122495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자바코드등을</a:t>
            </a:r>
            <a:r>
              <a:rPr lang="ko-KR" altLang="en-US" dirty="0">
                <a:solidFill>
                  <a:srgbClr val="FF0000"/>
                </a:solidFill>
              </a:rPr>
              <a:t> 서버에 올리기 위하여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 필요한 기능이지만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지금은 </a:t>
            </a:r>
            <a:r>
              <a:rPr lang="en-US" altLang="ko-KR" dirty="0">
                <a:solidFill>
                  <a:srgbClr val="FF0000"/>
                </a:solidFill>
              </a:rPr>
              <a:t>Linux</a:t>
            </a:r>
            <a:r>
              <a:rPr lang="ko-KR" altLang="en-US" dirty="0">
                <a:solidFill>
                  <a:srgbClr val="FF0000"/>
                </a:solidFill>
              </a:rPr>
              <a:t>를 안 배워서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추후 이부분을 실습하는 것으로</a:t>
            </a:r>
            <a:r>
              <a:rPr lang="en-US" altLang="ko-KR" dirty="0">
                <a:solidFill>
                  <a:srgbClr val="FF0000"/>
                </a:solidFill>
              </a:rPr>
              <a:t>…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493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15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68433" y="771790"/>
            <a:ext cx="8073938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3) Eclipse Plugin</a:t>
            </a:r>
            <a:r>
              <a:rPr lang="ko-KR" altLang="en-US" sz="1600"/>
              <a:t> 중</a:t>
            </a:r>
            <a:r>
              <a:rPr lang="en-US" altLang="ko-KR" sz="1600"/>
              <a:t> remote system explorer </a:t>
            </a:r>
            <a:r>
              <a:rPr lang="ko-KR" altLang="en-US" sz="1600"/>
              <a:t>설치</a:t>
            </a:r>
            <a:r>
              <a:rPr lang="en-US" altLang="ko-KR" sz="1600"/>
              <a:t>(2)</a:t>
            </a:r>
            <a:r>
              <a:rPr lang="ko-KR" altLang="en-US" sz="1600"/>
              <a:t>  </a:t>
            </a:r>
            <a:endParaRPr lang="en-US" altLang="ko-KR" sz="16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먼저 메뉴에서 </a:t>
            </a:r>
            <a:r>
              <a:rPr lang="en-US" altLang="ko-KR" sz="1200"/>
              <a:t>window</a:t>
            </a:r>
            <a:r>
              <a:rPr lang="ko-KR" altLang="en-US" sz="1200"/>
              <a:t> </a:t>
            </a:r>
            <a:r>
              <a:rPr lang="en-US" altLang="ko-KR" sz="1200"/>
              <a:t>-&gt; perspective-&gt;open perspective -&gt;other</a:t>
            </a:r>
            <a:r>
              <a:rPr lang="ko-KR" altLang="en-US" sz="1200"/>
              <a:t>에서 그 놈</a:t>
            </a:r>
            <a:r>
              <a:rPr lang="en-US" altLang="ko-KR" sz="1200"/>
              <a:t>(remote system explorer)</a:t>
            </a:r>
            <a:r>
              <a:rPr lang="ko-KR" altLang="en-US" sz="1200"/>
              <a:t>을 실행</a:t>
            </a:r>
            <a:r>
              <a:rPr lang="en-US" altLang="ko-KR" sz="1200"/>
              <a:t>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이젠 당연히 </a:t>
            </a:r>
            <a:r>
              <a:rPr lang="en-US" altLang="ko-KR" sz="1200" err="1"/>
              <a:t>ssh</a:t>
            </a:r>
            <a:r>
              <a:rPr lang="ko-KR" altLang="en-US" sz="1200"/>
              <a:t>나 </a:t>
            </a:r>
            <a:r>
              <a:rPr lang="en-US" altLang="ko-KR" sz="1200" err="1"/>
              <a:t>sftp</a:t>
            </a:r>
            <a:r>
              <a:rPr lang="en-US" altLang="ko-KR" sz="1200"/>
              <a:t> </a:t>
            </a:r>
            <a:r>
              <a:rPr lang="ko-KR" altLang="en-US" sz="1200"/>
              <a:t>접속설정</a:t>
            </a:r>
            <a:r>
              <a:rPr lang="en-US" altLang="ko-KR" sz="1200"/>
              <a:t>(</a:t>
            </a:r>
            <a:r>
              <a:rPr lang="en-US" altLang="ko-KR" sz="1200" err="1"/>
              <a:t>ip,port</a:t>
            </a:r>
            <a:r>
              <a:rPr lang="en-US" altLang="ko-KR" sz="1200"/>
              <a:t>)</a:t>
            </a:r>
            <a:r>
              <a:rPr lang="ko-KR" altLang="en-US" sz="1200"/>
              <a:t>하고 </a:t>
            </a:r>
            <a:r>
              <a:rPr lang="en-US" altLang="ko-KR" sz="1200" err="1"/>
              <a:t>id,passwd</a:t>
            </a:r>
            <a:r>
              <a:rPr lang="ko-KR" altLang="en-US" sz="1200"/>
              <a:t>넣고 접속해야 하지요</a:t>
            </a:r>
            <a:r>
              <a:rPr lang="en-US" altLang="ko-KR" sz="1200"/>
              <a:t>.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76" y="1951389"/>
            <a:ext cx="5133540" cy="17085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22" y="4095327"/>
            <a:ext cx="5163894" cy="2210792"/>
          </a:xfrm>
          <a:prstGeom prst="rect">
            <a:avLst/>
          </a:prstGeom>
        </p:spPr>
      </p:pic>
      <p:sp>
        <p:nvSpPr>
          <p:cNvPr id="6" name="아래쪽 화살표 5"/>
          <p:cNvSpPr/>
          <p:nvPr/>
        </p:nvSpPr>
        <p:spPr bwMode="auto">
          <a:xfrm>
            <a:off x="3207514" y="3820750"/>
            <a:ext cx="510793" cy="274577"/>
          </a:xfrm>
          <a:prstGeom prst="down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057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483042" y="615618"/>
            <a:ext cx="8073938" cy="559087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3) Eclipse Plugin</a:t>
            </a:r>
            <a:r>
              <a:rPr lang="ko-KR" altLang="en-US" sz="1600"/>
              <a:t> 중</a:t>
            </a:r>
            <a:r>
              <a:rPr lang="en-US" altLang="ko-KR" sz="1600"/>
              <a:t> remote system explorer </a:t>
            </a:r>
            <a:r>
              <a:rPr lang="ko-KR" altLang="en-US" sz="1600"/>
              <a:t>설치</a:t>
            </a:r>
            <a:r>
              <a:rPr lang="en-US" altLang="ko-KR" sz="1600"/>
              <a:t>(3)</a:t>
            </a:r>
            <a:r>
              <a:rPr lang="ko-KR" altLang="en-US" sz="1600"/>
              <a:t>  </a:t>
            </a:r>
            <a:endParaRPr lang="en-US" altLang="ko-KR" sz="16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err="1"/>
              <a:t>ip</a:t>
            </a:r>
            <a:r>
              <a:rPr lang="en-US" altLang="ko-KR" sz="1200"/>
              <a:t>, port</a:t>
            </a:r>
            <a:r>
              <a:rPr lang="ko-KR" altLang="en-US" sz="1200"/>
              <a:t>설정 </a:t>
            </a:r>
            <a:r>
              <a:rPr lang="en-US" altLang="ko-KR" sz="1200"/>
              <a:t>(</a:t>
            </a:r>
            <a:r>
              <a:rPr lang="ko-KR" altLang="en-US" sz="1200"/>
              <a:t>힌트</a:t>
            </a:r>
            <a:r>
              <a:rPr lang="en-US" altLang="ko-KR" sz="1200"/>
              <a:t>: new .., </a:t>
            </a:r>
            <a:r>
              <a:rPr lang="ko-KR" altLang="en-US" sz="1200"/>
              <a:t>왼쪽</a:t>
            </a:r>
            <a:r>
              <a:rPr lang="en-US" altLang="ko-KR" sz="1200"/>
              <a:t> </a:t>
            </a:r>
            <a:r>
              <a:rPr lang="ko-KR" altLang="en-US" sz="1200"/>
              <a:t>아래</a:t>
            </a:r>
            <a:r>
              <a:rPr lang="en-US" altLang="ko-KR" sz="1200"/>
              <a:t>) (</a:t>
            </a:r>
            <a:r>
              <a:rPr lang="ko-KR" altLang="en-US" sz="1200"/>
              <a:t>그림</a:t>
            </a:r>
            <a:r>
              <a:rPr lang="en-US" altLang="ko-KR" sz="1200"/>
              <a:t>1,2)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connect -&gt;</a:t>
            </a:r>
            <a:r>
              <a:rPr lang="en-US" altLang="ko-KR" sz="1200" err="1"/>
              <a:t>passwd</a:t>
            </a:r>
            <a:r>
              <a:rPr lang="ko-KR" altLang="en-US" sz="1200"/>
              <a:t>넣고 </a:t>
            </a:r>
            <a:r>
              <a:rPr lang="en-US" altLang="ko-KR" sz="1200"/>
              <a:t>-&gt; </a:t>
            </a:r>
            <a:r>
              <a:rPr lang="ko-KR" altLang="en-US" sz="1200"/>
              <a:t>터미널</a:t>
            </a:r>
            <a:r>
              <a:rPr lang="en-US" altLang="ko-KR" sz="1200"/>
              <a:t> </a:t>
            </a:r>
            <a:r>
              <a:rPr lang="ko-KR" altLang="en-US" sz="1200"/>
              <a:t>보기 </a:t>
            </a:r>
            <a:r>
              <a:rPr lang="en-US" altLang="ko-KR" sz="1200"/>
              <a:t>(</a:t>
            </a:r>
            <a:r>
              <a:rPr lang="ko-KR" altLang="en-US" sz="1200"/>
              <a:t>그림 </a:t>
            </a:r>
            <a:r>
              <a:rPr lang="en-US" altLang="ko-KR" sz="1200"/>
              <a:t>3,4) 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err="1"/>
              <a:t>sftp</a:t>
            </a:r>
            <a:r>
              <a:rPr lang="en-US" altLang="ko-KR" sz="1200"/>
              <a:t> file</a:t>
            </a:r>
            <a:r>
              <a:rPr lang="ko-KR" altLang="en-US" sz="1200"/>
              <a:t> 살펴보기</a:t>
            </a:r>
            <a:endParaRPr lang="en-US" altLang="ko-KR" sz="1200"/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496" y="4606279"/>
            <a:ext cx="1975303" cy="11636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2337" y="4352158"/>
            <a:ext cx="2525010" cy="161399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861" y="2383248"/>
            <a:ext cx="1613963" cy="152033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11" y="2325697"/>
            <a:ext cx="1915994" cy="163543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5902" y="2428693"/>
            <a:ext cx="1719120" cy="1761567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 bwMode="auto">
          <a:xfrm>
            <a:off x="2914650" y="2952750"/>
            <a:ext cx="292864" cy="305907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9" name="오른쪽 화살표 18"/>
          <p:cNvSpPr/>
          <p:nvPr/>
        </p:nvSpPr>
        <p:spPr bwMode="auto">
          <a:xfrm>
            <a:off x="4037376" y="5006200"/>
            <a:ext cx="292864" cy="305907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0" name="오른쪽 화살표 19"/>
          <p:cNvSpPr/>
          <p:nvPr/>
        </p:nvSpPr>
        <p:spPr bwMode="auto">
          <a:xfrm>
            <a:off x="5076443" y="3105150"/>
            <a:ext cx="292864" cy="305907"/>
          </a:xfrm>
          <a:prstGeom prst="right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79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553632" y="1077059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latinLnBrk="1"/>
            <a:r>
              <a:rPr lang="ko-KR" altLang="en-US" dirty="0"/>
              <a:t>자바 개발환경을 교수님과 같이 설치하였으나 스스로 도움 없이 해보는 것이 오늘의 실습</a:t>
            </a:r>
            <a:r>
              <a:rPr lang="en-US" altLang="ko-KR" dirty="0"/>
              <a:t>-&gt;ppt</a:t>
            </a:r>
            <a:r>
              <a:rPr lang="ko-KR" altLang="en-US" dirty="0"/>
              <a:t>작성</a:t>
            </a:r>
            <a:endParaRPr lang="en-US" altLang="ko-KR" dirty="0"/>
          </a:p>
          <a:p>
            <a:pPr marL="342900" indent="-342900" latinLnBrk="1">
              <a:buAutoNum type="arabicParenR"/>
            </a:pPr>
            <a:r>
              <a:rPr lang="ko-KR" altLang="en-US" dirty="0"/>
              <a:t>제어판</a:t>
            </a:r>
            <a:r>
              <a:rPr lang="en-US" altLang="ko-KR" dirty="0"/>
              <a:t>-&gt;</a:t>
            </a:r>
            <a:r>
              <a:rPr lang="ko-KR" altLang="en-US" dirty="0"/>
              <a:t>프로그램 제거에서 </a:t>
            </a:r>
            <a:r>
              <a:rPr lang="en-US" altLang="ko-KR" dirty="0"/>
              <a:t>Java SE Devel~(JDK)</a:t>
            </a:r>
            <a:r>
              <a:rPr lang="ko-KR" altLang="en-US" dirty="0"/>
              <a:t>삭제</a:t>
            </a:r>
            <a:r>
              <a:rPr lang="en-US" altLang="ko-KR" dirty="0"/>
              <a:t>, eclipse</a:t>
            </a:r>
            <a:r>
              <a:rPr lang="ko-KR" altLang="en-US" dirty="0"/>
              <a:t>는 제어판에 안 나타남</a:t>
            </a:r>
            <a:r>
              <a:rPr lang="en-US" altLang="ko-KR" dirty="0"/>
              <a:t>/</a:t>
            </a:r>
            <a:r>
              <a:rPr lang="ko-KR" altLang="en-US" dirty="0"/>
              <a:t>해당</a:t>
            </a:r>
            <a:r>
              <a:rPr lang="en-US" altLang="ko-KR" dirty="0"/>
              <a:t> </a:t>
            </a:r>
            <a:r>
              <a:rPr lang="ko-KR" altLang="en-US" dirty="0"/>
              <a:t>디렉토리를 통째로 지움</a:t>
            </a:r>
            <a:r>
              <a:rPr lang="en-US" altLang="ko-KR" dirty="0"/>
              <a:t>-&gt; </a:t>
            </a:r>
            <a:r>
              <a:rPr lang="ko-KR" altLang="en-US" dirty="0"/>
              <a:t>그냥 </a:t>
            </a:r>
            <a:r>
              <a:rPr lang="ko-KR" altLang="en-US" dirty="0" err="1"/>
              <a:t>인스톨러에서</a:t>
            </a:r>
            <a:r>
              <a:rPr lang="ko-KR" altLang="en-US" dirty="0"/>
              <a:t> 다시 설치</a:t>
            </a:r>
            <a:r>
              <a:rPr lang="en-US" altLang="ko-KR" dirty="0"/>
              <a:t>.( </a:t>
            </a:r>
            <a:r>
              <a:rPr lang="ko-KR" altLang="en-US" dirty="0"/>
              <a:t>지운 부분 캡처</a:t>
            </a:r>
            <a:r>
              <a:rPr lang="en-US" altLang="ko-KR" dirty="0"/>
              <a:t>) </a:t>
            </a:r>
            <a:endParaRPr lang="ko-KR" altLang="en-US" dirty="0"/>
          </a:p>
          <a:p>
            <a:pPr latinLnBrk="1"/>
            <a:r>
              <a:rPr lang="en-US" altLang="ko-KR" dirty="0"/>
              <a:t>2) JDK </a:t>
            </a:r>
            <a:r>
              <a:rPr lang="ko-KR" altLang="en-US" dirty="0"/>
              <a:t>다운로드 및 설치 </a:t>
            </a:r>
            <a:r>
              <a:rPr lang="en-US" altLang="ko-KR" dirty="0"/>
              <a:t>(</a:t>
            </a:r>
            <a:r>
              <a:rPr lang="ko-KR" altLang="en-US" dirty="0"/>
              <a:t>순서대로 설명서 만든다고 생각하고 캡처 및 설명 작성</a:t>
            </a:r>
            <a:r>
              <a:rPr lang="en-US" altLang="ko-KR" dirty="0"/>
              <a:t>)</a:t>
            </a:r>
            <a:br>
              <a:rPr lang="ko-KR" altLang="en-US" dirty="0"/>
            </a:br>
            <a:r>
              <a:rPr lang="en-US" altLang="ko-KR" dirty="0"/>
              <a:t>3) eclipse </a:t>
            </a:r>
            <a:r>
              <a:rPr lang="ko-KR" altLang="en-US" dirty="0"/>
              <a:t>다운로드 및 설치 </a:t>
            </a:r>
            <a:r>
              <a:rPr lang="en-US" altLang="ko-KR" dirty="0"/>
              <a:t>(</a:t>
            </a:r>
            <a:r>
              <a:rPr lang="ko-KR" altLang="en-US" dirty="0"/>
              <a:t>순서대로 설명서 만든다고 생각하고 캡처 및 설명 작성</a:t>
            </a:r>
            <a:r>
              <a:rPr lang="en-US" altLang="ko-KR" dirty="0"/>
              <a:t>)</a:t>
            </a:r>
          </a:p>
          <a:p>
            <a:pPr latinLnBrk="1"/>
            <a:r>
              <a:rPr lang="en-US" altLang="ko-KR" dirty="0"/>
              <a:t>4)</a:t>
            </a:r>
            <a:r>
              <a:rPr lang="ko-KR" altLang="en-US" dirty="0"/>
              <a:t>폰트 맞추기 및 한글코드 설정</a:t>
            </a:r>
            <a:br>
              <a:rPr lang="ko-KR" altLang="en-US" dirty="0"/>
            </a:br>
            <a:r>
              <a:rPr lang="en-US" altLang="ko-KR" dirty="0"/>
              <a:t>5) java</a:t>
            </a:r>
            <a:r>
              <a:rPr lang="ko-KR" altLang="en-US" dirty="0"/>
              <a:t> </a:t>
            </a:r>
            <a:r>
              <a:rPr lang="en-US" altLang="ko-KR" dirty="0"/>
              <a:t>– hello world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순서대로 설명서 만든다고 생각하고 캡처 및 설명 작성</a:t>
            </a:r>
            <a:r>
              <a:rPr lang="en-US" altLang="ko-KR" dirty="0"/>
              <a:t>)</a:t>
            </a:r>
            <a:br>
              <a:rPr lang="ko-KR" altLang="en-US" dirty="0"/>
            </a:br>
            <a:r>
              <a:rPr lang="en-US" altLang="ko-KR" dirty="0"/>
              <a:t>6) remote system explorer </a:t>
            </a:r>
            <a:r>
              <a:rPr lang="ko-KR" altLang="en-US" dirty="0"/>
              <a:t>다운로드 및 설치 </a:t>
            </a:r>
            <a:r>
              <a:rPr lang="en-US" altLang="ko-KR" dirty="0"/>
              <a:t>(</a:t>
            </a:r>
            <a:r>
              <a:rPr lang="ko-KR" altLang="en-US" dirty="0"/>
              <a:t>순서대로 설명서 만든다고 생각하고 캡처 및 설명 작성</a:t>
            </a:r>
            <a:r>
              <a:rPr lang="en-US" altLang="ko-KR" dirty="0"/>
              <a:t>)-&gt; </a:t>
            </a:r>
            <a:r>
              <a:rPr lang="ko-KR" altLang="en-US" dirty="0"/>
              <a:t>당연히</a:t>
            </a:r>
            <a:r>
              <a:rPr lang="en-US" altLang="ko-KR" dirty="0"/>
              <a:t> ssh, sftp</a:t>
            </a:r>
            <a:r>
              <a:rPr lang="ko-KR" altLang="en-US" dirty="0"/>
              <a:t>접속방법 포함 정리</a:t>
            </a:r>
            <a:br>
              <a:rPr lang="ko-KR" altLang="en-US" dirty="0"/>
            </a:br>
            <a:endParaRPr lang="ko-KR" altLang="en-US" dirty="0"/>
          </a:p>
          <a:p>
            <a:pPr latinLnBrk="1"/>
            <a:endParaRPr lang="ko-KR" altLang="en-US" dirty="0"/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17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4. </a:t>
            </a:r>
            <a:r>
              <a:rPr lang="ko-KR" altLang="en-US" sz="1800"/>
              <a:t>실습하기 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5564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FE2D-CB7A-8772-C2E6-2B53B47FA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3B2A503F-CB6B-3825-2E1E-D97B09AD8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F95722C0-16AD-4C92-7E99-9B7B4CF744A5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18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A9D8E37-21B3-25DB-494B-E86C31FDF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1AEAD-DC33-9C3D-484F-361D6F88E7DE}"/>
              </a:ext>
            </a:extLst>
          </p:cNvPr>
          <p:cNvSpPr txBox="1"/>
          <p:nvPr/>
        </p:nvSpPr>
        <p:spPr>
          <a:xfrm>
            <a:off x="1713270" y="1618292"/>
            <a:ext cx="667364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dirty="0"/>
              <a:t>2. Java</a:t>
            </a:r>
            <a:r>
              <a:rPr lang="ko-KR" altLang="en-US" sz="2000" dirty="0"/>
              <a:t>의 이론적 이해</a:t>
            </a:r>
          </a:p>
          <a:p>
            <a:pPr>
              <a:spcBef>
                <a:spcPct val="0"/>
              </a:spcBef>
            </a:pPr>
            <a:r>
              <a:rPr lang="ko-KR" altLang="en-US" sz="2000" dirty="0"/>
              <a:t> </a:t>
            </a:r>
            <a:r>
              <a:rPr lang="en-US" altLang="ko-KR" sz="2000" dirty="0"/>
              <a:t>1) JVM - PC vs Linux Server , C vs Java</a:t>
            </a:r>
          </a:p>
          <a:p>
            <a:pPr>
              <a:spcBef>
                <a:spcPct val="0"/>
              </a:spcBef>
            </a:pPr>
            <a:r>
              <a:rPr lang="en-US" altLang="ko-KR" sz="2000" dirty="0"/>
              <a:t> 2) Java Family</a:t>
            </a:r>
          </a:p>
        </p:txBody>
      </p:sp>
    </p:spTree>
    <p:extLst>
      <p:ext uri="{BB962C8B-B14F-4D97-AF65-F5344CB8AC3E}">
        <p14:creationId xmlns:p14="http://schemas.microsoft.com/office/powerpoint/2010/main" val="3793114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19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자바</a:t>
            </a:r>
            <a:r>
              <a:rPr lang="en-US" altLang="ko-KR" sz="1600"/>
              <a:t> (About the Java Technology)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In the Java programming language, all source code is first written in plain text files ending with the .java extension. Those source files are then compiled into .class files by the </a:t>
            </a:r>
            <a:r>
              <a:rPr lang="en-US" altLang="ko-KR" sz="1200" err="1"/>
              <a:t>javac</a:t>
            </a:r>
            <a:r>
              <a:rPr lang="en-US" altLang="ko-KR" sz="1200"/>
              <a:t> compiler. A .class file does not contain code that is native to your processor; it instead contains bytecodes — the machine language of the Java Virtual Machine1 (Java VM). The java launcher tool then runs your application with an instance of the Java Virtual Machine.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Because the Java VM is available on many different operating systems, the same .class files are capable of running on Microsoft Windows, the Solaris™ Operating System (Solaris OS), Linux, or Mac OS. Some virtual machines, such as the Java SE </a:t>
            </a:r>
            <a:r>
              <a:rPr lang="en-US" altLang="ko-KR" sz="1200" err="1"/>
              <a:t>HotSpot</a:t>
            </a:r>
            <a:r>
              <a:rPr lang="en-US" altLang="ko-KR" sz="1200"/>
              <a:t> at a Glance, perform additional steps at runtime to give your application a performance boost. This includes various tasks such as finding performance bottlenecks and recompiling (to native code) frequently used sections of code.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영어 좀 읽으라고 그대로 작성함</a:t>
            </a:r>
            <a:endParaRPr lang="en-US" altLang="ko-KR" sz="12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10" y="4352114"/>
            <a:ext cx="4114049" cy="12182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864" y="3996350"/>
            <a:ext cx="3190335" cy="21767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C19B67-0D7F-ECEF-3A8A-9A5DFFCAC65D}"/>
              </a:ext>
            </a:extLst>
          </p:cNvPr>
          <p:cNvSpPr txBox="1"/>
          <p:nvPr/>
        </p:nvSpPr>
        <p:spPr>
          <a:xfrm rot="1095817">
            <a:off x="4676068" y="822154"/>
            <a:ext cx="1693092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참고로 읽어보기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1E237-2748-F809-CC33-E53684BC991E}"/>
              </a:ext>
            </a:extLst>
          </p:cNvPr>
          <p:cNvSpPr txBox="1"/>
          <p:nvPr/>
        </p:nvSpPr>
        <p:spPr>
          <a:xfrm>
            <a:off x="192087" y="1733151"/>
            <a:ext cx="9504363" cy="339169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아래영어와 상관없이 교수님 오피셜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자바 언어는 국내에서 본격적으로 활성화 된 지 </a:t>
            </a:r>
            <a:r>
              <a:rPr lang="en-US" altLang="ko-KR" dirty="0">
                <a:solidFill>
                  <a:srgbClr val="FF0000"/>
                </a:solidFill>
              </a:rPr>
              <a:t>20</a:t>
            </a:r>
            <a:r>
              <a:rPr lang="ko-KR" altLang="en-US" dirty="0">
                <a:solidFill>
                  <a:srgbClr val="FF0000"/>
                </a:solidFill>
              </a:rPr>
              <a:t>년이 넘었고 보편적으로 업무를 처리하는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대표적인 언어이며 대충 점유율이 </a:t>
            </a:r>
            <a:r>
              <a:rPr lang="en-US" altLang="ko-KR" dirty="0">
                <a:solidFill>
                  <a:srgbClr val="FF0000"/>
                </a:solidFill>
              </a:rPr>
              <a:t>70%</a:t>
            </a:r>
            <a:r>
              <a:rPr lang="ko-KR" altLang="en-US" dirty="0">
                <a:solidFill>
                  <a:srgbClr val="FF0000"/>
                </a:solidFill>
              </a:rPr>
              <a:t>이상이다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대표 언어적 특징을 보면 </a:t>
            </a:r>
            <a:r>
              <a:rPr lang="en-US" altLang="ko-KR" dirty="0">
                <a:solidFill>
                  <a:srgbClr val="FF0000"/>
                </a:solidFill>
              </a:rPr>
              <a:t>1)C :</a:t>
            </a:r>
            <a:r>
              <a:rPr lang="ko-KR" altLang="en-US" dirty="0">
                <a:solidFill>
                  <a:srgbClr val="FF0000"/>
                </a:solidFill>
              </a:rPr>
              <a:t>처리속도 빠름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컴퓨터시스템 </a:t>
            </a:r>
            <a:r>
              <a:rPr lang="ko-KR" altLang="en-US" dirty="0" err="1">
                <a:solidFill>
                  <a:srgbClr val="FF0000"/>
                </a:solidFill>
              </a:rPr>
              <a:t>제어등</a:t>
            </a:r>
            <a:r>
              <a:rPr lang="ko-KR" altLang="en-US" dirty="0">
                <a:solidFill>
                  <a:srgbClr val="FF0000"/>
                </a:solidFill>
              </a:rPr>
              <a:t> 용이 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증권사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국방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공장자동화 등등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2)Java: </a:t>
            </a:r>
            <a:r>
              <a:rPr lang="ko-KR" altLang="en-US" dirty="0">
                <a:solidFill>
                  <a:srgbClr val="FF0000"/>
                </a:solidFill>
              </a:rPr>
              <a:t>대부분의 업무처리 웹계열처리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대부분 회사업무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대용량처리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업무로직처리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3)Python: </a:t>
            </a:r>
            <a:r>
              <a:rPr lang="ko-KR" altLang="en-US" dirty="0">
                <a:solidFill>
                  <a:srgbClr val="FF0000"/>
                </a:solidFill>
              </a:rPr>
              <a:t>가장 등장한지 최근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과학연구연산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인공지능처리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정부프로젝트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ko-KR" altLang="en-US" dirty="0" err="1">
                <a:solidFill>
                  <a:srgbClr val="FF0000"/>
                </a:solidFill>
              </a:rPr>
              <a:t>스타트업의</a:t>
            </a:r>
            <a:r>
              <a:rPr lang="ko-KR" altLang="en-US" dirty="0">
                <a:solidFill>
                  <a:srgbClr val="FF0000"/>
                </a:solidFill>
              </a:rPr>
              <a:t> 빠른 결과 보여주기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단 많은 사용자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대규모 데이터베이스처리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한정된 기업기반 프로그램처리는 어렵고의 </a:t>
            </a:r>
            <a:r>
              <a:rPr lang="ko-KR" altLang="en-US" dirty="0" err="1">
                <a:solidFill>
                  <a:srgbClr val="FF0000"/>
                </a:solidFill>
              </a:rPr>
              <a:t>참고자료등</a:t>
            </a:r>
            <a:r>
              <a:rPr lang="ko-KR" altLang="en-US" dirty="0">
                <a:solidFill>
                  <a:srgbClr val="FF0000"/>
                </a:solidFill>
              </a:rPr>
              <a:t> 부족</a:t>
            </a:r>
            <a:r>
              <a:rPr lang="en-US" altLang="ko-KR" dirty="0">
                <a:solidFill>
                  <a:srgbClr val="FF0000"/>
                </a:solidFill>
              </a:rPr>
              <a:t>.. </a:t>
            </a:r>
            <a:r>
              <a:rPr lang="ko-KR" altLang="en-US" dirty="0">
                <a:solidFill>
                  <a:srgbClr val="FF0000"/>
                </a:solidFill>
              </a:rPr>
              <a:t>기존 자바로 구축된 대규모 정보시스템을 </a:t>
            </a:r>
            <a:r>
              <a:rPr lang="ko-KR" altLang="en-US" dirty="0" err="1">
                <a:solidFill>
                  <a:srgbClr val="FF0000"/>
                </a:solidFill>
              </a:rPr>
              <a:t>싸그리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바꾼다는것은</a:t>
            </a:r>
            <a:r>
              <a:rPr lang="ko-KR" altLang="en-US" dirty="0">
                <a:solidFill>
                  <a:srgbClr val="FF0000"/>
                </a:solidFill>
              </a:rPr>
              <a:t> 어려움</a:t>
            </a:r>
            <a:r>
              <a:rPr lang="en-US" altLang="ko-KR" dirty="0">
                <a:solidFill>
                  <a:srgbClr val="FF0000"/>
                </a:solidFill>
              </a:rPr>
              <a:t>…(</a:t>
            </a:r>
            <a:r>
              <a:rPr lang="ko-KR" altLang="en-US" dirty="0">
                <a:solidFill>
                  <a:srgbClr val="FF0000"/>
                </a:solidFill>
              </a:rPr>
              <a:t>결국 대기업 일자리는 한정적이나 작은 규모의 </a:t>
            </a:r>
            <a:r>
              <a:rPr lang="en-US" altLang="ko-KR" dirty="0">
                <a:solidFill>
                  <a:srgbClr val="FF0000"/>
                </a:solidFill>
              </a:rPr>
              <a:t>LAB</a:t>
            </a:r>
            <a:r>
              <a:rPr lang="ko-KR" altLang="en-US" dirty="0">
                <a:solidFill>
                  <a:srgbClr val="FF0000"/>
                </a:solidFill>
              </a:rPr>
              <a:t>회사에서 수요는 </a:t>
            </a:r>
            <a:r>
              <a:rPr lang="ko-KR" altLang="en-US" dirty="0" err="1">
                <a:solidFill>
                  <a:srgbClr val="FF0000"/>
                </a:solidFill>
              </a:rPr>
              <a:t>많은편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결론 잘난 프로그래머는 언어의 제약이 없다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머리속</a:t>
            </a:r>
            <a:r>
              <a:rPr lang="ko-KR" altLang="en-US" dirty="0">
                <a:solidFill>
                  <a:srgbClr val="FF0000"/>
                </a:solidFill>
              </a:rPr>
              <a:t> 원리와 로직이 </a:t>
            </a:r>
            <a:r>
              <a:rPr lang="ko-KR" altLang="en-US" dirty="0" err="1">
                <a:solidFill>
                  <a:srgbClr val="FF0000"/>
                </a:solidFill>
              </a:rPr>
              <a:t>있을뿐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814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20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463583" y="637471"/>
            <a:ext cx="8073938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C</a:t>
            </a:r>
            <a:r>
              <a:rPr lang="ko-KR" altLang="en-US" sz="1600"/>
              <a:t>를 비롯한 프로그래밍 언어와 </a:t>
            </a:r>
            <a:r>
              <a:rPr lang="en-US" altLang="ko-KR" sz="1600"/>
              <a:t>Java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48549" y="1627703"/>
            <a:ext cx="197522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소스파일 </a:t>
            </a:r>
            <a:r>
              <a:rPr lang="en-US" altLang="ko-KR" sz="1100"/>
              <a:t>(.c , *.</a:t>
            </a:r>
            <a:r>
              <a:rPr lang="en-US" altLang="ko-KR" sz="1100" err="1"/>
              <a:t>cpp</a:t>
            </a:r>
            <a:r>
              <a:rPr lang="en-US" altLang="ko-KR" sz="1100"/>
              <a:t>, ..) </a:t>
            </a:r>
            <a:endParaRPr lang="ko-KR" altLang="en-US" sz="1100"/>
          </a:p>
        </p:txBody>
      </p:sp>
      <p:sp>
        <p:nvSpPr>
          <p:cNvPr id="10" name="TextBox 9"/>
          <p:cNvSpPr txBox="1"/>
          <p:nvPr/>
        </p:nvSpPr>
        <p:spPr>
          <a:xfrm>
            <a:off x="926417" y="2148138"/>
            <a:ext cx="325672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/>
              <a:t>컴파일 </a:t>
            </a:r>
            <a:r>
              <a:rPr lang="en-US" altLang="ko-KR" sz="1000"/>
              <a:t>(</a:t>
            </a:r>
            <a:r>
              <a:rPr lang="ko-KR" altLang="en-US" sz="1000"/>
              <a:t>해당 시스템의 </a:t>
            </a:r>
            <a:r>
              <a:rPr lang="en-US" altLang="ko-KR" sz="1000"/>
              <a:t>OS</a:t>
            </a:r>
            <a:r>
              <a:rPr lang="ko-KR" altLang="en-US" sz="1000"/>
              <a:t>가 인지하는 실행코드를 만드는 작업</a:t>
            </a:r>
            <a:r>
              <a:rPr lang="en-US" altLang="ko-KR" sz="1000"/>
              <a:t>,</a:t>
            </a:r>
            <a:r>
              <a:rPr lang="ko-KR" altLang="en-US" sz="1000"/>
              <a:t>각</a:t>
            </a:r>
            <a:r>
              <a:rPr lang="en-US" altLang="ko-KR" sz="1000"/>
              <a:t> </a:t>
            </a:r>
            <a:r>
              <a:rPr lang="ko-KR" altLang="en-US" sz="1000"/>
              <a:t>시스템에 맞는 컴파일러로 컴파일</a:t>
            </a:r>
            <a:r>
              <a:rPr lang="en-US" altLang="ko-KR" sz="1000"/>
              <a:t>) </a:t>
            </a: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29579" y="3023647"/>
            <a:ext cx="3238387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실행파일 </a:t>
            </a:r>
            <a:r>
              <a:rPr lang="en-US" altLang="ko-KR" sz="900"/>
              <a:t>(*.exe(PC), *.</a:t>
            </a:r>
            <a:r>
              <a:rPr lang="en-US" altLang="ko-KR" sz="900" err="1"/>
              <a:t>apk</a:t>
            </a:r>
            <a:r>
              <a:rPr lang="en-US" altLang="ko-KR" sz="900"/>
              <a:t>(</a:t>
            </a:r>
            <a:r>
              <a:rPr lang="ko-KR" altLang="en-US" sz="900" err="1"/>
              <a:t>안드로이드</a:t>
            </a:r>
            <a:r>
              <a:rPr lang="en-US" altLang="ko-KR" sz="900"/>
              <a:t>) *(</a:t>
            </a:r>
            <a:r>
              <a:rPr lang="ko-KR" altLang="en-US" sz="900"/>
              <a:t>유닉스</a:t>
            </a:r>
            <a:r>
              <a:rPr lang="en-US" altLang="ko-KR" sz="900"/>
              <a:t>)) </a:t>
            </a: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17480" y="4352246"/>
            <a:ext cx="2449710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실행파일을 </a:t>
            </a:r>
            <a:r>
              <a:rPr lang="en-US" altLang="ko-KR"/>
              <a:t>OS</a:t>
            </a:r>
            <a:r>
              <a:rPr lang="ko-KR" altLang="en-US"/>
              <a:t>에서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5760" y="1613159"/>
            <a:ext cx="1532792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소스파일 </a:t>
            </a:r>
            <a:r>
              <a:rPr lang="en-US" altLang="ko-KR" sz="1100"/>
              <a:t>(.java) </a:t>
            </a:r>
            <a:endParaRPr lang="ko-KR" altLang="en-US" sz="1100"/>
          </a:p>
        </p:txBody>
      </p:sp>
      <p:sp>
        <p:nvSpPr>
          <p:cNvPr id="14" name="TextBox 13"/>
          <p:cNvSpPr txBox="1"/>
          <p:nvPr/>
        </p:nvSpPr>
        <p:spPr>
          <a:xfrm>
            <a:off x="4603627" y="2133594"/>
            <a:ext cx="3411511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컴파일 </a:t>
            </a:r>
            <a:r>
              <a:rPr lang="en-US" altLang="ko-KR" sz="1000"/>
              <a:t>(JVM</a:t>
            </a:r>
            <a:r>
              <a:rPr lang="ko-KR" altLang="en-US" sz="1000"/>
              <a:t>이 인지하는 실행코드를 만드는 작업</a:t>
            </a:r>
            <a:r>
              <a:rPr lang="en-US" altLang="ko-KR" sz="1000"/>
              <a:t>,) </a:t>
            </a: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621967" y="2834570"/>
            <a:ext cx="3812520" cy="6432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JVM</a:t>
            </a:r>
            <a:r>
              <a:rPr lang="ko-KR" altLang="en-US"/>
              <a:t>실행파일 </a:t>
            </a:r>
            <a:r>
              <a:rPr lang="en-US" altLang="ko-KR" sz="900"/>
              <a:t>(*.class, </a:t>
            </a:r>
            <a:r>
              <a:rPr lang="ko-KR" altLang="en-US" sz="900"/>
              <a:t>모든 이 기종 기기에 </a:t>
            </a:r>
            <a:r>
              <a:rPr lang="en-US" altLang="ko-KR" sz="900"/>
              <a:t>JVM</a:t>
            </a:r>
            <a:r>
              <a:rPr lang="ko-KR" altLang="en-US" sz="900"/>
              <a:t>이 </a:t>
            </a:r>
            <a:endParaRPr lang="en-US" altLang="ko-KR" sz="900"/>
          </a:p>
          <a:p>
            <a:r>
              <a:rPr lang="ko-KR" altLang="en-US" sz="900"/>
              <a:t>설치되어 있다면 </a:t>
            </a:r>
            <a:r>
              <a:rPr lang="en-US" altLang="ko-KR" sz="900" err="1"/>
              <a:t>a.class</a:t>
            </a:r>
            <a:r>
              <a:rPr lang="ko-KR" altLang="en-US" sz="900"/>
              <a:t>파일을 </a:t>
            </a:r>
            <a:r>
              <a:rPr lang="en-US" altLang="ko-KR" sz="900"/>
              <a:t>pc</a:t>
            </a:r>
            <a:r>
              <a:rPr lang="ko-KR" altLang="en-US" sz="900"/>
              <a:t>에서 실행한다면</a:t>
            </a:r>
            <a:r>
              <a:rPr lang="en-US" altLang="ko-KR" sz="900"/>
              <a:t>, </a:t>
            </a:r>
            <a:r>
              <a:rPr lang="ko-KR" altLang="en-US" sz="900"/>
              <a:t>그 </a:t>
            </a:r>
            <a:r>
              <a:rPr lang="en-US" altLang="ko-KR" sz="900" err="1"/>
              <a:t>a.class</a:t>
            </a:r>
            <a:r>
              <a:rPr lang="ko-KR" altLang="en-US" sz="900"/>
              <a:t>파일을 유닉스 서버로 보내서 실행하면 실행됨</a:t>
            </a:r>
            <a:r>
              <a:rPr lang="en-US" altLang="ko-KR" sz="900"/>
              <a:t>) </a:t>
            </a: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392156" y="4231464"/>
            <a:ext cx="2677336" cy="6340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Class</a:t>
            </a:r>
            <a:r>
              <a:rPr lang="ko-KR" altLang="en-US"/>
              <a:t>파일을 </a:t>
            </a:r>
            <a:r>
              <a:rPr lang="en-US" altLang="ko-KR"/>
              <a:t>JVM</a:t>
            </a:r>
            <a:r>
              <a:rPr lang="ko-KR" altLang="en-US"/>
              <a:t>을 통하여</a:t>
            </a:r>
            <a:endParaRPr lang="en-US" altLang="ko-KR"/>
          </a:p>
          <a:p>
            <a:r>
              <a:rPr lang="ko-KR" altLang="en-US"/>
              <a:t>실행</a:t>
            </a:r>
          </a:p>
        </p:txBody>
      </p:sp>
      <p:sp>
        <p:nvSpPr>
          <p:cNvPr id="3" name="아래쪽 화살표 2"/>
          <p:cNvSpPr/>
          <p:nvPr/>
        </p:nvSpPr>
        <p:spPr bwMode="auto">
          <a:xfrm>
            <a:off x="1874330" y="2003333"/>
            <a:ext cx="288359" cy="144805"/>
          </a:xfrm>
          <a:prstGeom prst="down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8" name="아래쪽 화살표 17"/>
          <p:cNvSpPr/>
          <p:nvPr/>
        </p:nvSpPr>
        <p:spPr bwMode="auto">
          <a:xfrm>
            <a:off x="1886345" y="2872829"/>
            <a:ext cx="288359" cy="144805"/>
          </a:xfrm>
          <a:prstGeom prst="down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9" name="아래쪽 화살표 18"/>
          <p:cNvSpPr/>
          <p:nvPr/>
        </p:nvSpPr>
        <p:spPr bwMode="auto">
          <a:xfrm>
            <a:off x="5464275" y="1969815"/>
            <a:ext cx="288359" cy="144805"/>
          </a:xfrm>
          <a:prstGeom prst="down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0" name="아래쪽 화살표 19"/>
          <p:cNvSpPr/>
          <p:nvPr/>
        </p:nvSpPr>
        <p:spPr bwMode="auto">
          <a:xfrm>
            <a:off x="5476290" y="2630631"/>
            <a:ext cx="288359" cy="144805"/>
          </a:xfrm>
          <a:prstGeom prst="downArrow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6" name="타원 5"/>
          <p:cNvSpPr/>
          <p:nvPr/>
        </p:nvSpPr>
        <p:spPr bwMode="auto">
          <a:xfrm>
            <a:off x="880252" y="4966596"/>
            <a:ext cx="976906" cy="60897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윈도우용</a:t>
            </a:r>
            <a:endParaRPr kumimoji="0" lang="en-US" altLang="ko-K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실행파일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2" name="타원 21"/>
          <p:cNvSpPr/>
          <p:nvPr/>
        </p:nvSpPr>
        <p:spPr bwMode="auto">
          <a:xfrm>
            <a:off x="1943261" y="4993790"/>
            <a:ext cx="976906" cy="60897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리눅스용</a:t>
            </a:r>
            <a:endParaRPr kumimoji="0" lang="en-US" altLang="ko-K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실행파일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3" name="타원 22"/>
          <p:cNvSpPr/>
          <p:nvPr/>
        </p:nvSpPr>
        <p:spPr bwMode="auto">
          <a:xfrm>
            <a:off x="2869676" y="5032365"/>
            <a:ext cx="1107646" cy="608976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HP-Unix</a:t>
            </a: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용</a:t>
            </a:r>
            <a:endParaRPr kumimoji="0" lang="en-US" altLang="ko-K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실행파일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4" name="타원 23"/>
          <p:cNvSpPr/>
          <p:nvPr/>
        </p:nvSpPr>
        <p:spPr bwMode="auto">
          <a:xfrm>
            <a:off x="6179906" y="4893979"/>
            <a:ext cx="1067071" cy="349301"/>
          </a:xfrm>
          <a:prstGeom prst="ellips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Class</a:t>
            </a: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파일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4903737" y="5467429"/>
            <a:ext cx="1037761" cy="43306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윈도우용</a:t>
            </a: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JVM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(</a:t>
            </a: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설치되어있음</a:t>
            </a: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)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6027452" y="5513594"/>
            <a:ext cx="1037761" cy="43306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리눅스용</a:t>
            </a: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JVM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(</a:t>
            </a: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설치되어있음</a:t>
            </a: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)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7264993" y="5491458"/>
            <a:ext cx="1093867" cy="43306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HP-UNIX</a:t>
            </a:r>
            <a:r>
              <a:rPr kumimoji="0" lang="ko-KR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용</a:t>
            </a:r>
            <a:r>
              <a:rPr kumimoji="0" lang="en-US" altLang="ko-KR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JVM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(</a:t>
            </a:r>
            <a:r>
              <a:rPr lang="ko-KR" altLang="en-US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설치되어있음</a:t>
            </a:r>
            <a:r>
              <a:rPr lang="en-US" altLang="ko-KR" sz="1000" b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)</a:t>
            </a: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76184-FFC8-B119-A5DD-645FDA581511}"/>
              </a:ext>
            </a:extLst>
          </p:cNvPr>
          <p:cNvSpPr txBox="1"/>
          <p:nvPr/>
        </p:nvSpPr>
        <p:spPr>
          <a:xfrm>
            <a:off x="6086403" y="764239"/>
            <a:ext cx="2802370" cy="85561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생각하며 읽어보기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- </a:t>
            </a:r>
            <a:r>
              <a:rPr lang="ko-KR" altLang="en-US" sz="700" dirty="0">
                <a:solidFill>
                  <a:srgbClr val="FF0000"/>
                </a:solidFill>
              </a:rPr>
              <a:t>즉 </a:t>
            </a:r>
            <a:r>
              <a:rPr lang="en-US" altLang="ko-KR" sz="700" dirty="0">
                <a:solidFill>
                  <a:srgbClr val="FF0000"/>
                </a:solidFill>
              </a:rPr>
              <a:t>java</a:t>
            </a:r>
            <a:r>
              <a:rPr lang="ko-KR" altLang="en-US" sz="700" dirty="0">
                <a:solidFill>
                  <a:srgbClr val="FF0000"/>
                </a:solidFill>
              </a:rPr>
              <a:t>는 </a:t>
            </a:r>
            <a:r>
              <a:rPr lang="en-US" altLang="ko-KR" sz="700" dirty="0" err="1">
                <a:solidFill>
                  <a:srgbClr val="FF0000"/>
                </a:solidFill>
              </a:rPr>
              <a:t>jvm</a:t>
            </a:r>
            <a:r>
              <a:rPr lang="ko-KR" altLang="en-US" sz="700" dirty="0">
                <a:solidFill>
                  <a:srgbClr val="FF0000"/>
                </a:solidFill>
              </a:rPr>
              <a:t>위에서 동작하기 때문에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PC</a:t>
            </a:r>
            <a:r>
              <a:rPr lang="ko-KR" altLang="en-US" sz="700" dirty="0">
                <a:solidFill>
                  <a:srgbClr val="FF0000"/>
                </a:solidFill>
              </a:rPr>
              <a:t>에서 컴파일하고 결과파일을 </a:t>
            </a:r>
            <a:r>
              <a:rPr lang="en-US" altLang="ko-KR" sz="700" dirty="0">
                <a:solidFill>
                  <a:srgbClr val="FF0000"/>
                </a:solidFill>
              </a:rPr>
              <a:t>OS</a:t>
            </a:r>
            <a:r>
              <a:rPr lang="ko-KR" altLang="en-US" sz="700" dirty="0">
                <a:solidFill>
                  <a:srgbClr val="FF0000"/>
                </a:solidFill>
              </a:rPr>
              <a:t>가 다른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ko-KR" altLang="en-US" sz="700" dirty="0">
                <a:solidFill>
                  <a:srgbClr val="FF0000"/>
                </a:solidFill>
              </a:rPr>
              <a:t>서버로 그대로 배포 가능</a:t>
            </a:r>
            <a:endParaRPr lang="en-US" altLang="ko-KR" sz="700" dirty="0">
              <a:solidFill>
                <a:srgbClr val="FF0000"/>
              </a:solidFill>
            </a:endParaRPr>
          </a:p>
          <a:p>
            <a:r>
              <a:rPr lang="en-US" altLang="ko-KR" sz="700" dirty="0">
                <a:solidFill>
                  <a:srgbClr val="FF0000"/>
                </a:solidFill>
              </a:rPr>
              <a:t>- </a:t>
            </a:r>
            <a:r>
              <a:rPr lang="ko-KR" altLang="en-US" sz="700" dirty="0">
                <a:solidFill>
                  <a:srgbClr val="FF0000"/>
                </a:solidFill>
              </a:rPr>
              <a:t>당연히 </a:t>
            </a:r>
            <a:r>
              <a:rPr lang="en-US" altLang="ko-KR" sz="700" dirty="0">
                <a:solidFill>
                  <a:srgbClr val="FF0000"/>
                </a:solidFill>
              </a:rPr>
              <a:t>PC</a:t>
            </a:r>
            <a:r>
              <a:rPr lang="ko-KR" altLang="en-US" sz="700" dirty="0">
                <a:solidFill>
                  <a:srgbClr val="FF0000"/>
                </a:solidFill>
              </a:rPr>
              <a:t>에서 개발하여 안드로이드 아이폰에 그대로 배포가능</a:t>
            </a:r>
          </a:p>
        </p:txBody>
      </p:sp>
    </p:spTree>
    <p:extLst>
      <p:ext uri="{BB962C8B-B14F-4D97-AF65-F5344CB8AC3E}">
        <p14:creationId xmlns:p14="http://schemas.microsoft.com/office/powerpoint/2010/main" val="1863823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21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Java </a:t>
            </a:r>
            <a:r>
              <a:rPr lang="ko-KR" altLang="en-US" sz="1600"/>
              <a:t>컴파일 및 실행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Java</a:t>
            </a:r>
            <a:r>
              <a:rPr lang="ko-KR" altLang="en-US" sz="1200"/>
              <a:t>를 </a:t>
            </a:r>
            <a:r>
              <a:rPr lang="en-US" altLang="ko-KR" sz="1200"/>
              <a:t>eclipse IDE</a:t>
            </a:r>
            <a:r>
              <a:rPr lang="ko-KR" altLang="en-US" sz="1200"/>
              <a:t>에서 편하게 마우스클릭으로 컴파일 했지만 </a:t>
            </a:r>
            <a:r>
              <a:rPr lang="en-US" altLang="ko-KR" sz="1200"/>
              <a:t>command line</a:t>
            </a:r>
            <a:r>
              <a:rPr lang="ko-KR" altLang="en-US" sz="1200"/>
              <a:t>에서 컴파일 및 실행함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컴파일 </a:t>
            </a:r>
            <a:r>
              <a:rPr lang="en-US" altLang="ko-KR" sz="1200"/>
              <a:t>: </a:t>
            </a:r>
            <a:r>
              <a:rPr lang="en-US" altLang="ko-KR" sz="1200" err="1"/>
              <a:t>javac</a:t>
            </a:r>
            <a:r>
              <a:rPr lang="en-US" altLang="ko-KR" sz="1200"/>
              <a:t> </a:t>
            </a:r>
            <a:r>
              <a:rPr lang="ko-KR" altLang="en-US" sz="1200"/>
              <a:t>자바파일명 </a:t>
            </a:r>
            <a:r>
              <a:rPr lang="en-US" altLang="ko-KR" sz="1200"/>
              <a:t>(</a:t>
            </a:r>
            <a:r>
              <a:rPr lang="ko-KR" altLang="en-US" sz="1200" err="1"/>
              <a:t>확장자</a:t>
            </a:r>
            <a:r>
              <a:rPr lang="ko-KR" altLang="en-US" sz="1200"/>
              <a:t> 붙일 것 </a:t>
            </a:r>
            <a:r>
              <a:rPr lang="en-US" altLang="ko-KR" sz="1200"/>
              <a:t>: </a:t>
            </a:r>
            <a:r>
              <a:rPr lang="en-US" altLang="ko-KR" sz="1200" err="1"/>
              <a:t>javac</a:t>
            </a:r>
            <a:r>
              <a:rPr lang="en-US" altLang="ko-KR" sz="1200"/>
              <a:t> Test1.java)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실행</a:t>
            </a:r>
            <a:r>
              <a:rPr lang="en-US" altLang="ko-KR" sz="1200"/>
              <a:t> : java </a:t>
            </a:r>
            <a:r>
              <a:rPr lang="ko-KR" altLang="en-US" sz="1200" err="1"/>
              <a:t>클래스명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ko-KR" altLang="en-US" sz="1200" err="1"/>
              <a:t>확장자</a:t>
            </a:r>
            <a:r>
              <a:rPr lang="ko-KR" altLang="en-US" sz="1200"/>
              <a:t> 안 붙일 것 </a:t>
            </a:r>
            <a:r>
              <a:rPr lang="en-US" altLang="ko-KR" sz="1200"/>
              <a:t>: java Test1)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윈도우</a:t>
            </a:r>
            <a:r>
              <a:rPr lang="en-US" altLang="ko-KR" sz="1200"/>
              <a:t> </a:t>
            </a:r>
            <a:r>
              <a:rPr lang="en-US" altLang="ko-KR" sz="1200" err="1"/>
              <a:t>cmd</a:t>
            </a:r>
            <a:r>
              <a:rPr lang="ko-KR" altLang="en-US" sz="1200"/>
              <a:t>에서도 동일하게 실행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단 </a:t>
            </a:r>
            <a:r>
              <a:rPr lang="en-US" altLang="ko-KR" sz="1200"/>
              <a:t>PC</a:t>
            </a:r>
            <a:r>
              <a:rPr lang="ko-KR" altLang="en-US" sz="1200"/>
              <a:t>와 서버의 </a:t>
            </a:r>
            <a:r>
              <a:rPr lang="en-US" altLang="ko-KR" sz="1200"/>
              <a:t>class</a:t>
            </a:r>
            <a:r>
              <a:rPr lang="ko-KR" altLang="en-US" sz="1200"/>
              <a:t>가 동일하게 실행하려면 버전 호환이 되어야 함 </a:t>
            </a:r>
            <a:r>
              <a:rPr lang="en-US" altLang="ko-KR" sz="1200"/>
              <a:t>(</a:t>
            </a:r>
            <a:r>
              <a:rPr lang="ko-KR" altLang="en-US" sz="1200"/>
              <a:t>즉 </a:t>
            </a:r>
            <a:r>
              <a:rPr lang="en-US" altLang="ko-KR" sz="1200"/>
              <a:t>PC</a:t>
            </a:r>
            <a:r>
              <a:rPr lang="ko-KR" altLang="en-US" sz="1200"/>
              <a:t>에서 </a:t>
            </a:r>
            <a:r>
              <a:rPr lang="en-US" altLang="ko-KR" sz="1200"/>
              <a:t>java 1.8</a:t>
            </a:r>
            <a:r>
              <a:rPr lang="ko-KR" altLang="en-US" sz="1200"/>
              <a:t>로 컴파일 했다면</a:t>
            </a:r>
            <a:r>
              <a:rPr lang="en-US" altLang="ko-KR" sz="1200"/>
              <a:t>, </a:t>
            </a:r>
            <a:r>
              <a:rPr lang="ko-KR" altLang="en-US" sz="1200" err="1"/>
              <a:t>리눅스</a:t>
            </a:r>
            <a:r>
              <a:rPr lang="ko-KR" altLang="en-US" sz="1200"/>
              <a:t> 서버도 </a:t>
            </a:r>
            <a:r>
              <a:rPr lang="en-US" altLang="ko-KR" sz="1200"/>
              <a:t>1.8 </a:t>
            </a:r>
            <a:r>
              <a:rPr lang="ko-KR" altLang="en-US" sz="1200"/>
              <a:t>버전 이상의 </a:t>
            </a:r>
            <a:r>
              <a:rPr lang="en-US" altLang="ko-KR" sz="1200" err="1"/>
              <a:t>jvm</a:t>
            </a:r>
            <a:r>
              <a:rPr lang="ko-KR" altLang="en-US" sz="1200"/>
              <a:t>이 설치되어 있어야 함</a:t>
            </a:r>
            <a:r>
              <a:rPr lang="en-US" altLang="ko-KR" sz="1200"/>
              <a:t>: </a:t>
            </a:r>
            <a:r>
              <a:rPr lang="ko-KR" altLang="en-US" sz="1200"/>
              <a:t>그래서 실제 회사 등 필드에서는 모든 자바 버전을 몇으로 하자고 약속함 </a:t>
            </a:r>
            <a:r>
              <a:rPr lang="en-US" altLang="ko-KR" sz="1200"/>
              <a:t>, </a:t>
            </a:r>
            <a:r>
              <a:rPr lang="en-US" altLang="ko-KR" sz="1200" err="1"/>
              <a:t>eclips</a:t>
            </a:r>
            <a:r>
              <a:rPr lang="ko-KR" altLang="en-US" sz="1200"/>
              <a:t>에서 처음 프로젝트 생성시 호환가능 버전을 지정</a:t>
            </a:r>
            <a:r>
              <a:rPr lang="en-US" altLang="ko-KR" sz="1200"/>
              <a:t>.. </a:t>
            </a:r>
            <a:r>
              <a:rPr lang="ko-KR" altLang="en-US" sz="1200"/>
              <a:t>버전이 높다고 </a:t>
            </a:r>
            <a:r>
              <a:rPr lang="ko-KR" altLang="en-US" sz="1200" err="1"/>
              <a:t>좋은거</a:t>
            </a:r>
            <a:r>
              <a:rPr lang="ko-KR" altLang="en-US" sz="1200"/>
              <a:t> 아님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apt-get install default-</a:t>
            </a:r>
            <a:r>
              <a:rPr lang="en-US" altLang="ko-KR" sz="1200" err="1"/>
              <a:t>jdk</a:t>
            </a:r>
            <a:r>
              <a:rPr lang="ko-KR" altLang="en-US" sz="1200"/>
              <a:t> </a:t>
            </a:r>
            <a:r>
              <a:rPr lang="en-US" altLang="ko-KR" sz="1200"/>
              <a:t>( </a:t>
            </a:r>
            <a:r>
              <a:rPr lang="ko-KR" altLang="en-US" sz="1200"/>
              <a:t>뭔지</a:t>
            </a:r>
            <a:r>
              <a:rPr lang="en-US" altLang="ko-KR" sz="1200"/>
              <a:t> </a:t>
            </a:r>
            <a:r>
              <a:rPr lang="ko-KR" altLang="en-US" sz="1200"/>
              <a:t>벌써 잊었나</a:t>
            </a:r>
            <a:r>
              <a:rPr lang="en-US" altLang="ko-KR" sz="1200"/>
              <a:t>?)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850" y="3887050"/>
            <a:ext cx="4846740" cy="22861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직사각형 2"/>
          <p:cNvSpPr/>
          <p:nvPr/>
        </p:nvSpPr>
        <p:spPr bwMode="auto">
          <a:xfrm>
            <a:off x="1732850" y="4067373"/>
            <a:ext cx="4580684" cy="135832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3126412" y="5452251"/>
            <a:ext cx="1585973" cy="15240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3127045" y="5623621"/>
            <a:ext cx="1585973" cy="152400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02DFE8-9CEB-617F-D890-56053F206B4E}"/>
              </a:ext>
            </a:extLst>
          </p:cNvPr>
          <p:cNvSpPr txBox="1"/>
          <p:nvPr/>
        </p:nvSpPr>
        <p:spPr>
          <a:xfrm>
            <a:off x="3126412" y="286670"/>
            <a:ext cx="6881188" cy="501675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요즘은 자동화된 개발프로그램 도구를 많이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사용하기에 프로그램 작성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컴파일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버그찾기등의</a:t>
            </a:r>
            <a:r>
              <a:rPr lang="ko-KR" altLang="en-US" dirty="0">
                <a:solidFill>
                  <a:srgbClr val="FF0000"/>
                </a:solidFill>
              </a:rPr>
              <a:t> 기본적인 내용을 잘 모름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그래서 리눅스 환경에서 개발도구 없이 직접 프로그램 작성 컴파일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버그수정들을 하는 간단한 방법을 실습 </a:t>
            </a:r>
            <a:r>
              <a:rPr lang="ko-KR" altLang="en-US" dirty="0" err="1">
                <a:solidFill>
                  <a:srgbClr val="FF0000"/>
                </a:solidFill>
              </a:rPr>
              <a:t>하려한것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하지만 아직 리눅스를 배우지 않아서 읽어만 봄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#</a:t>
            </a:r>
            <a:r>
              <a:rPr lang="ko-KR" altLang="en-US" dirty="0">
                <a:solidFill>
                  <a:srgbClr val="FF0000"/>
                </a:solidFill>
              </a:rPr>
              <a:t>생전 처음 프로그램을 접하는데 교수님 설명에 컴파일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버그등</a:t>
            </a:r>
            <a:r>
              <a:rPr lang="ko-KR" altLang="en-US" dirty="0">
                <a:solidFill>
                  <a:srgbClr val="FF0000"/>
                </a:solidFill>
              </a:rPr>
              <a:t> 모르는 단어가 팍팍 튀어 나오는데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err="1">
                <a:solidFill>
                  <a:srgbClr val="FF0000"/>
                </a:solidFill>
              </a:rPr>
              <a:t>참지말고</a:t>
            </a:r>
            <a:r>
              <a:rPr lang="ko-KR" altLang="en-US" dirty="0">
                <a:solidFill>
                  <a:srgbClr val="FF0000"/>
                </a:solidFill>
              </a:rPr>
              <a:t> 그때그때 메모하고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 err="1">
                <a:solidFill>
                  <a:srgbClr val="FF0000"/>
                </a:solidFill>
              </a:rPr>
              <a:t>웹서치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질문들을 하고</a:t>
            </a:r>
            <a:r>
              <a:rPr lang="en-US" altLang="ko-KR" dirty="0">
                <a:solidFill>
                  <a:srgbClr val="FF0000"/>
                </a:solidFill>
              </a:rPr>
              <a:t>,, </a:t>
            </a:r>
            <a:r>
              <a:rPr lang="ko-KR" altLang="en-US" dirty="0">
                <a:solidFill>
                  <a:srgbClr val="FF0000"/>
                </a:solidFill>
              </a:rPr>
              <a:t>답을 들어도 바로 모른다고 실망하지 말자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계속 이 실습들을 </a:t>
            </a:r>
            <a:r>
              <a:rPr lang="ko-KR" altLang="en-US" dirty="0" err="1">
                <a:solidFill>
                  <a:srgbClr val="FF0000"/>
                </a:solidFill>
              </a:rPr>
              <a:t>하다보면</a:t>
            </a:r>
            <a:r>
              <a:rPr lang="en-US" altLang="ko-KR" dirty="0">
                <a:solidFill>
                  <a:srgbClr val="FF0000"/>
                </a:solidFill>
              </a:rPr>
              <a:t>.. </a:t>
            </a:r>
            <a:r>
              <a:rPr lang="ko-KR" altLang="en-US" dirty="0">
                <a:solidFill>
                  <a:srgbClr val="FF0000"/>
                </a:solidFill>
              </a:rPr>
              <a:t>글이나 말로 </a:t>
            </a:r>
            <a:r>
              <a:rPr lang="ko-KR" altLang="en-US" dirty="0" err="1">
                <a:solidFill>
                  <a:srgbClr val="FF0000"/>
                </a:solidFill>
              </a:rPr>
              <a:t>정의하는것이</a:t>
            </a:r>
            <a:r>
              <a:rPr lang="ko-KR" altLang="en-US" dirty="0">
                <a:solidFill>
                  <a:srgbClr val="FF0000"/>
                </a:solidFill>
              </a:rPr>
              <a:t> 아니고 경험과 느낌으로 </a:t>
            </a:r>
            <a:r>
              <a:rPr lang="ko-KR" altLang="en-US" dirty="0" err="1">
                <a:solidFill>
                  <a:srgbClr val="FF0000"/>
                </a:solidFill>
              </a:rPr>
              <a:t>아는것이</a:t>
            </a:r>
            <a:r>
              <a:rPr lang="ko-KR" altLang="en-US" dirty="0">
                <a:solidFill>
                  <a:srgbClr val="FF0000"/>
                </a:solidFill>
              </a:rPr>
              <a:t> 더 많다</a:t>
            </a:r>
            <a:endParaRPr lang="en-US" altLang="ko-KR" dirty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교수님도 친절히 교안을 </a:t>
            </a:r>
            <a:r>
              <a:rPr lang="ko-KR" altLang="en-US" dirty="0" err="1">
                <a:solidFill>
                  <a:srgbClr val="FF0000"/>
                </a:solidFill>
              </a:rPr>
              <a:t>쓰려하지만</a:t>
            </a:r>
            <a:r>
              <a:rPr lang="ko-KR" altLang="en-US" dirty="0">
                <a:solidFill>
                  <a:srgbClr val="FF0000"/>
                </a:solidFill>
              </a:rPr>
              <a:t> 매 페이지</a:t>
            </a:r>
            <a:r>
              <a:rPr lang="en-US" altLang="ko-KR" dirty="0">
                <a:solidFill>
                  <a:srgbClr val="FF0000"/>
                </a:solidFill>
              </a:rPr>
              <a:t>,, </a:t>
            </a:r>
            <a:r>
              <a:rPr lang="ko-KR" altLang="en-US" dirty="0">
                <a:solidFill>
                  <a:srgbClr val="FF0000"/>
                </a:solidFill>
              </a:rPr>
              <a:t>왼쪽 위 </a:t>
            </a:r>
            <a:r>
              <a:rPr lang="en-US" altLang="ko-KR" dirty="0">
                <a:solidFill>
                  <a:srgbClr val="FF0000"/>
                </a:solidFill>
              </a:rPr>
              <a:t>10</a:t>
            </a:r>
            <a:r>
              <a:rPr lang="ko-KR" altLang="en-US" dirty="0" err="1">
                <a:solidFill>
                  <a:srgbClr val="FF0000"/>
                </a:solidFill>
              </a:rPr>
              <a:t>센치쯤에</a:t>
            </a:r>
            <a:r>
              <a:rPr lang="ko-KR" altLang="en-US" dirty="0">
                <a:solidFill>
                  <a:srgbClr val="FF0000"/>
                </a:solidFill>
              </a:rPr>
              <a:t> 있는 역삼각형 버튼을 마우스 왼쪽버튼으로 클릭을 하세요</a:t>
            </a:r>
            <a:r>
              <a:rPr lang="en-US" altLang="ko-KR" dirty="0">
                <a:solidFill>
                  <a:srgbClr val="FF0000"/>
                </a:solidFill>
              </a:rPr>
              <a:t>..</a:t>
            </a:r>
            <a:r>
              <a:rPr lang="ko-KR" altLang="en-US" dirty="0">
                <a:solidFill>
                  <a:srgbClr val="FF0000"/>
                </a:solidFill>
              </a:rPr>
              <a:t>등등을 교안에 도배를 한다면</a:t>
            </a:r>
            <a:r>
              <a:rPr lang="en-US" altLang="ko-KR" dirty="0">
                <a:solidFill>
                  <a:srgbClr val="FF0000"/>
                </a:solidFill>
              </a:rPr>
              <a:t>.. </a:t>
            </a:r>
            <a:r>
              <a:rPr lang="ko-KR" altLang="en-US" dirty="0">
                <a:solidFill>
                  <a:srgbClr val="FF0000"/>
                </a:solidFill>
              </a:rPr>
              <a:t>그것도 서로 </a:t>
            </a:r>
            <a:r>
              <a:rPr lang="ko-KR" altLang="en-US" dirty="0" err="1">
                <a:solidFill>
                  <a:srgbClr val="FF0000"/>
                </a:solidFill>
              </a:rPr>
              <a:t>힘든일이니</a:t>
            </a:r>
            <a:r>
              <a:rPr lang="en-US" altLang="ko-KR" dirty="0">
                <a:solidFill>
                  <a:srgbClr val="FF0000"/>
                </a:solidFill>
              </a:rPr>
              <a:t>.. </a:t>
            </a:r>
            <a:r>
              <a:rPr lang="ko-KR" altLang="en-US" dirty="0">
                <a:solidFill>
                  <a:srgbClr val="FF0000"/>
                </a:solidFill>
              </a:rPr>
              <a:t>매시간 놓치지 말고 같이 해보고</a:t>
            </a:r>
            <a:r>
              <a:rPr lang="en-US" altLang="ko-KR" dirty="0">
                <a:solidFill>
                  <a:srgbClr val="FF0000"/>
                </a:solidFill>
              </a:rPr>
              <a:t>.. </a:t>
            </a:r>
            <a:r>
              <a:rPr lang="ko-KR" altLang="en-US" dirty="0">
                <a:solidFill>
                  <a:srgbClr val="FF0000"/>
                </a:solidFill>
              </a:rPr>
              <a:t>또 스스로 </a:t>
            </a:r>
            <a:r>
              <a:rPr lang="ko-KR" altLang="en-US" dirty="0" err="1">
                <a:solidFill>
                  <a:srgbClr val="FF0000"/>
                </a:solidFill>
              </a:rPr>
              <a:t>할때도</a:t>
            </a:r>
            <a:r>
              <a:rPr lang="ko-KR" altLang="en-US" dirty="0">
                <a:solidFill>
                  <a:srgbClr val="FF0000"/>
                </a:solidFill>
              </a:rPr>
              <a:t> 집중해서 </a:t>
            </a:r>
            <a:r>
              <a:rPr lang="ko-KR" altLang="en-US" dirty="0" err="1">
                <a:solidFill>
                  <a:srgbClr val="FF0000"/>
                </a:solidFill>
              </a:rPr>
              <a:t>또하고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err="1">
                <a:solidFill>
                  <a:srgbClr val="FF0000"/>
                </a:solidFill>
              </a:rPr>
              <a:t>또해보자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3767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22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533166" y="768187"/>
            <a:ext cx="8073938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/>
              <a:t>Java </a:t>
            </a:r>
            <a:r>
              <a:rPr lang="ko-KR" altLang="en-US" sz="1600"/>
              <a:t>기술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Java</a:t>
            </a:r>
            <a:r>
              <a:rPr lang="ko-KR" altLang="en-US" sz="1200"/>
              <a:t>관련 기술을 많이 사용</a:t>
            </a:r>
            <a:r>
              <a:rPr lang="en-US" altLang="ko-KR" sz="1200"/>
              <a:t>.. </a:t>
            </a:r>
            <a:r>
              <a:rPr lang="ko-KR" altLang="en-US" sz="1200"/>
              <a:t>다 사용하는 것은 아님</a:t>
            </a:r>
            <a:r>
              <a:rPr lang="en-US" altLang="ko-KR" sz="1200"/>
              <a:t>. </a:t>
            </a:r>
            <a:r>
              <a:rPr lang="ko-KR" altLang="en-US" sz="1200"/>
              <a:t>경쟁이 안 되는 건 거의 안 씀</a:t>
            </a:r>
            <a:r>
              <a:rPr lang="en-US" altLang="ko-KR" sz="1200"/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13" y="1607162"/>
            <a:ext cx="5391150" cy="475297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 bwMode="auto">
          <a:xfrm>
            <a:off x="2967057" y="2762171"/>
            <a:ext cx="455303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3498875" y="2770392"/>
            <a:ext cx="455303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034488" y="2782409"/>
            <a:ext cx="455303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4543543" y="2779247"/>
            <a:ext cx="455303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4088240" y="3373543"/>
            <a:ext cx="863179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3377461" y="4386497"/>
            <a:ext cx="1968554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2967057" y="4583795"/>
            <a:ext cx="455303" cy="197298"/>
          </a:xfrm>
          <a:prstGeom prst="rect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8477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553632" y="1077059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latinLnBrk="1"/>
            <a:r>
              <a:rPr lang="en-US" altLang="ko-KR" err="1"/>
              <a:t>ppt</a:t>
            </a:r>
            <a:r>
              <a:rPr lang="ko-KR" altLang="en-US"/>
              <a:t>작성</a:t>
            </a:r>
            <a:endParaRPr lang="en-US" altLang="ko-KR"/>
          </a:p>
          <a:p>
            <a:pPr latinLnBrk="1"/>
            <a:r>
              <a:rPr lang="en-US" altLang="ko-KR"/>
              <a:t>1) PC</a:t>
            </a:r>
            <a:r>
              <a:rPr lang="ko-KR" altLang="en-US"/>
              <a:t>에서 </a:t>
            </a:r>
            <a:r>
              <a:rPr lang="en-US" altLang="ko-KR"/>
              <a:t>eclipse</a:t>
            </a:r>
            <a:r>
              <a:rPr lang="ko-KR" altLang="en-US"/>
              <a:t>로 </a:t>
            </a:r>
            <a:r>
              <a:rPr lang="en-US" altLang="ko-KR"/>
              <a:t>Test_pc.java </a:t>
            </a:r>
            <a:r>
              <a:rPr lang="ko-KR" altLang="en-US"/>
              <a:t>를 작성</a:t>
            </a:r>
            <a:r>
              <a:rPr lang="en-US" altLang="ko-KR"/>
              <a:t>(</a:t>
            </a:r>
            <a:r>
              <a:rPr lang="en-US" altLang="ko-KR" err="1"/>
              <a:t>helloworld</a:t>
            </a:r>
            <a:r>
              <a:rPr lang="ko-KR" altLang="en-US"/>
              <a:t>수준</a:t>
            </a:r>
            <a:r>
              <a:rPr lang="en-US" altLang="ko-KR"/>
              <a:t>) </a:t>
            </a:r>
            <a:r>
              <a:rPr lang="ko-KR" altLang="en-US"/>
              <a:t>컴파일</a:t>
            </a:r>
            <a:r>
              <a:rPr lang="en-US" altLang="ko-KR"/>
              <a:t> </a:t>
            </a:r>
            <a:r>
              <a:rPr lang="ko-KR" altLang="en-US"/>
              <a:t>및 실행</a:t>
            </a:r>
            <a:r>
              <a:rPr lang="en-US" altLang="ko-KR"/>
              <a:t> </a:t>
            </a:r>
            <a:endParaRPr lang="ko-KR" altLang="en-US"/>
          </a:p>
          <a:p>
            <a:pPr latinLnBrk="1"/>
            <a:r>
              <a:rPr lang="en-US" altLang="ko-KR"/>
              <a:t>2) PC</a:t>
            </a:r>
            <a:r>
              <a:rPr lang="ko-KR" altLang="en-US"/>
              <a:t>에서 </a:t>
            </a:r>
            <a:r>
              <a:rPr lang="en-US" altLang="ko-KR" err="1"/>
              <a:t>Test_pc.class</a:t>
            </a:r>
            <a:r>
              <a:rPr lang="en-US" altLang="ko-KR"/>
              <a:t> </a:t>
            </a:r>
            <a:r>
              <a:rPr lang="ko-KR" altLang="en-US"/>
              <a:t>실행 및 </a:t>
            </a:r>
            <a:r>
              <a:rPr lang="ko-KR" altLang="en-US" err="1"/>
              <a:t>리눅스에</a:t>
            </a:r>
            <a:r>
              <a:rPr lang="ko-KR" altLang="en-US"/>
              <a:t> </a:t>
            </a:r>
            <a:r>
              <a:rPr lang="en-US" altLang="ko-KR" err="1"/>
              <a:t>Test_pc.class</a:t>
            </a:r>
            <a:r>
              <a:rPr lang="ko-KR" altLang="en-US"/>
              <a:t>파일을 보낸 후 실행</a:t>
            </a:r>
            <a:endParaRPr lang="en-US" altLang="ko-KR"/>
          </a:p>
          <a:p>
            <a:pPr latinLnBrk="1"/>
            <a:r>
              <a:rPr lang="en-US" altLang="ko-KR"/>
              <a:t>3) </a:t>
            </a:r>
            <a:r>
              <a:rPr lang="ko-KR" altLang="en-US" err="1"/>
              <a:t>리눅스에서</a:t>
            </a:r>
            <a:r>
              <a:rPr lang="ko-KR" altLang="en-US"/>
              <a:t> </a:t>
            </a:r>
            <a:r>
              <a:rPr lang="en-US" altLang="ko-KR"/>
              <a:t>Test_linux.java</a:t>
            </a:r>
            <a:r>
              <a:rPr lang="ko-KR" altLang="en-US"/>
              <a:t>를 컴파일 후 실행</a:t>
            </a:r>
            <a:endParaRPr lang="en-US" altLang="ko-KR"/>
          </a:p>
          <a:p>
            <a:pPr latinLnBrk="1"/>
            <a:r>
              <a:rPr lang="en-US" altLang="ko-KR"/>
              <a:t>4) </a:t>
            </a:r>
            <a:r>
              <a:rPr lang="en-US" altLang="ko-KR" err="1"/>
              <a:t>Test_linux.class</a:t>
            </a:r>
            <a:r>
              <a:rPr lang="en-US" altLang="ko-KR"/>
              <a:t> </a:t>
            </a:r>
            <a:r>
              <a:rPr lang="ko-KR" altLang="en-US"/>
              <a:t>를 </a:t>
            </a:r>
            <a:r>
              <a:rPr lang="en-US" altLang="ko-KR"/>
              <a:t>pc</a:t>
            </a:r>
            <a:r>
              <a:rPr lang="ko-KR" altLang="en-US"/>
              <a:t>로 </a:t>
            </a:r>
            <a:r>
              <a:rPr lang="ko-KR" altLang="en-US" err="1"/>
              <a:t>보낸후</a:t>
            </a:r>
            <a:r>
              <a:rPr lang="ko-KR" altLang="en-US"/>
              <a:t> 실행</a:t>
            </a:r>
          </a:p>
          <a:p>
            <a:pPr latinLnBrk="1"/>
            <a:endParaRPr lang="ko-KR" altLang="en-US"/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23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4. </a:t>
            </a:r>
            <a:r>
              <a:rPr lang="ko-KR" altLang="en-US" sz="1800"/>
              <a:t>실습하기 </a:t>
            </a:r>
            <a:endParaRPr lang="en-US" alt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75D1DA-BE79-B930-ED38-5A6E1906DB51}"/>
              </a:ext>
            </a:extLst>
          </p:cNvPr>
          <p:cNvSpPr txBox="1"/>
          <p:nvPr/>
        </p:nvSpPr>
        <p:spPr>
          <a:xfrm rot="1095817">
            <a:off x="6137843" y="710999"/>
            <a:ext cx="3940502" cy="122495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심화 학습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추후</a:t>
            </a:r>
            <a:r>
              <a:rPr lang="en-US" altLang="ko-KR" dirty="0">
                <a:solidFill>
                  <a:srgbClr val="FF0000"/>
                </a:solidFill>
              </a:rPr>
              <a:t> Linux</a:t>
            </a:r>
            <a:r>
              <a:rPr lang="ko-KR" altLang="en-US" dirty="0">
                <a:solidFill>
                  <a:srgbClr val="FF0000"/>
                </a:solidFill>
              </a:rPr>
              <a:t>를 배워야 실습할 수 있으므로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지금은 생략</a:t>
            </a:r>
            <a:r>
              <a:rPr lang="en-US" altLang="ko-KR" dirty="0">
                <a:solidFill>
                  <a:srgbClr val="FF0000"/>
                </a:solidFill>
              </a:rPr>
              <a:t>-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기억했다가 기초과정 끝나고 해보기</a:t>
            </a:r>
          </a:p>
        </p:txBody>
      </p:sp>
    </p:spTree>
    <p:extLst>
      <p:ext uri="{BB962C8B-B14F-4D97-AF65-F5344CB8AC3E}">
        <p14:creationId xmlns:p14="http://schemas.microsoft.com/office/powerpoint/2010/main" val="867404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24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28694" y="692149"/>
            <a:ext cx="8674662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프로그래밍 전반 두서없이 살펴보고 무작정 따라해 보기</a:t>
            </a:r>
            <a:r>
              <a:rPr lang="en-US" altLang="ko-KR" sz="1600" dirty="0"/>
              <a:t>( </a:t>
            </a:r>
            <a:r>
              <a:rPr lang="ko-KR" altLang="en-US" sz="1600" dirty="0"/>
              <a:t>각 단원에서 당연히 또 다룸</a:t>
            </a:r>
            <a:r>
              <a:rPr lang="en-US" altLang="ko-KR" sz="1600" dirty="0"/>
              <a:t>)</a:t>
            </a:r>
            <a:endParaRPr lang="ko-KR" altLang="en-US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10</a:t>
            </a:r>
            <a:r>
              <a:rPr lang="ko-KR" altLang="en-US" sz="1200" dirty="0"/>
              <a:t>진수</a:t>
            </a:r>
            <a:r>
              <a:rPr lang="en-US" altLang="ko-KR" sz="1200" dirty="0"/>
              <a:t>, 2</a:t>
            </a:r>
            <a:r>
              <a:rPr lang="ko-KR" altLang="en-US" sz="1200" dirty="0"/>
              <a:t>진수</a:t>
            </a:r>
            <a:r>
              <a:rPr lang="en-US" altLang="ko-KR" sz="1200" dirty="0"/>
              <a:t>, 16</a:t>
            </a:r>
            <a:r>
              <a:rPr lang="ko-KR" altLang="en-US" sz="1200" dirty="0"/>
              <a:t>진수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컴퓨터 저장공간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일단 기본적인 프로그램 형태 보기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연산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선택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반복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 err="1"/>
              <a:t>포멧팅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간단히 전체를 살펴본 후 중요한 부분은 다시 반복 연습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2232079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58A32-8B9F-EA3C-294E-37D13C71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F9595D6C-D927-7855-ACFD-6C15F0A4E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3F0439C6-B833-C2B5-62ED-34E775D6AE95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25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BC61AA9-CE6F-9C76-3B22-F3CF1906B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A1115554-1655-13E7-F196-085325BD5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94" y="692149"/>
            <a:ext cx="2938072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en-US" altLang="ko-KR" sz="1600" dirty="0"/>
              <a:t>10</a:t>
            </a:r>
            <a:r>
              <a:rPr lang="ko-KR" altLang="en-US" sz="1600" dirty="0"/>
              <a:t>진수</a:t>
            </a:r>
            <a:r>
              <a:rPr lang="en-US" altLang="ko-KR" sz="1600" dirty="0"/>
              <a:t>, 2</a:t>
            </a:r>
            <a:r>
              <a:rPr lang="ko-KR" altLang="en-US" sz="1600" dirty="0"/>
              <a:t>진수 </a:t>
            </a:r>
            <a:r>
              <a:rPr lang="en-US" altLang="ko-KR" sz="1600" dirty="0"/>
              <a:t>16</a:t>
            </a:r>
            <a:r>
              <a:rPr lang="ko-KR" altLang="en-US" sz="1600" dirty="0"/>
              <a:t>진수</a:t>
            </a:r>
            <a:endParaRPr lang="ko-KR" altLang="en-US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우리가 일반적으로 사용하는 숫자는 </a:t>
            </a:r>
            <a:r>
              <a:rPr lang="en-US" altLang="ko-KR" sz="1200" dirty="0"/>
              <a:t>10</a:t>
            </a:r>
            <a:r>
              <a:rPr lang="ko-KR" altLang="en-US" sz="1200" dirty="0"/>
              <a:t>진수 </a:t>
            </a:r>
            <a:r>
              <a:rPr lang="en-US" altLang="ko-KR" sz="1200" dirty="0"/>
              <a:t>..0 1 2 3 4 5 6 7 8 9 </a:t>
            </a:r>
            <a:r>
              <a:rPr lang="ko-KR" altLang="en-US" sz="1200" dirty="0"/>
              <a:t>다음 자리가 올라가서 </a:t>
            </a:r>
            <a:r>
              <a:rPr lang="en-US" altLang="ko-KR" sz="1200" dirty="0"/>
              <a:t>10 11 12… </a:t>
            </a:r>
            <a:r>
              <a:rPr lang="ko-KR" altLang="en-US" sz="1200" dirty="0" err="1"/>
              <a:t>이런식으로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이진수는 </a:t>
            </a:r>
            <a:r>
              <a:rPr lang="en-US" altLang="ko-KR" sz="1200" dirty="0"/>
              <a:t>0</a:t>
            </a:r>
            <a:r>
              <a:rPr lang="ko-KR" altLang="en-US" sz="1200" dirty="0"/>
              <a:t>과 </a:t>
            </a:r>
            <a:r>
              <a:rPr lang="en-US" altLang="ko-KR" sz="1200" dirty="0"/>
              <a:t>1</a:t>
            </a:r>
            <a:r>
              <a:rPr lang="ko-KR" altLang="en-US" sz="1200" dirty="0"/>
              <a:t>로 즉 </a:t>
            </a:r>
            <a:r>
              <a:rPr lang="en-US" altLang="ko-KR" sz="1200" dirty="0"/>
              <a:t>0 1 </a:t>
            </a:r>
            <a:r>
              <a:rPr lang="ko-KR" altLang="en-US" sz="1200" dirty="0"/>
              <a:t>그 다음 자리 올라가서 </a:t>
            </a:r>
            <a:r>
              <a:rPr lang="en-US" altLang="ko-KR" sz="1200" dirty="0"/>
              <a:t>10 11 </a:t>
            </a:r>
            <a:r>
              <a:rPr lang="ko-KR" altLang="en-US" sz="1200" dirty="0"/>
              <a:t>그 다음 </a:t>
            </a:r>
            <a:r>
              <a:rPr lang="en-US" altLang="ko-KR" sz="1200" dirty="0"/>
              <a:t>100 101 110 111 </a:t>
            </a:r>
            <a:r>
              <a:rPr lang="ko-KR" altLang="en-US" sz="1200" dirty="0" err="1"/>
              <a:t>그다음</a:t>
            </a:r>
            <a:r>
              <a:rPr lang="ko-KR" altLang="en-US" sz="1200" dirty="0"/>
              <a:t> 자리 올라가서 </a:t>
            </a:r>
            <a:r>
              <a:rPr lang="en-US" altLang="ko-KR" sz="1200" dirty="0"/>
              <a:t>1000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10</a:t>
            </a:r>
            <a:r>
              <a:rPr lang="ko-KR" altLang="en-US" sz="1200" dirty="0"/>
              <a:t>진수와 </a:t>
            </a:r>
            <a:r>
              <a:rPr lang="en-US" altLang="ko-KR" sz="1200" dirty="0"/>
              <a:t>2</a:t>
            </a:r>
            <a:r>
              <a:rPr lang="ko-KR" altLang="en-US" sz="1200" dirty="0"/>
              <a:t>진수는 </a:t>
            </a:r>
            <a:r>
              <a:rPr lang="en-US" altLang="ko-KR" sz="1200" dirty="0"/>
              <a:t>0-&gt;0, 1-&gt;1, 2-&gt; 10, 3-&gt; 11 , 4-&gt;</a:t>
            </a:r>
            <a:r>
              <a:rPr lang="ko-KR" altLang="en-US" sz="1200" dirty="0"/>
              <a:t> </a:t>
            </a:r>
            <a:r>
              <a:rPr lang="en-US" altLang="ko-KR" sz="1200" dirty="0"/>
              <a:t>100</a:t>
            </a:r>
            <a:r>
              <a:rPr lang="ko-KR" altLang="en-US" sz="1200" dirty="0"/>
              <a:t>임</a:t>
            </a:r>
            <a:r>
              <a:rPr lang="en-US" altLang="ko-KR" sz="12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16</a:t>
            </a:r>
            <a:r>
              <a:rPr lang="ko-KR" altLang="en-US" sz="1200" dirty="0"/>
              <a:t>진수는 </a:t>
            </a:r>
            <a:r>
              <a:rPr lang="en-US" altLang="ko-KR" sz="1200" dirty="0"/>
              <a:t>0123456789ABCDEF</a:t>
            </a:r>
            <a:r>
              <a:rPr lang="ko-KR" altLang="en-US" sz="1200" dirty="0"/>
              <a:t>의 </a:t>
            </a:r>
            <a:r>
              <a:rPr lang="en-US" altLang="ko-KR" sz="1200" dirty="0"/>
              <a:t>16</a:t>
            </a:r>
            <a:r>
              <a:rPr lang="ko-KR" altLang="en-US" sz="1200" dirty="0"/>
              <a:t>개로 숫자 표현 및 자리 올림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10</a:t>
            </a:r>
            <a:r>
              <a:rPr lang="ko-KR" altLang="en-US" sz="1200" dirty="0"/>
              <a:t>진수 </a:t>
            </a:r>
            <a:r>
              <a:rPr lang="en-US" altLang="ko-KR" sz="1200" dirty="0"/>
              <a:t>2</a:t>
            </a:r>
            <a:r>
              <a:rPr lang="ko-KR" altLang="en-US" sz="1200" dirty="0"/>
              <a:t>진수 </a:t>
            </a:r>
            <a:r>
              <a:rPr lang="en-US" altLang="ko-KR" sz="1200" dirty="0"/>
              <a:t>16</a:t>
            </a:r>
            <a:r>
              <a:rPr lang="ko-KR" altLang="en-US" sz="1200" dirty="0"/>
              <a:t>진수로 각각 변환 </a:t>
            </a:r>
            <a:r>
              <a:rPr lang="en-US" altLang="ko-KR" sz="1200" dirty="0"/>
              <a:t>..</a:t>
            </a:r>
            <a:r>
              <a:rPr lang="ko-KR" altLang="en-US" sz="1200" dirty="0"/>
              <a:t>간단한 수는 </a:t>
            </a:r>
            <a:r>
              <a:rPr lang="en-US" altLang="ko-KR" sz="1200" dirty="0"/>
              <a:t> </a:t>
            </a:r>
            <a:r>
              <a:rPr lang="ko-KR" altLang="en-US" sz="1200" dirty="0"/>
              <a:t>눈으로 직관적으로 </a:t>
            </a:r>
            <a:r>
              <a:rPr lang="ko-KR" altLang="en-US" sz="1200" dirty="0" err="1"/>
              <a:t>알수있음</a:t>
            </a:r>
            <a:r>
              <a:rPr lang="en-US" altLang="ko-KR" sz="1200" dirty="0"/>
              <a:t>..</a:t>
            </a:r>
            <a:r>
              <a:rPr lang="ko-KR" altLang="en-US" sz="1200" dirty="0" err="1"/>
              <a:t>그외</a:t>
            </a:r>
            <a:r>
              <a:rPr lang="ko-KR" altLang="en-US" sz="1200" dirty="0"/>
              <a:t> 공학 계산기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 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AD68ED3-53DA-7758-1637-8EEBE4C49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531796"/>
              </p:ext>
            </p:extLst>
          </p:nvPr>
        </p:nvGraphicFramePr>
        <p:xfrm>
          <a:off x="4197713" y="3360647"/>
          <a:ext cx="37240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512">
                  <a:extLst>
                    <a:ext uri="{9D8B030D-6E8A-4147-A177-3AD203B41FA5}">
                      <a16:colId xmlns:a16="http://schemas.microsoft.com/office/drawing/2014/main" val="104524613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431180619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96335476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2334808655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05587258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73672051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941867257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757576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377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3D0542-8882-631E-1093-A272A5F2382C}"/>
              </a:ext>
            </a:extLst>
          </p:cNvPr>
          <p:cNvSpPr txBox="1"/>
          <p:nvPr/>
        </p:nvSpPr>
        <p:spPr>
          <a:xfrm>
            <a:off x="3840973" y="818917"/>
            <a:ext cx="4960374" cy="1717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- 2</a:t>
            </a:r>
            <a:r>
              <a:rPr lang="ko-KR" altLang="en-US" sz="1600" dirty="0"/>
              <a:t>진수가 중요한 이유는 컴퓨터는 </a:t>
            </a:r>
            <a:r>
              <a:rPr lang="en-US" altLang="ko-KR" sz="1600" dirty="0"/>
              <a:t>0 1</a:t>
            </a:r>
            <a:r>
              <a:rPr lang="ko-KR" altLang="en-US" sz="1600" dirty="0"/>
              <a:t>로 데이터를 처리 저장하므로 </a:t>
            </a:r>
            <a:r>
              <a:rPr lang="en-US" altLang="ko-KR" sz="1600" dirty="0"/>
              <a:t>2</a:t>
            </a:r>
            <a:r>
              <a:rPr lang="ko-KR" altLang="en-US" sz="1600" dirty="0"/>
              <a:t>진수 개념임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16</a:t>
            </a:r>
            <a:r>
              <a:rPr lang="ko-KR" altLang="en-US" dirty="0"/>
              <a:t>진수가 중요한 이유는 </a:t>
            </a:r>
            <a:r>
              <a:rPr lang="en-US" altLang="ko-KR" dirty="0"/>
              <a:t>2</a:t>
            </a:r>
            <a:r>
              <a:rPr lang="ko-KR" altLang="en-US" dirty="0"/>
              <a:t>진수는 숫자가 너무 </a:t>
            </a:r>
            <a:r>
              <a:rPr lang="ko-KR" altLang="en-US" dirty="0" err="1"/>
              <a:t>길어짐으로</a:t>
            </a:r>
            <a:r>
              <a:rPr lang="ko-KR" altLang="en-US" dirty="0"/>
              <a:t> </a:t>
            </a:r>
            <a:r>
              <a:rPr lang="en-US" altLang="ko-KR" dirty="0"/>
              <a:t>16</a:t>
            </a:r>
            <a:r>
              <a:rPr lang="ko-KR" altLang="en-US" dirty="0"/>
              <a:t>진수로 간략히 표현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13(</a:t>
            </a:r>
            <a:r>
              <a:rPr lang="ko-KR" altLang="en-US" dirty="0"/>
              <a:t>십진수</a:t>
            </a:r>
            <a:r>
              <a:rPr lang="en-US" altLang="ko-KR" dirty="0"/>
              <a:t>) -&gt; 1101b (8+4+1) -&gt; 0x0D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EED7E8A-2C87-3AE3-50A4-4A206B071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386209"/>
              </p:ext>
            </p:extLst>
          </p:nvPr>
        </p:nvGraphicFramePr>
        <p:xfrm>
          <a:off x="4197713" y="2941094"/>
          <a:ext cx="37240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512">
                  <a:extLst>
                    <a:ext uri="{9D8B030D-6E8A-4147-A177-3AD203B41FA5}">
                      <a16:colId xmlns:a16="http://schemas.microsoft.com/office/drawing/2014/main" val="104524613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431180619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96335476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2334808655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05587258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73672051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941867257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757576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377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4578796-DA95-2686-9AD0-CA72D166DF37}"/>
              </a:ext>
            </a:extLst>
          </p:cNvPr>
          <p:cNvSpPr txBox="1"/>
          <p:nvPr/>
        </p:nvSpPr>
        <p:spPr>
          <a:xfrm>
            <a:off x="3834870" y="3885009"/>
            <a:ext cx="5674439" cy="24068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dirty="0"/>
              <a:t>이진수</a:t>
            </a:r>
            <a:r>
              <a:rPr lang="en-US" altLang="ko-KR" dirty="0"/>
              <a:t> 01010010</a:t>
            </a:r>
            <a:r>
              <a:rPr lang="ko-KR" altLang="en-US" dirty="0"/>
              <a:t>은 </a:t>
            </a:r>
            <a:r>
              <a:rPr lang="en-US" altLang="ko-KR" dirty="0"/>
              <a:t>64+16+2 =</a:t>
            </a:r>
            <a:r>
              <a:rPr lang="ko-KR" altLang="en-US" dirty="0"/>
              <a:t>즉 십진수 </a:t>
            </a:r>
            <a:r>
              <a:rPr lang="en-US" altLang="ko-KR" dirty="0"/>
              <a:t>82</a:t>
            </a:r>
          </a:p>
          <a:p>
            <a:endParaRPr lang="en-US" altLang="ko-KR" dirty="0"/>
          </a:p>
          <a:p>
            <a:r>
              <a:rPr lang="en-US" altLang="ko-KR" dirty="0"/>
              <a:t>2)</a:t>
            </a:r>
            <a:r>
              <a:rPr lang="ko-KR" altLang="en-US" dirty="0"/>
              <a:t> 숫자 </a:t>
            </a:r>
            <a:r>
              <a:rPr lang="en-US" altLang="ko-KR" dirty="0"/>
              <a:t>82</a:t>
            </a:r>
            <a:r>
              <a:rPr lang="ko-KR" altLang="en-US" dirty="0"/>
              <a:t>는 메모리에 </a:t>
            </a:r>
            <a:r>
              <a:rPr lang="en-US" altLang="ko-KR" dirty="0"/>
              <a:t>01010010</a:t>
            </a:r>
            <a:r>
              <a:rPr lang="ko-KR" altLang="en-US" dirty="0"/>
              <a:t> 형식으로 저장</a:t>
            </a:r>
            <a:endParaRPr lang="en-US" altLang="ko-KR" dirty="0"/>
          </a:p>
          <a:p>
            <a:r>
              <a:rPr lang="ko-KR" altLang="en-US" dirty="0"/>
              <a:t>즉 </a:t>
            </a:r>
            <a:r>
              <a:rPr lang="en-US" altLang="ko-KR" dirty="0"/>
              <a:t>1byte </a:t>
            </a:r>
            <a:r>
              <a:rPr lang="ko-KR" altLang="en-US" dirty="0"/>
              <a:t>메모리 공간에 이진수 표현으로 저장됨 </a:t>
            </a:r>
            <a:r>
              <a:rPr lang="en-US" altLang="ko-KR" dirty="0"/>
              <a:t>01010010</a:t>
            </a:r>
          </a:p>
          <a:p>
            <a:endParaRPr lang="en-US" altLang="ko-KR" dirty="0"/>
          </a:p>
          <a:p>
            <a:r>
              <a:rPr lang="en-US" altLang="ko-KR" dirty="0"/>
              <a:t>3) </a:t>
            </a:r>
            <a:r>
              <a:rPr lang="ko-KR" altLang="en-US" dirty="0"/>
              <a:t>그런데 </a:t>
            </a:r>
            <a:r>
              <a:rPr lang="en-US" altLang="ko-KR" dirty="0"/>
              <a:t>2</a:t>
            </a:r>
            <a:r>
              <a:rPr lang="ko-KR" altLang="en-US" dirty="0"/>
              <a:t>진수는 너무 숫자가 길어서</a:t>
            </a:r>
            <a:endParaRPr lang="en-US" altLang="ko-KR" dirty="0"/>
          </a:p>
          <a:p>
            <a:r>
              <a:rPr lang="en-US" altLang="ko-KR" dirty="0"/>
              <a:t>  16</a:t>
            </a:r>
            <a:r>
              <a:rPr lang="ko-KR" altLang="en-US" dirty="0"/>
              <a:t>진수 표현하면 </a:t>
            </a:r>
            <a:r>
              <a:rPr lang="en-US" altLang="ko-KR" dirty="0"/>
              <a:t>4</a:t>
            </a:r>
            <a:r>
              <a:rPr lang="ko-KR" altLang="en-US" dirty="0"/>
              <a:t>개씩 묶어 </a:t>
            </a:r>
            <a:endParaRPr lang="en-US" altLang="ko-KR" dirty="0"/>
          </a:p>
          <a:p>
            <a:r>
              <a:rPr lang="en-US" altLang="ko-KR" dirty="0"/>
              <a:t>  0x52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081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628694" y="692149"/>
            <a:ext cx="2938072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컴퓨터 저장공간</a:t>
            </a:r>
            <a:endParaRPr lang="ko-KR" altLang="en-US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현재 </a:t>
            </a:r>
            <a:r>
              <a:rPr lang="en-US" altLang="ko-KR" sz="1200" dirty="0"/>
              <a:t>PC</a:t>
            </a:r>
            <a:r>
              <a:rPr lang="ko-KR" altLang="en-US" sz="1200" dirty="0"/>
              <a:t>는 </a:t>
            </a:r>
            <a:r>
              <a:rPr lang="en-US" altLang="ko-KR" sz="1200" dirty="0"/>
              <a:t>64bit</a:t>
            </a:r>
            <a:r>
              <a:rPr lang="ko-KR" altLang="en-US" sz="1200" dirty="0"/>
              <a:t>로 연산</a:t>
            </a:r>
            <a:r>
              <a:rPr lang="en-US" altLang="ko-KR" sz="1200" dirty="0"/>
              <a:t>…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일반적인 저장단위는 </a:t>
            </a:r>
            <a:r>
              <a:rPr lang="en-US" altLang="ko-KR" sz="1200" dirty="0"/>
              <a:t>byte-&gt; 8bit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즉</a:t>
            </a:r>
            <a:r>
              <a:rPr lang="en-US" altLang="ko-KR" sz="1200" dirty="0"/>
              <a:t> 16</a:t>
            </a:r>
            <a:r>
              <a:rPr lang="ko-KR" altLang="en-US" sz="1200" dirty="0"/>
              <a:t>개 공간에 들어있다 </a:t>
            </a:r>
            <a:r>
              <a:rPr lang="ko-KR" altLang="en-US" sz="1200" dirty="0" err="1"/>
              <a:t>안들어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있다를</a:t>
            </a:r>
            <a:r>
              <a:rPr lang="ko-KR" altLang="en-US" sz="1200" dirty="0"/>
              <a:t> 구분하는 공간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만일</a:t>
            </a:r>
            <a:r>
              <a:rPr lang="en-US" altLang="ko-KR" sz="1200" dirty="0"/>
              <a:t> </a:t>
            </a:r>
            <a:r>
              <a:rPr lang="en-US" altLang="ko-KR" sz="1200" dirty="0" err="1"/>
              <a:t>a~z</a:t>
            </a:r>
            <a:r>
              <a:rPr lang="ko-KR" altLang="en-US" sz="1200" dirty="0"/>
              <a:t>는 저장공간에 </a:t>
            </a:r>
            <a:r>
              <a:rPr lang="en-US" altLang="ko-KR" sz="1200" dirty="0"/>
              <a:t>0x61~0x7a</a:t>
            </a:r>
            <a:r>
              <a:rPr lang="ko-KR" altLang="en-US" sz="1200" dirty="0"/>
              <a:t>로 저장됨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한글은 냠냠</a:t>
            </a:r>
            <a:r>
              <a:rPr lang="en-US" altLang="ko-KR" sz="1200" dirty="0"/>
              <a:t>..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pc</a:t>
            </a:r>
            <a:r>
              <a:rPr lang="ko-KR" altLang="en-US" sz="1200" dirty="0"/>
              <a:t>기준 국가표준 </a:t>
            </a:r>
            <a:r>
              <a:rPr lang="en-US" altLang="ko-KR" sz="1200" dirty="0"/>
              <a:t>KS5601</a:t>
            </a:r>
            <a:r>
              <a:rPr lang="ko-KR" altLang="en-US" sz="1200" dirty="0"/>
              <a:t>로 저장</a:t>
            </a:r>
            <a:br>
              <a:rPr lang="en-US" altLang="ko-KR" sz="1200" dirty="0"/>
            </a:br>
            <a:r>
              <a:rPr lang="en-US" altLang="ko-KR" sz="1200" dirty="0"/>
              <a:t>- but, </a:t>
            </a:r>
            <a:r>
              <a:rPr lang="en-US" altLang="ko-KR" sz="1200" dirty="0" err="1"/>
              <a:t>ms</a:t>
            </a:r>
            <a:r>
              <a:rPr lang="ko-KR" altLang="en-US" sz="1200" dirty="0"/>
              <a:t>님이 </a:t>
            </a:r>
            <a:r>
              <a:rPr lang="en-US" altLang="ko-KR" sz="1200" dirty="0"/>
              <a:t>pc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내마음</a:t>
            </a:r>
            <a:r>
              <a:rPr lang="ko-KR" altLang="en-US" sz="1200" dirty="0"/>
              <a:t> </a:t>
            </a:r>
            <a:r>
              <a:rPr lang="en-US" altLang="ko-KR" sz="1200" dirty="0"/>
              <a:t>ms949</a:t>
            </a:r>
            <a:r>
              <a:rPr lang="ko-KR" altLang="en-US" sz="1200" dirty="0"/>
              <a:t>형식으로 저장하기로</a:t>
            </a:r>
            <a:r>
              <a:rPr lang="en-US" altLang="ko-KR" sz="1200" dirty="0"/>
              <a:t>(</a:t>
            </a:r>
            <a:r>
              <a:rPr lang="ko-KR" altLang="en-US" sz="1200" dirty="0"/>
              <a:t>하지만</a:t>
            </a:r>
            <a:r>
              <a:rPr lang="en-US" altLang="ko-KR" sz="1200" dirty="0"/>
              <a:t> </a:t>
            </a:r>
            <a:r>
              <a:rPr lang="ko-KR" altLang="en-US" sz="1200" dirty="0"/>
              <a:t>둘이 </a:t>
            </a:r>
            <a:r>
              <a:rPr lang="ko-KR" altLang="en-US" sz="1200" dirty="0" err="1"/>
              <a:t>비슷</a:t>
            </a:r>
            <a:r>
              <a:rPr lang="en-US" altLang="ko-KR" sz="1200" dirty="0"/>
              <a:t>) : 2byte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웹이상이 생기며 다국적의 언어를 표현 </a:t>
            </a:r>
            <a:r>
              <a:rPr lang="en-US" altLang="ko-KR" sz="1200" dirty="0"/>
              <a:t>: </a:t>
            </a:r>
            <a:r>
              <a:rPr lang="ko-KR" altLang="en-US" sz="1200" dirty="0"/>
              <a:t>웹에서는 </a:t>
            </a:r>
            <a:r>
              <a:rPr lang="en-US" altLang="ko-KR" sz="1200" dirty="0" err="1"/>
              <a:t>unicode</a:t>
            </a:r>
            <a:r>
              <a:rPr lang="ko-KR" altLang="en-US" sz="1200" dirty="0"/>
              <a:t>체계</a:t>
            </a:r>
            <a:br>
              <a:rPr lang="en-US" altLang="ko-KR" sz="1200" dirty="0"/>
            </a:br>
            <a:r>
              <a:rPr lang="en-US" altLang="ko-KR" sz="1200" dirty="0"/>
              <a:t>UTF-8</a:t>
            </a:r>
            <a:r>
              <a:rPr lang="ko-KR" altLang="en-US" sz="1200" dirty="0"/>
              <a:t>이 가장 보편적 표준</a:t>
            </a: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 dirty="0"/>
              <a:t>    UTF-16</a:t>
            </a:r>
            <a:r>
              <a:rPr lang="ko-KR" altLang="en-US" sz="1200" dirty="0"/>
              <a:t>도 점차 </a:t>
            </a:r>
            <a:r>
              <a:rPr lang="ko-KR" altLang="en-US" sz="1200" dirty="0" err="1"/>
              <a:t>확산중</a:t>
            </a:r>
            <a:endParaRPr lang="en-US" altLang="ko-KR" sz="1200" dirty="0"/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ko-KR" altLang="en-US" sz="1200" dirty="0"/>
              <a:t>현재까지 </a:t>
            </a:r>
            <a:r>
              <a:rPr lang="en-US" altLang="ko-KR" sz="1200" dirty="0" err="1"/>
              <a:t>unicode</a:t>
            </a:r>
            <a:r>
              <a:rPr lang="ko-KR" altLang="en-US" sz="1200" dirty="0"/>
              <a:t>는 </a:t>
            </a:r>
            <a:r>
              <a:rPr lang="en-US" altLang="ko-KR" sz="1200" dirty="0"/>
              <a:t>3byte</a:t>
            </a:r>
            <a:r>
              <a:rPr lang="ko-KR" altLang="en-US" sz="1200" dirty="0"/>
              <a:t>이나 점점 </a:t>
            </a:r>
            <a:r>
              <a:rPr lang="ko-KR" altLang="en-US" sz="1200" dirty="0" err="1"/>
              <a:t>커질수</a:t>
            </a:r>
            <a:r>
              <a:rPr lang="ko-KR" altLang="en-US" sz="1200" dirty="0"/>
              <a:t> 있다</a:t>
            </a:r>
            <a:endParaRPr lang="en-US" altLang="ko-KR" sz="12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38C2EEB-9F59-108A-6643-29074BDC6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08471"/>
              </p:ext>
            </p:extLst>
          </p:nvPr>
        </p:nvGraphicFramePr>
        <p:xfrm>
          <a:off x="3922410" y="871918"/>
          <a:ext cx="372409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5512">
                  <a:extLst>
                    <a:ext uri="{9D8B030D-6E8A-4147-A177-3AD203B41FA5}">
                      <a16:colId xmlns:a16="http://schemas.microsoft.com/office/drawing/2014/main" val="104524613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431180619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96335476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2334808655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05587258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3173672051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941867257"/>
                    </a:ext>
                  </a:extLst>
                </a:gridCol>
                <a:gridCol w="465512">
                  <a:extLst>
                    <a:ext uri="{9D8B030D-6E8A-4147-A177-3AD203B41FA5}">
                      <a16:colId xmlns:a16="http://schemas.microsoft.com/office/drawing/2014/main" val="17575764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83775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4C87C1-A070-FAA4-BA2C-F23F53FFAE58}"/>
              </a:ext>
            </a:extLst>
          </p:cNvPr>
          <p:cNvSpPr txBox="1"/>
          <p:nvPr/>
        </p:nvSpPr>
        <p:spPr>
          <a:xfrm>
            <a:off x="3922410" y="1422526"/>
            <a:ext cx="4603633" cy="634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1byte -&gt; </a:t>
            </a:r>
            <a:r>
              <a:rPr lang="ko-KR" altLang="en-US"/>
              <a:t>위 내용을 이진수 표현하면 </a:t>
            </a:r>
            <a:r>
              <a:rPr lang="en-US" altLang="ko-KR"/>
              <a:t>01010010</a:t>
            </a:r>
          </a:p>
          <a:p>
            <a:r>
              <a:rPr lang="en-US" altLang="ko-KR"/>
              <a:t>16</a:t>
            </a:r>
            <a:r>
              <a:rPr lang="ko-KR" altLang="en-US" err="1"/>
              <a:t>진수표현하면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개씩 묶어 </a:t>
            </a:r>
            <a:r>
              <a:rPr lang="en-US" altLang="ko-KR"/>
              <a:t>0x52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392EA3-228F-A34C-EB50-B49FEC0226D9}"/>
              </a:ext>
            </a:extLst>
          </p:cNvPr>
          <p:cNvSpPr txBox="1"/>
          <p:nvPr/>
        </p:nvSpPr>
        <p:spPr>
          <a:xfrm>
            <a:off x="3922409" y="2393407"/>
            <a:ext cx="4956312" cy="33855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>
                <a:hlinkClick r:id="rId2"/>
              </a:rPr>
              <a:t>https://ko.wikipedia.org/wiki/ASCII</a:t>
            </a:r>
            <a:r>
              <a:rPr lang="ko-KR" altLang="en-US"/>
              <a:t> 아스키 </a:t>
            </a:r>
            <a:r>
              <a:rPr lang="ko-KR" altLang="en-US" err="1"/>
              <a:t>코드표</a:t>
            </a:r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B9E652-014A-D0A6-4578-9FEC09EEA518}"/>
              </a:ext>
            </a:extLst>
          </p:cNvPr>
          <p:cNvSpPr txBox="1"/>
          <p:nvPr/>
        </p:nvSpPr>
        <p:spPr>
          <a:xfrm>
            <a:off x="3922409" y="3065141"/>
            <a:ext cx="5466755" cy="6340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>
                <a:hlinkClick r:id="rId3"/>
              </a:rPr>
              <a:t>https://m.blog.naver.com/weekamp/221497125737</a:t>
            </a:r>
            <a:r>
              <a:rPr lang="ko-KR" altLang="en-US"/>
              <a:t> </a:t>
            </a:r>
            <a:endParaRPr lang="en-US" altLang="ko-KR"/>
          </a:p>
          <a:p>
            <a:r>
              <a:rPr lang="ko-KR" altLang="en-US"/>
              <a:t>참고로 볼만한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6083F0-BBA7-4301-7772-A93A806C6851}"/>
              </a:ext>
            </a:extLst>
          </p:cNvPr>
          <p:cNvSpPr txBox="1"/>
          <p:nvPr/>
        </p:nvSpPr>
        <p:spPr>
          <a:xfrm>
            <a:off x="3922409" y="4196488"/>
            <a:ext cx="4956312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>
                <a:hlinkClick r:id="rId4"/>
              </a:rPr>
              <a:t>https://blog.naver.com/k4722/140024341569</a:t>
            </a:r>
            <a:r>
              <a:rPr lang="ko-KR" altLang="en-US"/>
              <a:t> </a:t>
            </a:r>
            <a:r>
              <a:rPr lang="en-US" altLang="ko-KR"/>
              <a:t>(KSC5601 -ms949, cp949, </a:t>
            </a:r>
            <a:r>
              <a:rPr lang="en-US" altLang="ko-KR" err="1"/>
              <a:t>euc-kr</a:t>
            </a:r>
            <a:r>
              <a:rPr lang="en-US" altLang="ko-KR"/>
              <a:t>) </a:t>
            </a:r>
            <a:r>
              <a:rPr lang="ko-KR" altLang="en-US" err="1"/>
              <a:t>코드표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673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7207C-2AA4-6630-73AA-F928441F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C366B991-1A55-A7F9-FE27-EFE29773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21CAC779-7D70-F251-EB73-E53F638F262A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27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564F182-8F32-8199-B549-46F061C90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C485AE-F61D-E280-EA70-DDA52642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873" y="2159673"/>
            <a:ext cx="3894157" cy="2263336"/>
          </a:xfrm>
          <a:prstGeom prst="rect">
            <a:avLst/>
          </a:prstGeom>
        </p:spPr>
      </p:pic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5CC15638-2FA4-711F-9E8E-AD2FB082FC62}"/>
              </a:ext>
            </a:extLst>
          </p:cNvPr>
          <p:cNvSpPr/>
          <p:nvPr/>
        </p:nvSpPr>
        <p:spPr bwMode="auto">
          <a:xfrm>
            <a:off x="1986647" y="1261839"/>
            <a:ext cx="558581" cy="308880"/>
          </a:xfrm>
          <a:prstGeom prst="flowChartAlternate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시작 </a:t>
            </a:r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07E40B7C-594F-CE7D-CA2F-174AB6350741}"/>
              </a:ext>
            </a:extLst>
          </p:cNvPr>
          <p:cNvSpPr/>
          <p:nvPr/>
        </p:nvSpPr>
        <p:spPr bwMode="auto">
          <a:xfrm>
            <a:off x="1338320" y="2048096"/>
            <a:ext cx="1865640" cy="279180"/>
          </a:xfrm>
          <a:prstGeom prst="flowChart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i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저장소에 </a:t>
            </a:r>
            <a:r>
              <a:rPr kumimoji="0" lang="en-US" altLang="ko-K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0</a:t>
            </a: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넣음</a:t>
            </a:r>
          </a:p>
        </p:txBody>
      </p:sp>
      <p:sp>
        <p:nvSpPr>
          <p:cNvPr id="5" name="순서도: 처리 4">
            <a:extLst>
              <a:ext uri="{FF2B5EF4-FFF2-40B4-BE49-F238E27FC236}">
                <a16:creationId xmlns:a16="http://schemas.microsoft.com/office/drawing/2014/main" id="{2CA5B11B-7C3C-52E8-40C3-B4D8BB4E72C1}"/>
              </a:ext>
            </a:extLst>
          </p:cNvPr>
          <p:cNvSpPr/>
          <p:nvPr/>
        </p:nvSpPr>
        <p:spPr bwMode="auto">
          <a:xfrm>
            <a:off x="909797" y="2741360"/>
            <a:ext cx="2730879" cy="463846"/>
          </a:xfrm>
          <a:prstGeom prst="flowChart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i</a:t>
            </a:r>
            <a:r>
              <a:rPr lang="ko-KR" altLang="en-US" sz="12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저장소 값에 </a:t>
            </a:r>
            <a:r>
              <a:rPr lang="en-US" altLang="ko-KR" sz="12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1</a:t>
            </a:r>
            <a:r>
              <a:rPr lang="ko-KR" altLang="en-US" sz="12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을 더해서 다시 </a:t>
            </a:r>
            <a:r>
              <a:rPr lang="en-US" altLang="ko-KR" sz="1200" b="0" dirty="0" err="1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i</a:t>
            </a:r>
            <a:r>
              <a:rPr lang="ko-KR" altLang="en-US" sz="12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저장소에 넣기</a:t>
            </a:r>
            <a:endParaRPr kumimoji="0" lang="ko-KR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1E06DA6D-7953-DBA1-98B4-264A1DD95BFE}"/>
              </a:ext>
            </a:extLst>
          </p:cNvPr>
          <p:cNvSpPr/>
          <p:nvPr/>
        </p:nvSpPr>
        <p:spPr bwMode="auto">
          <a:xfrm>
            <a:off x="1723133" y="3605346"/>
            <a:ext cx="1163201" cy="402291"/>
          </a:xfrm>
          <a:prstGeom prst="flowChart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i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 </a:t>
            </a:r>
            <a:r>
              <a:rPr lang="ko-KR" altLang="en-US" sz="2000" b="0" dirty="0">
                <a:solidFill>
                  <a:schemeClr val="tx1"/>
                </a:solidFill>
                <a:latin typeface="Arial" charset="0"/>
                <a:ea typeface="가는각진제목체" pitchFamily="18" charset="-127"/>
              </a:rPr>
              <a:t>값 인쇄</a:t>
            </a:r>
            <a:endParaRPr kumimoji="0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D5CBA684-E1E3-C6C7-7A7D-910757A43971}"/>
              </a:ext>
            </a:extLst>
          </p:cNvPr>
          <p:cNvSpPr/>
          <p:nvPr/>
        </p:nvSpPr>
        <p:spPr bwMode="auto">
          <a:xfrm>
            <a:off x="1324363" y="4366365"/>
            <a:ext cx="1883151" cy="493441"/>
          </a:xfrm>
          <a:prstGeom prst="flowChartDecision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 </a:t>
            </a:r>
            <a:r>
              <a:rPr kumimoji="0" lang="en-US" altLang="ko-KR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i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가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100</a:t>
            </a:r>
            <a:r>
              <a:rPr kumimoji="0" lang="ko-KR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인가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?</a:t>
            </a:r>
            <a:endParaRPr kumimoji="0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가는각진제목체" pitchFamily="18" charset="-127"/>
            </a:endParaRPr>
          </a:p>
        </p:txBody>
      </p:sp>
      <p:sp>
        <p:nvSpPr>
          <p:cNvPr id="11" name="순서도: 대체 처리 10">
            <a:extLst>
              <a:ext uri="{FF2B5EF4-FFF2-40B4-BE49-F238E27FC236}">
                <a16:creationId xmlns:a16="http://schemas.microsoft.com/office/drawing/2014/main" id="{2A3987C6-01EF-B7A4-8C5F-90F240CF8FDC}"/>
              </a:ext>
            </a:extLst>
          </p:cNvPr>
          <p:cNvSpPr/>
          <p:nvPr/>
        </p:nvSpPr>
        <p:spPr bwMode="auto">
          <a:xfrm>
            <a:off x="2120253" y="5337541"/>
            <a:ext cx="364861" cy="308880"/>
          </a:xfrm>
          <a:prstGeom prst="flowChartAlternateProcess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tabLst/>
            </a:pPr>
            <a:r>
              <a:rPr kumimoji="0" lang="ko-KR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가는각진제목체" pitchFamily="18" charset="-127"/>
              </a:rPr>
              <a:t>끝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E6C75BB-27D6-B920-84F2-2AA26DF5CA53}"/>
              </a:ext>
            </a:extLst>
          </p:cNvPr>
          <p:cNvCxnSpPr>
            <a:stCxn id="2" idx="2"/>
            <a:endCxn id="3" idx="0"/>
          </p:cNvCxnSpPr>
          <p:nvPr/>
        </p:nvCxnSpPr>
        <p:spPr bwMode="auto">
          <a:xfrm>
            <a:off x="2265938" y="1570719"/>
            <a:ext cx="5202" cy="477377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64E52EE-90D7-D751-BF09-917C03A029F3}"/>
              </a:ext>
            </a:extLst>
          </p:cNvPr>
          <p:cNvCxnSpPr>
            <a:cxnSpLocks/>
          </p:cNvCxnSpPr>
          <p:nvPr/>
        </p:nvCxnSpPr>
        <p:spPr bwMode="auto">
          <a:xfrm>
            <a:off x="2300636" y="2327276"/>
            <a:ext cx="4097" cy="414084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53C22C0-6841-D7E9-9BD5-B637086752E2}"/>
              </a:ext>
            </a:extLst>
          </p:cNvPr>
          <p:cNvCxnSpPr>
            <a:cxnSpLocks/>
          </p:cNvCxnSpPr>
          <p:nvPr/>
        </p:nvCxnSpPr>
        <p:spPr bwMode="auto">
          <a:xfrm>
            <a:off x="2296539" y="3216068"/>
            <a:ext cx="4097" cy="414084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3614B52-0186-B95F-8C6A-2086D79A165D}"/>
              </a:ext>
            </a:extLst>
          </p:cNvPr>
          <p:cNvCxnSpPr>
            <a:cxnSpLocks/>
          </p:cNvCxnSpPr>
          <p:nvPr/>
        </p:nvCxnSpPr>
        <p:spPr bwMode="auto">
          <a:xfrm>
            <a:off x="2304733" y="3966225"/>
            <a:ext cx="4097" cy="414084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46D4D0E-13E6-ECC6-4F99-7EFCF3BBAA26}"/>
              </a:ext>
            </a:extLst>
          </p:cNvPr>
          <p:cNvCxnSpPr>
            <a:cxnSpLocks/>
          </p:cNvCxnSpPr>
          <p:nvPr/>
        </p:nvCxnSpPr>
        <p:spPr bwMode="auto">
          <a:xfrm>
            <a:off x="2294901" y="4840332"/>
            <a:ext cx="4097" cy="414084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1780" name="직선 화살표 연결선 331779">
            <a:extLst>
              <a:ext uri="{FF2B5EF4-FFF2-40B4-BE49-F238E27FC236}">
                <a16:creationId xmlns:a16="http://schemas.microsoft.com/office/drawing/2014/main" id="{F8BB1E93-D25F-0004-676F-B08481E06E21}"/>
              </a:ext>
            </a:extLst>
          </p:cNvPr>
          <p:cNvCxnSpPr/>
          <p:nvPr/>
        </p:nvCxnSpPr>
        <p:spPr bwMode="auto">
          <a:xfrm>
            <a:off x="550606" y="2534318"/>
            <a:ext cx="1744295" cy="0"/>
          </a:xfrm>
          <a:prstGeom prst="straightConnector1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1783" name="직선 연결선 331782">
            <a:extLst>
              <a:ext uri="{FF2B5EF4-FFF2-40B4-BE49-F238E27FC236}">
                <a16:creationId xmlns:a16="http://schemas.microsoft.com/office/drawing/2014/main" id="{8336463B-E7E7-A24E-5084-148369A31E21}"/>
              </a:ext>
            </a:extLst>
          </p:cNvPr>
          <p:cNvCxnSpPr/>
          <p:nvPr/>
        </p:nvCxnSpPr>
        <p:spPr bwMode="auto">
          <a:xfrm>
            <a:off x="589935" y="2534318"/>
            <a:ext cx="0" cy="2078767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1785" name="직선 연결선 331784">
            <a:extLst>
              <a:ext uri="{FF2B5EF4-FFF2-40B4-BE49-F238E27FC236}">
                <a16:creationId xmlns:a16="http://schemas.microsoft.com/office/drawing/2014/main" id="{00077558-9791-AB85-5281-A1D14412493F}"/>
              </a:ext>
            </a:extLst>
          </p:cNvPr>
          <p:cNvCxnSpPr>
            <a:endCxn id="9" idx="1"/>
          </p:cNvCxnSpPr>
          <p:nvPr/>
        </p:nvCxnSpPr>
        <p:spPr bwMode="auto">
          <a:xfrm>
            <a:off x="550606" y="4613085"/>
            <a:ext cx="773757" cy="1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1786" name="TextBox 331785">
            <a:extLst>
              <a:ext uri="{FF2B5EF4-FFF2-40B4-BE49-F238E27FC236}">
                <a16:creationId xmlns:a16="http://schemas.microsoft.com/office/drawing/2014/main" id="{DE649711-72C9-B978-A5FC-CF0355D626C6}"/>
              </a:ext>
            </a:extLst>
          </p:cNvPr>
          <p:cNvSpPr txBox="1"/>
          <p:nvPr/>
        </p:nvSpPr>
        <p:spPr>
          <a:xfrm>
            <a:off x="2310216" y="4863422"/>
            <a:ext cx="446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/>
              <a:t>yes</a:t>
            </a:r>
            <a:endParaRPr lang="ko-KR" altLang="en-US" sz="1400" b="0" dirty="0"/>
          </a:p>
        </p:txBody>
      </p:sp>
      <p:sp>
        <p:nvSpPr>
          <p:cNvPr id="331787" name="TextBox 331786">
            <a:extLst>
              <a:ext uri="{FF2B5EF4-FFF2-40B4-BE49-F238E27FC236}">
                <a16:creationId xmlns:a16="http://schemas.microsoft.com/office/drawing/2014/main" id="{1F7B63AD-2591-7550-595C-697C71EEF193}"/>
              </a:ext>
            </a:extLst>
          </p:cNvPr>
          <p:cNvSpPr txBox="1"/>
          <p:nvPr/>
        </p:nvSpPr>
        <p:spPr>
          <a:xfrm>
            <a:off x="785430" y="4249855"/>
            <a:ext cx="429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0" dirty="0"/>
              <a:t>No</a:t>
            </a:r>
            <a:endParaRPr lang="ko-KR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034892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C2A8-6BB9-4814-A56F-964100EAA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96AFA9F0-1868-4751-CCA5-28564C4D4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8DD46194-019A-C1B4-B93A-259A5EE5D8EB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28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1144B51-5B68-ADCB-CA22-1FEC7916B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1625E376-7883-DDC3-FC95-3F315515A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94" y="763268"/>
            <a:ext cx="3303226" cy="1596349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일단 기본적 프로그램 모양</a:t>
            </a:r>
            <a:endParaRPr lang="en-US" altLang="ko-KR" sz="1600" dirty="0"/>
          </a:p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무언가 에러가 나면</a:t>
            </a:r>
            <a:r>
              <a:rPr lang="en-US" altLang="ko-KR" sz="1600" dirty="0"/>
              <a:t>, </a:t>
            </a:r>
            <a:r>
              <a:rPr lang="ko-KR" altLang="en-US" sz="1600" dirty="0"/>
              <a:t>고치고 다시 실행하고</a:t>
            </a:r>
            <a:r>
              <a:rPr lang="en-US" altLang="ko-KR" sz="1600" dirty="0"/>
              <a:t>…</a:t>
            </a:r>
          </a:p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아래 에러 있어</a:t>
            </a:r>
            <a:r>
              <a:rPr lang="en-US" altLang="ko-KR" sz="1600" dirty="0"/>
              <a:t>..</a:t>
            </a:r>
            <a:r>
              <a:rPr lang="ko-KR" altLang="en-US" sz="1600" dirty="0"/>
              <a:t>찾아라</a:t>
            </a:r>
            <a:endParaRPr lang="en-US" altLang="ko-K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70293-9EB3-7531-E8BF-A7B61BFC9539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62EA7B-D858-099D-6879-F7267244D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33" y="2614273"/>
            <a:ext cx="7750212" cy="39246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19FCE7-D9B9-F026-DB9C-A6E94C7C6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8450" y="350937"/>
            <a:ext cx="3894157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92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29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196894" y="763269"/>
            <a:ext cx="3303226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변수</a:t>
            </a:r>
            <a:endParaRPr lang="en-US" altLang="ko-KR" sz="16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저장공간</a:t>
            </a:r>
            <a:r>
              <a:rPr lang="en-US" altLang="ko-KR" sz="1200"/>
              <a:t>.. </a:t>
            </a:r>
            <a:r>
              <a:rPr lang="ko-KR" altLang="en-US" sz="1200" err="1"/>
              <a:t>연산등</a:t>
            </a:r>
            <a:r>
              <a:rPr lang="ko-KR" altLang="en-US" sz="1200"/>
              <a:t> 처리에는 저장공간이 필요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Assignment : </a:t>
            </a:r>
            <a:r>
              <a:rPr lang="ko-KR" altLang="en-US" sz="1200"/>
              <a:t>변수 등에</a:t>
            </a:r>
            <a:r>
              <a:rPr lang="en-US" altLang="ko-KR" sz="1200"/>
              <a:t> </a:t>
            </a:r>
            <a:r>
              <a:rPr lang="ko-KR" altLang="en-US" sz="1200"/>
              <a:t>값을 집어 넣는다</a:t>
            </a:r>
            <a:r>
              <a:rPr lang="en-US" altLang="ko-KR" sz="1200"/>
              <a:t>. </a:t>
            </a:r>
          </a:p>
          <a:p>
            <a:pPr marL="0" indent="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</a:pPr>
            <a:r>
              <a:rPr lang="en-US" altLang="ko-KR" sz="1200"/>
              <a:t> - 1+2+3+4 </a:t>
            </a:r>
            <a:r>
              <a:rPr lang="ko-KR" altLang="en-US" sz="1200"/>
              <a:t>를 처리한다면 </a:t>
            </a:r>
            <a:r>
              <a:rPr lang="en-US" altLang="ko-KR" sz="1200"/>
              <a:t>1+2</a:t>
            </a:r>
            <a:r>
              <a:rPr lang="ko-KR" altLang="en-US" sz="1200"/>
              <a:t>를 </a:t>
            </a:r>
            <a:r>
              <a:rPr lang="ko-KR" altLang="en-US" sz="1200" err="1"/>
              <a:t>처리한것을</a:t>
            </a:r>
            <a:r>
              <a:rPr lang="ko-KR" altLang="en-US" sz="1200"/>
              <a:t> 임시공간</a:t>
            </a:r>
            <a:r>
              <a:rPr lang="en-US" altLang="ko-KR" sz="1200"/>
              <a:t>(3)</a:t>
            </a:r>
            <a:r>
              <a:rPr lang="ko-KR" altLang="en-US" sz="1200"/>
              <a:t>에 넣고 그 임시공간과</a:t>
            </a:r>
            <a:r>
              <a:rPr lang="en-US" altLang="ko-KR" sz="1200"/>
              <a:t>+3</a:t>
            </a:r>
            <a:r>
              <a:rPr lang="ko-KR" altLang="en-US" sz="1200" err="1"/>
              <a:t>을더해서</a:t>
            </a:r>
            <a:r>
              <a:rPr lang="ko-KR" altLang="en-US" sz="1200"/>
              <a:t> 결과를 임시공간</a:t>
            </a:r>
            <a:r>
              <a:rPr lang="en-US" altLang="ko-KR" sz="1200"/>
              <a:t>(6)</a:t>
            </a:r>
            <a:r>
              <a:rPr lang="ko-KR" altLang="en-US" sz="1200"/>
              <a:t>에 넣고 다시 그 임시공간과 </a:t>
            </a:r>
            <a:r>
              <a:rPr lang="en-US" altLang="ko-KR" sz="1200"/>
              <a:t>4</a:t>
            </a:r>
            <a:r>
              <a:rPr lang="ko-KR" altLang="en-US" sz="1200"/>
              <a:t>를 더하는 과정으로 최종 </a:t>
            </a:r>
            <a:r>
              <a:rPr lang="en-US" altLang="ko-KR" sz="1200"/>
              <a:t>10</a:t>
            </a:r>
            <a:r>
              <a:rPr lang="ko-KR" altLang="en-US" sz="1200"/>
              <a:t>이 되는 것이다</a:t>
            </a:r>
            <a:r>
              <a:rPr lang="en-US" altLang="ko-KR" sz="120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컴퓨팅작업 성격상 크게 숫자형</a:t>
            </a:r>
            <a:r>
              <a:rPr lang="en-US" altLang="ko-KR" sz="1200"/>
              <a:t>. </a:t>
            </a:r>
            <a:r>
              <a:rPr lang="ko-KR" altLang="en-US" sz="1200"/>
              <a:t>문자형 형태의 저장공간</a:t>
            </a:r>
            <a:r>
              <a:rPr lang="en-US" altLang="ko-KR" sz="1200"/>
              <a:t>, </a:t>
            </a:r>
            <a:r>
              <a:rPr lang="ko-KR" altLang="en-US" sz="1200"/>
              <a:t>숫자형은 정수형과 실수형</a:t>
            </a:r>
            <a:r>
              <a:rPr lang="en-US" altLang="ko-KR" sz="1200"/>
              <a:t>(</a:t>
            </a:r>
            <a:r>
              <a:rPr lang="ko-KR" altLang="en-US" sz="1200"/>
              <a:t>플로트</a:t>
            </a:r>
            <a:r>
              <a:rPr lang="en-US" altLang="ko-KR" sz="1200"/>
              <a:t>,</a:t>
            </a:r>
            <a:r>
              <a:rPr lang="ko-KR" altLang="en-US" sz="1200"/>
              <a:t>더블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변수는 선언하여야 한다</a:t>
            </a:r>
            <a:r>
              <a:rPr lang="en-US" altLang="ko-KR" sz="1200"/>
              <a:t>(</a:t>
            </a:r>
            <a:r>
              <a:rPr lang="ko-KR" altLang="en-US" sz="1200"/>
              <a:t>프로그램에 따라 관대</a:t>
            </a:r>
            <a:r>
              <a:rPr lang="en-US" altLang="ko-KR" sz="1200"/>
              <a:t>.. C</a:t>
            </a:r>
            <a:r>
              <a:rPr lang="ko-KR" altLang="en-US" sz="1200"/>
              <a:t>반드시 앞에</a:t>
            </a:r>
            <a:r>
              <a:rPr lang="en-US" altLang="ko-KR" sz="1200"/>
              <a:t>, java</a:t>
            </a:r>
            <a:r>
              <a:rPr lang="ko-KR" altLang="en-US" sz="1200"/>
              <a:t> 중간에 </a:t>
            </a:r>
            <a:r>
              <a:rPr lang="ko-KR" altLang="en-US" sz="1200" err="1"/>
              <a:t>막선언</a:t>
            </a:r>
            <a:r>
              <a:rPr lang="en-US" altLang="ko-KR" sz="1200"/>
              <a:t>, python </a:t>
            </a:r>
            <a:r>
              <a:rPr lang="ko-KR" altLang="en-US" sz="1200"/>
              <a:t>선언은 </a:t>
            </a:r>
            <a:r>
              <a:rPr lang="ko-KR" altLang="en-US" sz="1200" err="1"/>
              <a:t>안하더라도</a:t>
            </a:r>
            <a:r>
              <a:rPr lang="ko-KR" altLang="en-US" sz="1200"/>
              <a:t> 처음 </a:t>
            </a:r>
            <a:r>
              <a:rPr lang="ko-KR" altLang="en-US" sz="1200" err="1"/>
              <a:t>저장시</a:t>
            </a:r>
            <a:r>
              <a:rPr lang="ko-KR" altLang="en-US" sz="1200"/>
              <a:t> 변수형이 결정</a:t>
            </a:r>
            <a:r>
              <a:rPr lang="en-US" altLang="ko-KR" sz="1200"/>
              <a:t>)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이름규칙</a:t>
            </a:r>
            <a:r>
              <a:rPr lang="en-US" altLang="ko-KR" sz="1200"/>
              <a:t>, </a:t>
            </a:r>
            <a:r>
              <a:rPr lang="ko-KR" altLang="en-US" sz="1200" err="1"/>
              <a:t>오버플로</a:t>
            </a:r>
            <a:r>
              <a:rPr lang="en-US" altLang="ko-KR" sz="1200"/>
              <a:t>, </a:t>
            </a:r>
            <a:r>
              <a:rPr lang="ko-KR" altLang="en-US" sz="1200" err="1"/>
              <a:t>형변환</a:t>
            </a:r>
            <a:r>
              <a:rPr lang="en-US" altLang="ko-KR" sz="1200"/>
              <a:t>, </a:t>
            </a:r>
            <a:r>
              <a:rPr lang="ko-KR" altLang="en-US" sz="1200"/>
              <a:t>변수에서 발전된 </a:t>
            </a:r>
            <a:r>
              <a:rPr lang="en-US" altLang="ko-KR" sz="1200"/>
              <a:t>class</a:t>
            </a:r>
            <a:r>
              <a:rPr lang="ko-KR" altLang="en-US" sz="1200"/>
              <a:t>형 변수</a:t>
            </a:r>
            <a:r>
              <a:rPr lang="en-US" altLang="ko-KR" sz="1200"/>
              <a:t>(String, Integer), Array </a:t>
            </a:r>
            <a:r>
              <a:rPr lang="en-US" altLang="ko-KR" sz="1200" err="1"/>
              <a:t>Arraylist</a:t>
            </a:r>
            <a:r>
              <a:rPr lang="ko-KR" altLang="en-US" sz="1200"/>
              <a:t>는 특별한 저장공간으로 자료형으로 본다</a:t>
            </a:r>
            <a:r>
              <a:rPr lang="en-US" altLang="ko-KR" sz="120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1A4DDB-5C10-A0AE-9A3D-7CF08043B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237" y="1052098"/>
            <a:ext cx="3988005" cy="37784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5D83FC-1DAF-C17A-5286-3D2F2C754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31" y="3937596"/>
            <a:ext cx="723937" cy="149232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D7D1E2-A5DF-D79E-91E0-7EE03003532E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E0AB4-2CA2-3890-63EF-E32F05EB7BEA}"/>
              </a:ext>
            </a:extLst>
          </p:cNvPr>
          <p:cNvSpPr txBox="1"/>
          <p:nvPr/>
        </p:nvSpPr>
        <p:spPr>
          <a:xfrm rot="1095817">
            <a:off x="6055295" y="563267"/>
            <a:ext cx="4105611" cy="1520416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이후 </a:t>
            </a:r>
            <a:r>
              <a:rPr lang="ko-KR" altLang="en-US" dirty="0" err="1">
                <a:solidFill>
                  <a:srgbClr val="FF0000"/>
                </a:solidFill>
              </a:rPr>
              <a:t>배울것을</a:t>
            </a:r>
            <a:r>
              <a:rPr lang="ko-KR" altLang="en-US" dirty="0">
                <a:solidFill>
                  <a:srgbClr val="FF0000"/>
                </a:solidFill>
              </a:rPr>
              <a:t> 두서없이 따라해 </a:t>
            </a:r>
            <a:r>
              <a:rPr lang="ko-KR" altLang="en-US" dirty="0" err="1">
                <a:solidFill>
                  <a:srgbClr val="FF0000"/>
                </a:solidFill>
              </a:rPr>
              <a:t>보는것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변수는 설명을 듣고 해보자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지금 첫날 </a:t>
            </a:r>
            <a:r>
              <a:rPr lang="ko-KR" altLang="en-US" dirty="0" err="1">
                <a:solidFill>
                  <a:srgbClr val="FF0000"/>
                </a:solidFill>
              </a:rPr>
              <a:t>그냥해보고</a:t>
            </a:r>
            <a:r>
              <a:rPr lang="ko-KR" altLang="en-US" dirty="0">
                <a:solidFill>
                  <a:srgbClr val="FF0000"/>
                </a:solidFill>
              </a:rPr>
              <a:t> 필기해보고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ppt</a:t>
            </a:r>
            <a:r>
              <a:rPr lang="ko-KR" altLang="en-US" dirty="0">
                <a:solidFill>
                  <a:srgbClr val="FF0000"/>
                </a:solidFill>
              </a:rPr>
              <a:t>작성해보고</a:t>
            </a:r>
            <a:r>
              <a:rPr lang="en-US" altLang="ko-KR" dirty="0">
                <a:solidFill>
                  <a:srgbClr val="FF0000"/>
                </a:solidFill>
              </a:rPr>
              <a:t>..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이것 </a:t>
            </a:r>
            <a:r>
              <a:rPr lang="ko-KR" altLang="en-US" dirty="0" err="1">
                <a:solidFill>
                  <a:srgbClr val="FF0000"/>
                </a:solidFill>
              </a:rPr>
              <a:t>진도나가는</a:t>
            </a:r>
            <a:r>
              <a:rPr lang="ko-KR" altLang="en-US" dirty="0">
                <a:solidFill>
                  <a:srgbClr val="FF0000"/>
                </a:solidFill>
              </a:rPr>
              <a:t> 날 또 다시 배우고 해본다</a:t>
            </a:r>
          </a:p>
        </p:txBody>
      </p:sp>
    </p:spTree>
    <p:extLst>
      <p:ext uri="{BB962C8B-B14F-4D97-AF65-F5344CB8AC3E}">
        <p14:creationId xmlns:p14="http://schemas.microsoft.com/office/powerpoint/2010/main" val="2162322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4DC04-FBF5-000F-C5C7-E4378FE0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FA69CC28-DD68-895E-2E74-4E379892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FA034B00-F4D7-9296-0288-E7F09E0BC6AB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30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30E8E63-5958-FF51-2991-89B8BD1B3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5">
                <a:extLst>
                  <a:ext uri="{FF2B5EF4-FFF2-40B4-BE49-F238E27FC236}">
                    <a16:creationId xmlns:a16="http://schemas.microsoft.com/office/drawing/2014/main" id="{9A54F100-EAD0-8C3A-DE58-ED5EFCDE3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94" y="763269"/>
                <a:ext cx="2382804" cy="561364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9333" tIns="64666" rIns="129333" bIns="64666">
                <a:noAutofit/>
              </a:bodyPr>
              <a:lstStyle>
                <a:lvl1pPr marL="180975" indent="-180975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1pPr>
                <a:lvl2pPr marL="742950" indent="-28575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2pPr>
                <a:lvl3pPr marL="11430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3pPr>
                <a:lvl4pPr marL="16002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4pPr>
                <a:lvl5pPr marL="2057400" indent="-228600" eaLnBrk="0" hangingPunct="0"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</a:defRPr>
                </a:lvl9pPr>
              </a:lstStyle>
              <a:p>
                <a:pPr marL="285750" indent="-285750"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연산</a:t>
                </a:r>
                <a:endParaRPr lang="en-US" altLang="ko-KR" sz="16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사칙연산 </a:t>
                </a:r>
                <a:r>
                  <a:rPr lang="en-US" altLang="ko-KR" sz="1200" dirty="0"/>
                  <a:t>(+ - * /)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/>
                  <a:t>주의사항 </a:t>
                </a:r>
                <a:r>
                  <a:rPr lang="en-US" altLang="ko-KR" sz="1200" dirty="0"/>
                  <a:t>: </a:t>
                </a:r>
                <a:r>
                  <a:rPr lang="ko-KR" altLang="en-US" sz="1200" dirty="0"/>
                  <a:t>사칙연산의 순서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표현법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정수 실수형에 따른 처리결과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연산오차</a:t>
                </a:r>
                <a:r>
                  <a:rPr lang="en-US" altLang="ko-KR" sz="1200" dirty="0"/>
                  <a:t>,  </a:t>
                </a:r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ko-KR" altLang="en-US" sz="1200" dirty="0" err="1"/>
                  <a:t>부울연산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비트연산도 있다</a:t>
                </a: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ko-KR" sz="12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altLang="ko-KR" sz="12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altLang="ko-KR" sz="1200" i="1" smtClean="0">
                                <a:latin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2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altLang="ko-KR" sz="1200" dirty="0"/>
              </a:p>
              <a:p>
                <a:pPr eaLnBrk="1" latinLnBrk="0" hangingPunct="1">
                  <a:lnSpc>
                    <a:spcPct val="130000"/>
                  </a:lnSpc>
                  <a:spcBef>
                    <a:spcPct val="50000"/>
                  </a:spcBef>
                  <a:buClr>
                    <a:srgbClr val="54158D"/>
                  </a:buClr>
                  <a:buFont typeface="Wingdings" panose="05000000000000000000" pitchFamily="2" charset="2"/>
                  <a:buChar char="§"/>
                </a:pPr>
                <a:r>
                  <a:rPr lang="en-US" altLang="ko-KR" sz="1200" dirty="0"/>
                  <a:t>x= ( -1*b + </a:t>
                </a:r>
                <a:r>
                  <a:rPr lang="en-US" altLang="ko-KR" sz="1200" dirty="0" err="1"/>
                  <a:t>Math.sqrt</a:t>
                </a:r>
                <a:r>
                  <a:rPr lang="en-US" altLang="ko-KR" sz="1200" dirty="0"/>
                  <a:t>( </a:t>
                </a:r>
                <a:r>
                  <a:rPr lang="en-US" altLang="ko-KR" sz="1200" dirty="0" err="1"/>
                  <a:t>Math.pow</a:t>
                </a:r>
                <a:r>
                  <a:rPr lang="en-US" altLang="ko-KR" sz="1200" dirty="0"/>
                  <a:t>(b,2) – (4*a*c))) / 2*a ; </a:t>
                </a:r>
              </a:p>
            </p:txBody>
          </p:sp>
        </mc:Choice>
        <mc:Fallback xmlns="">
          <p:sp>
            <p:nvSpPr>
              <p:cNvPr id="27" name="Text Box 5">
                <a:extLst>
                  <a:ext uri="{FF2B5EF4-FFF2-40B4-BE49-F238E27FC236}">
                    <a16:creationId xmlns:a16="http://schemas.microsoft.com/office/drawing/2014/main" id="{9A54F100-EAD0-8C3A-DE58-ED5EFCDE3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894" y="763269"/>
                <a:ext cx="2382804" cy="5613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F41A13ED-D714-7ABC-968A-A9B4ED8FD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698" y="682498"/>
            <a:ext cx="3922790" cy="25112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E0D8CB-AD40-C863-EAC5-A592A0718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5032" y="946805"/>
            <a:ext cx="3684074" cy="3131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97E4F58-E1D0-3C74-0D61-5872FB02F3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7173" y="4186268"/>
            <a:ext cx="6197919" cy="16828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50CAD8-F016-7293-532E-80E9FB294503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59F71-80A0-AD34-0F92-F2D38BD1851E}"/>
              </a:ext>
            </a:extLst>
          </p:cNvPr>
          <p:cNvSpPr txBox="1"/>
          <p:nvPr/>
        </p:nvSpPr>
        <p:spPr>
          <a:xfrm rot="1095817">
            <a:off x="6459386" y="285498"/>
            <a:ext cx="80021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해본다</a:t>
            </a:r>
          </a:p>
        </p:txBody>
      </p:sp>
    </p:spTree>
    <p:extLst>
      <p:ext uri="{BB962C8B-B14F-4D97-AF65-F5344CB8AC3E}">
        <p14:creationId xmlns:p14="http://schemas.microsoft.com/office/powerpoint/2010/main" val="317010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9DF8B-C054-69F9-7107-F8C30B03C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086C03B0-0CBA-F276-7DD9-69C96221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A4E29CF1-C999-E4A5-AF49-0D5F20A04C24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31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F5C04D-C69F-751E-2EA1-834431066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E8B84828-A0C6-FD95-2181-BE10B9235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94" y="763269"/>
            <a:ext cx="2382804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선택</a:t>
            </a:r>
            <a:r>
              <a:rPr lang="en-US" altLang="ko-KR" sz="160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If</a:t>
            </a:r>
            <a:r>
              <a:rPr lang="ko-KR" altLang="en-US" sz="1200"/>
              <a:t>문 가장 많이 사용</a:t>
            </a:r>
            <a:r>
              <a:rPr lang="en-US" altLang="ko-KR" sz="120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때로는 </a:t>
            </a:r>
            <a:r>
              <a:rPr lang="en-US" altLang="ko-KR" sz="1200"/>
              <a:t>case/switch</a:t>
            </a:r>
            <a:r>
              <a:rPr lang="ko-KR" altLang="en-US" sz="1200"/>
              <a:t>문</a:t>
            </a:r>
            <a:r>
              <a:rPr lang="en-US" altLang="ko-KR" sz="120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필요한 처리를 선택하여 처리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처리문장이 하나면 블록표시 생략 가능 많으면 블록을 </a:t>
            </a:r>
            <a:r>
              <a:rPr lang="en-US" altLang="ko-KR" sz="1200"/>
              <a:t>{ } </a:t>
            </a:r>
            <a:r>
              <a:rPr lang="ko-KR" altLang="en-US" sz="1200"/>
              <a:t>표시하여 처리</a:t>
            </a:r>
            <a:endParaRPr lang="en-US" altLang="ko-KR" sz="12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B91095-5D44-5635-E58B-6DF1E8517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598" y="818917"/>
            <a:ext cx="4940554" cy="229246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1A2ADE2-7192-A945-BC3B-8F769940E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123" y="2758622"/>
            <a:ext cx="4057983" cy="36836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FE0958-0E73-1C55-EC18-9F761D405688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302E5E-5AF5-46D1-A1FC-62D8597DAD64}"/>
              </a:ext>
            </a:extLst>
          </p:cNvPr>
          <p:cNvSpPr txBox="1"/>
          <p:nvPr/>
        </p:nvSpPr>
        <p:spPr>
          <a:xfrm rot="1095817">
            <a:off x="6459386" y="285498"/>
            <a:ext cx="80021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해본다</a:t>
            </a:r>
          </a:p>
        </p:txBody>
      </p:sp>
    </p:spTree>
    <p:extLst>
      <p:ext uri="{BB962C8B-B14F-4D97-AF65-F5344CB8AC3E}">
        <p14:creationId xmlns:p14="http://schemas.microsoft.com/office/powerpoint/2010/main" val="350885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BF4B-B7E7-78F6-37FC-0B474985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00C541C5-7DAE-8AD2-83ED-99F8D636D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3E91A7B3-D356-8193-B4ED-6DFB30A65B2B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32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911A88-06D0-AA66-8180-C76954AD1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60DBFA9F-21CA-DC14-414B-4E24F330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94" y="763269"/>
            <a:ext cx="2382804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반복</a:t>
            </a:r>
            <a:r>
              <a:rPr lang="en-US" altLang="ko-KR" sz="160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for</a:t>
            </a:r>
            <a:r>
              <a:rPr lang="ko-KR" altLang="en-US" sz="1200"/>
              <a:t>문 가장 많이 사용</a:t>
            </a:r>
            <a:r>
              <a:rPr lang="en-US" altLang="ko-KR" sz="120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때로는 </a:t>
            </a:r>
            <a:r>
              <a:rPr lang="en-US" altLang="ko-KR" sz="1200"/>
              <a:t>while</a:t>
            </a:r>
            <a:r>
              <a:rPr lang="ko-KR" altLang="en-US" sz="1200"/>
              <a:t>문</a:t>
            </a:r>
            <a:r>
              <a:rPr lang="en-US" altLang="ko-KR" sz="1200"/>
              <a:t>.. </a:t>
            </a:r>
            <a:r>
              <a:rPr lang="ko-KR" altLang="en-US" sz="1200"/>
              <a:t>무한</a:t>
            </a:r>
            <a:r>
              <a:rPr lang="en-US" altLang="ko-KR" sz="1200"/>
              <a:t>while</a:t>
            </a:r>
            <a:r>
              <a:rPr lang="ko-KR" altLang="en-US" sz="1200"/>
              <a:t>문에서의 탈출</a:t>
            </a:r>
            <a:r>
              <a:rPr lang="en-US" altLang="ko-KR" sz="120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필요한 처리를 선택하여 처리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처리문장이 하나면 블록표시 생략 가능 많으면 블록을 </a:t>
            </a:r>
            <a:r>
              <a:rPr lang="en-US" altLang="ko-KR" sz="1200"/>
              <a:t>{ } </a:t>
            </a:r>
            <a:r>
              <a:rPr lang="ko-KR" altLang="en-US" sz="1200"/>
              <a:t>표시하여 처리</a:t>
            </a:r>
            <a:endParaRPr lang="en-US" altLang="ko-KR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271B7A-4E77-2108-5CF8-D4D70D618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354" y="927918"/>
            <a:ext cx="3702617" cy="2283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6A90C87-73BC-A9F7-BF95-E0A2AEBE1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459" y="3570090"/>
            <a:ext cx="4730993" cy="15113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EDAA5F-0F05-BE4E-E85B-A6B36D27F1EE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454BC-C468-2A82-7B64-30A3726F27D3}"/>
              </a:ext>
            </a:extLst>
          </p:cNvPr>
          <p:cNvSpPr txBox="1"/>
          <p:nvPr/>
        </p:nvSpPr>
        <p:spPr>
          <a:xfrm rot="1095817">
            <a:off x="6459385" y="318063"/>
            <a:ext cx="800219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해본다</a:t>
            </a:r>
          </a:p>
        </p:txBody>
      </p:sp>
    </p:spTree>
    <p:extLst>
      <p:ext uri="{BB962C8B-B14F-4D97-AF65-F5344CB8AC3E}">
        <p14:creationId xmlns:p14="http://schemas.microsoft.com/office/powerpoint/2010/main" val="871161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BF4B-B7E7-78F6-37FC-0B474985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00C541C5-7DAE-8AD2-83ED-99F8D636D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3E91A7B3-D356-8193-B4ED-6DFB30A65B2B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33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911A88-06D0-AA66-8180-C76954AD1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60DBFA9F-21CA-DC14-414B-4E24F330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894" y="763269"/>
            <a:ext cx="2382804" cy="561364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err="1"/>
              <a:t>포멧팅</a:t>
            </a:r>
            <a:r>
              <a:rPr lang="en-US" altLang="ko-KR" sz="1600"/>
              <a:t> 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err="1"/>
              <a:t>System.out.printf</a:t>
            </a:r>
            <a:r>
              <a:rPr lang="en-US" altLang="ko-KR" sz="1200"/>
              <a:t>(“</a:t>
            </a:r>
            <a:r>
              <a:rPr lang="ko-KR" altLang="en-US" sz="1200" err="1"/>
              <a:t>포멧문자</a:t>
            </a:r>
            <a:r>
              <a:rPr lang="en-US" altLang="ko-KR" sz="1200"/>
              <a:t>”,</a:t>
            </a:r>
            <a:r>
              <a:rPr lang="ko-KR" altLang="en-US" sz="1200" err="1"/>
              <a:t>출력변수나열</a:t>
            </a:r>
            <a:r>
              <a:rPr lang="en-US" altLang="ko-KR" sz="1200"/>
              <a:t>);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%d, %</a:t>
            </a:r>
            <a:r>
              <a:rPr lang="en-US" altLang="ko-KR" sz="1200" err="1"/>
              <a:t>f,%s</a:t>
            </a:r>
            <a:r>
              <a:rPr lang="en-US" altLang="ko-KR" sz="1200"/>
              <a:t> </a:t>
            </a:r>
            <a:r>
              <a:rPr lang="ko-KR" altLang="en-US" sz="1200"/>
              <a:t>정수</a:t>
            </a:r>
            <a:r>
              <a:rPr lang="en-US" altLang="ko-KR" sz="1200"/>
              <a:t>,</a:t>
            </a:r>
            <a:r>
              <a:rPr lang="ko-KR" altLang="en-US" sz="1200"/>
              <a:t>실수</a:t>
            </a:r>
            <a:r>
              <a:rPr lang="en-US" altLang="ko-KR" sz="1200"/>
              <a:t>,</a:t>
            </a:r>
            <a:r>
              <a:rPr lang="ko-KR" altLang="en-US" sz="1200"/>
              <a:t>문자</a:t>
            </a:r>
            <a:endParaRPr lang="en-US" altLang="ko-KR" sz="120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%10d, %-10d,%010d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/>
              <a:t>%10.5f,%10.1f,%-10.5f,%10.9f,%100.90f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/>
              <a:t>예상치 못한 값이 나오지 않도록 잘 쓰자</a:t>
            </a:r>
            <a:r>
              <a:rPr lang="en-US" altLang="ko-KR" sz="120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D9570C-55A2-CCA0-13E4-5AE3C327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588" y="1825580"/>
            <a:ext cx="6455860" cy="25528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933FE0-413C-AC80-381A-931F600E4377}"/>
              </a:ext>
            </a:extLst>
          </p:cNvPr>
          <p:cNvSpPr txBox="1"/>
          <p:nvPr/>
        </p:nvSpPr>
        <p:spPr>
          <a:xfrm>
            <a:off x="3640947" y="608251"/>
            <a:ext cx="725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solidFill>
                  <a:srgbClr val="FF0000"/>
                </a:solidFill>
              </a:rPr>
              <a:t>★★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6B9E3-44B4-F375-6723-0B316136B338}"/>
              </a:ext>
            </a:extLst>
          </p:cNvPr>
          <p:cNvSpPr txBox="1"/>
          <p:nvPr/>
        </p:nvSpPr>
        <p:spPr>
          <a:xfrm rot="1095817">
            <a:off x="4887761" y="843167"/>
            <a:ext cx="5203669" cy="122495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해본다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여기까지 </a:t>
            </a:r>
            <a:r>
              <a:rPr lang="ko-KR" altLang="en-US" dirty="0" err="1">
                <a:solidFill>
                  <a:srgbClr val="FF0000"/>
                </a:solidFill>
              </a:rPr>
              <a:t>기본적인것을</a:t>
            </a:r>
            <a:r>
              <a:rPr lang="ko-KR" altLang="en-US" dirty="0">
                <a:solidFill>
                  <a:srgbClr val="FF0000"/>
                </a:solidFill>
              </a:rPr>
              <a:t> 반만 이해하고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err="1">
                <a:solidFill>
                  <a:srgbClr val="FF0000"/>
                </a:solidFill>
              </a:rPr>
              <a:t>나올때</a:t>
            </a:r>
            <a:r>
              <a:rPr lang="ko-KR" altLang="en-US" dirty="0">
                <a:solidFill>
                  <a:srgbClr val="FF0000"/>
                </a:solidFill>
              </a:rPr>
              <a:t> 마다 반복적으로 이해한다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</a:p>
          <a:p>
            <a:r>
              <a:rPr lang="ko-KR" altLang="en-US" dirty="0">
                <a:solidFill>
                  <a:srgbClr val="FF0000"/>
                </a:solidFill>
              </a:rPr>
              <a:t>글은 단어로 배우는 것이 아니고 문장으로 배워야 한다</a:t>
            </a:r>
          </a:p>
        </p:txBody>
      </p:sp>
    </p:spTree>
    <p:extLst>
      <p:ext uri="{BB962C8B-B14F-4D97-AF65-F5344CB8AC3E}">
        <p14:creationId xmlns:p14="http://schemas.microsoft.com/office/powerpoint/2010/main" val="3549833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8BF4B-B7E7-78F6-37FC-0B4749850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00C541C5-7DAE-8AD2-83ED-99F8D636D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3E91A7B3-D356-8193-B4ED-6DFB30A65B2B}"/>
              </a:ext>
            </a:extLst>
          </p:cNvPr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34</a:t>
            </a:fld>
            <a:endParaRPr lang="en-US" altLang="ko-KR" sz="1100" b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9911A88-06D0-AA66-8180-C76954AD1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3. </a:t>
            </a:r>
            <a:r>
              <a:rPr lang="ko-KR" altLang="en-US" sz="1800"/>
              <a:t>이해하기</a:t>
            </a:r>
            <a:endParaRPr lang="en-US" altLang="ko-KR"/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60DBFA9F-21CA-DC14-414B-4E24F330F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774" y="1874519"/>
            <a:ext cx="8103826" cy="101600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/>
              <a:t>간단한 것 중요한 것 두서없이 다루어 봤고</a:t>
            </a:r>
            <a:r>
              <a:rPr lang="en-US" altLang="ko-KR" sz="1600"/>
              <a:t>..</a:t>
            </a:r>
            <a:br>
              <a:rPr lang="en-US" altLang="ko-KR" sz="1600"/>
            </a:br>
            <a:r>
              <a:rPr lang="ko-KR" altLang="en-US" sz="1600"/>
              <a:t>본게임에서 다시한번 더 해보자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803085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323174" y="1078930"/>
            <a:ext cx="9061444" cy="50769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100000"/>
              <a:buFontTx/>
              <a:buChar char="•"/>
              <a:tabLst/>
            </a:pPr>
            <a:endParaRPr kumimoji="0" lang="ko-KR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384560" y="779074"/>
            <a:ext cx="9498013" cy="286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/>
              <a:t>다음 제시된 내용을 작성하여 제출 하시오 </a:t>
            </a:r>
            <a:r>
              <a:rPr lang="en-US" altLang="ko-KR"/>
              <a:t>(</a:t>
            </a:r>
            <a:r>
              <a:rPr lang="ko-KR" altLang="en-US"/>
              <a:t>상단 학번</a:t>
            </a:r>
            <a:r>
              <a:rPr lang="en-US" altLang="ko-KR"/>
              <a:t>, </a:t>
            </a:r>
            <a:r>
              <a:rPr lang="ko-KR" altLang="en-US"/>
              <a:t>이름 기입</a:t>
            </a:r>
            <a:r>
              <a:rPr lang="en-US" altLang="ko-KR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35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6. </a:t>
            </a:r>
            <a:r>
              <a:rPr lang="ko-KR" altLang="en-US" sz="1800"/>
              <a:t>정리하기</a:t>
            </a:r>
            <a:endParaRPr lang="en-US" altLang="ko-KR"/>
          </a:p>
        </p:txBody>
      </p:sp>
      <p:sp>
        <p:nvSpPr>
          <p:cNvPr id="2" name="직사각형 1"/>
          <p:cNvSpPr/>
          <p:nvPr/>
        </p:nvSpPr>
        <p:spPr>
          <a:xfrm>
            <a:off x="603094" y="1283413"/>
            <a:ext cx="8370167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/>
              <a:t>1. Java </a:t>
            </a:r>
            <a:r>
              <a:rPr lang="ko-KR" altLang="en-US" sz="1800" dirty="0"/>
              <a:t>개발환경 셋팅</a:t>
            </a:r>
            <a:r>
              <a:rPr lang="en-US" altLang="ko-KR" sz="1800" dirty="0"/>
              <a:t>(</a:t>
            </a:r>
            <a:r>
              <a:rPr lang="ko-KR" altLang="en-US" sz="1800" dirty="0"/>
              <a:t>해보고</a:t>
            </a:r>
            <a:r>
              <a:rPr lang="en-US" altLang="ko-KR" sz="1800" dirty="0"/>
              <a:t>,</a:t>
            </a:r>
            <a:r>
              <a:rPr lang="ko-KR" altLang="en-US" sz="1800" dirty="0"/>
              <a:t>읽어보고</a:t>
            </a:r>
            <a:r>
              <a:rPr lang="en-US" altLang="ko-KR" sz="1800" dirty="0"/>
              <a:t>)</a:t>
            </a:r>
            <a:endParaRPr lang="ko-KR" altLang="en-US" sz="1800" dirty="0"/>
          </a:p>
          <a:p>
            <a:pPr>
              <a:spcBef>
                <a:spcPct val="0"/>
              </a:spcBef>
            </a:pPr>
            <a:r>
              <a:rPr lang="ko-KR" altLang="en-US" sz="1400" dirty="0"/>
              <a:t> </a:t>
            </a:r>
          </a:p>
          <a:p>
            <a:pPr>
              <a:spcBef>
                <a:spcPct val="0"/>
              </a:spcBef>
            </a:pPr>
            <a:r>
              <a:rPr lang="en-US" altLang="ko-KR" sz="1800" dirty="0"/>
              <a:t>2. Java</a:t>
            </a:r>
            <a:r>
              <a:rPr lang="ko-KR" altLang="en-US" sz="1800" dirty="0"/>
              <a:t>의 이해 </a:t>
            </a:r>
            <a:r>
              <a:rPr lang="en-US" altLang="ko-KR" sz="1800" dirty="0"/>
              <a:t>(</a:t>
            </a:r>
            <a:r>
              <a:rPr lang="ko-KR" altLang="en-US" sz="1800" dirty="0"/>
              <a:t>읽어보고</a:t>
            </a:r>
            <a:r>
              <a:rPr lang="en-US" altLang="ko-KR" sz="1800" dirty="0"/>
              <a:t>)</a:t>
            </a:r>
            <a:endParaRPr lang="ko-KR" altLang="en-US" sz="1800" dirty="0"/>
          </a:p>
          <a:p>
            <a:pPr>
              <a:spcBef>
                <a:spcPct val="0"/>
              </a:spcBef>
            </a:pPr>
            <a:endParaRPr lang="en-US" altLang="ko-KR" sz="1800" dirty="0"/>
          </a:p>
          <a:p>
            <a:pPr>
              <a:spcBef>
                <a:spcPct val="0"/>
              </a:spcBef>
            </a:pPr>
            <a:r>
              <a:rPr lang="en-US" altLang="ko-KR" sz="1800" dirty="0"/>
              <a:t>3. </a:t>
            </a:r>
            <a:r>
              <a:rPr lang="ko-KR" altLang="en-US" sz="1800" dirty="0"/>
              <a:t>프로그래밍 주요 토픽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1) </a:t>
            </a:r>
            <a:r>
              <a:rPr lang="ko-KR" altLang="en-US" sz="1400" dirty="0"/>
              <a:t>각각의 소스코드를 작성</a:t>
            </a:r>
            <a:r>
              <a:rPr lang="en-US" altLang="ko-KR" sz="1400" dirty="0"/>
              <a:t>, </a:t>
            </a:r>
            <a:r>
              <a:rPr lang="ko-KR" altLang="en-US" sz="1400" dirty="0"/>
              <a:t>실행</a:t>
            </a:r>
            <a:r>
              <a:rPr lang="en-US" altLang="ko-KR" sz="1400" dirty="0"/>
              <a:t>, </a:t>
            </a:r>
            <a:r>
              <a:rPr lang="ko-KR" altLang="en-US" sz="1400" dirty="0"/>
              <a:t>나름대로 이해한 </a:t>
            </a:r>
            <a:r>
              <a:rPr lang="ko-KR" altLang="en-US" sz="1400" dirty="0" err="1"/>
              <a:t>커멘트</a:t>
            </a:r>
            <a:r>
              <a:rPr lang="ko-KR" altLang="en-US" sz="1400" dirty="0"/>
              <a:t> 달기하여 </a:t>
            </a:r>
            <a:r>
              <a:rPr lang="en-US" altLang="ko-KR" sz="1400" dirty="0"/>
              <a:t>ppt </a:t>
            </a:r>
            <a:r>
              <a:rPr lang="ko-KR" altLang="en-US" sz="1400" dirty="0"/>
              <a:t>작성</a:t>
            </a:r>
            <a:r>
              <a:rPr lang="en-US" altLang="ko-KR" sz="1400" dirty="0"/>
              <a:t> </a:t>
            </a:r>
          </a:p>
          <a:p>
            <a:pPr>
              <a:spcBef>
                <a:spcPct val="0"/>
              </a:spcBef>
            </a:pPr>
            <a:r>
              <a:rPr lang="en-US" altLang="ko-KR" sz="1400" dirty="0"/>
              <a:t>2) </a:t>
            </a:r>
            <a:r>
              <a:rPr lang="ko-KR" altLang="en-US" sz="1400" dirty="0"/>
              <a:t>교수님과 </a:t>
            </a:r>
            <a:r>
              <a:rPr lang="en-US" altLang="ko-KR" sz="1400" dirty="0"/>
              <a:t>1</a:t>
            </a:r>
            <a:r>
              <a:rPr lang="ko-KR" altLang="en-US" sz="1400" dirty="0"/>
              <a:t>대</a:t>
            </a:r>
            <a:r>
              <a:rPr lang="en-US" altLang="ko-KR" sz="1400" dirty="0"/>
              <a:t>1 </a:t>
            </a:r>
            <a:r>
              <a:rPr lang="ko-KR" altLang="en-US" sz="1400" dirty="0"/>
              <a:t>리뷰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nas</a:t>
            </a:r>
            <a:r>
              <a:rPr lang="ko-KR" altLang="en-US" sz="1400" dirty="0"/>
              <a:t>에 </a:t>
            </a:r>
            <a:r>
              <a:rPr lang="en-US" altLang="ko-KR" sz="1400" dirty="0"/>
              <a:t>ppt</a:t>
            </a:r>
            <a:r>
              <a:rPr lang="ko-KR" altLang="en-US" sz="1400" dirty="0"/>
              <a:t>올려놓고</a:t>
            </a:r>
            <a:r>
              <a:rPr lang="en-US" altLang="ko-KR" sz="1400" dirty="0"/>
              <a:t>, </a:t>
            </a:r>
            <a:r>
              <a:rPr lang="ko-KR" altLang="en-US" sz="1400" dirty="0"/>
              <a:t>교수님 방에서 하나하나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또는 질의응답식 테스트</a:t>
            </a:r>
            <a:r>
              <a:rPr lang="en-US" altLang="ko-KR" sz="1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9212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273050" y="0"/>
            <a:ext cx="95043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80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65663" y="6538913"/>
            <a:ext cx="557212" cy="3048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100" b="0"/>
              <a:pPr algn="ctr" eaLnBrk="1" hangingPunct="1">
                <a:spcBef>
                  <a:spcPct val="0"/>
                </a:spcBef>
                <a:buClrTx/>
                <a:defRPr/>
              </a:pPr>
              <a:t>36</a:t>
            </a:fld>
            <a:endParaRPr lang="en-US" altLang="ko-KR" sz="1100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68433" y="126767"/>
            <a:ext cx="5078162" cy="438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800"/>
              <a:t>7. </a:t>
            </a:r>
            <a:r>
              <a:rPr lang="ko-KR" altLang="en-US" sz="1800" err="1"/>
              <a:t>차시</a:t>
            </a:r>
            <a:r>
              <a:rPr lang="ko-KR" altLang="en-US" sz="1800"/>
              <a:t> 예고</a:t>
            </a:r>
            <a:endParaRPr lang="en-US" altLang="ko-KR"/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68122" y="1211890"/>
            <a:ext cx="7450138" cy="2445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9333" tIns="64666" rIns="129333" bIns="64666">
            <a:sp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85750" indent="-285750"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600" dirty="0"/>
              <a:t>차시 준비</a:t>
            </a:r>
            <a:endParaRPr lang="en-US" altLang="ko-KR" sz="16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Java</a:t>
            </a:r>
            <a:r>
              <a:rPr lang="ko-KR" altLang="en-US" sz="1200" dirty="0"/>
              <a:t> 에서 변수</a:t>
            </a:r>
            <a:r>
              <a:rPr lang="en-US" altLang="ko-KR" sz="1200" dirty="0"/>
              <a:t>, </a:t>
            </a:r>
            <a:r>
              <a:rPr lang="ko-KR" altLang="en-US" sz="1200" dirty="0"/>
              <a:t>자료형</a:t>
            </a:r>
            <a:r>
              <a:rPr lang="en-US" altLang="ko-KR" sz="1200" dirty="0"/>
              <a:t>, </a:t>
            </a:r>
            <a:r>
              <a:rPr lang="ko-KR" altLang="en-US" sz="1200" dirty="0"/>
              <a:t>연산자를 복습할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FF0000"/>
                </a:solidFill>
              </a:rPr>
              <a:t>교재 읽어보자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할 수 있으면 전날 교안 읽어보고 실습도 다해놓고 수업</a:t>
            </a:r>
            <a:r>
              <a:rPr lang="en-US" altLang="ko-KR" sz="1200" dirty="0"/>
              <a:t>,</a:t>
            </a:r>
            <a:r>
              <a:rPr lang="ko-KR" altLang="en-US" sz="1200" dirty="0"/>
              <a:t>실습시간에 만화보고 있어도 환영함</a:t>
            </a:r>
            <a:endParaRPr lang="en-US" altLang="ko-KR" sz="1200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하지만 진도 밀리면 큰일 나니</a:t>
            </a:r>
            <a:r>
              <a:rPr lang="en-US" altLang="ko-KR" sz="1200" dirty="0"/>
              <a:t>, </a:t>
            </a:r>
            <a:r>
              <a:rPr lang="ko-KR" altLang="en-US" sz="1200" dirty="0"/>
              <a:t>강의실에서 밤 새울 것</a:t>
            </a:r>
            <a:r>
              <a:rPr lang="en-US" altLang="ko-KR" sz="1200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200" dirty="0"/>
              <a:t>변수</a:t>
            </a:r>
            <a:r>
              <a:rPr lang="en-US" altLang="ko-KR" sz="1200" dirty="0"/>
              <a:t> variable</a:t>
            </a:r>
            <a:r>
              <a:rPr lang="ko-KR" altLang="en-US" sz="1200" dirty="0"/>
              <a:t> </a:t>
            </a:r>
            <a:r>
              <a:rPr lang="en-US" altLang="ko-KR" sz="1200" dirty="0"/>
              <a:t>, </a:t>
            </a:r>
            <a:r>
              <a:rPr lang="ko-KR" altLang="en-US" sz="1200" dirty="0"/>
              <a:t>선언 </a:t>
            </a:r>
            <a:r>
              <a:rPr lang="en-US" altLang="ko-KR" sz="1200" dirty="0"/>
              <a:t>define</a:t>
            </a:r>
            <a:r>
              <a:rPr lang="ko-KR" altLang="en-US" sz="1200" dirty="0"/>
              <a:t> </a:t>
            </a:r>
            <a:r>
              <a:rPr lang="en-US" altLang="ko-KR" sz="1200" dirty="0"/>
              <a:t>, </a:t>
            </a:r>
            <a:r>
              <a:rPr lang="ko-KR" altLang="en-US" sz="1200" dirty="0"/>
              <a:t>형 변환 </a:t>
            </a:r>
            <a:r>
              <a:rPr lang="en-US" altLang="ko-KR" sz="1200" dirty="0"/>
              <a:t>type casting, overflow, exception, truncation </a:t>
            </a:r>
            <a:r>
              <a:rPr lang="ko-KR" altLang="en-US" sz="1200" dirty="0"/>
              <a:t>이 무엇인가</a:t>
            </a:r>
            <a:r>
              <a:rPr lang="en-US" altLang="ko-KR" sz="1200" dirty="0"/>
              <a:t>?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200" dirty="0"/>
              <a:t>Kopo1~koposw44 </a:t>
            </a:r>
            <a:r>
              <a:rPr lang="ko-KR" altLang="en-US" sz="1200" dirty="0"/>
              <a:t>긴장 </a:t>
            </a:r>
            <a:r>
              <a:rPr lang="en-US" altLang="ko-KR" sz="1200" dirty="0"/>
              <a:t>: </a:t>
            </a:r>
            <a:r>
              <a:rPr lang="ko-KR" altLang="en-US" sz="1200" dirty="0"/>
              <a:t>질문해서 모르면 물것임</a:t>
            </a:r>
            <a:r>
              <a:rPr lang="en-US" altLang="ko-KR" sz="1200" dirty="0"/>
              <a:t>.. </a:t>
            </a:r>
            <a:r>
              <a:rPr lang="ko-KR" altLang="en-US" sz="1200" dirty="0"/>
              <a:t>교수님 독사</a:t>
            </a:r>
            <a:r>
              <a:rPr lang="en-US" altLang="ko-KR" sz="1200" dirty="0"/>
              <a:t>..</a:t>
            </a:r>
            <a:r>
              <a:rPr lang="ko-KR" altLang="en-US" sz="1200" dirty="0"/>
              <a:t>작살냄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122423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3372</Words>
  <Application>Microsoft Office PowerPoint</Application>
  <PresentationFormat>A4 용지(210x297mm)</PresentationFormat>
  <Paragraphs>426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가는각진제목체</vt:lpstr>
      <vt:lpstr>굴림</vt:lpstr>
      <vt:lpstr>돋움</vt:lpstr>
      <vt:lpstr>맑은 고딕</vt:lpstr>
      <vt:lpstr>Arial</vt:lpstr>
      <vt:lpstr>Cambria Math</vt:lpstr>
      <vt:lpstr>Wingdings</vt:lpstr>
      <vt:lpstr>1_Default Design</vt:lpstr>
      <vt:lpstr>기본 디자인</vt:lpstr>
      <vt:lpstr>3_Default Design</vt:lpstr>
      <vt:lpstr>1. 자바 프로그래밍 흩어보자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필두2 홍</cp:lastModifiedBy>
  <cp:revision>2</cp:revision>
  <cp:lastPrinted>2015-10-28T04:44:44Z</cp:lastPrinted>
  <dcterms:created xsi:type="dcterms:W3CDTF">2003-10-22T07:02:37Z</dcterms:created>
  <dcterms:modified xsi:type="dcterms:W3CDTF">2025-01-03T05:42:07Z</dcterms:modified>
</cp:coreProperties>
</file>