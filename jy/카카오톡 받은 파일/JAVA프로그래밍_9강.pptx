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9" r:id="rId1"/>
    <p:sldMasterId id="2147484030" r:id="rId2"/>
    <p:sldMasterId id="2147484008" r:id="rId3"/>
  </p:sldMasterIdLst>
  <p:notesMasterIdLst>
    <p:notesMasterId r:id="rId27"/>
  </p:notesMasterIdLst>
  <p:sldIdLst>
    <p:sldId id="694" r:id="rId4"/>
    <p:sldId id="961" r:id="rId5"/>
    <p:sldId id="977" r:id="rId6"/>
    <p:sldId id="1291" r:id="rId7"/>
    <p:sldId id="1282" r:id="rId8"/>
    <p:sldId id="1292" r:id="rId9"/>
    <p:sldId id="1295" r:id="rId10"/>
    <p:sldId id="1296" r:id="rId11"/>
    <p:sldId id="1286" r:id="rId12"/>
    <p:sldId id="1297" r:id="rId13"/>
    <p:sldId id="1294" r:id="rId14"/>
    <p:sldId id="1298" r:id="rId15"/>
    <p:sldId id="1300" r:id="rId16"/>
    <p:sldId id="1302" r:id="rId17"/>
    <p:sldId id="1303" r:id="rId18"/>
    <p:sldId id="1304" r:id="rId19"/>
    <p:sldId id="1309" r:id="rId20"/>
    <p:sldId id="1301" r:id="rId21"/>
    <p:sldId id="1307" r:id="rId22"/>
    <p:sldId id="1306" r:id="rId23"/>
    <p:sldId id="1308" r:id="rId24"/>
    <p:sldId id="1305" r:id="rId25"/>
    <p:sldId id="991" r:id="rId26"/>
  </p:sldIdLst>
  <p:sldSz cx="9906000" cy="6858000" type="A4"/>
  <p:notesSz cx="6802438" cy="9934575"/>
  <p:defaultTextStyle>
    <a:defPPr>
      <a:defRPr lang="ko-KR"/>
    </a:defPPr>
    <a:lvl1pPr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5F5F5F"/>
      </a:buClr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sz="1600" b="1" kern="1200">
        <a:solidFill>
          <a:srgbClr val="221F1F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04" userDrawn="1">
          <p15:clr>
            <a:srgbClr val="A4A3A4"/>
          </p15:clr>
        </p15:guide>
        <p15:guide id="2" orient="horz" pos="2161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568" userDrawn="1">
          <p15:clr>
            <a:srgbClr val="A4A3A4"/>
          </p15:clr>
        </p15:guide>
        <p15:guide id="5" orient="horz" pos="1140" userDrawn="1">
          <p15:clr>
            <a:srgbClr val="A4A3A4"/>
          </p15:clr>
        </p15:guide>
        <p15:guide id="6" orient="horz" pos="766" userDrawn="1">
          <p15:clr>
            <a:srgbClr val="A4A3A4"/>
          </p15:clr>
        </p15:guide>
        <p15:guide id="7" pos="132" userDrawn="1">
          <p15:clr>
            <a:srgbClr val="A4A3A4"/>
          </p15:clr>
        </p15:guide>
        <p15:guide id="8" pos="6118" userDrawn="1">
          <p15:clr>
            <a:srgbClr val="A4A3A4"/>
          </p15:clr>
        </p15:guide>
        <p15:guide id="9" pos="1786" userDrawn="1">
          <p15:clr>
            <a:srgbClr val="A4A3A4"/>
          </p15:clr>
        </p15:guide>
        <p15:guide id="10" pos="308" userDrawn="1">
          <p15:clr>
            <a:srgbClr val="A4A3A4"/>
          </p15:clr>
        </p15:guide>
        <p15:guide id="11" pos="4461" userDrawn="1">
          <p15:clr>
            <a:srgbClr val="A4A3A4"/>
          </p15:clr>
        </p15:guide>
        <p15:guide id="12" pos="867" userDrawn="1">
          <p15:clr>
            <a:srgbClr val="A4A3A4"/>
          </p15:clr>
        </p15:guide>
        <p15:guide id="13" pos="31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00"/>
    <a:srgbClr val="FFFF99"/>
    <a:srgbClr val="FFFF66"/>
    <a:srgbClr val="4C6C46"/>
    <a:srgbClr val="003300"/>
    <a:srgbClr val="679220"/>
    <a:srgbClr val="0000FF"/>
    <a:srgbClr val="51743E"/>
    <a:srgbClr val="CFD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BFC7B1-9DDC-452E-BCAF-F53D4356E754}" v="2" dt="2025-01-21T23:46:01.8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8487" autoAdjust="0"/>
  </p:normalViewPr>
  <p:slideViewPr>
    <p:cSldViewPr snapToGrid="0" snapToObjects="1">
      <p:cViewPr varScale="1">
        <p:scale>
          <a:sx n="130" d="100"/>
          <a:sy n="130" d="100"/>
        </p:scale>
        <p:origin x="480" y="-192"/>
      </p:cViewPr>
      <p:guideLst>
        <p:guide orient="horz" pos="904"/>
        <p:guide orient="horz" pos="2161"/>
        <p:guide orient="horz" pos="3696"/>
        <p:guide orient="horz" pos="568"/>
        <p:guide orient="horz" pos="1140"/>
        <p:guide orient="horz" pos="766"/>
        <p:guide pos="132"/>
        <p:guide pos="6118"/>
        <p:guide pos="1786"/>
        <p:guide pos="308"/>
        <p:guide pos="4461"/>
        <p:guide pos="867"/>
        <p:guide pos="31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73" d="100"/>
          <a:sy n="73" d="100"/>
        </p:scale>
        <p:origin x="-2196" y="-114"/>
      </p:cViewPr>
      <p:guideLst>
        <p:guide orient="horz" pos="3128"/>
        <p:guide pos="214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필두2 홍" userId="0a0ee9c44b803ff9" providerId="LiveId" clId="{39BFC7B1-9DDC-452E-BCAF-F53D4356E754}"/>
    <pc:docChg chg="undo custSel addSld modSld">
      <pc:chgData name="필두2 홍" userId="0a0ee9c44b803ff9" providerId="LiveId" clId="{39BFC7B1-9DDC-452E-BCAF-F53D4356E754}" dt="2025-01-21T23:47:04.801" v="538" actId="1076"/>
      <pc:docMkLst>
        <pc:docMk/>
      </pc:docMkLst>
      <pc:sldChg chg="modSp mod">
        <pc:chgData name="필두2 홍" userId="0a0ee9c44b803ff9" providerId="LiveId" clId="{39BFC7B1-9DDC-452E-BCAF-F53D4356E754}" dt="2025-01-21T23:47:04.801" v="538" actId="1076"/>
        <pc:sldMkLst>
          <pc:docMk/>
          <pc:sldMk cId="0" sldId="694"/>
        </pc:sldMkLst>
        <pc:spChg chg="mod">
          <ac:chgData name="필두2 홍" userId="0a0ee9c44b803ff9" providerId="LiveId" clId="{39BFC7B1-9DDC-452E-BCAF-F53D4356E754}" dt="2025-01-21T23:47:04.801" v="538" actId="1076"/>
          <ac:spMkLst>
            <pc:docMk/>
            <pc:sldMk cId="0" sldId="694"/>
            <ac:spMk id="3" creationId="{6709B705-DE78-45B6-5988-03597159BB44}"/>
          </ac:spMkLst>
        </pc:spChg>
      </pc:sldChg>
      <pc:sldChg chg="modSp mod">
        <pc:chgData name="필두2 홍" userId="0a0ee9c44b803ff9" providerId="LiveId" clId="{39BFC7B1-9DDC-452E-BCAF-F53D4356E754}" dt="2025-01-21T23:09:19.991" v="127" actId="1076"/>
        <pc:sldMkLst>
          <pc:docMk/>
          <pc:sldMk cId="2234036467" sldId="1304"/>
        </pc:sldMkLst>
        <pc:spChg chg="mod">
          <ac:chgData name="필두2 홍" userId="0a0ee9c44b803ff9" providerId="LiveId" clId="{39BFC7B1-9DDC-452E-BCAF-F53D4356E754}" dt="2025-01-21T23:09:12.744" v="124" actId="20577"/>
          <ac:spMkLst>
            <pc:docMk/>
            <pc:sldMk cId="2234036467" sldId="1304"/>
            <ac:spMk id="12" creationId="{00000000-0000-0000-0000-000000000000}"/>
          </ac:spMkLst>
        </pc:spChg>
        <pc:picChg chg="mod">
          <ac:chgData name="필두2 홍" userId="0a0ee9c44b803ff9" providerId="LiveId" clId="{39BFC7B1-9DDC-452E-BCAF-F53D4356E754}" dt="2025-01-21T23:09:15.495" v="125" actId="1076"/>
          <ac:picMkLst>
            <pc:docMk/>
            <pc:sldMk cId="2234036467" sldId="1304"/>
            <ac:picMk id="14" creationId="{F955BC8F-103D-4410-B633-4F76D5FA7B27}"/>
          </ac:picMkLst>
        </pc:picChg>
        <pc:picChg chg="mod">
          <ac:chgData name="필두2 홍" userId="0a0ee9c44b803ff9" providerId="LiveId" clId="{39BFC7B1-9DDC-452E-BCAF-F53D4356E754}" dt="2025-01-21T23:09:19.991" v="127" actId="1076"/>
          <ac:picMkLst>
            <pc:docMk/>
            <pc:sldMk cId="2234036467" sldId="1304"/>
            <ac:picMk id="15" creationId="{00E48197-02CB-40BD-96A9-72EA857A0FE4}"/>
          </ac:picMkLst>
        </pc:picChg>
      </pc:sldChg>
      <pc:sldChg chg="addSp delSp modSp add mod">
        <pc:chgData name="필두2 홍" userId="0a0ee9c44b803ff9" providerId="LiveId" clId="{39BFC7B1-9DDC-452E-BCAF-F53D4356E754}" dt="2025-01-21T23:46:01.852" v="462"/>
        <pc:sldMkLst>
          <pc:docMk/>
          <pc:sldMk cId="2435379206" sldId="1309"/>
        </pc:sldMkLst>
        <pc:spChg chg="del mod">
          <ac:chgData name="필두2 홍" userId="0a0ee9c44b803ff9" providerId="LiveId" clId="{39BFC7B1-9DDC-452E-BCAF-F53D4356E754}" dt="2025-01-21T23:43:50.695" v="187" actId="478"/>
          <ac:spMkLst>
            <pc:docMk/>
            <pc:sldMk cId="2435379206" sldId="1309"/>
            <ac:spMk id="2" creationId="{3256F357-8D66-9560-35C9-C0C4046CF989}"/>
          </ac:spMkLst>
        </pc:spChg>
        <pc:spChg chg="mod">
          <ac:chgData name="필두2 홍" userId="0a0ee9c44b803ff9" providerId="LiveId" clId="{39BFC7B1-9DDC-452E-BCAF-F53D4356E754}" dt="2025-01-21T23:46:01.852" v="462"/>
          <ac:spMkLst>
            <pc:docMk/>
            <pc:sldMk cId="2435379206" sldId="1309"/>
            <ac:spMk id="12" creationId="{3DEB3EE1-FED7-39D4-E351-A2456C4433B4}"/>
          </ac:spMkLst>
        </pc:spChg>
        <pc:picChg chg="add mod">
          <ac:chgData name="필두2 홍" userId="0a0ee9c44b803ff9" providerId="LiveId" clId="{39BFC7B1-9DDC-452E-BCAF-F53D4356E754}" dt="2025-01-21T23:43:56.618" v="190" actId="1076"/>
          <ac:picMkLst>
            <pc:docMk/>
            <pc:sldMk cId="2435379206" sldId="1309"/>
            <ac:picMk id="4" creationId="{47DE7791-FFE7-E256-4344-D1694C2C96A5}"/>
          </ac:picMkLst>
        </pc:picChg>
        <pc:picChg chg="del mod">
          <ac:chgData name="필두2 홍" userId="0a0ee9c44b803ff9" providerId="LiveId" clId="{39BFC7B1-9DDC-452E-BCAF-F53D4356E754}" dt="2025-01-21T23:43:48.322" v="186" actId="478"/>
          <ac:picMkLst>
            <pc:docMk/>
            <pc:sldMk cId="2435379206" sldId="1309"/>
            <ac:picMk id="14" creationId="{E7E4C152-B9F4-F5FE-D338-44A887A413A6}"/>
          </ac:picMkLst>
        </pc:picChg>
        <pc:picChg chg="del">
          <ac:chgData name="필두2 홍" userId="0a0ee9c44b803ff9" providerId="LiveId" clId="{39BFC7B1-9DDC-452E-BCAF-F53D4356E754}" dt="2025-01-21T23:09:52.836" v="179" actId="478"/>
          <ac:picMkLst>
            <pc:docMk/>
            <pc:sldMk cId="2435379206" sldId="1309"/>
            <ac:picMk id="15" creationId="{28843EEA-A1AE-E72E-0079-375AEB7976A8}"/>
          </ac:picMkLst>
        </pc:picChg>
      </pc:sldChg>
    </pc:docChg>
  </pc:docChgLst>
  <pc:docChgLst>
    <pc:chgData name="홍필두" userId="a613eac9-2ee1-4936-8d5c-6f3d69f7b146" providerId="ADAL" clId="{6A11FA28-B95F-4296-88DE-4D375F3956D6}"/>
    <pc:docChg chg="modSld modMainMaster modNotesMaster">
      <pc:chgData name="홍필두" userId="a613eac9-2ee1-4936-8d5c-6f3d69f7b146" providerId="ADAL" clId="{6A11FA28-B95F-4296-88DE-4D375F3956D6}" dt="2021-03-24T23:40:42.982" v="0"/>
      <pc:docMkLst>
        <pc:docMk/>
      </pc:docMkLst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0" sldId="694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536599336" sldId="961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2553864270" sldId="977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2259212684" sldId="991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2540353236" sldId="1282"/>
        </pc:sldMkLst>
      </pc:sldChg>
      <pc:sldChg chg="modSp modNotes">
        <pc:chgData name="홍필두" userId="a613eac9-2ee1-4936-8d5c-6f3d69f7b146" providerId="ADAL" clId="{6A11FA28-B95F-4296-88DE-4D375F3956D6}" dt="2021-03-24T23:40:42.982" v="0"/>
        <pc:sldMkLst>
          <pc:docMk/>
          <pc:sldMk cId="811139450" sldId="1286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795880964" sldId="1291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4237691391" sldId="1292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2572116185" sldId="1294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691151187" sldId="1295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3489757369" sldId="1296"/>
        </pc:sldMkLst>
      </pc:sldChg>
      <pc:sldChg chg="modSp modNotes">
        <pc:chgData name="홍필두" userId="a613eac9-2ee1-4936-8d5c-6f3d69f7b146" providerId="ADAL" clId="{6A11FA28-B95F-4296-88DE-4D375F3956D6}" dt="2021-03-24T23:40:42.982" v="0"/>
        <pc:sldMkLst>
          <pc:docMk/>
          <pc:sldMk cId="463220843" sldId="1297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881505119" sldId="1298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2713803748" sldId="1300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333354212" sldId="1301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3255765818" sldId="1302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1324307138" sldId="1303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2234036467" sldId="1304"/>
        </pc:sldMkLst>
      </pc:sldChg>
      <pc:sldChg chg="modSp modNotes">
        <pc:chgData name="홍필두" userId="a613eac9-2ee1-4936-8d5c-6f3d69f7b146" providerId="ADAL" clId="{6A11FA28-B95F-4296-88DE-4D375F3956D6}" dt="2021-03-24T23:40:42.982" v="0"/>
        <pc:sldMkLst>
          <pc:docMk/>
          <pc:sldMk cId="1159400639" sldId="1305"/>
        </pc:sldMkLst>
      </pc:sldChg>
      <pc:sldChg chg="modSp modNotes">
        <pc:chgData name="홍필두" userId="a613eac9-2ee1-4936-8d5c-6f3d69f7b146" providerId="ADAL" clId="{6A11FA28-B95F-4296-88DE-4D375F3956D6}" dt="2021-03-24T23:40:42.982" v="0"/>
        <pc:sldMkLst>
          <pc:docMk/>
          <pc:sldMk cId="4190637713" sldId="1306"/>
        </pc:sldMkLst>
      </pc:sldChg>
      <pc:sldChg chg="modSp">
        <pc:chgData name="홍필두" userId="a613eac9-2ee1-4936-8d5c-6f3d69f7b146" providerId="ADAL" clId="{6A11FA28-B95F-4296-88DE-4D375F3956D6}" dt="2021-03-24T23:40:42.982" v="0"/>
        <pc:sldMkLst>
          <pc:docMk/>
          <pc:sldMk cId="3438146406" sldId="1307"/>
        </pc:sldMkLst>
      </pc:sldChg>
      <pc:sldChg chg="modSp modNotes">
        <pc:chgData name="홍필두" userId="a613eac9-2ee1-4936-8d5c-6f3d69f7b146" providerId="ADAL" clId="{6A11FA28-B95F-4296-88DE-4D375F3956D6}" dt="2021-03-24T23:40:42.982" v="0"/>
        <pc:sldMkLst>
          <pc:docMk/>
          <pc:sldMk cId="818878364" sldId="1308"/>
        </pc:sldMkLst>
      </pc:sldChg>
      <pc:sldMasterChg chg="modSp modSldLayout">
        <pc:chgData name="홍필두" userId="a613eac9-2ee1-4936-8d5c-6f3d69f7b146" providerId="ADAL" clId="{6A11FA28-B95F-4296-88DE-4D375F3956D6}" dt="2021-03-24T23:40:42.982" v="0"/>
        <pc:sldMasterMkLst>
          <pc:docMk/>
          <pc:sldMasterMk cId="0" sldId="2147483659"/>
        </pc:sldMasterMkLst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3659"/>
            <pc:sldLayoutMk cId="0" sldId="2147484009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3659"/>
            <pc:sldLayoutMk cId="0" sldId="2147484011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3659"/>
            <pc:sldLayoutMk cId="0" sldId="2147484012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3659"/>
            <pc:sldLayoutMk cId="0" sldId="2147484015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3659"/>
            <pc:sldLayoutMk cId="0" sldId="2147484016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3659"/>
            <pc:sldLayoutMk cId="0" sldId="2147484017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3659"/>
            <pc:sldLayoutMk cId="2443462665" sldId="2147484035"/>
          </pc:sldLayoutMkLst>
        </pc:sldLayoutChg>
      </pc:sldMasterChg>
      <pc:sldMasterChg chg="modSp modSldLayout">
        <pc:chgData name="홍필두" userId="a613eac9-2ee1-4936-8d5c-6f3d69f7b146" providerId="ADAL" clId="{6A11FA28-B95F-4296-88DE-4D375F3956D6}" dt="2021-03-24T23:40:42.982" v="0"/>
        <pc:sldMasterMkLst>
          <pc:docMk/>
          <pc:sldMasterMk cId="0" sldId="2147484008"/>
        </pc:sldMasterMkLst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4008"/>
            <pc:sldLayoutMk cId="0" sldId="2147484019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4008"/>
            <pc:sldLayoutMk cId="0" sldId="2147484020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4008"/>
            <pc:sldLayoutMk cId="0" sldId="2147484021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4008"/>
            <pc:sldLayoutMk cId="0" sldId="2147484022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4008"/>
            <pc:sldLayoutMk cId="0" sldId="2147484025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4008"/>
            <pc:sldLayoutMk cId="0" sldId="2147484026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4008"/>
            <pc:sldLayoutMk cId="0" sldId="2147484027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4008"/>
            <pc:sldLayoutMk cId="0" sldId="2147484028"/>
          </pc:sldLayoutMkLst>
        </pc:sldLayoutChg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0" sldId="2147484008"/>
            <pc:sldLayoutMk cId="0" sldId="2147484029"/>
          </pc:sldLayoutMkLst>
        </pc:sldLayoutChg>
      </pc:sldMasterChg>
      <pc:sldMasterChg chg="modSp modSldLayout">
        <pc:chgData name="홍필두" userId="a613eac9-2ee1-4936-8d5c-6f3d69f7b146" providerId="ADAL" clId="{6A11FA28-B95F-4296-88DE-4D375F3956D6}" dt="2021-03-24T23:40:42.982" v="0"/>
        <pc:sldMasterMkLst>
          <pc:docMk/>
          <pc:sldMasterMk cId="1410674960" sldId="2147484030"/>
        </pc:sldMasterMkLst>
        <pc:sldLayoutChg chg="modSp">
          <pc:chgData name="홍필두" userId="a613eac9-2ee1-4936-8d5c-6f3d69f7b146" providerId="ADAL" clId="{6A11FA28-B95F-4296-88DE-4D375F3956D6}" dt="2021-03-24T23:40:42.982" v="0"/>
          <pc:sldLayoutMkLst>
            <pc:docMk/>
            <pc:sldMasterMk cId="1410674960" sldId="2147484030"/>
            <pc:sldLayoutMk cId="3734142514" sldId="2147484031"/>
          </pc:sldLayoutMkLst>
        </pc:sldLayoutChg>
      </pc:sldMasterChg>
    </pc:docChg>
  </pc:docChgLst>
  <pc:docChgLst>
    <pc:chgData name="홍필두" userId="a613eac9-2ee1-4936-8d5c-6f3d69f7b146" providerId="ADAL" clId="{701202D7-7B85-42F2-892E-D29B1B2DCBE9}"/>
    <pc:docChg chg="undo custSel addSld delSld modSld sldOrd">
      <pc:chgData name="홍필두" userId="a613eac9-2ee1-4936-8d5c-6f3d69f7b146" providerId="ADAL" clId="{701202D7-7B85-42F2-892E-D29B1B2DCBE9}" dt="2021-03-23T02:09:17.429" v="2788" actId="1076"/>
      <pc:docMkLst>
        <pc:docMk/>
      </pc:docMkLst>
      <pc:sldChg chg="del">
        <pc:chgData name="홍필두" userId="a613eac9-2ee1-4936-8d5c-6f3d69f7b146" providerId="ADAL" clId="{701202D7-7B85-42F2-892E-D29B1B2DCBE9}" dt="2021-03-23T01:47:14.672" v="2208" actId="47"/>
        <pc:sldMkLst>
          <pc:docMk/>
          <pc:sldMk cId="4091224238" sldId="984"/>
        </pc:sldMkLst>
      </pc:sldChg>
      <pc:sldChg chg="del">
        <pc:chgData name="홍필두" userId="a613eac9-2ee1-4936-8d5c-6f3d69f7b146" providerId="ADAL" clId="{701202D7-7B85-42F2-892E-D29B1B2DCBE9}" dt="2021-03-22T01:13:12.256" v="95" actId="47"/>
        <pc:sldMkLst>
          <pc:docMk/>
          <pc:sldMk cId="3583702592" sldId="1285"/>
        </pc:sldMkLst>
      </pc:sldChg>
      <pc:sldChg chg="addSp delSp modSp mod ord">
        <pc:chgData name="홍필두" userId="a613eac9-2ee1-4936-8d5c-6f3d69f7b146" providerId="ADAL" clId="{701202D7-7B85-42F2-892E-D29B1B2DCBE9}" dt="2021-03-22T01:11:15.364" v="80" actId="1076"/>
        <pc:sldMkLst>
          <pc:docMk/>
          <pc:sldMk cId="811139450" sldId="1286"/>
        </pc:sldMkLst>
      </pc:sldChg>
      <pc:sldChg chg="del">
        <pc:chgData name="홍필두" userId="a613eac9-2ee1-4936-8d5c-6f3d69f7b146" providerId="ADAL" clId="{701202D7-7B85-42F2-892E-D29B1B2DCBE9}" dt="2021-03-22T01:13:13.991" v="96" actId="47"/>
        <pc:sldMkLst>
          <pc:docMk/>
          <pc:sldMk cId="1691430605" sldId="1287"/>
        </pc:sldMkLst>
      </pc:sldChg>
      <pc:sldChg chg="del">
        <pc:chgData name="홍필두" userId="a613eac9-2ee1-4936-8d5c-6f3d69f7b146" providerId="ADAL" clId="{701202D7-7B85-42F2-892E-D29B1B2DCBE9}" dt="2021-03-23T01:47:09.645" v="2205" actId="47"/>
        <pc:sldMkLst>
          <pc:docMk/>
          <pc:sldMk cId="1689081596" sldId="1288"/>
        </pc:sldMkLst>
      </pc:sldChg>
      <pc:sldChg chg="del">
        <pc:chgData name="홍필두" userId="a613eac9-2ee1-4936-8d5c-6f3d69f7b146" providerId="ADAL" clId="{701202D7-7B85-42F2-892E-D29B1B2DCBE9}" dt="2021-03-23T01:47:10.927" v="2206" actId="47"/>
        <pc:sldMkLst>
          <pc:docMk/>
          <pc:sldMk cId="3361075933" sldId="1289"/>
        </pc:sldMkLst>
      </pc:sldChg>
      <pc:sldChg chg="del">
        <pc:chgData name="홍필두" userId="a613eac9-2ee1-4936-8d5c-6f3d69f7b146" providerId="ADAL" clId="{701202D7-7B85-42F2-892E-D29B1B2DCBE9}" dt="2021-03-23T01:47:11.740" v="2207" actId="47"/>
        <pc:sldMkLst>
          <pc:docMk/>
          <pc:sldMk cId="1256843050" sldId="1290"/>
        </pc:sldMkLst>
      </pc:sldChg>
      <pc:sldChg chg="addSp delSp modSp mod">
        <pc:chgData name="홍필두" userId="a613eac9-2ee1-4936-8d5c-6f3d69f7b146" providerId="ADAL" clId="{701202D7-7B85-42F2-892E-D29B1B2DCBE9}" dt="2021-03-22T01:19:24.020" v="113"/>
        <pc:sldMkLst>
          <pc:docMk/>
          <pc:sldMk cId="2572116185" sldId="1294"/>
        </pc:sldMkLst>
      </pc:sldChg>
      <pc:sldChg chg="addSp delSp modSp add mod">
        <pc:chgData name="홍필두" userId="a613eac9-2ee1-4936-8d5c-6f3d69f7b146" providerId="ADAL" clId="{701202D7-7B85-42F2-892E-D29B1B2DCBE9}" dt="2021-03-22T01:12:39.267" v="94" actId="1076"/>
        <pc:sldMkLst>
          <pc:docMk/>
          <pc:sldMk cId="463220843" sldId="1297"/>
        </pc:sldMkLst>
      </pc:sldChg>
      <pc:sldChg chg="addSp delSp modSp add mod">
        <pc:chgData name="홍필두" userId="a613eac9-2ee1-4936-8d5c-6f3d69f7b146" providerId="ADAL" clId="{701202D7-7B85-42F2-892E-D29B1B2DCBE9}" dt="2021-03-22T02:19:22.547" v="337" actId="20577"/>
        <pc:sldMkLst>
          <pc:docMk/>
          <pc:sldMk cId="881505119" sldId="1298"/>
        </pc:sldMkLst>
      </pc:sldChg>
      <pc:sldChg chg="delSp modSp add del mod ord">
        <pc:chgData name="홍필두" userId="a613eac9-2ee1-4936-8d5c-6f3d69f7b146" providerId="ADAL" clId="{701202D7-7B85-42F2-892E-D29B1B2DCBE9}" dt="2021-03-23T02:02:07.723" v="2676" actId="47"/>
        <pc:sldMkLst>
          <pc:docMk/>
          <pc:sldMk cId="3050156892" sldId="1299"/>
        </pc:sldMkLst>
      </pc:sldChg>
      <pc:sldChg chg="addSp delSp modSp add mod">
        <pc:chgData name="홍필두" userId="a613eac9-2ee1-4936-8d5c-6f3d69f7b146" providerId="ADAL" clId="{701202D7-7B85-42F2-892E-D29B1B2DCBE9}" dt="2021-03-23T01:41:29.722" v="2175" actId="22"/>
        <pc:sldMkLst>
          <pc:docMk/>
          <pc:sldMk cId="2713803748" sldId="1300"/>
        </pc:sldMkLst>
      </pc:sldChg>
      <pc:sldChg chg="addSp delSp modSp add mod">
        <pc:chgData name="홍필두" userId="a613eac9-2ee1-4936-8d5c-6f3d69f7b146" providerId="ADAL" clId="{701202D7-7B85-42F2-892E-D29B1B2DCBE9}" dt="2021-03-23T01:44:43.385" v="2204" actId="14100"/>
        <pc:sldMkLst>
          <pc:docMk/>
          <pc:sldMk cId="333354212" sldId="1301"/>
        </pc:sldMkLst>
      </pc:sldChg>
      <pc:sldChg chg="addSp delSp modSp add mod">
        <pc:chgData name="홍필두" userId="a613eac9-2ee1-4936-8d5c-6f3d69f7b146" providerId="ADAL" clId="{701202D7-7B85-42F2-892E-D29B1B2DCBE9}" dt="2021-03-23T01:41:55.427" v="2178"/>
        <pc:sldMkLst>
          <pc:docMk/>
          <pc:sldMk cId="3255765818" sldId="1302"/>
        </pc:sldMkLst>
      </pc:sldChg>
      <pc:sldChg chg="addSp delSp modSp add mod">
        <pc:chgData name="홍필두" userId="a613eac9-2ee1-4936-8d5c-6f3d69f7b146" providerId="ADAL" clId="{701202D7-7B85-42F2-892E-D29B1B2DCBE9}" dt="2021-03-23T01:43:38.708" v="2200" actId="1076"/>
        <pc:sldMkLst>
          <pc:docMk/>
          <pc:sldMk cId="1324307138" sldId="1303"/>
        </pc:sldMkLst>
      </pc:sldChg>
      <pc:sldChg chg="addSp delSp modSp add mod">
        <pc:chgData name="홍필두" userId="a613eac9-2ee1-4936-8d5c-6f3d69f7b146" providerId="ADAL" clId="{701202D7-7B85-42F2-892E-D29B1B2DCBE9}" dt="2021-03-23T02:09:17.429" v="2788" actId="1076"/>
        <pc:sldMkLst>
          <pc:docMk/>
          <pc:sldMk cId="2234036467" sldId="1304"/>
        </pc:sldMkLst>
      </pc:sldChg>
      <pc:sldChg chg="addSp modSp add mod">
        <pc:chgData name="홍필두" userId="a613eac9-2ee1-4936-8d5c-6f3d69f7b146" providerId="ADAL" clId="{701202D7-7B85-42F2-892E-D29B1B2DCBE9}" dt="2021-03-23T02:07:27.142" v="2701" actId="14100"/>
        <pc:sldMkLst>
          <pc:docMk/>
          <pc:sldMk cId="1159400639" sldId="1305"/>
        </pc:sldMkLst>
      </pc:sldChg>
      <pc:sldChg chg="addSp modSp add del mod ord">
        <pc:chgData name="홍필두" userId="a613eac9-2ee1-4936-8d5c-6f3d69f7b146" providerId="ADAL" clId="{701202D7-7B85-42F2-892E-D29B1B2DCBE9}" dt="2021-03-23T02:04:22.919" v="2689" actId="1076"/>
        <pc:sldMkLst>
          <pc:docMk/>
          <pc:sldMk cId="4190637713" sldId="1306"/>
        </pc:sldMkLst>
      </pc:sldChg>
      <pc:sldChg chg="addSp delSp modSp add mod">
        <pc:chgData name="홍필두" userId="a613eac9-2ee1-4936-8d5c-6f3d69f7b146" providerId="ADAL" clId="{701202D7-7B85-42F2-892E-D29B1B2DCBE9}" dt="2021-03-23T02:01:08.985" v="2658" actId="1076"/>
        <pc:sldMkLst>
          <pc:docMk/>
          <pc:sldMk cId="3438146406" sldId="1307"/>
        </pc:sldMkLst>
      </pc:sldChg>
      <pc:sldChg chg="addSp delSp modSp add mod">
        <pc:chgData name="홍필두" userId="a613eac9-2ee1-4936-8d5c-6f3d69f7b146" providerId="ADAL" clId="{701202D7-7B85-42F2-892E-D29B1B2DCBE9}" dt="2021-03-23T02:04:57.109" v="2694" actId="1076"/>
        <pc:sldMkLst>
          <pc:docMk/>
          <pc:sldMk cId="818878364" sldId="1308"/>
        </pc:sldMkLst>
      </pc:sldChg>
    </pc:docChg>
  </pc:docChgLst>
  <pc:docChgLst>
    <pc:chgData name="필두2 홍" userId="0a0ee9c44b803ff9" providerId="LiveId" clId="{BC589024-3C3B-488E-8809-33B383EA2032}"/>
    <pc:docChg chg="modSld">
      <pc:chgData name="필두2 홍" userId="0a0ee9c44b803ff9" providerId="LiveId" clId="{BC589024-3C3B-488E-8809-33B383EA2032}" dt="2024-03-12T04:16:21.620" v="477" actId="1076"/>
      <pc:docMkLst>
        <pc:docMk/>
      </pc:docMkLst>
      <pc:sldChg chg="addSp modSp mod">
        <pc:chgData name="필두2 홍" userId="0a0ee9c44b803ff9" providerId="LiveId" clId="{BC589024-3C3B-488E-8809-33B383EA2032}" dt="2024-03-12T04:16:21.620" v="477" actId="1076"/>
        <pc:sldMkLst>
          <pc:docMk/>
          <pc:sldMk cId="2540353236" sldId="1282"/>
        </pc:sldMkLst>
      </pc:sldChg>
    </pc:docChg>
  </pc:docChgLst>
  <pc:docChgLst>
    <pc:chgData name="필두2 홍" userId="0a0ee9c44b803ff9" providerId="LiveId" clId="{C3C0D418-9931-41A1-8349-DE0AFAD6E0FB}"/>
    <pc:docChg chg="custSel modSld">
      <pc:chgData name="필두2 홍" userId="0a0ee9c44b803ff9" providerId="LiveId" clId="{C3C0D418-9931-41A1-8349-DE0AFAD6E0FB}" dt="2025-01-03T05:29:26.795" v="108" actId="20577"/>
      <pc:docMkLst>
        <pc:docMk/>
      </pc:docMkLst>
      <pc:sldChg chg="addSp modSp mod">
        <pc:chgData name="필두2 홍" userId="0a0ee9c44b803ff9" providerId="LiveId" clId="{C3C0D418-9931-41A1-8349-DE0AFAD6E0FB}" dt="2025-01-03T05:29:26.795" v="108" actId="20577"/>
        <pc:sldMkLst>
          <pc:docMk/>
          <pc:sldMk cId="0" sldId="694"/>
        </pc:sldMkLst>
        <pc:spChg chg="add mod">
          <ac:chgData name="필두2 홍" userId="0a0ee9c44b803ff9" providerId="LiveId" clId="{C3C0D418-9931-41A1-8349-DE0AFAD6E0FB}" dt="2025-01-03T05:29:15.516" v="90" actId="20577"/>
          <ac:spMkLst>
            <pc:docMk/>
            <pc:sldMk cId="0" sldId="694"/>
            <ac:spMk id="3" creationId="{6709B705-DE78-45B6-5988-03597159BB44}"/>
          </ac:spMkLst>
        </pc:spChg>
        <pc:spChg chg="mod">
          <ac:chgData name="필두2 홍" userId="0a0ee9c44b803ff9" providerId="LiveId" clId="{C3C0D418-9931-41A1-8349-DE0AFAD6E0FB}" dt="2025-01-03T05:29:26.795" v="108" actId="20577"/>
          <ac:spMkLst>
            <pc:docMk/>
            <pc:sldMk cId="0" sldId="694"/>
            <ac:spMk id="6" creationId="{00000000-0000-0000-0000-000000000000}"/>
          </ac:spMkLst>
        </pc:spChg>
        <pc:spChg chg="mod">
          <ac:chgData name="필두2 홍" userId="0a0ee9c44b803ff9" providerId="LiveId" clId="{C3C0D418-9931-41A1-8349-DE0AFAD6E0FB}" dt="2025-01-03T00:49:47.171" v="64" actId="20577"/>
          <ac:spMkLst>
            <pc:docMk/>
            <pc:sldMk cId="0" sldId="694"/>
            <ac:spMk id="3074" creationId="{00000000-0000-0000-0000-000000000000}"/>
          </ac:spMkLst>
        </pc:spChg>
      </pc:sldChg>
    </pc:docChg>
  </pc:docChgLst>
  <pc:docChgLst>
    <pc:chgData name="필두2 홍" userId="0a0ee9c44b803ff9" providerId="LiveId" clId="{3A0F7489-BEB5-4546-AFB9-924CE177B240}"/>
    <pc:docChg chg="modSld">
      <pc:chgData name="필두2 홍" userId="0a0ee9c44b803ff9" providerId="LiveId" clId="{3A0F7489-BEB5-4546-AFB9-924CE177B240}" dt="2025-01-02T07:10:48.676" v="33"/>
      <pc:docMkLst>
        <pc:docMk/>
      </pc:docMkLst>
      <pc:sldChg chg="modSp mod">
        <pc:chgData name="필두2 홍" userId="0a0ee9c44b803ff9" providerId="LiveId" clId="{3A0F7489-BEB5-4546-AFB9-924CE177B240}" dt="2025-01-02T07:10:48.676" v="33"/>
        <pc:sldMkLst>
          <pc:docMk/>
          <pc:sldMk cId="0" sldId="694"/>
        </pc:sldMkLst>
        <pc:spChg chg="mod">
          <ac:chgData name="필두2 홍" userId="0a0ee9c44b803ff9" providerId="LiveId" clId="{3A0F7489-BEB5-4546-AFB9-924CE177B240}" dt="2025-01-02T07:10:48.676" v="33"/>
          <ac:spMkLst>
            <pc:docMk/>
            <pc:sldMk cId="0" sldId="694"/>
            <ac:spMk id="30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386" y="0"/>
            <a:ext cx="2948464" cy="497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81625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927" y="4718645"/>
            <a:ext cx="5442586" cy="44707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endParaRPr lang="en-US" altLang="ko-KR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386" y="9435702"/>
            <a:ext cx="2948464" cy="497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8" tIns="45749" rIns="91498" bIns="4574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defRPr kumimoji="1" sz="1200" b="0">
                <a:solidFill>
                  <a:schemeClr val="tx1"/>
                </a:solidFill>
              </a:defRPr>
            </a:lvl1pPr>
          </a:lstStyle>
          <a:p>
            <a:fld id="{092A356E-06FB-49E6-B7CB-7B5A1897A3F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114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8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1200" y="744538"/>
            <a:ext cx="5381625" cy="3725862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2218820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9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1200" y="744538"/>
            <a:ext cx="5381625" cy="3725862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869161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19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1200" y="744538"/>
            <a:ext cx="5381625" cy="3725862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056457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20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1200" y="744538"/>
            <a:ext cx="5381625" cy="3725862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32267896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49FD9-AD55-4B81-BFA8-D6E4BD92514C}" type="slidenum">
              <a:rPr lang="en-US" altLang="ko-KR"/>
              <a:pPr/>
              <a:t>21</a:t>
            </a:fld>
            <a:endParaRPr lang="en-US" altLang="ko-KR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1200" y="744538"/>
            <a:ext cx="5381625" cy="3725862"/>
          </a:xfrm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900"/>
              <a:t>타입을 변환하는 경우에는 형변환을 명시해주는 것이 원칙이지만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크기가 작은 타입에서 큰타입으로 변환하는 경우에는 형변환을 생략할 수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형변환을 생략했다고 해서 형변환이 안되는 것은 아니고</a:t>
            </a:r>
            <a:r>
              <a:rPr lang="en-US" altLang="ko-KR" sz="900"/>
              <a:t>…</a:t>
            </a:r>
          </a:p>
          <a:p>
            <a:r>
              <a:rPr lang="ko-KR" altLang="en-US" sz="900"/>
              <a:t>실행시에 컴퓨터에 의해서 자동적으로 형변환이 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반대로 큰 타입에서 작은 타입으로 형변환하는 경우에는 반드시 명시적으로 형변환을 해줘야합니다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그렇지 않으면 컴파일 시에 에러가 발생합니다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큰타입에서 작은 타입으로 변환하는 경우에는 값손실이 발생할 수 있지만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작은 타입에서 큰 타입으로 변환하는 경우에는 값손실이 발생하지 않기 때문에</a:t>
            </a:r>
          </a:p>
          <a:p>
            <a:r>
              <a:rPr lang="ko-KR" altLang="en-US" sz="900"/>
              <a:t>형변환을 자동적으로 수행하도록 허용하는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 과정을 그림으로 보면</a:t>
            </a:r>
            <a:r>
              <a:rPr lang="en-US" altLang="ko-KR" sz="900"/>
              <a:t>…</a:t>
            </a:r>
          </a:p>
          <a:p>
            <a:r>
              <a:rPr lang="en-US" altLang="ko-KR" sz="900"/>
              <a:t>Byte</a:t>
            </a:r>
            <a:r>
              <a:rPr lang="ko-KR" altLang="en-US" sz="900"/>
              <a:t>를 </a:t>
            </a:r>
            <a:r>
              <a:rPr lang="en-US" altLang="ko-KR" sz="900"/>
              <a:t>int</a:t>
            </a:r>
            <a:r>
              <a:rPr lang="ko-KR" altLang="en-US" sz="900"/>
              <a:t>로 변환하는 경우에는 </a:t>
            </a:r>
            <a:r>
              <a:rPr lang="en-US" altLang="ko-KR" sz="900"/>
              <a:t>1</a:t>
            </a:r>
            <a:r>
              <a:rPr lang="ko-KR" altLang="en-US" sz="900"/>
              <a:t>바이트를 </a:t>
            </a:r>
            <a:r>
              <a:rPr lang="en-US" altLang="ko-KR" sz="900"/>
              <a:t>4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나머지 빈자리 </a:t>
            </a:r>
            <a:r>
              <a:rPr lang="en-US" altLang="ko-KR" sz="900"/>
              <a:t>3</a:t>
            </a:r>
            <a:r>
              <a:rPr lang="ko-KR" altLang="en-US" sz="900"/>
              <a:t>바이트를 </a:t>
            </a:r>
            <a:r>
              <a:rPr lang="en-US" altLang="ko-KR" sz="900"/>
              <a:t>0</a:t>
            </a:r>
            <a:r>
              <a:rPr lang="ko-KR" altLang="en-US" sz="900"/>
              <a:t>으로 채우기만 하면 되므로 원래의 값이 손실없이 보존됩니다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그러나 </a:t>
            </a:r>
            <a:r>
              <a:rPr lang="en-US" altLang="ko-KR" sz="900"/>
              <a:t>int</a:t>
            </a:r>
            <a:r>
              <a:rPr lang="ko-KR" altLang="en-US" sz="900"/>
              <a:t>를 </a:t>
            </a:r>
            <a:r>
              <a:rPr lang="en-US" altLang="ko-KR" sz="900"/>
              <a:t>byte</a:t>
            </a:r>
            <a:r>
              <a:rPr lang="ko-KR" altLang="en-US" sz="900"/>
              <a:t>로 변환하는 경우에는 </a:t>
            </a:r>
            <a:r>
              <a:rPr lang="en-US" altLang="ko-KR" sz="900"/>
              <a:t>4</a:t>
            </a:r>
            <a:r>
              <a:rPr lang="ko-KR" altLang="en-US" sz="900"/>
              <a:t>바이트의 값을 </a:t>
            </a:r>
            <a:r>
              <a:rPr lang="en-US" altLang="ko-KR" sz="900"/>
              <a:t>1</a:t>
            </a:r>
            <a:r>
              <a:rPr lang="ko-KR" altLang="en-US" sz="900"/>
              <a:t>바이트에 저장하는 것이기 때문에</a:t>
            </a:r>
          </a:p>
          <a:p>
            <a:r>
              <a:rPr lang="ko-KR" altLang="en-US" sz="900"/>
              <a:t>원래의 </a:t>
            </a:r>
            <a:r>
              <a:rPr lang="en-US" altLang="ko-KR" sz="900"/>
              <a:t>4</a:t>
            </a:r>
            <a:r>
              <a:rPr lang="ko-KR" altLang="en-US" sz="900"/>
              <a:t>바이트 중에서 앞의 </a:t>
            </a:r>
            <a:r>
              <a:rPr lang="en-US" altLang="ko-KR" sz="900"/>
              <a:t>3</a:t>
            </a:r>
            <a:r>
              <a:rPr lang="ko-KR" altLang="en-US" sz="900"/>
              <a:t>바이트를 잃게 되므로 값손실이 발생할 수 있습니다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아래 그림에서 화살표 방향으로의 변환은 형변환을 생략할 수 있다는 것을 의미합니다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Short</a:t>
            </a:r>
            <a:r>
              <a:rPr lang="ko-KR" altLang="en-US" sz="900"/>
              <a:t>과 </a:t>
            </a:r>
            <a:r>
              <a:rPr lang="en-US" altLang="ko-KR" sz="900"/>
              <a:t>char</a:t>
            </a:r>
            <a:r>
              <a:rPr lang="ko-KR" altLang="en-US" sz="900"/>
              <a:t>는 같은 </a:t>
            </a:r>
            <a:r>
              <a:rPr lang="en-US" altLang="ko-KR" sz="900"/>
              <a:t>2</a:t>
            </a:r>
            <a:r>
              <a:rPr lang="ko-KR" altLang="en-US" sz="900"/>
              <a:t>바이트이지만 표현할 수 있는 값의 범위가 서로 다르기 때문에 자동형변환이 되지 않습니다</a:t>
            </a:r>
            <a:r>
              <a:rPr lang="en-US" altLang="ko-KR" sz="900"/>
              <a:t>.</a:t>
            </a:r>
          </a:p>
          <a:p>
            <a:r>
              <a:rPr lang="en-US" altLang="ko-KR" sz="900"/>
              <a:t>Long</a:t>
            </a:r>
            <a:r>
              <a:rPr lang="ko-KR" altLang="en-US" sz="900"/>
              <a:t>이 </a:t>
            </a:r>
            <a:r>
              <a:rPr lang="en-US" altLang="ko-KR" sz="900"/>
              <a:t>8</a:t>
            </a:r>
            <a:r>
              <a:rPr lang="ko-KR" altLang="en-US" sz="900"/>
              <a:t>바이트인데도 </a:t>
            </a:r>
            <a:r>
              <a:rPr lang="en-US" altLang="ko-KR" sz="900"/>
              <a:t>4</a:t>
            </a:r>
            <a:r>
              <a:rPr lang="ko-KR" altLang="en-US" sz="900"/>
              <a:t>바이트인 </a:t>
            </a:r>
            <a:r>
              <a:rPr lang="en-US" altLang="ko-KR" sz="900"/>
              <a:t>float</a:t>
            </a:r>
            <a:r>
              <a:rPr lang="ko-KR" altLang="en-US" sz="900"/>
              <a:t>로 자동형변환이 되는 이유는</a:t>
            </a:r>
          </a:p>
          <a:p>
            <a:r>
              <a:rPr lang="en-US" altLang="ko-KR" sz="900"/>
              <a:t>Float</a:t>
            </a:r>
            <a:r>
              <a:rPr lang="ko-KR" altLang="en-US" sz="900"/>
              <a:t>가 </a:t>
            </a:r>
            <a:r>
              <a:rPr lang="en-US" altLang="ko-KR" sz="900"/>
              <a:t>4</a:t>
            </a:r>
            <a:r>
              <a:rPr lang="ko-KR" altLang="en-US" sz="900"/>
              <a:t>바이트이지만</a:t>
            </a:r>
            <a:r>
              <a:rPr lang="en-US" altLang="ko-KR" sz="900"/>
              <a:t>, long</a:t>
            </a:r>
            <a:r>
              <a:rPr lang="ko-KR" altLang="en-US" sz="900"/>
              <a:t>과는 표현방식이 달라서 더 큰 범위를 표현할 수 있기 때문입니다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r>
              <a:rPr lang="ko-KR" altLang="en-US" sz="900"/>
              <a:t>형변환을 할 때는 형변환을 명시적으로 해주면 제일 확실하겠지만</a:t>
            </a:r>
            <a:r>
              <a:rPr lang="en-US" altLang="ko-KR" sz="900"/>
              <a:t>,</a:t>
            </a:r>
          </a:p>
          <a:p>
            <a:r>
              <a:rPr lang="ko-KR" altLang="en-US" sz="900"/>
              <a:t>자동형변환되는 경우에는 생략하는 것이 보다 깔끔한 코딩이 될 것입니다</a:t>
            </a:r>
            <a:r>
              <a:rPr lang="en-US" altLang="ko-KR" sz="900"/>
              <a:t>.</a:t>
            </a:r>
          </a:p>
          <a:p>
            <a:endParaRPr lang="en-US" altLang="ko-KR" sz="900"/>
          </a:p>
          <a:p>
            <a:endParaRPr lang="en-US" altLang="ko-KR" sz="900"/>
          </a:p>
        </p:txBody>
      </p:sp>
    </p:spTree>
    <p:extLst>
      <p:ext uri="{BB962C8B-B14F-4D97-AF65-F5344CB8AC3E}">
        <p14:creationId xmlns:p14="http://schemas.microsoft.com/office/powerpoint/2010/main" val="1705260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6DCEF-CD00-45CA-80CA-82C38D745C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3"/>
            <a:ext cx="8420100" cy="1362075"/>
          </a:xfrm>
        </p:spPr>
        <p:txBody>
          <a:bodyPr anchor="t"/>
          <a:lstStyle>
            <a:lvl1pPr algn="l">
              <a:defRPr sz="3692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1847"/>
            </a:lvl1pPr>
            <a:lvl2pPr marL="422042" indent="0">
              <a:buNone/>
              <a:defRPr sz="1661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D7D3E5-87F0-4179-8238-A184AD8827A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28626" y="908050"/>
            <a:ext cx="4448175" cy="5329238"/>
          </a:xfrm>
        </p:spPr>
        <p:txBody>
          <a:bodyPr/>
          <a:lstStyle>
            <a:lvl1pPr>
              <a:defRPr sz="2585"/>
            </a:lvl1pPr>
            <a:lvl2pPr>
              <a:defRPr sz="2216"/>
            </a:lvl2pPr>
            <a:lvl3pPr>
              <a:defRPr sz="1847"/>
            </a:lvl3pPr>
            <a:lvl4pPr>
              <a:defRPr sz="1661"/>
            </a:lvl4pPr>
            <a:lvl5pPr>
              <a:defRPr sz="1661"/>
            </a:lvl5pPr>
            <a:lvl6pPr>
              <a:defRPr sz="1661"/>
            </a:lvl6pPr>
            <a:lvl7pPr>
              <a:defRPr sz="1661"/>
            </a:lvl7pPr>
            <a:lvl8pPr>
              <a:defRPr sz="1661"/>
            </a:lvl8pPr>
            <a:lvl9pPr>
              <a:defRPr sz="16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1" y="908050"/>
            <a:ext cx="4448175" cy="5329238"/>
          </a:xfrm>
        </p:spPr>
        <p:txBody>
          <a:bodyPr/>
          <a:lstStyle>
            <a:lvl1pPr>
              <a:defRPr sz="2585"/>
            </a:lvl1pPr>
            <a:lvl2pPr>
              <a:defRPr sz="2216"/>
            </a:lvl2pPr>
            <a:lvl3pPr>
              <a:defRPr sz="1847"/>
            </a:lvl3pPr>
            <a:lvl4pPr>
              <a:defRPr sz="1661"/>
            </a:lvl4pPr>
            <a:lvl5pPr>
              <a:defRPr sz="1661"/>
            </a:lvl5pPr>
            <a:lvl6pPr>
              <a:defRPr sz="1661"/>
            </a:lvl6pPr>
            <a:lvl7pPr>
              <a:defRPr sz="1661"/>
            </a:lvl7pPr>
            <a:lvl8pPr>
              <a:defRPr sz="1661"/>
            </a:lvl8pPr>
            <a:lvl9pPr>
              <a:defRPr sz="16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72895-9F2E-4AD0-A004-83002AF3C7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216" b="1"/>
            </a:lvl1pPr>
            <a:lvl2pPr marL="422042" indent="0">
              <a:buNone/>
              <a:defRPr sz="1847" b="1"/>
            </a:lvl2pPr>
            <a:lvl3pPr marL="844083" indent="0">
              <a:buNone/>
              <a:defRPr sz="1661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216"/>
            </a:lvl1pPr>
            <a:lvl2pPr>
              <a:defRPr sz="1847"/>
            </a:lvl2pPr>
            <a:lvl3pPr>
              <a:defRPr sz="1661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216" b="1"/>
            </a:lvl1pPr>
            <a:lvl2pPr marL="422042" indent="0">
              <a:buNone/>
              <a:defRPr sz="1847" b="1"/>
            </a:lvl2pPr>
            <a:lvl3pPr marL="844083" indent="0">
              <a:buNone/>
              <a:defRPr sz="1661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216"/>
            </a:lvl1pPr>
            <a:lvl2pPr>
              <a:defRPr sz="1847"/>
            </a:lvl2pPr>
            <a:lvl3pPr>
              <a:defRPr sz="1661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E5587-D26A-41A2-8E79-FE291062F9D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7FCC1-127D-4443-A581-CA9306BF3C8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941A9C-AAE6-48B1-8522-60BAC0F339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138" cy="1162050"/>
          </a:xfrm>
        </p:spPr>
        <p:txBody>
          <a:bodyPr/>
          <a:lstStyle>
            <a:lvl1pPr algn="l">
              <a:defRPr sz="184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1" y="273053"/>
            <a:ext cx="5537199" cy="5853113"/>
          </a:xfr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6"/>
            </a:lvl3pPr>
            <a:lvl4pPr>
              <a:defRPr sz="1847"/>
            </a:lvl4pPr>
            <a:lvl5pPr>
              <a:defRPr sz="1847"/>
            </a:lvl5pPr>
            <a:lvl6pPr>
              <a:defRPr sz="1847"/>
            </a:lvl6pPr>
            <a:lvl7pPr>
              <a:defRPr sz="1847"/>
            </a:lvl7pPr>
            <a:lvl8pPr>
              <a:defRPr sz="1847"/>
            </a:lvl8pPr>
            <a:lvl9pPr>
              <a:defRPr sz="184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138" cy="4691063"/>
          </a:xfrm>
        </p:spPr>
        <p:txBody>
          <a:bodyPr/>
          <a:lstStyle>
            <a:lvl1pPr marL="0" indent="0">
              <a:buNone/>
              <a:defRPr sz="1292"/>
            </a:lvl1pPr>
            <a:lvl2pPr marL="422042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92D690-2CE0-4611-941C-56F6D432EED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84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>
              <a:buNone/>
              <a:defRPr sz="2954"/>
            </a:lvl1pPr>
            <a:lvl2pPr marL="422042" indent="0">
              <a:buNone/>
              <a:defRPr sz="2585"/>
            </a:lvl2pPr>
            <a:lvl3pPr marL="844083" indent="0">
              <a:buNone/>
              <a:defRPr sz="2216"/>
            </a:lvl3pPr>
            <a:lvl4pPr marL="1266124" indent="0">
              <a:buNone/>
              <a:defRPr sz="1847"/>
            </a:lvl4pPr>
            <a:lvl5pPr marL="1688165" indent="0">
              <a:buNone/>
              <a:defRPr sz="1847"/>
            </a:lvl5pPr>
            <a:lvl6pPr marL="2110207" indent="0">
              <a:buNone/>
              <a:defRPr sz="1847"/>
            </a:lvl6pPr>
            <a:lvl7pPr marL="2532248" indent="0">
              <a:buNone/>
              <a:defRPr sz="1847"/>
            </a:lvl7pPr>
            <a:lvl8pPr marL="2954289" indent="0">
              <a:buNone/>
              <a:defRPr sz="1847"/>
            </a:lvl8pPr>
            <a:lvl9pPr marL="3376331" indent="0">
              <a:buNone/>
              <a:defRPr sz="184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292"/>
            </a:lvl1pPr>
            <a:lvl2pPr marL="422042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4249-9846-41BB-B0B9-138A4920A6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F6C41-6312-48BD-8505-9CA88283B16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402513" y="260350"/>
            <a:ext cx="2374901" cy="59769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73050" y="260350"/>
            <a:ext cx="6977063" cy="59769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B3B12-BED2-477A-B509-237AA89F2E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81A58D-1F3D-4A9A-8A2F-2E64A071E552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48855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5539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216"/>
            </a:lvl1pPr>
            <a:lvl2pPr marL="422042" indent="0" algn="ctr">
              <a:buNone/>
              <a:defRPr sz="1847"/>
            </a:lvl2pPr>
            <a:lvl3pPr marL="844083" indent="0" algn="ctr">
              <a:buNone/>
              <a:defRPr sz="1661"/>
            </a:lvl3pPr>
            <a:lvl4pPr marL="1266124" indent="0" algn="ctr">
              <a:buNone/>
              <a:defRPr sz="1477"/>
            </a:lvl4pPr>
            <a:lvl5pPr marL="1688165" indent="0" algn="ctr">
              <a:buNone/>
              <a:defRPr sz="1477"/>
            </a:lvl5pPr>
            <a:lvl6pPr marL="2110207" indent="0" algn="ctr">
              <a:buNone/>
              <a:defRPr sz="1477"/>
            </a:lvl6pPr>
            <a:lvl7pPr marL="2532248" indent="0" algn="ctr">
              <a:buNone/>
              <a:defRPr sz="1477"/>
            </a:lvl7pPr>
            <a:lvl8pPr marL="2954289" indent="0" algn="ctr">
              <a:buNone/>
              <a:defRPr sz="1477"/>
            </a:lvl8pPr>
            <a:lvl9pPr marL="3376331" indent="0" algn="ctr">
              <a:buNone/>
              <a:defRPr sz="1477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95300" y="6245225"/>
            <a:ext cx="23114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245225"/>
            <a:ext cx="31369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19AC9A-A87D-4C3D-B543-30D7915A500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3462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-330144" y="6434707"/>
            <a:ext cx="10482030" cy="386083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 kumimoji="0" sz="1082"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E5BAFC79-0F65-42E5-B4CA-03BB1228951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14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8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22042" indent="0" algn="ctr">
              <a:buNone/>
              <a:defRPr/>
            </a:lvl2pPr>
            <a:lvl3pPr marL="844083" indent="0" algn="ctr">
              <a:buNone/>
              <a:defRPr/>
            </a:lvl3pPr>
            <a:lvl4pPr marL="1266124" indent="0" algn="ctr">
              <a:buNone/>
              <a:defRPr/>
            </a:lvl4pPr>
            <a:lvl5pPr marL="1688165" indent="0" algn="ctr">
              <a:buNone/>
              <a:defRPr/>
            </a:lvl5pPr>
            <a:lvl6pPr marL="2110207" indent="0" algn="ctr">
              <a:buNone/>
              <a:defRPr/>
            </a:lvl6pPr>
            <a:lvl7pPr marL="2532248" indent="0" algn="ctr">
              <a:buNone/>
              <a:defRPr/>
            </a:lvl7pPr>
            <a:lvl8pPr marL="2954289" indent="0" algn="ctr">
              <a:buNone/>
              <a:defRPr/>
            </a:lvl8pPr>
            <a:lvl9pPr marL="3376331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3"/>
            <a:ext cx="8420100" cy="1362075"/>
          </a:xfrm>
        </p:spPr>
        <p:txBody>
          <a:bodyPr/>
          <a:lstStyle>
            <a:lvl1pPr algn="l">
              <a:defRPr sz="3692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47"/>
            </a:lvl1pPr>
            <a:lvl2pPr marL="422042" indent="0">
              <a:buNone/>
              <a:defRPr sz="1661"/>
            </a:lvl2pPr>
            <a:lvl3pPr marL="844083" indent="0">
              <a:buNone/>
              <a:defRPr sz="1477"/>
            </a:lvl3pPr>
            <a:lvl4pPr marL="1266124" indent="0">
              <a:buNone/>
              <a:defRPr sz="1292"/>
            </a:lvl4pPr>
            <a:lvl5pPr marL="1688165" indent="0">
              <a:buNone/>
              <a:defRPr sz="1292"/>
            </a:lvl5pPr>
            <a:lvl6pPr marL="2110207" indent="0">
              <a:buNone/>
              <a:defRPr sz="1292"/>
            </a:lvl6pPr>
            <a:lvl7pPr marL="2532248" indent="0">
              <a:buNone/>
              <a:defRPr sz="1292"/>
            </a:lvl7pPr>
            <a:lvl8pPr marL="2954289" indent="0">
              <a:buNone/>
              <a:defRPr sz="1292"/>
            </a:lvl8pPr>
            <a:lvl9pPr marL="3376331" indent="0">
              <a:buNone/>
              <a:defRPr sz="129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2" y="1600203"/>
            <a:ext cx="4381499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6"/>
            </a:lvl2pPr>
            <a:lvl3pPr>
              <a:defRPr sz="1847"/>
            </a:lvl3pPr>
            <a:lvl4pPr>
              <a:defRPr sz="1661"/>
            </a:lvl4pPr>
            <a:lvl5pPr>
              <a:defRPr sz="1661"/>
            </a:lvl5pPr>
            <a:lvl6pPr>
              <a:defRPr sz="1661"/>
            </a:lvl6pPr>
            <a:lvl7pPr>
              <a:defRPr sz="1661"/>
            </a:lvl7pPr>
            <a:lvl8pPr>
              <a:defRPr sz="1661"/>
            </a:lvl8pPr>
            <a:lvl9pPr>
              <a:defRPr sz="16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1" y="1600203"/>
            <a:ext cx="4381499" cy="4525963"/>
          </a:xfrm>
          <a:prstGeom prst="rect">
            <a:avLst/>
          </a:prstGeom>
        </p:spPr>
        <p:txBody>
          <a:bodyPr/>
          <a:lstStyle>
            <a:lvl1pPr>
              <a:defRPr sz="2585"/>
            </a:lvl1pPr>
            <a:lvl2pPr>
              <a:defRPr sz="2216"/>
            </a:lvl2pPr>
            <a:lvl3pPr>
              <a:defRPr sz="1847"/>
            </a:lvl3pPr>
            <a:lvl4pPr>
              <a:defRPr sz="1661"/>
            </a:lvl4pPr>
            <a:lvl5pPr>
              <a:defRPr sz="1661"/>
            </a:lvl5pPr>
            <a:lvl6pPr>
              <a:defRPr sz="1661"/>
            </a:lvl6pPr>
            <a:lvl7pPr>
              <a:defRPr sz="1661"/>
            </a:lvl7pPr>
            <a:lvl8pPr>
              <a:defRPr sz="1661"/>
            </a:lvl8pPr>
            <a:lvl9pPr>
              <a:defRPr sz="16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6" b="1"/>
            </a:lvl1pPr>
            <a:lvl2pPr marL="422042" indent="0">
              <a:buNone/>
              <a:defRPr sz="1847" b="1"/>
            </a:lvl2pPr>
            <a:lvl3pPr marL="844083" indent="0">
              <a:buNone/>
              <a:defRPr sz="1661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216"/>
            </a:lvl1pPr>
            <a:lvl2pPr>
              <a:defRPr sz="1847"/>
            </a:lvl2pPr>
            <a:lvl3pPr>
              <a:defRPr sz="1661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216" b="1"/>
            </a:lvl1pPr>
            <a:lvl2pPr marL="422042" indent="0">
              <a:buNone/>
              <a:defRPr sz="1847" b="1"/>
            </a:lvl2pPr>
            <a:lvl3pPr marL="844083" indent="0">
              <a:buNone/>
              <a:defRPr sz="1661" b="1"/>
            </a:lvl3pPr>
            <a:lvl4pPr marL="1266124" indent="0">
              <a:buNone/>
              <a:defRPr sz="1477" b="1"/>
            </a:lvl4pPr>
            <a:lvl5pPr marL="1688165" indent="0">
              <a:buNone/>
              <a:defRPr sz="1477" b="1"/>
            </a:lvl5pPr>
            <a:lvl6pPr marL="2110207" indent="0">
              <a:buNone/>
              <a:defRPr sz="1477" b="1"/>
            </a:lvl6pPr>
            <a:lvl7pPr marL="2532248" indent="0">
              <a:buNone/>
              <a:defRPr sz="1477" b="1"/>
            </a:lvl7pPr>
            <a:lvl8pPr marL="2954289" indent="0">
              <a:buNone/>
              <a:defRPr sz="1477" b="1"/>
            </a:lvl8pPr>
            <a:lvl9pPr marL="3376331" indent="0">
              <a:buNone/>
              <a:defRPr sz="1477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216"/>
            </a:lvl1pPr>
            <a:lvl2pPr>
              <a:defRPr sz="1847"/>
            </a:lvl2pPr>
            <a:lvl3pPr>
              <a:defRPr sz="1661"/>
            </a:lvl3pPr>
            <a:lvl4pPr>
              <a:defRPr sz="1477"/>
            </a:lvl4pPr>
            <a:lvl5pPr>
              <a:defRPr sz="1477"/>
            </a:lvl5pPr>
            <a:lvl6pPr>
              <a:defRPr sz="1477"/>
            </a:lvl6pPr>
            <a:lvl7pPr>
              <a:defRPr sz="1477"/>
            </a:lvl7pPr>
            <a:lvl8pPr>
              <a:defRPr sz="1477"/>
            </a:lvl8pPr>
            <a:lvl9pPr>
              <a:defRPr sz="147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138" cy="1162050"/>
          </a:xfrm>
        </p:spPr>
        <p:txBody>
          <a:bodyPr anchor="b"/>
          <a:lstStyle>
            <a:lvl1pPr algn="l">
              <a:defRPr sz="184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1" y="273053"/>
            <a:ext cx="5537199" cy="5853113"/>
          </a:xfrm>
          <a:prstGeom prst="rect">
            <a:avLst/>
          </a:prstGeom>
        </p:spPr>
        <p:txBody>
          <a:bodyPr/>
          <a:lstStyle>
            <a:lvl1pPr>
              <a:defRPr sz="2954"/>
            </a:lvl1pPr>
            <a:lvl2pPr>
              <a:defRPr sz="2585"/>
            </a:lvl2pPr>
            <a:lvl3pPr>
              <a:defRPr sz="2216"/>
            </a:lvl3pPr>
            <a:lvl4pPr>
              <a:defRPr sz="1847"/>
            </a:lvl4pPr>
            <a:lvl5pPr>
              <a:defRPr sz="1847"/>
            </a:lvl5pPr>
            <a:lvl6pPr>
              <a:defRPr sz="1847"/>
            </a:lvl6pPr>
            <a:lvl7pPr>
              <a:defRPr sz="1847"/>
            </a:lvl7pPr>
            <a:lvl8pPr>
              <a:defRPr sz="1847"/>
            </a:lvl8pPr>
            <a:lvl9pPr>
              <a:defRPr sz="184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2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184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954"/>
            </a:lvl1pPr>
            <a:lvl2pPr marL="422042" indent="0">
              <a:buNone/>
              <a:defRPr sz="2585"/>
            </a:lvl2pPr>
            <a:lvl3pPr marL="844083" indent="0">
              <a:buNone/>
              <a:defRPr sz="2216"/>
            </a:lvl3pPr>
            <a:lvl4pPr marL="1266124" indent="0">
              <a:buNone/>
              <a:defRPr sz="1847"/>
            </a:lvl4pPr>
            <a:lvl5pPr marL="1688165" indent="0">
              <a:buNone/>
              <a:defRPr sz="1847"/>
            </a:lvl5pPr>
            <a:lvl6pPr marL="2110207" indent="0">
              <a:buNone/>
              <a:defRPr sz="1847"/>
            </a:lvl6pPr>
            <a:lvl7pPr marL="2532248" indent="0">
              <a:buNone/>
              <a:defRPr sz="1847"/>
            </a:lvl7pPr>
            <a:lvl8pPr marL="2954289" indent="0">
              <a:buNone/>
              <a:defRPr sz="1847"/>
            </a:lvl8pPr>
            <a:lvl9pPr marL="3376331" indent="0">
              <a:buNone/>
              <a:defRPr sz="1847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  <a:lvl2pPr marL="422042" indent="0">
              <a:buNone/>
              <a:defRPr sz="1108"/>
            </a:lvl2pPr>
            <a:lvl3pPr marL="844083" indent="0">
              <a:buNone/>
              <a:defRPr sz="923"/>
            </a:lvl3pPr>
            <a:lvl4pPr marL="1266124" indent="0">
              <a:buNone/>
              <a:defRPr sz="831"/>
            </a:lvl4pPr>
            <a:lvl5pPr marL="1688165" indent="0">
              <a:buNone/>
              <a:defRPr sz="831"/>
            </a:lvl5pPr>
            <a:lvl6pPr marL="2110207" indent="0">
              <a:buNone/>
              <a:defRPr sz="831"/>
            </a:lvl6pPr>
            <a:lvl7pPr marL="2532248" indent="0">
              <a:buNone/>
              <a:defRPr sz="831"/>
            </a:lvl7pPr>
            <a:lvl8pPr marL="2954289" indent="0">
              <a:buNone/>
              <a:defRPr sz="831"/>
            </a:lvl8pPr>
            <a:lvl9pPr marL="3376331" indent="0">
              <a:buNone/>
              <a:defRPr sz="83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3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1341441"/>
            <a:ext cx="2228850" cy="47847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2" y="1341441"/>
            <a:ext cx="6534150" cy="4784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665665" y="6538913"/>
            <a:ext cx="557211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buClrTx/>
              <a:buSzTx/>
              <a:buFontTx/>
              <a:buNone/>
              <a:defRPr sz="1015" b="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</a:lstStyle>
          <a:p>
            <a:pPr>
              <a:defRPr/>
            </a:pPr>
            <a:fld id="{7C81A58D-1F3D-4A9A-8A2F-2E64A071E5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3"/>
            <a:ext cx="9504364" cy="64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</a:p>
        </p:txBody>
      </p:sp>
      <p:sp>
        <p:nvSpPr>
          <p:cNvPr id="349195" name="Line 11"/>
          <p:cNvSpPr>
            <a:spLocks noChangeShapeType="1"/>
          </p:cNvSpPr>
          <p:nvPr/>
        </p:nvSpPr>
        <p:spPr bwMode="ltGray">
          <a:xfrm flipV="1">
            <a:off x="1588" y="6529388"/>
            <a:ext cx="9906000" cy="0"/>
          </a:xfrm>
          <a:prstGeom prst="line">
            <a:avLst/>
          </a:prstGeom>
          <a:noFill/>
          <a:ln w="12700">
            <a:solidFill>
              <a:srgbClr val="221F1F"/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buClr>
                <a:schemeClr val="bg2"/>
              </a:buClr>
              <a:buSzPct val="100000"/>
              <a:buFontTx/>
              <a:buChar char="•"/>
              <a:defRPr/>
            </a:pPr>
            <a:endParaRPr lang="ko-KR" altLang="en-US" sz="923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grpSp>
        <p:nvGrpSpPr>
          <p:cNvPr id="7" name="Group 13"/>
          <p:cNvGrpSpPr>
            <a:grpSpLocks/>
          </p:cNvGrpSpPr>
          <p:nvPr userDrawn="1"/>
        </p:nvGrpSpPr>
        <p:grpSpPr bwMode="auto">
          <a:xfrm>
            <a:off x="252414" y="85725"/>
            <a:ext cx="8496301" cy="471488"/>
            <a:chOff x="1056" y="1039"/>
            <a:chExt cx="3024" cy="209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1056" y="1039"/>
              <a:ext cx="216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1427" tIns="45714" rIns="91427" bIns="45714">
              <a:spAutoFit/>
            </a:bodyPr>
            <a:lstStyle>
              <a:lvl1pPr marL="342900" indent="-3429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1pPr>
              <a:lvl2pPr marL="742950" indent="-28575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2pPr>
              <a:lvl3pPr marL="11430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3pPr>
              <a:lvl4pPr marL="16002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4pPr>
              <a:lvl5pPr marL="2057400" indent="-228600"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돋움" panose="020B0600000101010101" pitchFamily="50" charset="-127"/>
                  <a:ea typeface="돋움" panose="020B0600000101010101" pitchFamily="50" charset="-127"/>
                </a:defRPr>
              </a:lvl9pPr>
            </a:lstStyle>
            <a:p>
              <a:pPr eaLnBrk="1" latinLnBrk="1" hangingPunct="1">
                <a:buFont typeface="Wingdings" panose="05000000000000000000" pitchFamily="2" charset="2"/>
                <a:buChar char="l"/>
              </a:pPr>
              <a:r>
                <a:rPr lang="en-US" altLang="ko-KR" sz="1847" b="1" dirty="0">
                  <a:solidFill>
                    <a:srgbClr val="724FB7"/>
                  </a:solidFill>
                </a:rPr>
                <a:t> </a:t>
              </a:r>
              <a:endParaRPr lang="ko-KR" altLang="en-US" sz="1847" b="1" dirty="0">
                <a:solidFill>
                  <a:srgbClr val="724FB7"/>
                </a:solidFill>
              </a:endParaRPr>
            </a:p>
          </p:txBody>
        </p:sp>
        <p:sp>
          <p:nvSpPr>
            <p:cNvPr id="9" name="Line 15"/>
            <p:cNvSpPr>
              <a:spLocks noChangeShapeType="1"/>
            </p:cNvSpPr>
            <p:nvPr/>
          </p:nvSpPr>
          <p:spPr bwMode="auto">
            <a:xfrm>
              <a:off x="1104" y="1248"/>
              <a:ext cx="2976" cy="0"/>
            </a:xfrm>
            <a:prstGeom prst="line">
              <a:avLst/>
            </a:prstGeom>
            <a:noFill/>
            <a:ln w="28575">
              <a:solidFill>
                <a:srgbClr val="724FB7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sz="1477"/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581FDD33-8770-4CB3-8973-7183A5B5370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998137" y="6538913"/>
            <a:ext cx="779276" cy="3185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B80998-2E40-4F14-A174-A02F0F40D261}"/>
              </a:ext>
            </a:extLst>
          </p:cNvPr>
          <p:cNvSpPr txBox="1"/>
          <p:nvPr userDrawn="1"/>
        </p:nvSpPr>
        <p:spPr>
          <a:xfrm>
            <a:off x="273050" y="6544059"/>
            <a:ext cx="21998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iamhpd@kopo.ac.kr</a:t>
            </a:r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7" r:id="rId2"/>
    <p:sldLayoutId id="2147484016" r:id="rId3"/>
    <p:sldLayoutId id="2147484015" r:id="rId4"/>
    <p:sldLayoutId id="2147484014" r:id="rId5"/>
    <p:sldLayoutId id="2147484013" r:id="rId6"/>
    <p:sldLayoutId id="2147484012" r:id="rId7"/>
    <p:sldLayoutId id="2147484011" r:id="rId8"/>
    <p:sldLayoutId id="2147484010" r:id="rId9"/>
    <p:sldLayoutId id="2147484009" r:id="rId10"/>
    <p:sldLayoutId id="2147484034" r:id="rId11"/>
    <p:sldLayoutId id="2147484035" r:id="rId12"/>
  </p:sldLayoutIdLst>
  <p:hf hdr="0" ftr="0" dt="0"/>
  <p:txStyles>
    <p:titleStyle>
      <a:lvl1pPr marL="334116" indent="-334116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34116" indent="-334116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2pPr>
      <a:lvl3pPr marL="334116" indent="-334116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3pPr>
      <a:lvl4pPr marL="334116" indent="-334116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4pPr>
      <a:lvl5pPr marL="334116" indent="-334116" algn="l" rtl="0" eaLnBrk="0" fontAlgn="base" hangingPunct="0">
        <a:spcBef>
          <a:spcPct val="0"/>
        </a:spcBef>
        <a:spcAft>
          <a:spcPct val="0"/>
        </a:spcAft>
        <a:defRPr b="1">
          <a:solidFill>
            <a:schemeClr val="bg1"/>
          </a:solidFill>
          <a:latin typeface="맑은 고딕" pitchFamily="50" charset="-127"/>
          <a:ea typeface="맑은 고딕" pitchFamily="50" charset="-127"/>
        </a:defRPr>
      </a:lvl5pPr>
      <a:lvl6pPr marL="422042" algn="l" rtl="0" fontAlgn="base">
        <a:spcBef>
          <a:spcPct val="0"/>
        </a:spcBef>
        <a:spcAft>
          <a:spcPct val="0"/>
        </a:spcAft>
        <a:defRPr sz="1847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6pPr>
      <a:lvl7pPr marL="844083" algn="l" rtl="0" fontAlgn="base">
        <a:spcBef>
          <a:spcPct val="0"/>
        </a:spcBef>
        <a:spcAft>
          <a:spcPct val="0"/>
        </a:spcAft>
        <a:defRPr sz="1847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7pPr>
      <a:lvl8pPr marL="1266124" algn="l" rtl="0" fontAlgn="base">
        <a:spcBef>
          <a:spcPct val="0"/>
        </a:spcBef>
        <a:spcAft>
          <a:spcPct val="0"/>
        </a:spcAft>
        <a:defRPr sz="1847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8pPr>
      <a:lvl9pPr marL="1688165" algn="l" rtl="0" fontAlgn="base">
        <a:spcBef>
          <a:spcPct val="0"/>
        </a:spcBef>
        <a:spcAft>
          <a:spcPct val="0"/>
        </a:spcAft>
        <a:defRPr sz="1847">
          <a:solidFill>
            <a:schemeClr val="bg1"/>
          </a:solidFill>
          <a:latin typeface="가는각진제목체" pitchFamily="18" charset="-127"/>
          <a:ea typeface="가는각진제목체" pitchFamily="18" charset="-127"/>
        </a:defRPr>
      </a:lvl9pPr>
    </p:titleStyle>
    <p:bodyStyle>
      <a:lvl1pPr marL="316531" indent="-316531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477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63485" indent="-263776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108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140098" indent="-211021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108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516712" indent="-211021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108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1899186" indent="-211021" algn="l" rtl="0" eaLnBrk="0" fontAlgn="base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sz="1108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321228" indent="-211021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108">
          <a:solidFill>
            <a:srgbClr val="221F1F"/>
          </a:solidFill>
          <a:latin typeface="+mn-lt"/>
          <a:ea typeface="+mn-ea"/>
        </a:defRPr>
      </a:lvl6pPr>
      <a:lvl7pPr marL="2743268" indent="-211021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108">
          <a:solidFill>
            <a:srgbClr val="221F1F"/>
          </a:solidFill>
          <a:latin typeface="+mn-lt"/>
          <a:ea typeface="+mn-ea"/>
        </a:defRPr>
      </a:lvl7pPr>
      <a:lvl8pPr marL="3165310" indent="-211021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108">
          <a:solidFill>
            <a:srgbClr val="221F1F"/>
          </a:solidFill>
          <a:latin typeface="+mn-lt"/>
          <a:ea typeface="+mn-ea"/>
        </a:defRPr>
      </a:lvl8pPr>
      <a:lvl9pPr marL="3587351" indent="-211021" algn="l" rtl="0" fontAlgn="base">
        <a:spcBef>
          <a:spcPct val="20000"/>
        </a:spcBef>
        <a:spcAft>
          <a:spcPct val="0"/>
        </a:spcAft>
        <a:buClr>
          <a:srgbClr val="5F5F5F"/>
        </a:buClr>
        <a:buFont typeface="Wingdings" pitchFamily="2" charset="2"/>
        <a:defRPr sz="1108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1pPr>
      <a:lvl2pPr marL="422042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2"/>
          <p:cNvSpPr>
            <a:spLocks noGrp="1"/>
          </p:cNvSpPr>
          <p:nvPr/>
        </p:nvSpPr>
        <p:spPr bwMode="auto">
          <a:xfrm>
            <a:off x="194304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37" tIns="44069" rIns="88137" bIns="44069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803" dirty="0">
              <a:solidFill>
                <a:srgbClr val="0D0D0D"/>
              </a:solidFill>
            </a:endParaRPr>
          </a:p>
        </p:txBody>
      </p:sp>
      <p:sp>
        <p:nvSpPr>
          <p:cNvPr id="1028" name="텍스트 개체 틀 2"/>
          <p:cNvSpPr>
            <a:spLocks noGrp="1"/>
          </p:cNvSpPr>
          <p:nvPr/>
        </p:nvSpPr>
        <p:spPr bwMode="auto">
          <a:xfrm>
            <a:off x="194304" y="1018700"/>
            <a:ext cx="9434858" cy="536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37" tIns="44069" rIns="88137" bIns="44069"/>
          <a:lstStyle>
            <a:lvl1pPr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1pPr>
            <a:lvl2pPr marL="742950" indent="-28575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2pPr>
            <a:lvl3pPr marL="11430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3pPr>
            <a:lvl4pPr marL="16002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4pPr>
            <a:lvl5pPr marL="2057400" indent="-228600" defTabSz="922338" eaLnBrk="0" hangingPunct="0"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itchFamily="50" charset="-127"/>
                <a:ea typeface="돋움" pitchFamily="50" charset="-127"/>
              </a:defRPr>
            </a:lvl9pPr>
          </a:lstStyle>
          <a:p>
            <a:pPr latinLnBrk="1">
              <a:defRPr/>
            </a:pPr>
            <a:endParaRPr lang="ko-KR" altLang="en-US" sz="1803" dirty="0">
              <a:solidFill>
                <a:srgbClr val="0D0D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67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defTabSz="831573" rtl="0" eaLnBrk="0" fontAlgn="base" latinLnBrk="1" hangingPunct="0">
        <a:spcBef>
          <a:spcPct val="0"/>
        </a:spcBef>
        <a:spcAft>
          <a:spcPct val="0"/>
        </a:spcAft>
        <a:defRPr kumimoji="1" sz="1803">
          <a:solidFill>
            <a:srgbClr val="0D0D0D"/>
          </a:solidFill>
          <a:latin typeface="+mj-lt"/>
          <a:ea typeface="+mj-ea"/>
          <a:cs typeface="+mj-cs"/>
        </a:defRPr>
      </a:lvl1pPr>
      <a:lvl2pPr algn="l" defTabSz="831573" rtl="0" eaLnBrk="0" fontAlgn="base" latinLnBrk="1" hangingPunct="0">
        <a:spcBef>
          <a:spcPct val="0"/>
        </a:spcBef>
        <a:spcAft>
          <a:spcPct val="0"/>
        </a:spcAft>
        <a:defRPr kumimoji="1" sz="1803">
          <a:solidFill>
            <a:srgbClr val="0D0D0D"/>
          </a:solidFill>
          <a:latin typeface="돋움" pitchFamily="50" charset="-127"/>
          <a:ea typeface="돋움" pitchFamily="50" charset="-127"/>
        </a:defRPr>
      </a:lvl2pPr>
      <a:lvl3pPr algn="l" defTabSz="831573" rtl="0" eaLnBrk="0" fontAlgn="base" latinLnBrk="1" hangingPunct="0">
        <a:spcBef>
          <a:spcPct val="0"/>
        </a:spcBef>
        <a:spcAft>
          <a:spcPct val="0"/>
        </a:spcAft>
        <a:defRPr kumimoji="1" sz="1803">
          <a:solidFill>
            <a:srgbClr val="0D0D0D"/>
          </a:solidFill>
          <a:latin typeface="돋움" pitchFamily="50" charset="-127"/>
          <a:ea typeface="돋움" pitchFamily="50" charset="-127"/>
        </a:defRPr>
      </a:lvl3pPr>
      <a:lvl4pPr algn="l" defTabSz="831573" rtl="0" eaLnBrk="0" fontAlgn="base" latinLnBrk="1" hangingPunct="0">
        <a:spcBef>
          <a:spcPct val="0"/>
        </a:spcBef>
        <a:spcAft>
          <a:spcPct val="0"/>
        </a:spcAft>
        <a:defRPr kumimoji="1" sz="1803">
          <a:solidFill>
            <a:srgbClr val="0D0D0D"/>
          </a:solidFill>
          <a:latin typeface="돋움" pitchFamily="50" charset="-127"/>
          <a:ea typeface="돋움" pitchFamily="50" charset="-127"/>
        </a:defRPr>
      </a:lvl4pPr>
      <a:lvl5pPr algn="l" defTabSz="831573" rtl="0" eaLnBrk="0" fontAlgn="base" latinLnBrk="1" hangingPunct="0">
        <a:spcBef>
          <a:spcPct val="0"/>
        </a:spcBef>
        <a:spcAft>
          <a:spcPct val="0"/>
        </a:spcAft>
        <a:defRPr kumimoji="1" sz="1803">
          <a:solidFill>
            <a:srgbClr val="0D0D0D"/>
          </a:solidFill>
          <a:latin typeface="돋움" pitchFamily="50" charset="-127"/>
          <a:ea typeface="돋움" pitchFamily="50" charset="-127"/>
        </a:defRPr>
      </a:lvl5pPr>
      <a:lvl6pPr marL="583028" algn="l" defTabSz="832029" rtl="0" fontAlgn="base" latinLnBrk="1">
        <a:spcBef>
          <a:spcPct val="0"/>
        </a:spcBef>
        <a:spcAft>
          <a:spcPct val="0"/>
        </a:spcAft>
        <a:defRPr kumimoji="1" sz="1803">
          <a:solidFill>
            <a:srgbClr val="336600"/>
          </a:solidFill>
          <a:latin typeface="돋움" pitchFamily="50" charset="-127"/>
          <a:ea typeface="돋움" pitchFamily="50" charset="-127"/>
        </a:defRPr>
      </a:lvl6pPr>
      <a:lvl7pPr marL="1166053" algn="l" defTabSz="832029" rtl="0" fontAlgn="base" latinLnBrk="1">
        <a:spcBef>
          <a:spcPct val="0"/>
        </a:spcBef>
        <a:spcAft>
          <a:spcPct val="0"/>
        </a:spcAft>
        <a:defRPr kumimoji="1" sz="1803">
          <a:solidFill>
            <a:srgbClr val="336600"/>
          </a:solidFill>
          <a:latin typeface="돋움" pitchFamily="50" charset="-127"/>
          <a:ea typeface="돋움" pitchFamily="50" charset="-127"/>
        </a:defRPr>
      </a:lvl7pPr>
      <a:lvl8pPr marL="1749080" algn="l" defTabSz="832029" rtl="0" fontAlgn="base" latinLnBrk="1">
        <a:spcBef>
          <a:spcPct val="0"/>
        </a:spcBef>
        <a:spcAft>
          <a:spcPct val="0"/>
        </a:spcAft>
        <a:defRPr kumimoji="1" sz="1803">
          <a:solidFill>
            <a:srgbClr val="336600"/>
          </a:solidFill>
          <a:latin typeface="돋움" pitchFamily="50" charset="-127"/>
          <a:ea typeface="돋움" pitchFamily="50" charset="-127"/>
        </a:defRPr>
      </a:lvl8pPr>
      <a:lvl9pPr marL="2332107" algn="l" defTabSz="832029" rtl="0" fontAlgn="base" latinLnBrk="1">
        <a:spcBef>
          <a:spcPct val="0"/>
        </a:spcBef>
        <a:spcAft>
          <a:spcPct val="0"/>
        </a:spcAft>
        <a:defRPr kumimoji="1" sz="1803">
          <a:solidFill>
            <a:srgbClr val="336600"/>
          </a:solidFill>
          <a:latin typeface="돋움" pitchFamily="50" charset="-127"/>
          <a:ea typeface="돋움" pitchFamily="50" charset="-127"/>
        </a:defRPr>
      </a:lvl9pPr>
    </p:titleStyle>
    <p:bodyStyle>
      <a:lvl1pPr marL="244749" indent="-244749" algn="l" defTabSz="83157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803">
          <a:solidFill>
            <a:schemeClr val="tx1"/>
          </a:solidFill>
          <a:latin typeface="+mn-lt"/>
          <a:ea typeface="+mn-ea"/>
          <a:cs typeface="+mn-cs"/>
        </a:defRPr>
      </a:lvl1pPr>
      <a:lvl2pPr marL="724226" indent="-236162" algn="l" defTabSz="83157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532">
          <a:solidFill>
            <a:schemeClr val="tx1"/>
          </a:solidFill>
          <a:latin typeface="+mn-lt"/>
          <a:ea typeface="+mn-ea"/>
        </a:defRPr>
      </a:lvl2pPr>
      <a:lvl3pPr marL="1315344" indent="-207536" algn="l" defTabSz="831573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164">
          <a:solidFill>
            <a:schemeClr val="tx1"/>
          </a:solidFill>
          <a:latin typeface="+mn-lt"/>
          <a:ea typeface="+mn-ea"/>
        </a:defRPr>
      </a:lvl3pPr>
      <a:lvl4pPr marL="1766196" indent="-207536" algn="l" defTabSz="831573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803">
          <a:solidFill>
            <a:schemeClr val="tx1"/>
          </a:solidFill>
          <a:latin typeface="+mn-lt"/>
          <a:ea typeface="+mn-ea"/>
        </a:defRPr>
      </a:lvl4pPr>
      <a:lvl5pPr marL="2218479" indent="-207536" algn="l" defTabSz="831573" rtl="0" eaLnBrk="0" fontAlgn="base" latinLnBrk="1" hangingPunct="0">
        <a:spcBef>
          <a:spcPct val="20000"/>
        </a:spcBef>
        <a:spcAft>
          <a:spcPct val="0"/>
        </a:spcAft>
        <a:buChar char="»"/>
        <a:defRPr kumimoji="1" sz="1803">
          <a:solidFill>
            <a:schemeClr val="tx1"/>
          </a:solidFill>
          <a:latin typeface="+mn-lt"/>
          <a:ea typeface="+mn-ea"/>
        </a:defRPr>
      </a:lvl5pPr>
      <a:lvl6pPr marL="2801766" indent="-208514" algn="l" defTabSz="832029" rtl="0" fontAlgn="base" latinLnBrk="1">
        <a:spcBef>
          <a:spcPct val="20000"/>
        </a:spcBef>
        <a:spcAft>
          <a:spcPct val="0"/>
        </a:spcAft>
        <a:buChar char="»"/>
        <a:defRPr kumimoji="1" sz="1803">
          <a:solidFill>
            <a:schemeClr val="tx1"/>
          </a:solidFill>
          <a:latin typeface="+mn-lt"/>
          <a:ea typeface="+mn-ea"/>
        </a:defRPr>
      </a:lvl6pPr>
      <a:lvl7pPr marL="3384794" indent="-208514" algn="l" defTabSz="832029" rtl="0" fontAlgn="base" latinLnBrk="1">
        <a:spcBef>
          <a:spcPct val="20000"/>
        </a:spcBef>
        <a:spcAft>
          <a:spcPct val="0"/>
        </a:spcAft>
        <a:buChar char="»"/>
        <a:defRPr kumimoji="1" sz="1803">
          <a:solidFill>
            <a:schemeClr val="tx1"/>
          </a:solidFill>
          <a:latin typeface="+mn-lt"/>
          <a:ea typeface="+mn-ea"/>
        </a:defRPr>
      </a:lvl7pPr>
      <a:lvl8pPr marL="3967821" indent="-208514" algn="l" defTabSz="832029" rtl="0" fontAlgn="base" latinLnBrk="1">
        <a:spcBef>
          <a:spcPct val="20000"/>
        </a:spcBef>
        <a:spcAft>
          <a:spcPct val="0"/>
        </a:spcAft>
        <a:buChar char="»"/>
        <a:defRPr kumimoji="1" sz="1803">
          <a:solidFill>
            <a:schemeClr val="tx1"/>
          </a:solidFill>
          <a:latin typeface="+mn-lt"/>
          <a:ea typeface="+mn-ea"/>
        </a:defRPr>
      </a:lvl8pPr>
      <a:lvl9pPr marL="4550847" indent="-208514" algn="l" defTabSz="832029" rtl="0" fontAlgn="base" latinLnBrk="1">
        <a:spcBef>
          <a:spcPct val="20000"/>
        </a:spcBef>
        <a:spcAft>
          <a:spcPct val="0"/>
        </a:spcAft>
        <a:buChar char="»"/>
        <a:defRPr kumimoji="1" sz="1803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166053" rtl="0" eaLnBrk="1" latinLnBrk="1" hangingPunct="1">
        <a:defRPr sz="2255" kern="1200">
          <a:solidFill>
            <a:schemeClr val="tx1"/>
          </a:solidFill>
          <a:latin typeface="+mn-lt"/>
          <a:ea typeface="+mn-ea"/>
          <a:cs typeface="+mn-cs"/>
        </a:defRPr>
      </a:lvl1pPr>
      <a:lvl2pPr marL="583028" algn="l" defTabSz="1166053" rtl="0" eaLnBrk="1" latinLnBrk="1" hangingPunct="1">
        <a:defRPr sz="2255" kern="1200">
          <a:solidFill>
            <a:schemeClr val="tx1"/>
          </a:solidFill>
          <a:latin typeface="+mn-lt"/>
          <a:ea typeface="+mn-ea"/>
          <a:cs typeface="+mn-cs"/>
        </a:defRPr>
      </a:lvl2pPr>
      <a:lvl3pPr marL="1166053" algn="l" defTabSz="1166053" rtl="0" eaLnBrk="1" latinLnBrk="1" hangingPunct="1">
        <a:defRPr sz="2255" kern="1200">
          <a:solidFill>
            <a:schemeClr val="tx1"/>
          </a:solidFill>
          <a:latin typeface="+mn-lt"/>
          <a:ea typeface="+mn-ea"/>
          <a:cs typeface="+mn-cs"/>
        </a:defRPr>
      </a:lvl3pPr>
      <a:lvl4pPr marL="1749080" algn="l" defTabSz="1166053" rtl="0" eaLnBrk="1" latinLnBrk="1" hangingPunct="1">
        <a:defRPr sz="2255" kern="1200">
          <a:solidFill>
            <a:schemeClr val="tx1"/>
          </a:solidFill>
          <a:latin typeface="+mn-lt"/>
          <a:ea typeface="+mn-ea"/>
          <a:cs typeface="+mn-cs"/>
        </a:defRPr>
      </a:lvl4pPr>
      <a:lvl5pPr marL="2332107" algn="l" defTabSz="1166053" rtl="0" eaLnBrk="1" latinLnBrk="1" hangingPunct="1">
        <a:defRPr sz="2255" kern="1200">
          <a:solidFill>
            <a:schemeClr val="tx1"/>
          </a:solidFill>
          <a:latin typeface="+mn-lt"/>
          <a:ea typeface="+mn-ea"/>
          <a:cs typeface="+mn-cs"/>
        </a:defRPr>
      </a:lvl5pPr>
      <a:lvl6pPr marL="2915133" algn="l" defTabSz="1166053" rtl="0" eaLnBrk="1" latinLnBrk="1" hangingPunct="1">
        <a:defRPr sz="2255" kern="1200">
          <a:solidFill>
            <a:schemeClr val="tx1"/>
          </a:solidFill>
          <a:latin typeface="+mn-lt"/>
          <a:ea typeface="+mn-ea"/>
          <a:cs typeface="+mn-cs"/>
        </a:defRPr>
      </a:lvl6pPr>
      <a:lvl7pPr marL="3498160" algn="l" defTabSz="1166053" rtl="0" eaLnBrk="1" latinLnBrk="1" hangingPunct="1">
        <a:defRPr sz="2255" kern="1200">
          <a:solidFill>
            <a:schemeClr val="tx1"/>
          </a:solidFill>
          <a:latin typeface="+mn-lt"/>
          <a:ea typeface="+mn-ea"/>
          <a:cs typeface="+mn-cs"/>
        </a:defRPr>
      </a:lvl7pPr>
      <a:lvl8pPr marL="4081187" algn="l" defTabSz="1166053" rtl="0" eaLnBrk="1" latinLnBrk="1" hangingPunct="1">
        <a:defRPr sz="2255" kern="1200">
          <a:solidFill>
            <a:schemeClr val="tx1"/>
          </a:solidFill>
          <a:latin typeface="+mn-lt"/>
          <a:ea typeface="+mn-ea"/>
          <a:cs typeface="+mn-cs"/>
        </a:defRPr>
      </a:lvl8pPr>
      <a:lvl9pPr marL="4664213" algn="l" defTabSz="1166053" rtl="0" eaLnBrk="1" latinLnBrk="1" hangingPunct="1">
        <a:defRPr sz="22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4" descr="title_2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66725" y="44453"/>
            <a:ext cx="8972550" cy="642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136651" y="1341438"/>
            <a:ext cx="8047038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제목을 입력하세요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7F4C6D-018E-4B26-B362-167F4F439D1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346731" y="5881357"/>
            <a:ext cx="1624308" cy="6640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  <p:sldLayoutId id="2147484028" r:id="rId2"/>
    <p:sldLayoutId id="2147484027" r:id="rId3"/>
    <p:sldLayoutId id="2147484026" r:id="rId4"/>
    <p:sldLayoutId id="2147484025" r:id="rId5"/>
    <p:sldLayoutId id="2147484024" r:id="rId6"/>
    <p:sldLayoutId id="2147484023" r:id="rId7"/>
    <p:sldLayoutId id="2147484022" r:id="rId8"/>
    <p:sldLayoutId id="2147484021" r:id="rId9"/>
    <p:sldLayoutId id="2147484020" r:id="rId10"/>
    <p:sldLayoutId id="2147484019" r:id="rId11"/>
  </p:sldLayoutIdLst>
  <p:hf hdr="0" ftr="0" dt="0"/>
  <p:txStyles>
    <p:titleStyle>
      <a:lvl1pPr marL="334116" indent="-334116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2954" b="1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marL="334116" indent="-334116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2954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334116" indent="-334116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2954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334116" indent="-334116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2954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334116" indent="-334116" algn="l" rtl="0" eaLnBrk="0" fontAlgn="base" latinLnBrk="1" hangingPunct="0">
        <a:lnSpc>
          <a:spcPct val="120000"/>
        </a:lnSpc>
        <a:spcBef>
          <a:spcPct val="0"/>
        </a:spcBef>
        <a:spcAft>
          <a:spcPct val="0"/>
        </a:spcAft>
        <a:defRPr kumimoji="1" sz="2954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756158" indent="-334116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2954" b="1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1178199" indent="-334116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2954" b="1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1600240" indent="-334116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2954" b="1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2022281" indent="-334116" algn="l" rtl="0" fontAlgn="base" latinLnBrk="1">
        <a:lnSpc>
          <a:spcPct val="120000"/>
        </a:lnSpc>
        <a:spcBef>
          <a:spcPct val="0"/>
        </a:spcBef>
        <a:spcAft>
          <a:spcPct val="0"/>
        </a:spcAft>
        <a:defRPr kumimoji="1" sz="2954" b="1">
          <a:solidFill>
            <a:schemeClr val="tx1"/>
          </a:solidFill>
          <a:latin typeface="굴림" pitchFamily="50" charset="-127"/>
          <a:ea typeface="굴림" pitchFamily="50" charset="-127"/>
        </a:defRPr>
      </a:lvl9pPr>
    </p:titleStyle>
    <p:bodyStyle>
      <a:lvl1pPr marL="316531" indent="-316531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477" b="1">
          <a:solidFill>
            <a:srgbClr val="221F1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63485" indent="-263776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108">
          <a:solidFill>
            <a:srgbClr val="221F1F"/>
          </a:solidFill>
          <a:latin typeface="맑은 고딕" pitchFamily="50" charset="-127"/>
          <a:ea typeface="맑은 고딕" pitchFamily="50" charset="-127"/>
        </a:defRPr>
      </a:lvl2pPr>
      <a:lvl3pPr marL="1140098" indent="-211021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108">
          <a:solidFill>
            <a:srgbClr val="221F1F"/>
          </a:solidFill>
          <a:latin typeface="맑은 고딕" pitchFamily="50" charset="-127"/>
          <a:ea typeface="맑은 고딕" pitchFamily="50" charset="-127"/>
        </a:defRPr>
      </a:lvl3pPr>
      <a:lvl4pPr marL="1516712" indent="-211021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108">
          <a:solidFill>
            <a:srgbClr val="221F1F"/>
          </a:solidFill>
          <a:latin typeface="맑은 고딕" pitchFamily="50" charset="-127"/>
          <a:ea typeface="맑은 고딕" pitchFamily="50" charset="-127"/>
        </a:defRPr>
      </a:lvl4pPr>
      <a:lvl5pPr marL="1899186" indent="-211021" algn="l" rtl="0" eaLnBrk="0" fontAlgn="base" latinLnBrk="1" hangingPunct="0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108">
          <a:solidFill>
            <a:srgbClr val="221F1F"/>
          </a:solidFill>
          <a:latin typeface="맑은 고딕" pitchFamily="50" charset="-127"/>
          <a:ea typeface="맑은 고딕" pitchFamily="50" charset="-127"/>
        </a:defRPr>
      </a:lvl5pPr>
      <a:lvl6pPr marL="2321228" indent="-211021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108">
          <a:solidFill>
            <a:srgbClr val="221F1F"/>
          </a:solidFill>
          <a:latin typeface="+mn-lt"/>
          <a:ea typeface="+mn-ea"/>
        </a:defRPr>
      </a:lvl6pPr>
      <a:lvl7pPr marL="2743268" indent="-211021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108">
          <a:solidFill>
            <a:srgbClr val="221F1F"/>
          </a:solidFill>
          <a:latin typeface="+mn-lt"/>
          <a:ea typeface="+mn-ea"/>
        </a:defRPr>
      </a:lvl7pPr>
      <a:lvl8pPr marL="3165310" indent="-211021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108">
          <a:solidFill>
            <a:srgbClr val="221F1F"/>
          </a:solidFill>
          <a:latin typeface="+mn-lt"/>
          <a:ea typeface="+mn-ea"/>
        </a:defRPr>
      </a:lvl8pPr>
      <a:lvl9pPr marL="3587351" indent="-211021" algn="l" rtl="0" fontAlgn="base" latinLnBrk="1">
        <a:spcBef>
          <a:spcPct val="20000"/>
        </a:spcBef>
        <a:spcAft>
          <a:spcPct val="0"/>
        </a:spcAft>
        <a:buClr>
          <a:srgbClr val="5F5F5F"/>
        </a:buClr>
        <a:buChar char="•"/>
        <a:defRPr kumimoji="1" sz="1108">
          <a:solidFill>
            <a:srgbClr val="221F1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1pPr>
      <a:lvl2pPr marL="422042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utube.com/@survcode" TargetMode="External"/><Relationship Id="rId2" Type="http://schemas.openxmlformats.org/officeDocument/2006/relationships/hyperlink" Target="https://youtu.be/gYhYkZkCp5E" TargetMode="Externa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kma.go.kr/wid/queryDFS.jsp?gridx=61&amp;gridy=123" TargetMode="Externa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code.google.com/archive/p/json-simple/download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marL="0" indent="0" eaLnBrk="1" hangingPunct="1"/>
            <a:r>
              <a:rPr lang="en-US" altLang="ko-KR" sz="2216" dirty="0"/>
              <a:t>9. Open</a:t>
            </a:r>
            <a:r>
              <a:rPr lang="ko-KR" altLang="en-US" sz="2216" dirty="0"/>
              <a:t> </a:t>
            </a:r>
            <a:r>
              <a:rPr lang="en-US" altLang="ko-KR" sz="2216" dirty="0"/>
              <a:t>API, Rest</a:t>
            </a:r>
            <a:r>
              <a:rPr lang="ko-KR" altLang="en-US" sz="2216" dirty="0"/>
              <a:t>처리를 위한 </a:t>
            </a:r>
            <a:r>
              <a:rPr lang="en-US" altLang="ko-KR" sz="2216" dirty="0"/>
              <a:t>XML</a:t>
            </a:r>
            <a:r>
              <a:rPr lang="ko-KR" altLang="en-US" sz="2216" dirty="0"/>
              <a:t>과</a:t>
            </a:r>
            <a:r>
              <a:rPr lang="en-US" altLang="ko-KR" sz="2216" dirty="0"/>
              <a:t> JSON</a:t>
            </a:r>
            <a:r>
              <a:rPr lang="ko-KR" altLang="en-US" sz="2216"/>
              <a:t>을 알아보자</a:t>
            </a:r>
            <a:endParaRPr lang="ko-KR" altLang="en-US" sz="2216" dirty="0"/>
          </a:p>
        </p:txBody>
      </p:sp>
      <p:sp>
        <p:nvSpPr>
          <p:cNvPr id="2" name="직사각형 1"/>
          <p:cNvSpPr/>
          <p:nvPr/>
        </p:nvSpPr>
        <p:spPr>
          <a:xfrm>
            <a:off x="3344514" y="3259723"/>
            <a:ext cx="32891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2"/>
              </a:rPr>
              <a:t>https://youtu.be/gYhYkZkCp5E</a:t>
            </a:r>
            <a:r>
              <a:rPr lang="ko-KR" altLang="en-US"/>
              <a:t> </a:t>
            </a:r>
          </a:p>
        </p:txBody>
      </p:sp>
      <p:sp>
        <p:nvSpPr>
          <p:cNvPr id="6" name="Text Box 89"/>
          <p:cNvSpPr txBox="1">
            <a:spLocks noChangeArrowheads="1"/>
          </p:cNvSpPr>
          <p:nvPr/>
        </p:nvSpPr>
        <p:spPr bwMode="auto">
          <a:xfrm>
            <a:off x="5126831" y="4961572"/>
            <a:ext cx="41978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ko-KR" altLang="en-US" dirty="0" err="1">
                <a:solidFill>
                  <a:schemeClr val="tx1"/>
                </a:solidFill>
              </a:rPr>
              <a:t>홍필두</a:t>
            </a:r>
            <a:r>
              <a:rPr kumimoji="1" lang="ko-KR" altLang="en-US" dirty="0">
                <a:solidFill>
                  <a:schemeClr val="tx1"/>
                </a:solidFill>
              </a:rPr>
              <a:t> 교수 </a:t>
            </a:r>
            <a:endParaRPr kumimoji="1" lang="en-US" altLang="ko-KR" dirty="0">
              <a:solidFill>
                <a:schemeClr val="tx1"/>
              </a:solidFill>
            </a:endParaRP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  <a:hlinkClick r:id="rId3"/>
              </a:rPr>
              <a:t>http://youtube.com/@survcode</a:t>
            </a:r>
            <a:r>
              <a:rPr kumimoji="1" lang="en-US" altLang="ko-KR" dirty="0">
                <a:solidFill>
                  <a:schemeClr val="tx1"/>
                </a:solidFill>
              </a:rPr>
              <a:t> </a:t>
            </a:r>
          </a:p>
          <a:p>
            <a:pPr algn="r"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(</a:t>
            </a:r>
            <a:r>
              <a:rPr kumimoji="1" lang="ko-KR" altLang="en-US" dirty="0">
                <a:solidFill>
                  <a:schemeClr val="tx1"/>
                </a:solidFill>
              </a:rPr>
              <a:t>자바 프로그래밍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831" y="4979182"/>
            <a:ext cx="817519" cy="7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6709B705-DE78-45B6-5988-03597159BB44}"/>
              </a:ext>
            </a:extLst>
          </p:cNvPr>
          <p:cNvSpPr txBox="1"/>
          <p:nvPr/>
        </p:nvSpPr>
        <p:spPr>
          <a:xfrm>
            <a:off x="2102509" y="3713331"/>
            <a:ext cx="60486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F5F5F"/>
              </a:buClr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sz="1600" b="1" kern="1200">
                <a:solidFill>
                  <a:srgbClr val="221F1F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eaLnBrk="1" latinLnBrk="1" hangingPunct="1">
              <a:spcBef>
                <a:spcPct val="0"/>
              </a:spcBef>
              <a:buClrTx/>
            </a:pPr>
            <a:r>
              <a:rPr kumimoji="1" lang="en-US" altLang="ko-KR" dirty="0">
                <a:solidFill>
                  <a:schemeClr val="tx1"/>
                </a:solidFill>
              </a:rPr>
              <a:t>2025-&gt; </a:t>
            </a:r>
            <a:r>
              <a:rPr kumimoji="1" lang="ko-KR" altLang="en-US" dirty="0" err="1">
                <a:solidFill>
                  <a:schemeClr val="tx1"/>
                </a:solidFill>
              </a:rPr>
              <a:t>변경없음</a:t>
            </a:r>
            <a:r>
              <a:rPr kumimoji="1" lang="ko-KR" altLang="en-US" dirty="0">
                <a:solidFill>
                  <a:schemeClr val="tx1"/>
                </a:solidFill>
              </a:rPr>
              <a:t> </a:t>
            </a:r>
            <a:r>
              <a:rPr kumimoji="1" lang="en-US" altLang="ko-KR" dirty="0">
                <a:solidFill>
                  <a:schemeClr val="tx1"/>
                </a:solidFill>
              </a:rPr>
              <a:t>(html</a:t>
            </a:r>
            <a:r>
              <a:rPr kumimoji="1" lang="ko-KR" altLang="en-US" dirty="0">
                <a:solidFill>
                  <a:schemeClr val="tx1"/>
                </a:solidFill>
              </a:rPr>
              <a:t>을 배운 경우 날씨정보 </a:t>
            </a:r>
            <a:r>
              <a:rPr kumimoji="1" lang="en-US" altLang="ko-KR" dirty="0">
                <a:solidFill>
                  <a:schemeClr val="tx1"/>
                </a:solidFill>
              </a:rPr>
              <a:t>html</a:t>
            </a:r>
            <a:r>
              <a:rPr kumimoji="1" lang="ko-KR" altLang="en-US" dirty="0">
                <a:solidFill>
                  <a:schemeClr val="tx1"/>
                </a:solidFill>
              </a:rPr>
              <a:t>실습을 추가</a:t>
            </a:r>
            <a:r>
              <a:rPr kumimoji="1" lang="en-US" altLang="ko-KR" dirty="0">
                <a:solidFill>
                  <a:schemeClr val="tx1"/>
                </a:solidFill>
              </a:rPr>
              <a:t>)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r>
              <a:rPr lang="en-US" altLang="ko-KR" sz="1661" dirty="0">
                <a:solidFill>
                  <a:schemeClr val="bg1"/>
                </a:solidFill>
              </a:rPr>
              <a:t>  </a:t>
            </a: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1433773" y="1019693"/>
            <a:ext cx="6054001" cy="5175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22042" indent="-422042">
              <a:spcBef>
                <a:spcPct val="0"/>
              </a:spcBef>
              <a:buAutoNum type="arabicPeriod"/>
            </a:pPr>
            <a:r>
              <a:rPr lang="en-US" altLang="ko-KR" sz="1847" dirty="0"/>
              <a:t>XML -file</a:t>
            </a:r>
          </a:p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77" dirty="0"/>
              <a:t>XML</a:t>
            </a:r>
            <a:r>
              <a:rPr lang="ko-KR" altLang="en-US" sz="1477" dirty="0"/>
              <a:t>기본이해</a:t>
            </a:r>
            <a:endParaRPr lang="en-US" altLang="ko-KR" sz="1477" dirty="0"/>
          </a:p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77" dirty="0"/>
              <a:t>Database </a:t>
            </a:r>
            <a:r>
              <a:rPr lang="ko-KR" altLang="en-US" sz="1477" dirty="0"/>
              <a:t>내용을 </a:t>
            </a:r>
            <a:r>
              <a:rPr lang="en-US" altLang="ko-KR" sz="1477" dirty="0"/>
              <a:t>XML</a:t>
            </a:r>
            <a:r>
              <a:rPr lang="ko-KR" altLang="en-US" sz="1477" dirty="0"/>
              <a:t>로 만들기</a:t>
            </a:r>
            <a:endParaRPr lang="en-US" altLang="ko-KR" sz="1477" dirty="0"/>
          </a:p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77" dirty="0"/>
              <a:t>XML</a:t>
            </a:r>
            <a:r>
              <a:rPr lang="ko-KR" altLang="en-US" sz="1477" dirty="0"/>
              <a:t> </a:t>
            </a:r>
            <a:r>
              <a:rPr lang="en-US" altLang="ko-KR" sz="1477" dirty="0"/>
              <a:t>parsing (file</a:t>
            </a:r>
            <a:r>
              <a:rPr lang="ko-KR" altLang="en-US" sz="1477" dirty="0"/>
              <a:t>을 읽어서</a:t>
            </a:r>
            <a:r>
              <a:rPr lang="en-US" altLang="ko-KR" sz="1477" dirty="0"/>
              <a:t>)</a:t>
            </a:r>
          </a:p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1477" dirty="0"/>
              <a:t>죽일 놈의 </a:t>
            </a:r>
            <a:r>
              <a:rPr lang="en-US" altLang="ko-KR" sz="1477" dirty="0"/>
              <a:t>wifi.xml</a:t>
            </a:r>
            <a:r>
              <a:rPr lang="ko-KR" altLang="en-US" sz="1477" dirty="0"/>
              <a:t>을 </a:t>
            </a:r>
            <a:r>
              <a:rPr lang="ko-KR" altLang="en-US" sz="1477" dirty="0" err="1"/>
              <a:t>파싱</a:t>
            </a:r>
            <a:r>
              <a:rPr lang="ko-KR" altLang="en-US" sz="1477" dirty="0"/>
              <a:t> 하기</a:t>
            </a:r>
            <a:endParaRPr lang="en-US" altLang="ko-KR" sz="1477" dirty="0"/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</a:t>
            </a:fld>
            <a:endParaRPr lang="en-US" altLang="ko-KR" sz="1015" b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33047" y="145792"/>
            <a:ext cx="2786680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ko-KR" altLang="en-US" sz="1661" dirty="0"/>
              <a:t>주요내용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53659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2</a:t>
            </a:fld>
            <a:endParaRPr lang="en-US" altLang="ko-KR" sz="1015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72730" y="146752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1. </a:t>
            </a:r>
            <a:r>
              <a:rPr lang="ko-KR" altLang="en-US" sz="1661" dirty="0"/>
              <a:t>강의 들어가기</a:t>
            </a:r>
            <a:endParaRPr lang="en-US" altLang="ko-KR" sz="1661" dirty="0"/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1249242" y="1019694"/>
            <a:ext cx="6877051" cy="237068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19384" tIns="59692" rIns="119384" bIns="59692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63776" indent="-263776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477" dirty="0"/>
              <a:t>학습목표 제시</a:t>
            </a:r>
            <a:endParaRPr lang="en-US" altLang="ko-KR" sz="1477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en-US" altLang="ko-KR" sz="1108" dirty="0"/>
              <a:t>XML.JOSN</a:t>
            </a:r>
            <a:r>
              <a:rPr lang="ko-KR" altLang="en-US" sz="1108" dirty="0"/>
              <a:t>이 어디에 </a:t>
            </a:r>
            <a:r>
              <a:rPr lang="ko-KR" altLang="en-US" sz="1108" dirty="0" err="1"/>
              <a:t>쓰는것인지</a:t>
            </a:r>
            <a:r>
              <a:rPr lang="ko-KR" altLang="en-US" sz="1108" dirty="0"/>
              <a:t> 안다</a:t>
            </a:r>
            <a:r>
              <a:rPr lang="en-US" altLang="ko-KR" sz="1108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1108" dirty="0"/>
              <a:t>이것들을 </a:t>
            </a:r>
            <a:r>
              <a:rPr lang="ko-KR" altLang="en-US" sz="1108" dirty="0" err="1"/>
              <a:t>쪼끔</a:t>
            </a:r>
            <a:r>
              <a:rPr lang="ko-KR" altLang="en-US" sz="1108" dirty="0"/>
              <a:t> </a:t>
            </a:r>
            <a:r>
              <a:rPr lang="ko-KR" altLang="en-US" sz="1108" dirty="0" err="1"/>
              <a:t>다룰줄</a:t>
            </a:r>
            <a:r>
              <a:rPr lang="ko-KR" altLang="en-US" sz="1108" dirty="0"/>
              <a:t> 안다고 </a:t>
            </a:r>
            <a:r>
              <a:rPr lang="ko-KR" altLang="en-US" sz="1108" dirty="0" err="1"/>
              <a:t>우쭐될</a:t>
            </a:r>
            <a:r>
              <a:rPr lang="ko-KR" altLang="en-US" sz="1108" dirty="0"/>
              <a:t> 수 있다</a:t>
            </a:r>
            <a:r>
              <a:rPr lang="en-US" altLang="ko-KR" sz="1108" dirty="0"/>
              <a:t>.</a:t>
            </a:r>
          </a:p>
          <a:p>
            <a:pPr marL="0" indent="0"/>
            <a:endParaRPr lang="en-US" altLang="ko-KR" sz="1108" dirty="0"/>
          </a:p>
        </p:txBody>
      </p:sp>
    </p:spTree>
    <p:extLst>
      <p:ext uri="{BB962C8B-B14F-4D97-AF65-F5344CB8AC3E}">
        <p14:creationId xmlns:p14="http://schemas.microsoft.com/office/powerpoint/2010/main" val="2553864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3</a:t>
            </a:fld>
            <a:endParaRPr lang="en-US" altLang="ko-KR" sz="1015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633047" y="73918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2. </a:t>
            </a:r>
            <a:r>
              <a:rPr lang="ko-KR" altLang="en-US" sz="1661" dirty="0"/>
              <a:t>생각해볼 문제 및 용어</a:t>
            </a:r>
            <a:endParaRPr lang="en-US" altLang="ko-KR" sz="1477" dirty="0"/>
          </a:p>
        </p:txBody>
      </p:sp>
      <p:sp>
        <p:nvSpPr>
          <p:cNvPr id="27" name="Text Box 5"/>
          <p:cNvSpPr txBox="1">
            <a:spLocks noChangeArrowheads="1"/>
          </p:cNvSpPr>
          <p:nvPr/>
        </p:nvSpPr>
        <p:spPr bwMode="auto">
          <a:xfrm>
            <a:off x="873154" y="972866"/>
            <a:ext cx="7452866" cy="237289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19384" tIns="59692" rIns="119384" bIns="59692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63776" indent="-263776" eaLnBrk="1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ü"/>
            </a:pPr>
            <a:r>
              <a:rPr lang="ko-KR" altLang="en-US" sz="1477" dirty="0"/>
              <a:t>학습 전 생각해볼 문제</a:t>
            </a:r>
            <a:endParaRPr lang="en-US" altLang="ko-KR" sz="1477" dirty="0"/>
          </a:p>
          <a:p>
            <a:pPr eaLnBrk="1" hangingPunct="1">
              <a:spcBef>
                <a:spcPts val="554"/>
              </a:spcBef>
            </a:pPr>
            <a:r>
              <a:rPr kumimoji="0" lang="ko-KR" altLang="en-US" sz="1108" dirty="0"/>
              <a:t>다음 주제에 대하여 본인이 인터넷 조사를 통하여 간단히 정리해 봅시다</a:t>
            </a:r>
            <a:r>
              <a:rPr kumimoji="0" lang="en-US" altLang="ko-KR" sz="1108" dirty="0"/>
              <a:t>.</a:t>
            </a:r>
          </a:p>
          <a:p>
            <a:pPr eaLnBrk="1" hangingPunct="1">
              <a:buFont typeface="맑은 고딕" panose="020B0503020000020004" pitchFamily="50" charset="-127"/>
              <a:buAutoNum type="arabicParenR"/>
            </a:pPr>
            <a:r>
              <a:rPr lang="en-US" altLang="ko-KR" sz="1108" dirty="0"/>
              <a:t>XML, JSON</a:t>
            </a:r>
          </a:p>
          <a:p>
            <a:pPr eaLnBrk="1" hangingPunct="1">
              <a:buFont typeface="맑은 고딕" panose="020B0503020000020004" pitchFamily="50" charset="-127"/>
              <a:buAutoNum type="arabicParenR"/>
            </a:pPr>
            <a:r>
              <a:rPr lang="en-US" altLang="ko-KR" sz="1108" dirty="0"/>
              <a:t>XML, JSON Parsing.</a:t>
            </a:r>
          </a:p>
        </p:txBody>
      </p:sp>
    </p:spTree>
    <p:extLst>
      <p:ext uri="{BB962C8B-B14F-4D97-AF65-F5344CB8AC3E}">
        <p14:creationId xmlns:p14="http://schemas.microsoft.com/office/powerpoint/2010/main" val="795880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4</a:t>
            </a:fld>
            <a:endParaRPr lang="en-US" altLang="ko-KR" sz="1015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99234" y="124246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942243" y="987665"/>
            <a:ext cx="7694735" cy="108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 eaLnBrk="1" hangingPunct="1">
              <a:buFont typeface="Wingdings" panose="05000000000000000000" pitchFamily="2" charset="2"/>
              <a:buChar char="ü"/>
            </a:pPr>
            <a:r>
              <a:rPr lang="en-US" altLang="ko-KR" sz="1847" dirty="0"/>
              <a:t>XML ( extensible markup language)</a:t>
            </a:r>
          </a:p>
          <a:p>
            <a:pPr marL="316531" indent="-316531" eaLnBrk="1" hangingPunct="1">
              <a:buFontTx/>
              <a:buChar char="-"/>
            </a:pPr>
            <a:r>
              <a:rPr lang="ko-KR" altLang="en-US" sz="1292" dirty="0"/>
              <a:t>일반적인</a:t>
            </a:r>
            <a:r>
              <a:rPr lang="en-US" altLang="ko-KR" sz="1292" dirty="0"/>
              <a:t> </a:t>
            </a:r>
            <a:r>
              <a:rPr lang="ko-KR" altLang="en-US" sz="1292" dirty="0"/>
              <a:t>웹을 통한 업무시스템등을 잘 살펴보면</a:t>
            </a:r>
            <a:r>
              <a:rPr lang="en-US" altLang="ko-KR" sz="1292" dirty="0"/>
              <a:t>, </a:t>
            </a:r>
            <a:r>
              <a:rPr lang="ko-KR" altLang="en-US" sz="1292" dirty="0"/>
              <a:t>데이터와 양식</a:t>
            </a:r>
            <a:r>
              <a:rPr lang="en-US" altLang="ko-KR" sz="1292" dirty="0"/>
              <a:t>(form/</a:t>
            </a:r>
            <a:r>
              <a:rPr lang="ko-KR" altLang="en-US" sz="1292" dirty="0"/>
              <a:t>화면구성</a:t>
            </a:r>
            <a:r>
              <a:rPr lang="en-US" altLang="ko-KR" sz="1292" dirty="0"/>
              <a:t>)</a:t>
            </a:r>
            <a:r>
              <a:rPr lang="ko-KR" altLang="en-US" sz="1292" dirty="0"/>
              <a:t>이 분리되어 생각할 수 있다</a:t>
            </a:r>
            <a:r>
              <a:rPr lang="en-US" altLang="ko-KR" sz="1292" dirty="0"/>
              <a:t>.</a:t>
            </a:r>
          </a:p>
          <a:p>
            <a:pPr marL="316531" indent="-316531" eaLnBrk="1" hangingPunct="1">
              <a:buFontTx/>
              <a:buChar char="-"/>
            </a:pPr>
            <a:r>
              <a:rPr lang="ko-KR" altLang="en-US" sz="1292" dirty="0"/>
              <a:t>여기서 데이터를 잘 이해하도록 표현한 것이 </a:t>
            </a:r>
            <a:r>
              <a:rPr lang="en-US" altLang="ko-KR" sz="1292" dirty="0"/>
              <a:t>XML</a:t>
            </a:r>
            <a:r>
              <a:rPr lang="ko-KR" altLang="en-US" sz="1292" dirty="0"/>
              <a:t>이다</a:t>
            </a:r>
            <a:endParaRPr lang="en-US" altLang="ko-KR" sz="1292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197" y="2208001"/>
            <a:ext cx="5486400" cy="32619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538570" y="5572308"/>
            <a:ext cx="4742004" cy="3196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77" dirty="0"/>
              <a:t>이 웹 화면은 데이터를 가지고 양식을 입힌 것이다 </a:t>
            </a:r>
            <a:r>
              <a:rPr lang="en-US" altLang="ko-KR" sz="1477" dirty="0"/>
              <a:t>---</a:t>
            </a:r>
            <a:endParaRPr lang="ko-KR" altLang="en-US" sz="1477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785C2E-8F07-4002-4764-5D0CA7BCE33F}"/>
              </a:ext>
            </a:extLst>
          </p:cNvPr>
          <p:cNvSpPr txBox="1"/>
          <p:nvPr/>
        </p:nvSpPr>
        <p:spPr>
          <a:xfrm>
            <a:off x="6953909" y="2542144"/>
            <a:ext cx="2783022" cy="20898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100" b="0" dirty="0"/>
              <a:t>교수님은 수년주기로 예제 걸그룹을 바꾸고 있다</a:t>
            </a:r>
            <a:r>
              <a:rPr lang="en-US" altLang="ko-KR" sz="1100" b="0" dirty="0"/>
              <a:t>.</a:t>
            </a:r>
          </a:p>
          <a:p>
            <a:r>
              <a:rPr lang="ko-KR" altLang="en-US" sz="1100" b="0" dirty="0"/>
              <a:t>핑클</a:t>
            </a:r>
            <a:r>
              <a:rPr lang="en-US" altLang="ko-KR" sz="1100" b="0" dirty="0"/>
              <a:t>,</a:t>
            </a:r>
            <a:r>
              <a:rPr lang="ko-KR" altLang="en-US" sz="1100" b="0" dirty="0"/>
              <a:t>코요테</a:t>
            </a:r>
            <a:r>
              <a:rPr lang="en-US" altLang="ko-KR" sz="1100" b="0" dirty="0"/>
              <a:t>-&gt;</a:t>
            </a:r>
            <a:r>
              <a:rPr lang="ko-KR" altLang="en-US" sz="1100" b="0" dirty="0"/>
              <a:t>티아라 이후 </a:t>
            </a:r>
            <a:r>
              <a:rPr lang="ko-KR" altLang="en-US" sz="1100" b="0" dirty="0" err="1"/>
              <a:t>트와이스가</a:t>
            </a:r>
            <a:r>
              <a:rPr lang="ko-KR" altLang="en-US" sz="1100" b="0" dirty="0"/>
              <a:t> 주인공이다</a:t>
            </a:r>
            <a:r>
              <a:rPr lang="en-US" altLang="ko-KR" sz="1100" b="0" dirty="0"/>
              <a:t>.</a:t>
            </a:r>
          </a:p>
          <a:p>
            <a:r>
              <a:rPr lang="en-US" altLang="ko-KR" sz="1100" b="0" dirty="0"/>
              <a:t>2024</a:t>
            </a:r>
            <a:r>
              <a:rPr lang="ko-KR" altLang="en-US" sz="1100" b="0" dirty="0"/>
              <a:t>대대적 개편으로 </a:t>
            </a:r>
            <a:r>
              <a:rPr lang="ko-KR" altLang="en-US" sz="1100" b="0" dirty="0" err="1"/>
              <a:t>아이브와</a:t>
            </a:r>
            <a:r>
              <a:rPr lang="ko-KR" altLang="en-US" sz="1100" b="0" dirty="0"/>
              <a:t> </a:t>
            </a:r>
            <a:r>
              <a:rPr lang="ko-KR" altLang="en-US" sz="1100" b="0" dirty="0" err="1"/>
              <a:t>유진스를</a:t>
            </a:r>
            <a:r>
              <a:rPr lang="ko-KR" altLang="en-US" sz="1100" b="0" dirty="0"/>
              <a:t> </a:t>
            </a:r>
            <a:r>
              <a:rPr lang="en-US" altLang="ko-KR" sz="1100" b="0" dirty="0"/>
              <a:t>(</a:t>
            </a:r>
            <a:r>
              <a:rPr lang="ko-KR" altLang="en-US" sz="1100" b="0" dirty="0"/>
              <a:t>이들이 수년이상 해먹어야 하는데</a:t>
            </a:r>
            <a:r>
              <a:rPr lang="en-US" altLang="ko-KR" sz="1100" b="0" dirty="0"/>
              <a:t>)</a:t>
            </a:r>
            <a:r>
              <a:rPr lang="ko-KR" altLang="en-US" sz="1100" b="0" dirty="0"/>
              <a:t> 영입하려 했으나</a:t>
            </a:r>
            <a:r>
              <a:rPr lang="en-US" altLang="ko-KR" sz="1100" b="0" dirty="0"/>
              <a:t>.</a:t>
            </a:r>
          </a:p>
          <a:p>
            <a:r>
              <a:rPr lang="en-US" altLang="ko-KR" sz="1100" b="0" dirty="0"/>
              <a:t>2024</a:t>
            </a:r>
            <a:r>
              <a:rPr lang="ko-KR" altLang="en-US" sz="1100" b="0" dirty="0"/>
              <a:t>년 </a:t>
            </a:r>
            <a:r>
              <a:rPr lang="en-US" altLang="ko-KR" sz="1100" b="0" dirty="0"/>
              <a:t>3</a:t>
            </a:r>
            <a:r>
              <a:rPr lang="ko-KR" altLang="en-US" sz="1100" b="0" dirty="0"/>
              <a:t>월 </a:t>
            </a:r>
            <a:r>
              <a:rPr lang="ko-KR" altLang="en-US" sz="1100" b="0" dirty="0" err="1"/>
              <a:t>트와이스가</a:t>
            </a:r>
            <a:r>
              <a:rPr lang="ko-KR" altLang="en-US" sz="1100" b="0" dirty="0"/>
              <a:t> 빌보드 </a:t>
            </a:r>
            <a:r>
              <a:rPr lang="en-US" altLang="ko-KR" sz="1100" b="0" dirty="0"/>
              <a:t>1</a:t>
            </a:r>
            <a:r>
              <a:rPr lang="ko-KR" altLang="en-US" sz="1100" b="0" dirty="0"/>
              <a:t>위를 해서</a:t>
            </a:r>
            <a:endParaRPr lang="en-US" altLang="ko-KR" sz="1100" b="0" dirty="0"/>
          </a:p>
          <a:p>
            <a:r>
              <a:rPr lang="ko-KR" altLang="en-US" sz="1100" b="0" dirty="0"/>
              <a:t>완전히 없애지는 않고 추가로 넣기로만 했다</a:t>
            </a:r>
          </a:p>
        </p:txBody>
      </p:sp>
    </p:spTree>
    <p:extLst>
      <p:ext uri="{BB962C8B-B14F-4D97-AF65-F5344CB8AC3E}">
        <p14:creationId xmlns:p14="http://schemas.microsoft.com/office/powerpoint/2010/main" val="2540353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5</a:t>
            </a:fld>
            <a:endParaRPr lang="en-US" altLang="ko-KR" sz="1015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40399" y="120975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XML(</a:t>
            </a:r>
            <a:r>
              <a:rPr lang="en-US" altLang="ko-KR" sz="1847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eXtensible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Markup Language)</a:t>
            </a:r>
            <a:r>
              <a:rPr lang="en-US" altLang="ko-KR" sz="1292" dirty="0"/>
              <a:t> 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57677" y="1540341"/>
            <a:ext cx="7577457" cy="1039907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ko-KR" altLang="en-US" sz="1477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특수한 목적을 갖는 마크업 언어를 만드는 데 사용하도록 권장하는 다목적 마크업 언어</a:t>
            </a: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ko-KR" altLang="en-US" sz="1477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많은 종류의 데이터를 기술하는 데 사용될 수 있으며</a:t>
            </a:r>
            <a:r>
              <a:rPr lang="en-US" altLang="ko-KR" sz="1477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77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종류의 시스템끼리 데이터를 쉽게 주고받을 수 있게 하는 목적</a:t>
            </a: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0AF930D-93FC-439B-9198-2D09380D3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847987"/>
              </p:ext>
            </p:extLst>
          </p:nvPr>
        </p:nvGraphicFramePr>
        <p:xfrm>
          <a:off x="1104671" y="2787895"/>
          <a:ext cx="7680542" cy="3162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153">
                  <a:extLst>
                    <a:ext uri="{9D8B030D-6E8A-4147-A177-3AD203B41FA5}">
                      <a16:colId xmlns:a16="http://schemas.microsoft.com/office/drawing/2014/main" val="2945527762"/>
                    </a:ext>
                  </a:extLst>
                </a:gridCol>
                <a:gridCol w="6410389">
                  <a:extLst>
                    <a:ext uri="{9D8B030D-6E8A-4147-A177-3AD203B41FA5}">
                      <a16:colId xmlns:a16="http://schemas.microsoft.com/office/drawing/2014/main" val="686935639"/>
                    </a:ext>
                  </a:extLst>
                </a:gridCol>
              </a:tblGrid>
              <a:tr h="2558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구분</a:t>
                      </a:r>
                    </a:p>
                  </a:txBody>
                  <a:tcPr marL="84407" marR="84407" marT="42203" marB="42203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예시</a:t>
                      </a:r>
                    </a:p>
                  </a:txBody>
                  <a:tcPr marL="84407" marR="84407" marT="42203" marB="42203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720475"/>
                  </a:ext>
                </a:extLst>
              </a:tr>
              <a:tr h="4273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유니코드 문자</a:t>
                      </a: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정의상 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XML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문서는 문자로 이루어져 있다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거의 모든 올바른 유니코드 문자는 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XML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문서에 나타날 수 있다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  <a:endParaRPr lang="ko-KR" altLang="en-US" sz="11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1475039624"/>
                  </a:ext>
                </a:extLst>
              </a:tr>
              <a:tr h="25585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XML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파서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(Parser) </a:t>
                      </a:r>
                      <a:endParaRPr lang="ko-KR" altLang="en-US" sz="11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파서는 마크업을 분석하고 필요한 정보를 추출하여 애플리케이션에 넘긴다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 </a:t>
                      </a:r>
                      <a:endParaRPr lang="ko-KR" altLang="en-US" sz="11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1431251735"/>
                  </a:ext>
                </a:extLst>
              </a:tr>
              <a:tr h="7702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마크업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(Mark up)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과 내용 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(Content)</a:t>
                      </a:r>
                      <a:endParaRPr lang="ko-KR" altLang="en-US" sz="11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XML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문서를 구성하는 문자들은 마크업과 내용으로 구분되며 간단한 문법 규칙으로 이루어진다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마크업으로 구성되는 문자열은 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`&lt;'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로 시작하여 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`&gt;'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로 끝나거나 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`&amp;'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로 시작하여 문자 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`;'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로 끝나며 마크업이 아닌 문자열은 내용이다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*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태그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(Tag): `&lt;'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로 시작하여 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`&gt;'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로 끝나는 마크업 구조</a:t>
                      </a: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1851555702"/>
                  </a:ext>
                </a:extLst>
              </a:tr>
              <a:tr h="59875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엘리먼트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(element)</a:t>
                      </a:r>
                      <a:endParaRPr lang="ko-KR" altLang="en-US" sz="11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문서의 논리 요소로서 시작 태그로 시작하여 짝이 되는 끝 태그로 끝나거나 빈 </a:t>
                      </a:r>
                      <a:r>
                        <a:rPr lang="ko-KR" altLang="en-US" sz="1100" dirty="0" err="1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엘리먼트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 태그만으로 이루어진다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자식 </a:t>
                      </a:r>
                      <a:r>
                        <a:rPr lang="ko-KR" altLang="en-US" sz="1100" dirty="0" err="1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엘리먼트를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 포함할 수 있음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*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예시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: &lt;Greeting&gt;&lt;child&gt;Hello world&lt;/child&gt;&lt;/Greeting&gt;</a:t>
                      </a:r>
                      <a:endParaRPr lang="ko-KR" altLang="en-US" sz="11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1557381509"/>
                  </a:ext>
                </a:extLst>
              </a:tr>
              <a:tr h="4273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어트리뷰트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(Attribute)</a:t>
                      </a:r>
                      <a:endParaRPr lang="ko-KR" altLang="en-US" sz="11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 err="1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엘리먼트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 태그 속에 위치하는 속성 정보이다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*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예시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: &lt;step number="3"&gt;Connect A to B&lt;/step&gt;  number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는 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step </a:t>
                      </a:r>
                      <a:r>
                        <a:rPr lang="ko-KR" altLang="en-US" sz="1100" dirty="0" err="1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엘리먼트의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 속성</a:t>
                      </a: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1304513983"/>
                  </a:ext>
                </a:extLst>
              </a:tr>
              <a:tr h="4273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XML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선언 </a:t>
                      </a: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XML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문서는 다음과 같이 자신에 대한 정보 일부를 선언하는 것으로 시작한다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* </a:t>
                      </a:r>
                      <a:r>
                        <a:rPr lang="ko-KR" altLang="en-US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예시</a:t>
                      </a:r>
                      <a:r>
                        <a:rPr lang="en-US" altLang="ko-KR" sz="11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: &lt;?xml version="1.0" encoding="UTF-8" ?&gt;</a:t>
                      </a:r>
                      <a:endParaRPr lang="ko-KR" altLang="en-US" sz="11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24779952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769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6</a:t>
            </a:fld>
            <a:endParaRPr lang="en-US" altLang="ko-KR" sz="1015" b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942243" y="987666"/>
            <a:ext cx="7694735" cy="643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 eaLnBrk="1" hangingPunct="1">
              <a:buFont typeface="Wingdings" panose="05000000000000000000" pitchFamily="2" charset="2"/>
              <a:buChar char="ü"/>
            </a:pPr>
            <a:r>
              <a:rPr lang="en-US" altLang="ko-KR" sz="1847" dirty="0"/>
              <a:t>XML ( extensible markup language)</a:t>
            </a:r>
          </a:p>
          <a:p>
            <a:pPr marL="316531" indent="-316531" eaLnBrk="1" hangingPunct="1">
              <a:buFontTx/>
              <a:buChar char="-"/>
            </a:pPr>
            <a:r>
              <a:rPr lang="en-US" altLang="ko-KR" sz="1292" dirty="0"/>
              <a:t>name</a:t>
            </a:r>
            <a:r>
              <a:rPr lang="ko-KR" altLang="en-US" sz="1292" dirty="0"/>
              <a:t>과 </a:t>
            </a:r>
            <a:r>
              <a:rPr lang="en-US" altLang="ko-KR" sz="1292" dirty="0"/>
              <a:t>value</a:t>
            </a:r>
            <a:r>
              <a:rPr lang="ko-KR" altLang="en-US" sz="1292" dirty="0"/>
              <a:t>로 표현한다</a:t>
            </a:r>
            <a:r>
              <a:rPr lang="en-US" altLang="ko-KR" sz="1292" dirty="0"/>
              <a:t>. - nested</a:t>
            </a:r>
            <a:r>
              <a:rPr lang="ko-KR" altLang="en-US" sz="1292" dirty="0"/>
              <a:t>방식으로 기록 가능하다</a:t>
            </a:r>
            <a:endParaRPr lang="en-US" altLang="ko-KR" sz="1292" dirty="0"/>
          </a:p>
        </p:txBody>
      </p:sp>
      <p:sp>
        <p:nvSpPr>
          <p:cNvPr id="4" name="TextBox 3"/>
          <p:cNvSpPr txBox="1"/>
          <p:nvPr/>
        </p:nvSpPr>
        <p:spPr>
          <a:xfrm>
            <a:off x="4109211" y="1784088"/>
            <a:ext cx="5033952" cy="2445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6531" indent="-316531">
              <a:buAutoNum type="arabicParenR"/>
            </a:pPr>
            <a:r>
              <a:rPr lang="ko-KR" altLang="en-US" sz="1108" b="0" dirty="0"/>
              <a:t>첫 줄은 </a:t>
            </a:r>
            <a:r>
              <a:rPr lang="en-US" altLang="ko-KR" sz="1108" b="0" dirty="0"/>
              <a:t>xml</a:t>
            </a:r>
            <a:r>
              <a:rPr lang="ko-KR" altLang="en-US" sz="1108" b="0" dirty="0"/>
              <a:t>이라고 선언이 되어야 함</a:t>
            </a:r>
            <a:endParaRPr lang="en-US" altLang="ko-KR" sz="1108" b="0" dirty="0"/>
          </a:p>
          <a:p>
            <a:r>
              <a:rPr lang="en-US" altLang="ko-KR" sz="1108" b="0" dirty="0"/>
              <a:t>    &lt;?xml version="1.0" encoding="UTF-8"?&gt;</a:t>
            </a:r>
          </a:p>
          <a:p>
            <a:endParaRPr lang="en-US" altLang="ko-KR" sz="1108" b="0" dirty="0"/>
          </a:p>
          <a:p>
            <a:r>
              <a:rPr lang="en-US" altLang="ko-KR" sz="1108" b="0" dirty="0"/>
              <a:t>2) &lt;</a:t>
            </a:r>
            <a:r>
              <a:rPr lang="en-US" altLang="ko-KR" sz="1108" b="0" dirty="0" err="1"/>
              <a:t>datas</a:t>
            </a:r>
            <a:r>
              <a:rPr lang="en-US" altLang="ko-KR" sz="1108" b="0" dirty="0"/>
              <a:t>&gt; </a:t>
            </a:r>
            <a:r>
              <a:rPr lang="en-US" altLang="ko-KR" sz="1108" b="0" dirty="0">
                <a:sym typeface="Wingdings" panose="05000000000000000000" pitchFamily="2" charset="2"/>
              </a:rPr>
              <a:t> </a:t>
            </a:r>
            <a:r>
              <a:rPr lang="en-US" altLang="ko-KR" sz="1108" b="0" dirty="0"/>
              <a:t>&lt;data&gt; </a:t>
            </a:r>
            <a:r>
              <a:rPr lang="en-US" altLang="ko-KR" sz="1108" b="0" dirty="0">
                <a:sym typeface="Wingdings" panose="05000000000000000000" pitchFamily="2" charset="2"/>
              </a:rPr>
              <a:t> &lt;</a:t>
            </a:r>
            <a:r>
              <a:rPr lang="ko-KR" altLang="en-US" sz="1108" b="0" dirty="0">
                <a:sym typeface="Wingdings" panose="05000000000000000000" pitchFamily="2" charset="2"/>
              </a:rPr>
              <a:t>각각 필드</a:t>
            </a:r>
            <a:r>
              <a:rPr lang="en-US" altLang="ko-KR" sz="1108" b="0" dirty="0">
                <a:sym typeface="Wingdings" panose="05000000000000000000" pitchFamily="2" charset="2"/>
              </a:rPr>
              <a:t>&gt;</a:t>
            </a:r>
            <a:r>
              <a:rPr lang="ko-KR" altLang="en-US" sz="1108" b="0" dirty="0">
                <a:sym typeface="Wingdings" panose="05000000000000000000" pitchFamily="2" charset="2"/>
              </a:rPr>
              <a:t>가</a:t>
            </a:r>
            <a:r>
              <a:rPr lang="en-US" altLang="ko-KR" sz="1108" b="0" dirty="0">
                <a:sym typeface="Wingdings" panose="05000000000000000000" pitchFamily="2" charset="2"/>
              </a:rPr>
              <a:t> </a:t>
            </a:r>
            <a:r>
              <a:rPr lang="ko-KR" altLang="en-US" sz="1108" b="0" dirty="0">
                <a:sym typeface="Wingdings" panose="05000000000000000000" pitchFamily="2" charset="2"/>
              </a:rPr>
              <a:t>나오는 </a:t>
            </a:r>
            <a:r>
              <a:rPr lang="en-US" altLang="ko-KR" sz="1108" b="0" dirty="0">
                <a:sym typeface="Wingdings" panose="05000000000000000000" pitchFamily="2" charset="2"/>
              </a:rPr>
              <a:t>nested </a:t>
            </a:r>
            <a:r>
              <a:rPr lang="ko-KR" altLang="en-US" sz="1108" b="0" dirty="0">
                <a:sym typeface="Wingdings" panose="05000000000000000000" pitchFamily="2" charset="2"/>
              </a:rPr>
              <a:t>구조</a:t>
            </a:r>
            <a:r>
              <a:rPr lang="en-US" altLang="ko-KR" sz="1108" b="0" dirty="0">
                <a:sym typeface="Wingdings" panose="05000000000000000000" pitchFamily="2" charset="2"/>
              </a:rPr>
              <a:t> </a:t>
            </a:r>
          </a:p>
          <a:p>
            <a:endParaRPr lang="en-US" altLang="ko-KR" sz="1108" b="0" dirty="0">
              <a:sym typeface="Wingdings" panose="05000000000000000000" pitchFamily="2" charset="2"/>
            </a:endParaRPr>
          </a:p>
          <a:p>
            <a:r>
              <a:rPr lang="en-US" altLang="ko-KR" sz="1108" b="0" dirty="0">
                <a:sym typeface="Wingdings" panose="05000000000000000000" pitchFamily="2" charset="2"/>
              </a:rPr>
              <a:t>3) html</a:t>
            </a:r>
            <a:r>
              <a:rPr lang="ko-KR" altLang="en-US" sz="1108" b="0" dirty="0" err="1">
                <a:sym typeface="Wingdings" panose="05000000000000000000" pitchFamily="2" charset="2"/>
              </a:rPr>
              <a:t>테그와</a:t>
            </a:r>
            <a:r>
              <a:rPr lang="ko-KR" altLang="en-US" sz="1108" b="0" dirty="0">
                <a:sym typeface="Wingdings" panose="05000000000000000000" pitchFamily="2" charset="2"/>
              </a:rPr>
              <a:t> 유사한 표현</a:t>
            </a:r>
            <a:endParaRPr lang="en-US" altLang="ko-KR" sz="1108" b="0" dirty="0">
              <a:sym typeface="Wingdings" panose="05000000000000000000" pitchFamily="2" charset="2"/>
            </a:endParaRPr>
          </a:p>
          <a:p>
            <a:r>
              <a:rPr lang="en-US" altLang="ko-KR" sz="1108" b="0" dirty="0">
                <a:sym typeface="Wingdings" panose="05000000000000000000" pitchFamily="2" charset="2"/>
              </a:rPr>
              <a:t>     </a:t>
            </a:r>
            <a:r>
              <a:rPr lang="ko-KR" altLang="en-US" sz="1108" b="0" dirty="0">
                <a:sym typeface="Wingdings" panose="05000000000000000000" pitchFamily="2" charset="2"/>
              </a:rPr>
              <a:t> </a:t>
            </a:r>
            <a:r>
              <a:rPr lang="en-US" altLang="ko-KR" sz="1108" b="0" dirty="0">
                <a:sym typeface="Wingdings" panose="05000000000000000000" pitchFamily="2" charset="2"/>
              </a:rPr>
              <a:t>&lt;name&gt;</a:t>
            </a:r>
            <a:r>
              <a:rPr lang="ko-KR" altLang="en-US" sz="1108" b="0" dirty="0">
                <a:sym typeface="Wingdings" panose="05000000000000000000" pitchFamily="2" charset="2"/>
              </a:rPr>
              <a:t>나연</a:t>
            </a:r>
            <a:r>
              <a:rPr lang="en-US" altLang="ko-KR" sz="1108" b="0" dirty="0">
                <a:sym typeface="Wingdings" panose="05000000000000000000" pitchFamily="2" charset="2"/>
              </a:rPr>
              <a:t>&lt;/name&gt;</a:t>
            </a:r>
            <a:r>
              <a:rPr lang="ko-KR" altLang="en-US" sz="1108" b="0" dirty="0">
                <a:sym typeface="Wingdings" panose="05000000000000000000" pitchFamily="2" charset="2"/>
              </a:rPr>
              <a:t> </a:t>
            </a:r>
            <a:endParaRPr lang="en-US" altLang="ko-KR" sz="1108" b="0" dirty="0">
              <a:sym typeface="Wingdings" panose="05000000000000000000" pitchFamily="2" charset="2"/>
            </a:endParaRPr>
          </a:p>
          <a:p>
            <a:r>
              <a:rPr lang="en-US" altLang="ko-KR" sz="1108" b="0" dirty="0">
                <a:sym typeface="Wingdings" panose="05000000000000000000" pitchFamily="2" charset="2"/>
              </a:rPr>
              <a:t>      &lt;</a:t>
            </a:r>
            <a:r>
              <a:rPr lang="en-US" altLang="ko-KR" sz="1108" b="0" dirty="0" err="1">
                <a:sym typeface="Wingdings" panose="05000000000000000000" pitchFamily="2" charset="2"/>
              </a:rPr>
              <a:t>kor</a:t>
            </a:r>
            <a:r>
              <a:rPr lang="en-US" altLang="ko-KR" sz="1108" b="0" dirty="0">
                <a:sym typeface="Wingdings" panose="05000000000000000000" pitchFamily="2" charset="2"/>
              </a:rPr>
              <a:t>&gt;95&lt;/</a:t>
            </a:r>
            <a:r>
              <a:rPr lang="en-US" altLang="ko-KR" sz="1108" b="0" dirty="0" err="1">
                <a:sym typeface="Wingdings" panose="05000000000000000000" pitchFamily="2" charset="2"/>
              </a:rPr>
              <a:t>kor</a:t>
            </a:r>
            <a:r>
              <a:rPr lang="en-US" altLang="ko-KR" sz="1108" b="0" dirty="0">
                <a:sym typeface="Wingdings" panose="05000000000000000000" pitchFamily="2" charset="2"/>
              </a:rPr>
              <a:t>&gt;</a:t>
            </a:r>
            <a:r>
              <a:rPr lang="ko-KR" altLang="en-US" sz="1108" b="0" dirty="0">
                <a:sym typeface="Wingdings" panose="05000000000000000000" pitchFamily="2" charset="2"/>
              </a:rPr>
              <a:t> </a:t>
            </a:r>
            <a:endParaRPr lang="en-US" altLang="ko-KR" sz="1108" b="0" dirty="0">
              <a:sym typeface="Wingdings" panose="05000000000000000000" pitchFamily="2" charset="2"/>
            </a:endParaRPr>
          </a:p>
          <a:p>
            <a:r>
              <a:rPr lang="en-US" altLang="ko-KR" sz="1108" b="0" dirty="0">
                <a:sym typeface="Wingdings" panose="05000000000000000000" pitchFamily="2" charset="2"/>
              </a:rPr>
              <a:t>   </a:t>
            </a:r>
            <a:r>
              <a:rPr lang="en-US" altLang="ko-KR" sz="1108" b="0" dirty="0" err="1">
                <a:sym typeface="Wingdings" panose="05000000000000000000" pitchFamily="2" charset="2"/>
              </a:rPr>
              <a:t>name,kor</a:t>
            </a:r>
            <a:r>
              <a:rPr lang="ko-KR" altLang="en-US" sz="1108" b="0" dirty="0">
                <a:sym typeface="Wingdings" panose="05000000000000000000" pitchFamily="2" charset="2"/>
              </a:rPr>
              <a:t>은 항목에 관한 </a:t>
            </a:r>
            <a:r>
              <a:rPr lang="en-US" altLang="ko-KR" sz="1108" b="0" dirty="0">
                <a:sym typeface="Wingdings" panose="05000000000000000000" pitchFamily="2" charset="2"/>
              </a:rPr>
              <a:t>name</a:t>
            </a:r>
            <a:r>
              <a:rPr lang="ko-KR" altLang="en-US" sz="1108" b="0" dirty="0" err="1">
                <a:sym typeface="Wingdings" panose="05000000000000000000" pitchFamily="2" charset="2"/>
              </a:rPr>
              <a:t>테그이고</a:t>
            </a:r>
            <a:r>
              <a:rPr lang="ko-KR" altLang="en-US" sz="1108" b="0" dirty="0">
                <a:sym typeface="Wingdings" panose="05000000000000000000" pitchFamily="2" charset="2"/>
              </a:rPr>
              <a:t> 안에는 값</a:t>
            </a:r>
            <a:r>
              <a:rPr lang="en-US" altLang="ko-KR" sz="1108" b="0" dirty="0">
                <a:sym typeface="Wingdings" panose="05000000000000000000" pitchFamily="2" charset="2"/>
              </a:rPr>
              <a:t>(value)</a:t>
            </a:r>
            <a:r>
              <a:rPr lang="ko-KR" altLang="en-US" sz="1108" b="0" dirty="0">
                <a:sym typeface="Wingdings" panose="05000000000000000000" pitchFamily="2" charset="2"/>
              </a:rPr>
              <a:t>를</a:t>
            </a:r>
            <a:r>
              <a:rPr lang="en-US" altLang="ko-KR" sz="1108" b="0" dirty="0">
                <a:sym typeface="Wingdings" panose="05000000000000000000" pitchFamily="2" charset="2"/>
              </a:rPr>
              <a:t> </a:t>
            </a:r>
            <a:r>
              <a:rPr lang="ko-KR" altLang="en-US" sz="1108" b="0" dirty="0">
                <a:sym typeface="Wingdings" panose="05000000000000000000" pitchFamily="2" charset="2"/>
              </a:rPr>
              <a:t>표시</a:t>
            </a:r>
            <a:endParaRPr lang="en-US" altLang="ko-KR" sz="1108" b="0" dirty="0">
              <a:sym typeface="Wingdings" panose="05000000000000000000" pitchFamily="2" charset="2"/>
            </a:endParaRPr>
          </a:p>
          <a:p>
            <a:endParaRPr lang="en-US" altLang="ko-KR" sz="1477" b="0" dirty="0">
              <a:sym typeface="Wingdings" panose="05000000000000000000" pitchFamily="2" charset="2"/>
            </a:endParaRPr>
          </a:p>
          <a:p>
            <a:r>
              <a:rPr lang="en-US" altLang="ko-KR" sz="1477" b="0" dirty="0">
                <a:sym typeface="Wingdings" panose="05000000000000000000" pitchFamily="2" charset="2"/>
              </a:rPr>
              <a:t>   </a:t>
            </a:r>
            <a:endParaRPr lang="ko-KR" altLang="en-US" sz="1477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91" y="1630960"/>
            <a:ext cx="2381805" cy="17470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" name="직선 연결선 5"/>
          <p:cNvCxnSpPr/>
          <p:nvPr/>
        </p:nvCxnSpPr>
        <p:spPr bwMode="auto">
          <a:xfrm>
            <a:off x="2302244" y="3377993"/>
            <a:ext cx="0" cy="85210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499" y="4252837"/>
            <a:ext cx="2293596" cy="16319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2302247" y="3630697"/>
            <a:ext cx="684803" cy="241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69" b="0" dirty="0"/>
              <a:t>중간생략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1AF20F4A-2336-461E-9037-DFEEC10A2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399" y="120975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691151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7</a:t>
            </a:fld>
            <a:endParaRPr lang="en-US" altLang="ko-KR" sz="1015" b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942243" y="987666"/>
            <a:ext cx="7694735" cy="643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 eaLnBrk="1" hangingPunct="1">
              <a:buFont typeface="Wingdings" panose="05000000000000000000" pitchFamily="2" charset="2"/>
              <a:buChar char="ü"/>
            </a:pPr>
            <a:r>
              <a:rPr lang="en-US" altLang="ko-KR" sz="1847" dirty="0"/>
              <a:t>XML parsing (1) –testdata.xml</a:t>
            </a:r>
            <a:r>
              <a:rPr lang="ko-KR" altLang="en-US" sz="1847" dirty="0"/>
              <a:t>을 만들기 </a:t>
            </a:r>
            <a:endParaRPr lang="en-US" altLang="ko-KR" sz="1847" dirty="0"/>
          </a:p>
          <a:p>
            <a:pPr eaLnBrk="1" hangingPunct="1"/>
            <a:r>
              <a:rPr lang="en-US" altLang="ko-KR" sz="1292" dirty="0"/>
              <a:t>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3071" y="1611448"/>
            <a:ext cx="5033952" cy="1217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6531" indent="-316531">
              <a:buAutoNum type="arabicParenR"/>
            </a:pPr>
            <a:r>
              <a:rPr lang="ko-KR" altLang="en-US" sz="1108" b="0" dirty="0"/>
              <a:t>먼저</a:t>
            </a:r>
            <a:r>
              <a:rPr lang="en-US" altLang="ko-KR" sz="1108" b="0" dirty="0"/>
              <a:t> testdata.xml</a:t>
            </a:r>
            <a:r>
              <a:rPr lang="ko-KR" altLang="en-US" sz="1108" b="0" dirty="0"/>
              <a:t>파일을 만든다</a:t>
            </a:r>
            <a:r>
              <a:rPr lang="en-US" altLang="ko-KR" sz="1108" b="0" dirty="0"/>
              <a:t>. </a:t>
            </a:r>
            <a:r>
              <a:rPr lang="ko-KR" altLang="en-US" sz="1108" b="0" dirty="0"/>
              <a:t>내용은 옆에 파일과 같다</a:t>
            </a:r>
            <a:endParaRPr lang="en-US" altLang="ko-KR" sz="1108" b="0" dirty="0"/>
          </a:p>
          <a:p>
            <a:pPr marL="316531" indent="-316531">
              <a:buAutoNum type="arabicParenR"/>
            </a:pPr>
            <a:r>
              <a:rPr lang="ko-KR" altLang="en-US" sz="1108" b="0" dirty="0"/>
              <a:t>아래 테이블을 보고 만들도록 한다</a:t>
            </a:r>
            <a:endParaRPr lang="en-US" altLang="ko-KR" sz="1108" b="0" dirty="0"/>
          </a:p>
          <a:p>
            <a:endParaRPr lang="en-US" altLang="ko-KR" sz="1108" b="0" dirty="0"/>
          </a:p>
          <a:p>
            <a:endParaRPr lang="en-US" altLang="ko-KR" sz="1477" b="0" dirty="0">
              <a:sym typeface="Wingdings" panose="05000000000000000000" pitchFamily="2" charset="2"/>
            </a:endParaRPr>
          </a:p>
          <a:p>
            <a:r>
              <a:rPr lang="en-US" altLang="ko-KR" sz="1477" b="0" dirty="0">
                <a:sym typeface="Wingdings" panose="05000000000000000000" pitchFamily="2" charset="2"/>
              </a:rPr>
              <a:t>   </a:t>
            </a:r>
            <a:endParaRPr lang="ko-KR" altLang="en-US" sz="1477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91" y="1630960"/>
            <a:ext cx="2381805" cy="174703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" name="직선 연결선 5"/>
          <p:cNvCxnSpPr/>
          <p:nvPr/>
        </p:nvCxnSpPr>
        <p:spPr bwMode="auto">
          <a:xfrm>
            <a:off x="2302244" y="3377993"/>
            <a:ext cx="0" cy="852101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0499" y="4252837"/>
            <a:ext cx="2293596" cy="163198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2302247" y="3630697"/>
            <a:ext cx="684803" cy="241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69" b="0" dirty="0"/>
              <a:t>중간생략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103" y="2821720"/>
            <a:ext cx="4676628" cy="27804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87365848-8632-456B-8991-0F84F0FB4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399" y="120975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3489757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50680" y="906320"/>
            <a:ext cx="1826169" cy="44918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19384" tIns="59692" rIns="119384" bIns="59692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77" dirty="0"/>
              <a:t>XML</a:t>
            </a:r>
            <a:r>
              <a:rPr lang="ko-KR" altLang="en-US" sz="1477" dirty="0" err="1"/>
              <a:t>파싱</a:t>
            </a:r>
            <a:r>
              <a:rPr lang="ko-KR" altLang="en-US" sz="1477" dirty="0"/>
              <a:t> 기본</a:t>
            </a:r>
            <a:endParaRPr lang="en-US" altLang="ko-KR" sz="1477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앞서 설명한 </a:t>
            </a:r>
            <a:r>
              <a:rPr lang="en-US" altLang="ko-KR" sz="969" dirty="0"/>
              <a:t>xml</a:t>
            </a:r>
            <a:r>
              <a:rPr lang="ko-KR" altLang="en-US" sz="969" dirty="0"/>
              <a:t>파일을 만들어보자</a:t>
            </a:r>
            <a:r>
              <a:rPr lang="en-US" altLang="ko-KR" sz="969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 해당 파일을 읽어서 </a:t>
            </a:r>
            <a:r>
              <a:rPr lang="ko-KR" altLang="en-US" sz="969" dirty="0" err="1"/>
              <a:t>파싱하는</a:t>
            </a:r>
            <a:r>
              <a:rPr lang="ko-KR" altLang="en-US" sz="969" dirty="0"/>
              <a:t> </a:t>
            </a:r>
            <a:r>
              <a:rPr lang="en-US" altLang="ko-KR" sz="969" dirty="0"/>
              <a:t>java </a:t>
            </a:r>
            <a:r>
              <a:rPr lang="ko-KR" altLang="en-US" sz="969" dirty="0"/>
              <a:t>프로그램을 따라서 </a:t>
            </a:r>
            <a:r>
              <a:rPr lang="ko-KR" altLang="en-US" sz="969" dirty="0" err="1"/>
              <a:t>작성하시오</a:t>
            </a:r>
            <a:r>
              <a:rPr lang="ko-KR" altLang="en-US" sz="969" dirty="0"/>
              <a:t> </a:t>
            </a:r>
            <a:r>
              <a:rPr lang="en-US" altLang="ko-KR" sz="969" dirty="0"/>
              <a:t>(</a:t>
            </a:r>
            <a:r>
              <a:rPr lang="ko-KR" altLang="en-US" sz="969" dirty="0"/>
              <a:t>★ ★ </a:t>
            </a:r>
            <a:r>
              <a:rPr lang="en-US" altLang="ko-KR" sz="969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1FC91B-40A1-4A54-9426-B22472089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884" y="957483"/>
            <a:ext cx="4421332" cy="51194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0E1DE557-FA31-4CE3-B3AC-940F0CE56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80" y="133135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</a:t>
            </a:r>
            <a:r>
              <a:rPr lang="ko-KR" altLang="en-US" sz="1661" dirty="0"/>
              <a:t>이해하기 </a:t>
            </a:r>
            <a:r>
              <a:rPr lang="en-US" altLang="ko-KR" sz="1661" dirty="0"/>
              <a:t>/ 4. </a:t>
            </a:r>
            <a:r>
              <a:rPr lang="ko-KR" altLang="en-US" sz="1661" dirty="0"/>
              <a:t>실습하기 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811139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50680" y="906320"/>
            <a:ext cx="1826169" cy="44918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19384" tIns="59692" rIns="119384" bIns="59692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77" dirty="0"/>
              <a:t>XML</a:t>
            </a:r>
            <a:r>
              <a:rPr lang="ko-KR" altLang="en-US" sz="1477" dirty="0" err="1"/>
              <a:t>파싱</a:t>
            </a:r>
            <a:r>
              <a:rPr lang="ko-KR" altLang="en-US" sz="1477" dirty="0"/>
              <a:t> 기본</a:t>
            </a:r>
            <a:endParaRPr lang="en-US" altLang="ko-KR" sz="1477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앞서 설명한 </a:t>
            </a:r>
            <a:r>
              <a:rPr lang="en-US" altLang="ko-KR" sz="969" dirty="0"/>
              <a:t>xml</a:t>
            </a:r>
            <a:r>
              <a:rPr lang="ko-KR" altLang="en-US" sz="969" dirty="0"/>
              <a:t>파일을 만들어보자</a:t>
            </a:r>
            <a:r>
              <a:rPr lang="en-US" altLang="ko-KR" sz="969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 해당 파일을 읽어서 </a:t>
            </a:r>
            <a:r>
              <a:rPr lang="ko-KR" altLang="en-US" sz="969" dirty="0" err="1"/>
              <a:t>파싱하는</a:t>
            </a:r>
            <a:r>
              <a:rPr lang="ko-KR" altLang="en-US" sz="969" dirty="0"/>
              <a:t> </a:t>
            </a:r>
            <a:r>
              <a:rPr lang="en-US" altLang="ko-KR" sz="969" dirty="0"/>
              <a:t>java </a:t>
            </a:r>
            <a:r>
              <a:rPr lang="ko-KR" altLang="en-US" sz="969" dirty="0"/>
              <a:t>프로그램을 따라서 </a:t>
            </a:r>
            <a:r>
              <a:rPr lang="ko-KR" altLang="en-US" sz="969" dirty="0" err="1"/>
              <a:t>작성하시오</a:t>
            </a:r>
            <a:r>
              <a:rPr lang="ko-KR" altLang="en-US" sz="969" dirty="0"/>
              <a:t> </a:t>
            </a:r>
            <a:r>
              <a:rPr lang="en-US" altLang="ko-KR" sz="969" dirty="0"/>
              <a:t>(</a:t>
            </a:r>
            <a:r>
              <a:rPr lang="ko-KR" altLang="en-US" sz="969" dirty="0"/>
              <a:t>★ ★ </a:t>
            </a:r>
            <a:r>
              <a:rPr lang="en-US" altLang="ko-KR" sz="969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4564EF0-9EBB-4CB8-8C6A-743F41C1D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676" y="906321"/>
            <a:ext cx="5777976" cy="29315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3BE9AF-854E-4208-BE6F-4BCCEA776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5678" y="3837919"/>
            <a:ext cx="6178609" cy="159376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CF7C78D6-A230-4FF2-B216-2B3A31209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680" y="133135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</a:t>
            </a:r>
            <a:r>
              <a:rPr lang="ko-KR" altLang="en-US" sz="1661" dirty="0"/>
              <a:t>이해하기 </a:t>
            </a:r>
            <a:r>
              <a:rPr lang="en-US" altLang="ko-KR" sz="1661" dirty="0"/>
              <a:t>/ 4. </a:t>
            </a:r>
            <a:r>
              <a:rPr lang="ko-KR" altLang="en-US" sz="1661" dirty="0"/>
              <a:t>실습하기 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463220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10</a:t>
            </a:fld>
            <a:endParaRPr lang="en-US" altLang="ko-KR" sz="1015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732972" y="111543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JSON(JavaScript Object Notation)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17745" y="1273559"/>
            <a:ext cx="7577457" cy="1471436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속성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값 쌍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(attribute-value pairs)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이루어진 데이터 오브젝트를 전달하기 위해 사용하는 개방형 표준 포맷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AJAX(Asynchronous JavaScript and XML)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많이 사용되고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XML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대체하는 주요 데이터 포맷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언어 독립형 데이터 포맷으로 다양한 프로그래밍 언어에서 사용되고 있음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기본 자료형은 다음과 같이 사용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254EAA7-4CA0-424F-96D2-F1DD60795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006355"/>
              </p:ext>
            </p:extLst>
          </p:nvPr>
        </p:nvGraphicFramePr>
        <p:xfrm>
          <a:off x="1115061" y="2851825"/>
          <a:ext cx="7778216" cy="3393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2651">
                  <a:extLst>
                    <a:ext uri="{9D8B030D-6E8A-4147-A177-3AD203B41FA5}">
                      <a16:colId xmlns:a16="http://schemas.microsoft.com/office/drawing/2014/main" val="2416375758"/>
                    </a:ext>
                  </a:extLst>
                </a:gridCol>
                <a:gridCol w="2329525">
                  <a:extLst>
                    <a:ext uri="{9D8B030D-6E8A-4147-A177-3AD203B41FA5}">
                      <a16:colId xmlns:a16="http://schemas.microsoft.com/office/drawing/2014/main" val="3136670609"/>
                    </a:ext>
                  </a:extLst>
                </a:gridCol>
                <a:gridCol w="4486040">
                  <a:extLst>
                    <a:ext uri="{9D8B030D-6E8A-4147-A177-3AD203B41FA5}">
                      <a16:colId xmlns:a16="http://schemas.microsoft.com/office/drawing/2014/main" val="1839255786"/>
                    </a:ext>
                  </a:extLst>
                </a:gridCol>
              </a:tblGrid>
              <a:tr h="2813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구분</a:t>
                      </a:r>
                    </a:p>
                  </a:txBody>
                  <a:tcPr marL="84407" marR="84407" marT="42203" marB="42203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예시</a:t>
                      </a:r>
                    </a:p>
                  </a:txBody>
                  <a:tcPr marL="84407" marR="84407" marT="42203" marB="42203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설명</a:t>
                      </a:r>
                    </a:p>
                  </a:txBody>
                  <a:tcPr marL="84407" marR="84407" marT="42203" marB="42203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00808"/>
                  </a:ext>
                </a:extLst>
              </a:tr>
              <a:tr h="106914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수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(Number)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- 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정수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: 75, 1974, -114</a:t>
                      </a:r>
                    </a:p>
                    <a:p>
                      <a:pPr latinLnBrk="1"/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- 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실수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고정 소수점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): 3.14, -2.712</a:t>
                      </a:r>
                    </a:p>
                    <a:p>
                      <a:pPr latinLnBrk="1"/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- 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실수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부동 소수점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): 1e4, 2.5e12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기본 자료형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, 8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진수나 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16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진수</a:t>
                      </a:r>
                    </a:p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표현 방법은 지원하지 않음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446139526"/>
                  </a:ext>
                </a:extLst>
              </a:tr>
              <a:tr h="4783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문자열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(String)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“1234”, “</a:t>
                      </a:r>
                      <a:r>
                        <a:rPr lang="en-US" altLang="ko-KR" sz="1300" dirty="0" err="1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Lovd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", "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문자”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, “\”, </a:t>
                      </a:r>
                    </a:p>
                    <a:p>
                      <a:pPr latinLnBrk="1"/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json\""</a:t>
                      </a: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큰 따옴표로 묶어야 한다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 \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는 특수 기호 문자를 표현하기 위해 사용한다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(\, 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탭 등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). 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2408840912"/>
                  </a:ext>
                </a:extLst>
              </a:tr>
              <a:tr h="47830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배열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(Array)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[10, {"v": 20}, [30, "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마흔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"]]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배열은 대괄호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([ ])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로 나타냄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 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배열의 각 요소는 기본 자료형 이거나 배열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, 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객체이며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, 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각 요소는 쉼표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(,)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로 구분됨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1593196261"/>
                  </a:ext>
                </a:extLst>
              </a:tr>
              <a:tr h="67524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객체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(Object)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{"name2": 50, "name3": "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값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3", "name1": true}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객체는 이름 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: 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값 쌍의 집합으로 중괄호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({ })</a:t>
                      </a:r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를 사용함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이름은 문자열이기 때문에 반드시 따옴표로 표현하며 값은 기본 자료형 임</a:t>
                      </a:r>
                      <a:r>
                        <a:rPr lang="en-US" altLang="ko-KR" sz="1300" dirty="0">
                          <a:latin typeface="굴림체" panose="020B0609000101010101" pitchFamily="49" charset="-127"/>
                          <a:ea typeface="굴림체" panose="020B0609000101010101" pitchFamily="49" charset="-127"/>
                        </a:rPr>
                        <a:t>.</a:t>
                      </a:r>
                      <a:endParaRPr lang="ko-KR" altLang="en-US" sz="1300" dirty="0">
                        <a:latin typeface="굴림체" panose="020B0609000101010101" pitchFamily="49" charset="-127"/>
                        <a:ea typeface="굴림체" panose="020B0609000101010101" pitchFamily="49" charset="-127"/>
                      </a:endParaRPr>
                    </a:p>
                  </a:txBody>
                  <a:tcPr marL="84407" marR="84407" marT="42203" marB="42203"/>
                </a:tc>
                <a:extLst>
                  <a:ext uri="{0D108BD9-81ED-4DB2-BD59-A6C34878D82A}">
                    <a16:rowId xmlns:a16="http://schemas.microsoft.com/office/drawing/2014/main" val="942008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2116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11</a:t>
            </a:fld>
            <a:endParaRPr lang="en-US" altLang="ko-KR" sz="1015" b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JSON 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예시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17745" y="1273559"/>
            <a:ext cx="7577457" cy="284059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통하여 데이터 전송 포맷을 만든 예제</a:t>
            </a: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6B1608-2BE6-4362-93B1-A00C6F3DA225}"/>
              </a:ext>
            </a:extLst>
          </p:cNvPr>
          <p:cNvSpPr/>
          <p:nvPr/>
        </p:nvSpPr>
        <p:spPr>
          <a:xfrm>
            <a:off x="1543739" y="1724808"/>
            <a:ext cx="5583389" cy="387003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ko-KR" sz="1292" dirty="0"/>
              <a:t>{“</a:t>
            </a:r>
            <a:r>
              <a:rPr lang="en-US" altLang="ko-KR" sz="1292" dirty="0" err="1"/>
              <a:t>datas</a:t>
            </a:r>
            <a:r>
              <a:rPr lang="en-US" altLang="ko-KR" sz="1292" dirty="0"/>
              <a:t>”:</a:t>
            </a:r>
          </a:p>
          <a:p>
            <a:pPr algn="l"/>
            <a:r>
              <a:rPr lang="en-US" altLang="ko-KR" sz="1292" dirty="0"/>
              <a:t>      [       </a:t>
            </a:r>
            <a:r>
              <a:rPr lang="ko-KR" altLang="en-US" sz="1292" dirty="0"/>
              <a:t>{</a:t>
            </a:r>
            <a:r>
              <a:rPr lang="en-US" altLang="ko-KR" sz="1292" dirty="0"/>
              <a:t>“name</a:t>
            </a:r>
            <a:r>
              <a:rPr lang="ko-KR" altLang="en-US" sz="1292" dirty="0"/>
              <a:t>": "나연",</a:t>
            </a:r>
          </a:p>
          <a:p>
            <a:pPr lvl="2"/>
            <a:r>
              <a:rPr lang="ko-KR" altLang="en-US" sz="1292" dirty="0"/>
              <a:t> “</a:t>
            </a:r>
            <a:r>
              <a:rPr lang="en-US" altLang="ko-KR" sz="1292" dirty="0" err="1"/>
              <a:t>studentid</a:t>
            </a:r>
            <a:r>
              <a:rPr lang="ko-KR" altLang="en-US" sz="1292" dirty="0"/>
              <a:t>": </a:t>
            </a:r>
            <a:r>
              <a:rPr lang="en-US" altLang="ko-KR" sz="1292" dirty="0"/>
              <a:t>209901</a:t>
            </a:r>
            <a:r>
              <a:rPr lang="ko-KR" altLang="en-US" sz="1292" dirty="0"/>
              <a:t>,</a:t>
            </a:r>
          </a:p>
          <a:p>
            <a:pPr lvl="2"/>
            <a:r>
              <a:rPr lang="ko-KR" altLang="en-US" sz="1292" dirty="0"/>
              <a:t> “</a:t>
            </a:r>
            <a:r>
              <a:rPr lang="en-US" altLang="ko-KR" sz="1292" dirty="0"/>
              <a:t>score</a:t>
            </a:r>
            <a:r>
              <a:rPr lang="ko-KR" altLang="en-US" sz="1292" dirty="0"/>
              <a:t>": {</a:t>
            </a:r>
            <a:r>
              <a:rPr lang="en-US" altLang="ko-KR" sz="1292" dirty="0"/>
              <a:t>“</a:t>
            </a:r>
            <a:r>
              <a:rPr lang="en-US" altLang="ko-KR" sz="1292" dirty="0" err="1"/>
              <a:t>kor</a:t>
            </a:r>
            <a:r>
              <a:rPr lang="ko-KR" altLang="en-US" sz="1292" dirty="0"/>
              <a:t>": </a:t>
            </a:r>
            <a:r>
              <a:rPr lang="en-US" altLang="ko-KR" sz="1292" dirty="0"/>
              <a:t>90</a:t>
            </a:r>
            <a:r>
              <a:rPr lang="ko-KR" altLang="en-US" sz="1292" dirty="0"/>
              <a:t>, “</a:t>
            </a:r>
            <a:r>
              <a:rPr lang="en-US" altLang="ko-KR" sz="1292" dirty="0" err="1"/>
              <a:t>eng</a:t>
            </a:r>
            <a:r>
              <a:rPr lang="ko-KR" altLang="en-US" sz="1292" dirty="0"/>
              <a:t>": </a:t>
            </a:r>
            <a:r>
              <a:rPr lang="en-US" altLang="ko-KR" sz="1292" dirty="0"/>
              <a:t>100</a:t>
            </a:r>
            <a:r>
              <a:rPr lang="ko-KR" altLang="en-US" sz="1292" dirty="0"/>
              <a:t>, “</a:t>
            </a:r>
            <a:r>
              <a:rPr lang="en-US" altLang="ko-KR" sz="1292" dirty="0"/>
              <a:t>mat</a:t>
            </a:r>
            <a:r>
              <a:rPr lang="ko-KR" altLang="en-US" sz="1292" dirty="0"/>
              <a:t>":</a:t>
            </a:r>
            <a:r>
              <a:rPr lang="en-US" altLang="ko-KR" sz="1292" dirty="0"/>
              <a:t>95</a:t>
            </a:r>
            <a:r>
              <a:rPr lang="ko-KR" altLang="en-US" sz="1292" dirty="0"/>
              <a:t>} }</a:t>
            </a:r>
            <a:r>
              <a:rPr lang="en-US" altLang="ko-KR" sz="1292"/>
              <a:t>,</a:t>
            </a:r>
          </a:p>
          <a:p>
            <a:pPr lvl="2"/>
            <a:endParaRPr lang="en-US" altLang="ko-KR" sz="1292" dirty="0"/>
          </a:p>
          <a:p>
            <a:pPr lvl="2"/>
            <a:r>
              <a:rPr lang="ko-KR" altLang="en-US" sz="1292" dirty="0"/>
              <a:t>{</a:t>
            </a:r>
            <a:r>
              <a:rPr lang="en-US" altLang="ko-KR" sz="1292" dirty="0"/>
              <a:t>“name</a:t>
            </a:r>
            <a:r>
              <a:rPr lang="ko-KR" altLang="en-US" sz="1292" dirty="0"/>
              <a:t>": ＂정연",</a:t>
            </a:r>
          </a:p>
          <a:p>
            <a:pPr lvl="2"/>
            <a:r>
              <a:rPr lang="ko-KR" altLang="en-US" sz="1292" dirty="0"/>
              <a:t> “</a:t>
            </a:r>
            <a:r>
              <a:rPr lang="en-US" altLang="ko-KR" sz="1292" dirty="0" err="1"/>
              <a:t>studentid</a:t>
            </a:r>
            <a:r>
              <a:rPr lang="ko-KR" altLang="en-US" sz="1292" dirty="0"/>
              <a:t>": </a:t>
            </a:r>
            <a:r>
              <a:rPr lang="en-US" altLang="ko-KR" sz="1292" dirty="0"/>
              <a:t>209902</a:t>
            </a:r>
            <a:r>
              <a:rPr lang="ko-KR" altLang="en-US" sz="1292" dirty="0"/>
              <a:t>,</a:t>
            </a:r>
          </a:p>
          <a:p>
            <a:pPr lvl="2"/>
            <a:r>
              <a:rPr lang="ko-KR" altLang="en-US" sz="1292" dirty="0"/>
              <a:t> “</a:t>
            </a:r>
            <a:r>
              <a:rPr lang="en-US" altLang="ko-KR" sz="1292" dirty="0"/>
              <a:t>score</a:t>
            </a:r>
            <a:r>
              <a:rPr lang="ko-KR" altLang="en-US" sz="1292" dirty="0"/>
              <a:t>": {</a:t>
            </a:r>
            <a:r>
              <a:rPr lang="en-US" altLang="ko-KR" sz="1292" dirty="0"/>
              <a:t>“</a:t>
            </a:r>
            <a:r>
              <a:rPr lang="en-US" altLang="ko-KR" sz="1292" dirty="0" err="1"/>
              <a:t>kor</a:t>
            </a:r>
            <a:r>
              <a:rPr lang="ko-KR" altLang="en-US" sz="1292" dirty="0"/>
              <a:t>": </a:t>
            </a:r>
            <a:r>
              <a:rPr lang="en-US" altLang="ko-KR" sz="1292" dirty="0"/>
              <a:t>95</a:t>
            </a:r>
            <a:r>
              <a:rPr lang="ko-KR" altLang="en-US" sz="1292" dirty="0"/>
              <a:t>, “</a:t>
            </a:r>
            <a:r>
              <a:rPr lang="en-US" altLang="ko-KR" sz="1292" dirty="0" err="1"/>
              <a:t>eng</a:t>
            </a:r>
            <a:r>
              <a:rPr lang="ko-KR" altLang="en-US" sz="1292" dirty="0"/>
              <a:t>": </a:t>
            </a:r>
            <a:r>
              <a:rPr lang="en-US" altLang="ko-KR" sz="1292" dirty="0"/>
              <a:t>80</a:t>
            </a:r>
            <a:r>
              <a:rPr lang="ko-KR" altLang="en-US" sz="1292" dirty="0"/>
              <a:t>, “</a:t>
            </a:r>
            <a:r>
              <a:rPr lang="en-US" altLang="ko-KR" sz="1292" dirty="0"/>
              <a:t>mat</a:t>
            </a:r>
            <a:r>
              <a:rPr lang="ko-KR" altLang="en-US" sz="1292" dirty="0"/>
              <a:t>":</a:t>
            </a:r>
            <a:r>
              <a:rPr lang="en-US" altLang="ko-KR" sz="1292" dirty="0"/>
              <a:t>75</a:t>
            </a:r>
            <a:r>
              <a:rPr lang="ko-KR" altLang="en-US" sz="1292" dirty="0"/>
              <a:t>} }</a:t>
            </a:r>
            <a:r>
              <a:rPr lang="en-US" altLang="ko-KR" sz="1292" dirty="0"/>
              <a:t>,</a:t>
            </a:r>
          </a:p>
          <a:p>
            <a:pPr lvl="2"/>
            <a:endParaRPr lang="en-US" altLang="ko-KR" sz="1292" dirty="0"/>
          </a:p>
          <a:p>
            <a:pPr lvl="2"/>
            <a:r>
              <a:rPr lang="en-US" altLang="ko-KR" sz="1292" dirty="0"/>
              <a:t>-----</a:t>
            </a:r>
          </a:p>
          <a:p>
            <a:pPr lvl="2"/>
            <a:endParaRPr lang="en-US" altLang="ko-KR" sz="1292" dirty="0"/>
          </a:p>
          <a:p>
            <a:pPr lvl="2"/>
            <a:r>
              <a:rPr lang="ko-KR" altLang="en-US" sz="1292" dirty="0"/>
              <a:t>{</a:t>
            </a:r>
            <a:r>
              <a:rPr lang="en-US" altLang="ko-KR" sz="1292" dirty="0"/>
              <a:t>“name</a:t>
            </a:r>
            <a:r>
              <a:rPr lang="ko-KR" altLang="en-US" sz="1292" dirty="0"/>
              <a:t>": ＂</a:t>
            </a:r>
            <a:r>
              <a:rPr lang="ko-KR" altLang="en-US" sz="1292" dirty="0" err="1"/>
              <a:t>쯔위</a:t>
            </a:r>
            <a:r>
              <a:rPr lang="ko-KR" altLang="en-US" sz="1292" dirty="0"/>
              <a:t>",</a:t>
            </a:r>
          </a:p>
          <a:p>
            <a:pPr lvl="2"/>
            <a:r>
              <a:rPr lang="ko-KR" altLang="en-US" sz="1292" dirty="0"/>
              <a:t> “</a:t>
            </a:r>
            <a:r>
              <a:rPr lang="en-US" altLang="ko-KR" sz="1292" dirty="0" err="1"/>
              <a:t>studentid</a:t>
            </a:r>
            <a:r>
              <a:rPr lang="ko-KR" altLang="en-US" sz="1292" dirty="0"/>
              <a:t>": </a:t>
            </a:r>
            <a:r>
              <a:rPr lang="en-US" altLang="ko-KR" sz="1292" dirty="0"/>
              <a:t>209909</a:t>
            </a:r>
            <a:r>
              <a:rPr lang="ko-KR" altLang="en-US" sz="1292" dirty="0"/>
              <a:t>,</a:t>
            </a:r>
          </a:p>
          <a:p>
            <a:pPr lvl="2"/>
            <a:r>
              <a:rPr lang="ko-KR" altLang="en-US" sz="1292" dirty="0"/>
              <a:t> “</a:t>
            </a:r>
            <a:r>
              <a:rPr lang="en-US" altLang="ko-KR" sz="1292" dirty="0"/>
              <a:t>score</a:t>
            </a:r>
            <a:r>
              <a:rPr lang="ko-KR" altLang="en-US" sz="1292" dirty="0"/>
              <a:t>": {</a:t>
            </a:r>
            <a:r>
              <a:rPr lang="en-US" altLang="ko-KR" sz="1292" dirty="0"/>
              <a:t>“</a:t>
            </a:r>
            <a:r>
              <a:rPr lang="en-US" altLang="ko-KR" sz="1292" dirty="0" err="1"/>
              <a:t>kor</a:t>
            </a:r>
            <a:r>
              <a:rPr lang="ko-KR" altLang="en-US" sz="1292" dirty="0"/>
              <a:t>": </a:t>
            </a:r>
            <a:r>
              <a:rPr lang="en-US" altLang="ko-KR" sz="1292" dirty="0"/>
              <a:t>95</a:t>
            </a:r>
            <a:r>
              <a:rPr lang="ko-KR" altLang="en-US" sz="1292" dirty="0"/>
              <a:t>, “</a:t>
            </a:r>
            <a:r>
              <a:rPr lang="en-US" altLang="ko-KR" sz="1292" dirty="0" err="1"/>
              <a:t>eng</a:t>
            </a:r>
            <a:r>
              <a:rPr lang="ko-KR" altLang="en-US" sz="1292" dirty="0"/>
              <a:t>": </a:t>
            </a:r>
            <a:r>
              <a:rPr lang="en-US" altLang="ko-KR" sz="1292" dirty="0"/>
              <a:t>70</a:t>
            </a:r>
            <a:r>
              <a:rPr lang="ko-KR" altLang="en-US" sz="1292" dirty="0"/>
              <a:t>, “</a:t>
            </a:r>
            <a:r>
              <a:rPr lang="en-US" altLang="ko-KR" sz="1292" dirty="0"/>
              <a:t>mat</a:t>
            </a:r>
            <a:r>
              <a:rPr lang="ko-KR" altLang="en-US" sz="1292" dirty="0"/>
              <a:t>":</a:t>
            </a:r>
            <a:r>
              <a:rPr lang="en-US" altLang="ko-KR" sz="1292" dirty="0"/>
              <a:t>75</a:t>
            </a:r>
            <a:r>
              <a:rPr lang="ko-KR" altLang="en-US" sz="1292" dirty="0"/>
              <a:t>} }</a:t>
            </a:r>
            <a:endParaRPr lang="en-US" altLang="ko-KR" sz="1292" dirty="0"/>
          </a:p>
          <a:p>
            <a:pPr lvl="1"/>
            <a:r>
              <a:rPr lang="en-US" altLang="ko-KR" sz="1292" dirty="0"/>
              <a:t>]</a:t>
            </a:r>
            <a:endParaRPr lang="ko-KR" altLang="en-US" sz="1292" dirty="0"/>
          </a:p>
          <a:p>
            <a:pPr algn="l"/>
            <a:r>
              <a:rPr lang="en-US" altLang="ko-KR" sz="1292" dirty="0"/>
              <a:t>}</a:t>
            </a:r>
            <a:endParaRPr lang="ko-KR" altLang="en-US" sz="1292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32991CF-0260-4C3D-ABAE-BCF57D7B7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72" y="111543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881505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12</a:t>
            </a:fld>
            <a:endParaRPr lang="en-US" altLang="ko-KR" sz="1015" b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47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OpenAPI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, Tier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통신시 매우 중요한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XML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17745" y="1273559"/>
            <a:ext cx="7577457" cy="284059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스마트폰의 날씨 위젯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네이버의 날씨를 생각해 보자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AA6161-862F-4918-BCC4-FD5F48BDE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744" y="2011483"/>
            <a:ext cx="2172911" cy="1041719"/>
          </a:xfrm>
          <a:prstGeom prst="rect">
            <a:avLst/>
          </a:prstGeom>
        </p:spPr>
      </p:pic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CB6F131-AE34-4CF6-A440-0D596474AC01}"/>
              </a:ext>
            </a:extLst>
          </p:cNvPr>
          <p:cNvCxnSpPr>
            <a:cxnSpLocks/>
          </p:cNvCxnSpPr>
          <p:nvPr/>
        </p:nvCxnSpPr>
        <p:spPr bwMode="auto">
          <a:xfrm>
            <a:off x="4687766" y="1811654"/>
            <a:ext cx="0" cy="4321829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94352DF-0F96-4DDE-8A80-C56B4CFD57DD}"/>
              </a:ext>
            </a:extLst>
          </p:cNvPr>
          <p:cNvSpPr txBox="1"/>
          <p:nvPr/>
        </p:nvSpPr>
        <p:spPr>
          <a:xfrm>
            <a:off x="3261653" y="2122255"/>
            <a:ext cx="1215757" cy="1115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8" b="0" dirty="0"/>
              <a:t>안드로이드 프로그램은 날씨 정보를 조회하여 구름도 그리고 해님도 그리고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0973CFE-F7EE-4D6F-A6D5-487D57946A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45" y="3429002"/>
            <a:ext cx="1800093" cy="13382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3C260C4-B594-4F4D-9A10-BA224DE854B8}"/>
              </a:ext>
            </a:extLst>
          </p:cNvPr>
          <p:cNvSpPr txBox="1"/>
          <p:nvPr/>
        </p:nvSpPr>
        <p:spPr>
          <a:xfrm>
            <a:off x="3090655" y="3503800"/>
            <a:ext cx="1386755" cy="944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8" b="0" dirty="0"/>
              <a:t>네이버 웹개발자는 날씨정보를 조회하여 구름도 그리고 해님도 그리고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0F1741-4CEC-4C9A-9B2C-2DE904A20DB2}"/>
              </a:ext>
            </a:extLst>
          </p:cNvPr>
          <p:cNvSpPr txBox="1"/>
          <p:nvPr/>
        </p:nvSpPr>
        <p:spPr>
          <a:xfrm>
            <a:off x="917746" y="5217845"/>
            <a:ext cx="3479393" cy="819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77" u="sng" dirty="0" err="1"/>
              <a:t>프론트엔드</a:t>
            </a:r>
            <a:r>
              <a:rPr lang="ko-KR" altLang="en-US" sz="1477" u="sng" dirty="0"/>
              <a:t> </a:t>
            </a:r>
            <a:r>
              <a:rPr lang="en-US" altLang="ko-KR" sz="1477" u="sng" dirty="0"/>
              <a:t>(</a:t>
            </a:r>
            <a:r>
              <a:rPr lang="ko-KR" altLang="en-US" sz="1477" u="sng" dirty="0"/>
              <a:t>클라이언트</a:t>
            </a:r>
            <a:r>
              <a:rPr lang="en-US" altLang="ko-KR" sz="1477" u="sng" dirty="0"/>
              <a:t>) </a:t>
            </a:r>
            <a:r>
              <a:rPr lang="ko-KR" altLang="en-US" sz="1477" u="sng" dirty="0"/>
              <a:t>영역</a:t>
            </a:r>
            <a:endParaRPr lang="en-US" altLang="ko-KR" sz="1477" u="sng" dirty="0"/>
          </a:p>
          <a:p>
            <a:r>
              <a:rPr lang="ko-KR" altLang="en-US" sz="1477" dirty="0"/>
              <a:t>어디서 주어들은 </a:t>
            </a:r>
            <a:r>
              <a:rPr lang="ko-KR" altLang="en-US" sz="1477" dirty="0" err="1"/>
              <a:t>프론트엔드</a:t>
            </a:r>
            <a:r>
              <a:rPr lang="ko-KR" altLang="en-US" sz="1477" dirty="0"/>
              <a:t> 개발자가 하는 일정도로 막연히 상상해도 됨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8420A53-85D5-4C41-977C-3DA2458B5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373" y="2011481"/>
            <a:ext cx="1877001" cy="274424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A34F3E5-4480-4A6F-9DE4-1F9BDC829395}"/>
              </a:ext>
            </a:extLst>
          </p:cNvPr>
          <p:cNvSpPr txBox="1"/>
          <p:nvPr/>
        </p:nvSpPr>
        <p:spPr>
          <a:xfrm>
            <a:off x="7398069" y="2050629"/>
            <a:ext cx="1799148" cy="2274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8" b="0" dirty="0"/>
              <a:t>- OPEN</a:t>
            </a:r>
            <a:r>
              <a:rPr lang="ko-KR" altLang="en-US" sz="1108" b="0" dirty="0"/>
              <a:t> </a:t>
            </a:r>
            <a:r>
              <a:rPr lang="en-US" altLang="ko-KR" sz="1108" b="0" dirty="0"/>
              <a:t>API</a:t>
            </a:r>
            <a:r>
              <a:rPr lang="ko-KR" altLang="en-US" sz="1108" b="0" dirty="0"/>
              <a:t> 서버</a:t>
            </a:r>
            <a:endParaRPr lang="en-US" altLang="ko-KR" sz="1108" b="0" dirty="0"/>
          </a:p>
          <a:p>
            <a:pPr marL="158266" indent="-158266">
              <a:buFontTx/>
              <a:buChar char="-"/>
            </a:pPr>
            <a:r>
              <a:rPr lang="ko-KR" altLang="en-US" sz="1108" b="0" dirty="0"/>
              <a:t>주요 정보서버</a:t>
            </a:r>
            <a:endParaRPr lang="en-US" altLang="ko-KR" sz="1108" b="0" dirty="0"/>
          </a:p>
          <a:p>
            <a:pPr marL="158266" indent="-158266">
              <a:buFontTx/>
              <a:buChar char="-"/>
            </a:pPr>
            <a:r>
              <a:rPr lang="ko-KR" altLang="en-US" sz="1108" b="0" dirty="0"/>
              <a:t>인사정보</a:t>
            </a:r>
            <a:r>
              <a:rPr lang="en-US" altLang="ko-KR" sz="1108" b="0" dirty="0"/>
              <a:t>, </a:t>
            </a:r>
            <a:r>
              <a:rPr lang="ko-KR" altLang="en-US" sz="1108" b="0" dirty="0"/>
              <a:t>고객정보</a:t>
            </a:r>
            <a:r>
              <a:rPr lang="en-US" altLang="ko-KR" sz="1108" b="0" dirty="0"/>
              <a:t>, </a:t>
            </a:r>
            <a:r>
              <a:rPr lang="ko-KR" altLang="en-US" sz="1108" b="0" dirty="0"/>
              <a:t>계좌정보</a:t>
            </a:r>
            <a:r>
              <a:rPr lang="en-US" altLang="ko-KR" sz="1108" b="0" dirty="0"/>
              <a:t>,</a:t>
            </a:r>
            <a:r>
              <a:rPr lang="ko-KR" altLang="en-US" sz="1108" b="0" dirty="0"/>
              <a:t>회계정보</a:t>
            </a:r>
            <a:r>
              <a:rPr lang="en-US" altLang="ko-KR" sz="1108" b="0" dirty="0"/>
              <a:t>,</a:t>
            </a:r>
            <a:r>
              <a:rPr lang="ko-KR" altLang="en-US" sz="1108" b="0" dirty="0"/>
              <a:t>학사정보 </a:t>
            </a:r>
            <a:endParaRPr lang="en-US" altLang="ko-KR" sz="1108" b="0" dirty="0"/>
          </a:p>
          <a:p>
            <a:pPr marL="158266" indent="-158266">
              <a:buFontTx/>
              <a:buChar char="-"/>
            </a:pPr>
            <a:r>
              <a:rPr lang="ko-KR" altLang="en-US" sz="1108" b="0" dirty="0"/>
              <a:t>업무 프로세스를 어떻게 프로그램 처리를 할지를 고민</a:t>
            </a:r>
            <a:endParaRPr lang="en-US" altLang="ko-KR" sz="1108" b="0" dirty="0"/>
          </a:p>
          <a:p>
            <a:pPr marL="158266" indent="-158266">
              <a:buFontTx/>
              <a:buChar char="-"/>
            </a:pPr>
            <a:r>
              <a:rPr lang="ko-KR" altLang="en-US" sz="1108" b="0" dirty="0"/>
              <a:t>데이터가 담긴 </a:t>
            </a:r>
            <a:r>
              <a:rPr lang="en-US" altLang="ko-KR" sz="1108" b="0" dirty="0"/>
              <a:t>DB</a:t>
            </a:r>
            <a:r>
              <a:rPr lang="ko-KR" altLang="en-US" sz="1108" b="0" dirty="0"/>
              <a:t>를 조회하여 전송 인터페이스</a:t>
            </a:r>
            <a:r>
              <a:rPr lang="en-US" altLang="ko-KR" sz="1108" b="0" dirty="0"/>
              <a:t>(JSON,XML)</a:t>
            </a:r>
            <a:r>
              <a:rPr lang="ko-KR" altLang="en-US" sz="1108" b="0" dirty="0"/>
              <a:t>을 만듦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8C6C49-269A-43CC-AFDE-E9A53A3F8330}"/>
              </a:ext>
            </a:extLst>
          </p:cNvPr>
          <p:cNvSpPr txBox="1"/>
          <p:nvPr/>
        </p:nvSpPr>
        <p:spPr>
          <a:xfrm>
            <a:off x="5202118" y="5293828"/>
            <a:ext cx="3479393" cy="819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77" u="sng" dirty="0" err="1"/>
              <a:t>백엔드</a:t>
            </a:r>
            <a:r>
              <a:rPr lang="ko-KR" altLang="en-US" sz="1477" u="sng" dirty="0"/>
              <a:t> </a:t>
            </a:r>
            <a:r>
              <a:rPr lang="en-US" altLang="ko-KR" sz="1477" u="sng" dirty="0"/>
              <a:t>(</a:t>
            </a:r>
            <a:r>
              <a:rPr lang="ko-KR" altLang="en-US" sz="1477" u="sng" dirty="0"/>
              <a:t>서버</a:t>
            </a:r>
            <a:r>
              <a:rPr lang="en-US" altLang="ko-KR" sz="1477" u="sng" dirty="0"/>
              <a:t>) </a:t>
            </a:r>
            <a:r>
              <a:rPr lang="ko-KR" altLang="en-US" sz="1477" u="sng" dirty="0"/>
              <a:t>영역</a:t>
            </a:r>
            <a:endParaRPr lang="en-US" altLang="ko-KR" sz="1477" u="sng" dirty="0"/>
          </a:p>
          <a:p>
            <a:r>
              <a:rPr lang="ko-KR" altLang="en-US" sz="1477" dirty="0"/>
              <a:t>어디서 주어들은 </a:t>
            </a:r>
            <a:r>
              <a:rPr lang="ko-KR" altLang="en-US" sz="1477" dirty="0" err="1"/>
              <a:t>백엔드</a:t>
            </a:r>
            <a:r>
              <a:rPr lang="ko-KR" altLang="en-US" sz="1477" dirty="0"/>
              <a:t> 개발자가 하는 일정도로 막연히 상상해도 됨</a:t>
            </a:r>
          </a:p>
        </p:txBody>
      </p:sp>
      <p:sp>
        <p:nvSpPr>
          <p:cNvPr id="18" name="화살표: 왼쪽/오른쪽 17">
            <a:extLst>
              <a:ext uri="{FF2B5EF4-FFF2-40B4-BE49-F238E27FC236}">
                <a16:creationId xmlns:a16="http://schemas.microsoft.com/office/drawing/2014/main" id="{2DC9B6BC-2F89-4FEC-9C12-9EC40B42E735}"/>
              </a:ext>
            </a:extLst>
          </p:cNvPr>
          <p:cNvSpPr/>
          <p:nvPr/>
        </p:nvSpPr>
        <p:spPr bwMode="auto">
          <a:xfrm>
            <a:off x="4397138" y="3301164"/>
            <a:ext cx="804876" cy="455436"/>
          </a:xfrm>
          <a:prstGeom prst="left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3077" tIns="43200" rIns="83077" bIns="4320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844083" eaLnBrk="1" hangingPunct="1">
              <a:buClr>
                <a:schemeClr val="bg2"/>
              </a:buClr>
              <a:buSzPct val="100000"/>
              <a:buFontTx/>
              <a:buChar char="•"/>
            </a:pPr>
            <a:endParaRPr lang="ko-KR" altLang="en-US" sz="923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EAA152-CF74-4CCB-A517-C23B6A4F1DD1}"/>
              </a:ext>
            </a:extLst>
          </p:cNvPr>
          <p:cNvSpPr txBox="1"/>
          <p:nvPr/>
        </p:nvSpPr>
        <p:spPr>
          <a:xfrm>
            <a:off x="4365892" y="2777266"/>
            <a:ext cx="836225" cy="546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77" dirty="0">
                <a:solidFill>
                  <a:srgbClr val="FF0000"/>
                </a:solidFill>
              </a:rPr>
              <a:t>JSON</a:t>
            </a:r>
            <a:r>
              <a:rPr lang="ko-KR" altLang="en-US" sz="1477" dirty="0">
                <a:solidFill>
                  <a:srgbClr val="FF0000"/>
                </a:solidFill>
              </a:rPr>
              <a:t> </a:t>
            </a:r>
            <a:r>
              <a:rPr lang="en-US" altLang="ko-KR" sz="1477" dirty="0">
                <a:solidFill>
                  <a:srgbClr val="FF0000"/>
                </a:solidFill>
              </a:rPr>
              <a:t>XML</a:t>
            </a:r>
            <a:endParaRPr lang="ko-KR" altLang="en-US" sz="1477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9EEDCE-433E-4DD5-9DD2-F3CE6887609F}"/>
              </a:ext>
            </a:extLst>
          </p:cNvPr>
          <p:cNvSpPr txBox="1"/>
          <p:nvPr/>
        </p:nvSpPr>
        <p:spPr>
          <a:xfrm>
            <a:off x="4804928" y="4753789"/>
            <a:ext cx="4576516" cy="490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92" dirty="0">
                <a:hlinkClick r:id="rId5"/>
              </a:rPr>
              <a:t>http://www.kma.go.kr/wid/queryDFS.jsp?gridx=61&amp;gridy=123</a:t>
            </a:r>
            <a:endParaRPr lang="ko-KR" altLang="en-US" sz="1292" dirty="0"/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D28906C4-4B9A-4E8E-8F6B-6278E54AC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72" y="111543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2713803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13</a:t>
            </a:fld>
            <a:endParaRPr lang="en-US" altLang="ko-KR" sz="1015" b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47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OpenAPI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, Tier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통신시 매우 중요한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XML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17745" y="1273559"/>
            <a:ext cx="7577457" cy="284059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스마트폰의 날씨 위젯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네이버의 날씨를 생각해 보자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95A995F-7AF1-416F-8006-076732B1A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7" y="1720152"/>
            <a:ext cx="2379959" cy="37760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197C5D0-A4E0-4742-87C6-CE75451B2226}"/>
              </a:ext>
            </a:extLst>
          </p:cNvPr>
          <p:cNvSpPr txBox="1"/>
          <p:nvPr/>
        </p:nvSpPr>
        <p:spPr>
          <a:xfrm>
            <a:off x="3278284" y="1755517"/>
            <a:ext cx="3690434" cy="5752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23" dirty="0"/>
              <a:t>1) &lt;data&gt;&lt;/data&gt;</a:t>
            </a:r>
            <a:r>
              <a:rPr lang="ko-KR" altLang="en-US" sz="923" dirty="0" err="1"/>
              <a:t>테그를</a:t>
            </a:r>
            <a:r>
              <a:rPr lang="ko-KR" altLang="en-US" sz="923" dirty="0"/>
              <a:t> 보면 </a:t>
            </a:r>
            <a:r>
              <a:rPr lang="en-US" altLang="ko-KR" sz="923" dirty="0"/>
              <a:t>&lt;data </a:t>
            </a:r>
            <a:r>
              <a:rPr lang="en-US" altLang="ko-KR" sz="923" dirty="0" err="1"/>
              <a:t>seq</a:t>
            </a:r>
            <a:r>
              <a:rPr lang="en-US" altLang="ko-KR" sz="923" dirty="0"/>
              <a:t>=0&gt;</a:t>
            </a:r>
            <a:r>
              <a:rPr lang="ko-KR" altLang="en-US" sz="923" dirty="0"/>
              <a:t>와 같이 값이 있다</a:t>
            </a:r>
            <a:r>
              <a:rPr lang="en-US" altLang="ko-KR" sz="923" dirty="0"/>
              <a:t>.</a:t>
            </a:r>
          </a:p>
          <a:p>
            <a:r>
              <a:rPr lang="ko-KR" altLang="en-US" sz="923" dirty="0"/>
              <a:t>이를 </a:t>
            </a:r>
            <a:r>
              <a:rPr lang="en-US" altLang="ko-KR" sz="923" dirty="0"/>
              <a:t>attribute</a:t>
            </a:r>
            <a:r>
              <a:rPr lang="ko-KR" altLang="en-US" sz="923" dirty="0"/>
              <a:t>라 하고 </a:t>
            </a:r>
            <a:r>
              <a:rPr lang="en-US" altLang="ko-KR" sz="923" dirty="0" err="1"/>
              <a:t>seq</a:t>
            </a:r>
            <a:r>
              <a:rPr lang="ko-KR" altLang="en-US" sz="923" dirty="0"/>
              <a:t>가 </a:t>
            </a:r>
            <a:r>
              <a:rPr lang="ko-KR" altLang="en-US" sz="923" dirty="0" err="1"/>
              <a:t>어트리뷰트</a:t>
            </a:r>
            <a:r>
              <a:rPr lang="ko-KR" altLang="en-US" sz="923" dirty="0"/>
              <a:t> </a:t>
            </a:r>
            <a:r>
              <a:rPr lang="en-US" altLang="ko-KR" sz="923" dirty="0"/>
              <a:t>0</a:t>
            </a:r>
            <a:r>
              <a:rPr lang="ko-KR" altLang="en-US" sz="923" dirty="0"/>
              <a:t>은 </a:t>
            </a:r>
            <a:r>
              <a:rPr lang="ko-KR" altLang="en-US" sz="923" dirty="0" err="1"/>
              <a:t>어트리뷰트</a:t>
            </a:r>
            <a:r>
              <a:rPr lang="ko-KR" altLang="en-US" sz="923" dirty="0"/>
              <a:t> 값이다</a:t>
            </a:r>
            <a:endParaRPr lang="en-US" altLang="ko-KR" sz="923" dirty="0"/>
          </a:p>
          <a:p>
            <a:r>
              <a:rPr lang="en-US" altLang="ko-KR" sz="923" dirty="0"/>
              <a:t>2) &lt;data&gt;</a:t>
            </a:r>
            <a:r>
              <a:rPr lang="ko-KR" altLang="en-US" sz="923" dirty="0" err="1"/>
              <a:t>테그</a:t>
            </a:r>
            <a:r>
              <a:rPr lang="ko-KR" altLang="en-US" sz="923" dirty="0"/>
              <a:t> 하위로 값들이 존재한다</a:t>
            </a:r>
            <a:r>
              <a:rPr lang="en-US" altLang="ko-KR" sz="923" dirty="0"/>
              <a:t>.</a:t>
            </a:r>
            <a:endParaRPr lang="ko-KR" altLang="en-US" sz="923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B556568-FF23-4360-9C36-B9B5E58A2860}"/>
              </a:ext>
            </a:extLst>
          </p:cNvPr>
          <p:cNvSpPr/>
          <p:nvPr/>
        </p:nvSpPr>
        <p:spPr>
          <a:xfrm>
            <a:off x="3278285" y="2494716"/>
            <a:ext cx="6066863" cy="193867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923" dirty="0"/>
              <a:t>Element root = </a:t>
            </a:r>
            <a:r>
              <a:rPr lang="en-US" altLang="ko-KR" sz="923" dirty="0" err="1"/>
              <a:t>doc.getDocumentElement</a:t>
            </a:r>
            <a:r>
              <a:rPr lang="en-US" altLang="ko-KR" sz="923" dirty="0"/>
              <a:t>();</a:t>
            </a:r>
          </a:p>
          <a:p>
            <a:r>
              <a:rPr lang="en-US" altLang="ko-KR" sz="923" dirty="0" err="1"/>
              <a:t>NodeList</a:t>
            </a:r>
            <a:r>
              <a:rPr lang="en-US" altLang="ko-KR" sz="923" dirty="0"/>
              <a:t> tag_001 = </a:t>
            </a:r>
            <a:r>
              <a:rPr lang="en-US" altLang="ko-KR" sz="923" dirty="0" err="1"/>
              <a:t>doc.getElementsByTagName</a:t>
            </a:r>
            <a:r>
              <a:rPr lang="en-US" altLang="ko-KR" sz="923" dirty="0"/>
              <a:t>("data"); </a:t>
            </a:r>
            <a:r>
              <a:rPr lang="en-US" altLang="ko-KR" sz="923" dirty="0">
                <a:solidFill>
                  <a:srgbClr val="FF0000"/>
                </a:solidFill>
              </a:rPr>
              <a:t>//xml</a:t>
            </a:r>
            <a:r>
              <a:rPr lang="ko-KR" altLang="en-US" sz="923" dirty="0">
                <a:solidFill>
                  <a:srgbClr val="FF0000"/>
                </a:solidFill>
              </a:rPr>
              <a:t>의 루트를 기준으로  </a:t>
            </a:r>
            <a:r>
              <a:rPr lang="en-US" altLang="ko-KR" sz="923" dirty="0">
                <a:solidFill>
                  <a:srgbClr val="FF0000"/>
                </a:solidFill>
              </a:rPr>
              <a:t>data</a:t>
            </a:r>
            <a:r>
              <a:rPr lang="ko-KR" altLang="en-US" sz="923" dirty="0" err="1">
                <a:solidFill>
                  <a:srgbClr val="FF0000"/>
                </a:solidFill>
              </a:rPr>
              <a:t>테그를</a:t>
            </a:r>
            <a:r>
              <a:rPr lang="ko-KR" altLang="en-US" sz="923" dirty="0">
                <a:solidFill>
                  <a:srgbClr val="FF0000"/>
                </a:solidFill>
              </a:rPr>
              <a:t> 찾는다</a:t>
            </a:r>
            <a:r>
              <a:rPr lang="en-US" altLang="ko-KR" sz="923" dirty="0">
                <a:solidFill>
                  <a:srgbClr val="FF0000"/>
                </a:solidFill>
              </a:rPr>
              <a:t>.</a:t>
            </a:r>
          </a:p>
          <a:p>
            <a:r>
              <a:rPr lang="en-US" altLang="ko-KR" sz="923" dirty="0"/>
              <a:t>for(</a:t>
            </a:r>
            <a:r>
              <a:rPr lang="en-US" altLang="ko-KR" sz="923" dirty="0" err="1"/>
              <a:t>int</a:t>
            </a:r>
            <a:r>
              <a:rPr lang="en-US" altLang="ko-KR" sz="923" dirty="0"/>
              <a:t> </a:t>
            </a:r>
            <a:r>
              <a:rPr lang="en-US" altLang="ko-KR" sz="923" dirty="0" err="1"/>
              <a:t>i</a:t>
            </a:r>
            <a:r>
              <a:rPr lang="en-US" altLang="ko-KR" sz="923" dirty="0"/>
              <a:t>=0; </a:t>
            </a:r>
            <a:r>
              <a:rPr lang="en-US" altLang="ko-KR" sz="923" dirty="0" err="1"/>
              <a:t>i</a:t>
            </a:r>
            <a:r>
              <a:rPr lang="en-US" altLang="ko-KR" sz="923" dirty="0"/>
              <a:t>&lt;tag_001.getLength(); </a:t>
            </a:r>
            <a:r>
              <a:rPr lang="en-US" altLang="ko-KR" sz="923" dirty="0" err="1"/>
              <a:t>i</a:t>
            </a:r>
            <a:r>
              <a:rPr lang="en-US" altLang="ko-KR" sz="923" dirty="0"/>
              <a:t>++) {</a:t>
            </a:r>
          </a:p>
          <a:p>
            <a:r>
              <a:rPr lang="en-US" altLang="ko-KR" sz="923" dirty="0">
                <a:solidFill>
                  <a:srgbClr val="FF0000"/>
                </a:solidFill>
              </a:rPr>
              <a:t>   // data </a:t>
            </a:r>
            <a:r>
              <a:rPr lang="ko-KR" altLang="en-US" sz="923" dirty="0" err="1">
                <a:solidFill>
                  <a:srgbClr val="FF0000"/>
                </a:solidFill>
              </a:rPr>
              <a:t>테그가</a:t>
            </a:r>
            <a:r>
              <a:rPr lang="ko-KR" altLang="en-US" sz="923" dirty="0">
                <a:solidFill>
                  <a:srgbClr val="FF0000"/>
                </a:solidFill>
              </a:rPr>
              <a:t> 여러 개 있는데 하나를 선택</a:t>
            </a:r>
            <a:r>
              <a:rPr lang="en-US" altLang="ko-KR" sz="923" dirty="0">
                <a:solidFill>
                  <a:srgbClr val="FF0000"/>
                </a:solidFill>
              </a:rPr>
              <a:t>(item(</a:t>
            </a:r>
            <a:r>
              <a:rPr lang="en-US" altLang="ko-KR" sz="923" dirty="0" err="1">
                <a:solidFill>
                  <a:srgbClr val="FF0000"/>
                </a:solidFill>
              </a:rPr>
              <a:t>i</a:t>
            </a:r>
            <a:r>
              <a:rPr lang="en-US" altLang="ko-KR" sz="923" dirty="0">
                <a:solidFill>
                  <a:srgbClr val="FF0000"/>
                </a:solidFill>
              </a:rPr>
              <a:t>)) </a:t>
            </a:r>
            <a:r>
              <a:rPr lang="ko-KR" altLang="en-US" sz="923" dirty="0">
                <a:solidFill>
                  <a:srgbClr val="FF0000"/>
                </a:solidFill>
              </a:rPr>
              <a:t>하여 </a:t>
            </a:r>
            <a:r>
              <a:rPr lang="ko-KR" altLang="en-US" sz="923" dirty="0" err="1">
                <a:solidFill>
                  <a:srgbClr val="FF0000"/>
                </a:solidFill>
              </a:rPr>
              <a:t>어트리뷰트가</a:t>
            </a:r>
            <a:r>
              <a:rPr lang="ko-KR" altLang="en-US" sz="923" dirty="0">
                <a:solidFill>
                  <a:srgbClr val="FF0000"/>
                </a:solidFill>
              </a:rPr>
              <a:t> </a:t>
            </a:r>
            <a:r>
              <a:rPr lang="en-US" altLang="ko-KR" sz="923" dirty="0" err="1">
                <a:solidFill>
                  <a:srgbClr val="FF0000"/>
                </a:solidFill>
              </a:rPr>
              <a:t>seq</a:t>
            </a:r>
            <a:r>
              <a:rPr lang="ko-KR" altLang="en-US" sz="923" dirty="0">
                <a:solidFill>
                  <a:srgbClr val="FF0000"/>
                </a:solidFill>
              </a:rPr>
              <a:t>를 찾고 그것의 값을 찾는다</a:t>
            </a:r>
            <a:endParaRPr lang="en-US" altLang="ko-KR" sz="923" dirty="0">
              <a:solidFill>
                <a:srgbClr val="FF0000"/>
              </a:solidFill>
            </a:endParaRPr>
          </a:p>
          <a:p>
            <a:r>
              <a:rPr lang="en-US" altLang="ko-KR" sz="923" dirty="0">
                <a:solidFill>
                  <a:srgbClr val="FF0000"/>
                </a:solidFill>
              </a:rPr>
              <a:t>   // data </a:t>
            </a:r>
            <a:r>
              <a:rPr lang="en-US" altLang="ko-KR" sz="923" dirty="0" err="1">
                <a:solidFill>
                  <a:srgbClr val="FF0000"/>
                </a:solidFill>
              </a:rPr>
              <a:t>seq</a:t>
            </a:r>
            <a:r>
              <a:rPr lang="en-US" altLang="ko-KR" sz="923" dirty="0">
                <a:solidFill>
                  <a:srgbClr val="FF0000"/>
                </a:solidFill>
              </a:rPr>
              <a:t>=“0”, data </a:t>
            </a:r>
            <a:r>
              <a:rPr lang="en-US" altLang="ko-KR" sz="923" dirty="0" err="1">
                <a:solidFill>
                  <a:srgbClr val="FF0000"/>
                </a:solidFill>
              </a:rPr>
              <a:t>seq</a:t>
            </a:r>
            <a:r>
              <a:rPr lang="en-US" altLang="ko-KR" sz="923" dirty="0">
                <a:solidFill>
                  <a:srgbClr val="FF0000"/>
                </a:solidFill>
              </a:rPr>
              <a:t>=“1”</a:t>
            </a:r>
            <a:r>
              <a:rPr lang="ko-KR" altLang="en-US" sz="923" dirty="0">
                <a:solidFill>
                  <a:srgbClr val="FF0000"/>
                </a:solidFill>
              </a:rPr>
              <a:t>등을 보고 결국 </a:t>
            </a:r>
            <a:r>
              <a:rPr lang="en-US" altLang="ko-KR" sz="923" dirty="0">
                <a:solidFill>
                  <a:srgbClr val="FF0000"/>
                </a:solidFill>
              </a:rPr>
              <a:t>0,1,2,3 </a:t>
            </a:r>
            <a:r>
              <a:rPr lang="ko-KR" altLang="en-US" sz="923" dirty="0">
                <a:solidFill>
                  <a:srgbClr val="FF0000"/>
                </a:solidFill>
              </a:rPr>
              <a:t>값이 나온다</a:t>
            </a:r>
            <a:r>
              <a:rPr lang="en-US" altLang="ko-KR" sz="923" dirty="0">
                <a:solidFill>
                  <a:srgbClr val="FF0000"/>
                </a:solidFill>
              </a:rPr>
              <a:t>.</a:t>
            </a:r>
            <a:r>
              <a:rPr lang="en-US" altLang="ko-KR" sz="923" dirty="0"/>
              <a:t> </a:t>
            </a:r>
          </a:p>
          <a:p>
            <a:r>
              <a:rPr lang="en-US" altLang="ko-KR" sz="923" dirty="0"/>
              <a:t>    </a:t>
            </a:r>
            <a:r>
              <a:rPr lang="en-US" altLang="ko-KR" sz="923" dirty="0" err="1"/>
              <a:t>seq</a:t>
            </a:r>
            <a:r>
              <a:rPr lang="en-US" altLang="ko-KR" sz="923" dirty="0"/>
              <a:t>=tag_001.item(</a:t>
            </a:r>
            <a:r>
              <a:rPr lang="en-US" altLang="ko-KR" sz="923" dirty="0" err="1"/>
              <a:t>i</a:t>
            </a:r>
            <a:r>
              <a:rPr lang="en-US" altLang="ko-KR" sz="923" dirty="0"/>
              <a:t>).</a:t>
            </a:r>
            <a:r>
              <a:rPr lang="en-US" altLang="ko-KR" sz="923" dirty="0" err="1"/>
              <a:t>getAttributes</a:t>
            </a:r>
            <a:r>
              <a:rPr lang="en-US" altLang="ko-KR" sz="923" dirty="0"/>
              <a:t>().</a:t>
            </a:r>
            <a:r>
              <a:rPr lang="en-US" altLang="ko-KR" sz="923" dirty="0" err="1"/>
              <a:t>getNamedItem</a:t>
            </a:r>
            <a:r>
              <a:rPr lang="en-US" altLang="ko-KR" sz="923" dirty="0"/>
              <a:t>(＂</a:t>
            </a:r>
            <a:r>
              <a:rPr lang="en-US" altLang="ko-KR" sz="923" dirty="0" err="1"/>
              <a:t>seq</a:t>
            </a:r>
            <a:r>
              <a:rPr lang="en-US" altLang="ko-KR" sz="923" dirty="0"/>
              <a:t>＂).</a:t>
            </a:r>
            <a:r>
              <a:rPr lang="en-US" altLang="ko-KR" sz="923" dirty="0" err="1"/>
              <a:t>getNodeValue</a:t>
            </a:r>
            <a:r>
              <a:rPr lang="en-US" altLang="ko-KR" sz="923" dirty="0"/>
              <a:t>();</a:t>
            </a:r>
          </a:p>
          <a:p>
            <a:r>
              <a:rPr lang="en-US" altLang="ko-KR" sz="923" dirty="0"/>
              <a:t>    </a:t>
            </a:r>
            <a:r>
              <a:rPr lang="en-US" altLang="ko-KR" sz="923" dirty="0">
                <a:solidFill>
                  <a:srgbClr val="FF0000"/>
                </a:solidFill>
              </a:rPr>
              <a:t>//</a:t>
            </a:r>
            <a:r>
              <a:rPr lang="ko-KR" altLang="en-US" sz="923" dirty="0">
                <a:solidFill>
                  <a:srgbClr val="FF0000"/>
                </a:solidFill>
              </a:rPr>
              <a:t>아래 </a:t>
            </a:r>
            <a:r>
              <a:rPr lang="en-US" altLang="ko-KR" sz="923" dirty="0">
                <a:solidFill>
                  <a:srgbClr val="FF0000"/>
                </a:solidFill>
              </a:rPr>
              <a:t>hour</a:t>
            </a:r>
            <a:r>
              <a:rPr lang="ko-KR" altLang="en-US" sz="923" dirty="0" err="1">
                <a:solidFill>
                  <a:srgbClr val="FF0000"/>
                </a:solidFill>
              </a:rPr>
              <a:t>테그는</a:t>
            </a:r>
            <a:r>
              <a:rPr lang="ko-KR" altLang="en-US" sz="923" dirty="0">
                <a:solidFill>
                  <a:srgbClr val="FF0000"/>
                </a:solidFill>
              </a:rPr>
              <a:t> 전체 </a:t>
            </a:r>
            <a:r>
              <a:rPr lang="en-US" altLang="ko-KR" sz="923" dirty="0">
                <a:solidFill>
                  <a:srgbClr val="FF0000"/>
                </a:solidFill>
              </a:rPr>
              <a:t>xml</a:t>
            </a:r>
            <a:r>
              <a:rPr lang="ko-KR" altLang="en-US" sz="923" dirty="0">
                <a:solidFill>
                  <a:srgbClr val="FF0000"/>
                </a:solidFill>
              </a:rPr>
              <a:t>이 아니라 현재 </a:t>
            </a:r>
            <a:r>
              <a:rPr lang="en-US" altLang="ko-KR" sz="923" dirty="0">
                <a:solidFill>
                  <a:srgbClr val="FF0000"/>
                </a:solidFill>
              </a:rPr>
              <a:t>data</a:t>
            </a:r>
            <a:r>
              <a:rPr lang="ko-KR" altLang="en-US" sz="923" dirty="0" err="1">
                <a:solidFill>
                  <a:srgbClr val="FF0000"/>
                </a:solidFill>
              </a:rPr>
              <a:t>테그</a:t>
            </a:r>
            <a:r>
              <a:rPr lang="ko-KR" altLang="en-US" sz="923" dirty="0">
                <a:solidFill>
                  <a:srgbClr val="FF0000"/>
                </a:solidFill>
              </a:rPr>
              <a:t> 하나를 기준으로 하위의  </a:t>
            </a:r>
            <a:r>
              <a:rPr lang="en-US" altLang="ko-KR" sz="923" dirty="0">
                <a:solidFill>
                  <a:srgbClr val="FF0000"/>
                </a:solidFill>
              </a:rPr>
              <a:t>hour</a:t>
            </a:r>
            <a:r>
              <a:rPr lang="ko-KR" altLang="en-US" sz="923" dirty="0">
                <a:solidFill>
                  <a:srgbClr val="FF0000"/>
                </a:solidFill>
              </a:rPr>
              <a:t>를 찾아 </a:t>
            </a:r>
            <a:endParaRPr lang="en-US" altLang="ko-KR" sz="923" dirty="0">
              <a:solidFill>
                <a:srgbClr val="FF0000"/>
              </a:solidFill>
            </a:endParaRPr>
          </a:p>
          <a:p>
            <a:r>
              <a:rPr lang="en-US" altLang="ko-KR" sz="923" dirty="0">
                <a:solidFill>
                  <a:srgbClr val="FF0000"/>
                </a:solidFill>
              </a:rPr>
              <a:t>    //</a:t>
            </a:r>
            <a:r>
              <a:rPr lang="ko-KR" altLang="en-US" sz="923" dirty="0" err="1">
                <a:solidFill>
                  <a:srgbClr val="FF0000"/>
                </a:solidFill>
              </a:rPr>
              <a:t>그놈의</a:t>
            </a:r>
            <a:r>
              <a:rPr lang="ko-KR" altLang="en-US" sz="923" dirty="0">
                <a:solidFill>
                  <a:srgbClr val="FF0000"/>
                </a:solidFill>
              </a:rPr>
              <a:t> </a:t>
            </a:r>
            <a:r>
              <a:rPr lang="ko-KR" altLang="en-US" sz="923" dirty="0" err="1">
                <a:solidFill>
                  <a:srgbClr val="FF0000"/>
                </a:solidFill>
              </a:rPr>
              <a:t>노드값을</a:t>
            </a:r>
            <a:r>
              <a:rPr lang="ko-KR" altLang="en-US" sz="923" dirty="0">
                <a:solidFill>
                  <a:srgbClr val="FF0000"/>
                </a:solidFill>
              </a:rPr>
              <a:t> 보여준다</a:t>
            </a:r>
            <a:endParaRPr lang="en-US" altLang="ko-KR" sz="923" dirty="0">
              <a:solidFill>
                <a:srgbClr val="FF0000"/>
              </a:solidFill>
            </a:endParaRPr>
          </a:p>
          <a:p>
            <a:r>
              <a:rPr lang="en-US" altLang="ko-KR" sz="923" dirty="0">
                <a:solidFill>
                  <a:srgbClr val="FF0000"/>
                </a:solidFill>
              </a:rPr>
              <a:t>    </a:t>
            </a:r>
            <a:r>
              <a:rPr lang="en-US" altLang="ko-KR" sz="923" dirty="0"/>
              <a:t>Element </a:t>
            </a:r>
            <a:r>
              <a:rPr lang="en-US" altLang="ko-KR" sz="923" dirty="0" err="1"/>
              <a:t>elmt</a:t>
            </a:r>
            <a:r>
              <a:rPr lang="en-US" altLang="ko-KR" sz="923" dirty="0"/>
              <a:t>=(Element)tag_001.item(</a:t>
            </a:r>
            <a:r>
              <a:rPr lang="en-US" altLang="ko-KR" sz="923" dirty="0" err="1"/>
              <a:t>i</a:t>
            </a:r>
            <a:r>
              <a:rPr lang="en-US" altLang="ko-KR" sz="923" dirty="0"/>
              <a:t>);</a:t>
            </a:r>
          </a:p>
          <a:p>
            <a:r>
              <a:rPr lang="en-US" altLang="ko-KR" sz="923" dirty="0"/>
              <a:t>    hour=</a:t>
            </a:r>
            <a:r>
              <a:rPr lang="en-US" altLang="ko-KR" sz="923" dirty="0" err="1"/>
              <a:t>elmt.getElementsByTagName</a:t>
            </a:r>
            <a:r>
              <a:rPr lang="en-US" altLang="ko-KR" sz="923" dirty="0"/>
              <a:t>("hour").item(0).</a:t>
            </a:r>
            <a:r>
              <a:rPr lang="en-US" altLang="ko-KR" sz="923" dirty="0" err="1"/>
              <a:t>getFirstChild</a:t>
            </a:r>
            <a:r>
              <a:rPr lang="en-US" altLang="ko-KR" sz="923" dirty="0"/>
              <a:t>().</a:t>
            </a:r>
            <a:r>
              <a:rPr lang="en-US" altLang="ko-KR" sz="923" dirty="0" err="1"/>
              <a:t>getNodeValue</a:t>
            </a:r>
            <a:r>
              <a:rPr lang="en-US" altLang="ko-KR" sz="923" dirty="0"/>
              <a:t>();</a:t>
            </a:r>
          </a:p>
          <a:p>
            <a:r>
              <a:rPr lang="en-US" altLang="ko-KR" sz="923" dirty="0"/>
              <a:t>}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737E762-D0D7-4F3B-A4C8-18C7362D9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72" y="111543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3255765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14</a:t>
            </a:fld>
            <a:endParaRPr lang="en-US" altLang="ko-KR" sz="1015" b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47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OpenAPI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, Tier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통신시 매우 중요한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XML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17745" y="1273559"/>
            <a:ext cx="7577457" cy="284059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스마트폰의 날씨 위젯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네이버의 날씨를 생각해 보자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628657D-5F19-404D-99C6-9EF59990A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219" y="1531428"/>
            <a:ext cx="4815631" cy="24192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896514E-F236-4F10-BD67-E1A4EE4F0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424" y="3958487"/>
            <a:ext cx="3909512" cy="221434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44E900-B12F-4509-B264-D649917325D5}"/>
              </a:ext>
            </a:extLst>
          </p:cNvPr>
          <p:cNvSpPr/>
          <p:nvPr/>
        </p:nvSpPr>
        <p:spPr>
          <a:xfrm>
            <a:off x="5093935" y="4292040"/>
            <a:ext cx="970458" cy="3196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6531" indent="-316531" eaLnBrk="1" hangingPunct="1">
              <a:buFont typeface="Wingdings" panose="05000000000000000000" pitchFamily="2" charset="2"/>
              <a:buChar char="ü"/>
            </a:pPr>
            <a:r>
              <a:rPr lang="en-US" altLang="ko-KR" sz="1477" dirty="0"/>
              <a:t>HINT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07E0342A-7C5D-4707-B488-41FDEE200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72" y="111543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1324307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15</a:t>
            </a:fld>
            <a:endParaRPr lang="en-US" altLang="ko-KR" sz="1015" b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47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OpenAPI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, Tier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통신시 매우 중요한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XML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17745" y="1273559"/>
            <a:ext cx="7577457" cy="761241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스마트폰의 날씨 위젯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네이버의 날씨를 생각해 보자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  <a:p>
            <a:pPr marL="263776" indent="-263776">
              <a:buFontTx/>
              <a:buChar char="-"/>
            </a:pP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실습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1)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일단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xml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</a:t>
            </a:r>
            <a:r>
              <a:rPr lang="ko-KR" altLang="en-US" sz="1292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파싱하여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다음과 같은 표를 만들어 보자</a:t>
            </a: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955BC8F-103D-4410-B633-4F76D5FA7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872" y="1678354"/>
            <a:ext cx="2957351" cy="25297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0E48197-02CB-40BD-96A9-72EA857A0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72" y="2279829"/>
            <a:ext cx="7503950" cy="4178865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982AB02B-B4A0-49A6-8503-5B1515A6B72D}"/>
              </a:ext>
            </a:extLst>
          </p:cNvPr>
          <p:cNvSpPr/>
          <p:nvPr/>
        </p:nvSpPr>
        <p:spPr bwMode="auto">
          <a:xfrm rot="2158674">
            <a:off x="6218435" y="2692912"/>
            <a:ext cx="278328" cy="455436"/>
          </a:xfrm>
          <a:prstGeom prst="rightArrow">
            <a:avLst/>
          </a:prstGeom>
          <a:solidFill>
            <a:srgbClr val="FF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3077" tIns="43200" rIns="83077" bIns="4320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844083" eaLnBrk="1" hangingPunct="1">
              <a:buClr>
                <a:schemeClr val="bg2"/>
              </a:buClr>
              <a:buSzPct val="100000"/>
              <a:buFontTx/>
              <a:buChar char="•"/>
            </a:pPr>
            <a:endParaRPr lang="ko-KR" altLang="en-US" sz="923" b="0">
              <a:solidFill>
                <a:schemeClr val="tx1"/>
              </a:solidFill>
              <a:latin typeface="Arial" charset="0"/>
              <a:ea typeface="가는각진제목체" pitchFamily="18" charset="-127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6083220-C95C-4D83-ADB8-46A9728E4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72" y="111543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2234036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FCCB2-B711-8D38-B586-34DCD2350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>
            <a:extLst>
              <a:ext uri="{FF2B5EF4-FFF2-40B4-BE49-F238E27FC236}">
                <a16:creationId xmlns:a16="http://schemas.microsoft.com/office/drawing/2014/main" id="{C38B510C-E7F5-0548-6737-3B34FD13B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>
            <a:extLst>
              <a:ext uri="{FF2B5EF4-FFF2-40B4-BE49-F238E27FC236}">
                <a16:creationId xmlns:a16="http://schemas.microsoft.com/office/drawing/2014/main" id="{9A92E7D9-D1CF-7FF5-EC79-75834DF54216}"/>
              </a:ext>
            </a:extLst>
          </p:cNvPr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16</a:t>
            </a:fld>
            <a:endParaRPr lang="en-US" altLang="ko-KR" sz="1015" b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0B6D3A-AE64-EE0F-EF8B-BF75E907A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47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OpenAPI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, Tier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통신시 매우 중요한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XML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EB3EE1-FED7-39D4-E351-A2456C4433B4}"/>
              </a:ext>
            </a:extLst>
          </p:cNvPr>
          <p:cNvSpPr/>
          <p:nvPr/>
        </p:nvSpPr>
        <p:spPr>
          <a:xfrm>
            <a:off x="917745" y="1273559"/>
            <a:ext cx="7577457" cy="1227138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스마트폰의 날씨 위젯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네이버의 날씨를 생각해 보자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</a:t>
            </a:r>
          </a:p>
          <a:p>
            <a:pPr marL="263776" indent="-263776">
              <a:buFontTx/>
              <a:buChar char="-"/>
            </a:pP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실습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2)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xml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</a:t>
            </a:r>
            <a:r>
              <a:rPr lang="ko-KR" altLang="en-US" sz="1292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파싱하여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다음과 유사한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html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표를 만들어 보자 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html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확장자의 파일을 쓴다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 &lt;table&gt; &lt;tr&gt; &lt;td&gt;</a:t>
            </a:r>
            <a:r>
              <a:rPr lang="ko-KR" altLang="en-US" sz="1292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테그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en-US" altLang="ko-KR" sz="1292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img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292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scr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=“a.jpg&gt;</a:t>
            </a:r>
            <a:r>
              <a:rPr lang="ko-KR" altLang="en-US" sz="1292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테그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/>
            </a:r>
            <a:b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html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브라우저로 열어서 다음모양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…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하늘상태 </a:t>
            </a:r>
            <a:r>
              <a:rPr lang="ko-KR" altLang="en-US" sz="1292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풍량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그림파일은 알아서 가져온다</a:t>
            </a: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1E3D3BE-D98D-8250-D31F-BBC3BA76C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72" y="111543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DE7791-FFE7-E256-4344-D1694C2C9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79" y="2559479"/>
            <a:ext cx="8214969" cy="354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379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17</a:t>
            </a:fld>
            <a:endParaRPr lang="en-US" altLang="ko-KR" sz="1015" b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847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OpenAPI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, Tier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통신시 매우 중요한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XML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17745" y="1273559"/>
            <a:ext cx="7577457" cy="1397505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실제로는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공공데이터 포탈에 가서 해당 서비스를 신청하면 인증할 수 있는 키를 주고 그 키를 가지고 조회하여야 함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앞에 주소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URL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몇 년 전에는 키 없이 서비스 했는데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잔재로 남아 있는 주소로 공식 주소가 아님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 그럼 웹을 배우거나 모바일을 배워서 나도 한번 날씨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버스도착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등등을 만들어 보자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또 어느정도 규모의 회사에서의 대부분 정보 시스템들도 이런 방식의 처리로 정보 시스템이 구성되어 있다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en-US" altLang="ko-KR" sz="147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D20872D-6C9D-43E1-AD0F-0DD8736D9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00" y="2951051"/>
            <a:ext cx="4743979" cy="293710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3CD41DA-7D77-46AC-A927-2D4EF25AB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029" y="2870201"/>
            <a:ext cx="3224409" cy="2714243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A6B2491D-9A0E-4BC0-B263-81613118D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72" y="111543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3333542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18</a:t>
            </a:fld>
            <a:endParaRPr lang="en-US" altLang="ko-KR" sz="1015" b="0"/>
          </a:p>
        </p:txBody>
      </p:sp>
      <p:sp>
        <p:nvSpPr>
          <p:cNvPr id="7" name="직사각형 6"/>
          <p:cNvSpPr>
            <a:spLocks noChangeArrowheads="1"/>
          </p:cNvSpPr>
          <p:nvPr/>
        </p:nvSpPr>
        <p:spPr bwMode="auto">
          <a:xfrm>
            <a:off x="840399" y="931760"/>
            <a:ext cx="7694735" cy="40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9384" tIns="59692" rIns="119384" bIns="59692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316531" indent="-316531">
              <a:buFont typeface="Wingdings" panose="05000000000000000000" pitchFamily="2" charset="2"/>
              <a:buChar char="ü"/>
            </a:pPr>
            <a:r>
              <a:rPr lang="en-US" altLang="ko-KR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 simple</a:t>
            </a:r>
            <a:r>
              <a:rPr lang="ko-KR" altLang="en-US" sz="184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라이브러리 사용</a:t>
            </a:r>
            <a:endParaRPr lang="en-US" altLang="ko-KR" sz="1847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17745" y="1273558"/>
            <a:ext cx="7577457" cy="1232844"/>
          </a:xfrm>
          <a:prstGeom prst="rect">
            <a:avLst/>
          </a:prstGeom>
        </p:spPr>
        <p:txBody>
          <a:bodyPr wrap="square" lIns="84397" tIns="42199" rIns="84397" bIns="42199">
            <a:spAutoFit/>
          </a:bodyPr>
          <a:lstStyle/>
          <a:p>
            <a:pPr marL="263776" indent="-263776">
              <a:buFontTx/>
              <a:buChar char="-"/>
            </a:pP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구글이 제공하는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 simple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라이브러리를 이용하여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다룬다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3776" indent="-263776">
              <a:buFontTx/>
              <a:buChar char="-"/>
            </a:pPr>
            <a:r>
              <a:rPr lang="en-US" altLang="ko-KR" sz="1477" dirty="0">
                <a:latin typeface="나눔고딕" panose="020D0604000000000000" pitchFamily="50" charset="-127"/>
                <a:ea typeface="나눔고딕" panose="020D0604000000000000" pitchFamily="50" charset="-127"/>
                <a:hlinkClick r:id="rId2"/>
              </a:rPr>
              <a:t>https://code.google.com/archive/p/json-simple/downloads</a:t>
            </a:r>
            <a:r>
              <a:rPr lang="en-US" altLang="ko-KR" sz="1477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algn="l"/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가서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json-simple.1.1.1.jar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다운로드 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l"/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이클립스 프로젝트에서 왼쪽 마우스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properties -&gt; java build path -&gt; Libraries (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탭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-&gt; </a:t>
            </a:r>
            <a:r>
              <a:rPr lang="en-US" altLang="ko-KR" sz="1292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Classpath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-&gt; Add External JARS -&gt; 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다운로드한 </a:t>
            </a:r>
            <a:r>
              <a:rPr lang="en-US" altLang="ko-KR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jar</a:t>
            </a:r>
            <a:r>
              <a:rPr lang="ko-KR" altLang="en-US" sz="1292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파일 선택</a:t>
            </a:r>
            <a:endParaRPr lang="en-US" altLang="ko-KR" sz="1292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DDE82C-9885-4A6F-81B4-D08CE2E3A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477" y="3249978"/>
            <a:ext cx="2548304" cy="16433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AB095F4-CFAD-415C-B343-0CCC28595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144" y="3249978"/>
            <a:ext cx="4931019" cy="2891679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1C092BEF-B36C-4181-AFB9-ED2A40E75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972" y="111543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 </a:t>
            </a:r>
            <a:r>
              <a:rPr lang="ko-KR" altLang="en-US" sz="1661" dirty="0"/>
              <a:t>이해하기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3438146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50680" y="906320"/>
            <a:ext cx="1826169" cy="44918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19384" tIns="59692" rIns="119384" bIns="59692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77" dirty="0"/>
              <a:t>JSON </a:t>
            </a:r>
            <a:r>
              <a:rPr lang="ko-KR" altLang="en-US" sz="1477" dirty="0"/>
              <a:t>만들기</a:t>
            </a:r>
            <a:endParaRPr lang="en-US" altLang="ko-KR" sz="1477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앞서 설명한 </a:t>
            </a:r>
            <a:r>
              <a:rPr lang="en-US" altLang="ko-KR" sz="969" dirty="0"/>
              <a:t>JSON</a:t>
            </a:r>
            <a:r>
              <a:rPr lang="ko-KR" altLang="en-US" sz="969" dirty="0"/>
              <a:t>파일을 만들어보자</a:t>
            </a:r>
            <a:r>
              <a:rPr lang="en-US" altLang="ko-KR" sz="969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 옆에</a:t>
            </a:r>
            <a:r>
              <a:rPr lang="en-US" altLang="ko-KR" sz="969" dirty="0"/>
              <a:t> </a:t>
            </a:r>
            <a:r>
              <a:rPr lang="ko-KR" altLang="en-US" sz="969" dirty="0"/>
              <a:t>예제 소스를 따라 코딩하며 원리를 </a:t>
            </a:r>
            <a:r>
              <a:rPr lang="ko-KR" altLang="en-US" sz="969" dirty="0" err="1"/>
              <a:t>이해하시오</a:t>
            </a:r>
            <a:r>
              <a:rPr lang="ko-KR" altLang="en-US" sz="969" dirty="0"/>
              <a:t> </a:t>
            </a:r>
            <a:r>
              <a:rPr lang="en-US" altLang="ko-KR" sz="969" dirty="0"/>
              <a:t>(</a:t>
            </a:r>
            <a:r>
              <a:rPr lang="ko-KR" altLang="en-US" sz="969" dirty="0"/>
              <a:t>★ ★ </a:t>
            </a:r>
            <a:r>
              <a:rPr lang="en-US" altLang="ko-KR" sz="969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6E136C6-EC99-4129-9F6D-6E7F895D8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378" y="742592"/>
            <a:ext cx="5627077" cy="21758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FCFBFB-4D75-48BB-9C5A-EE3644449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727" y="3021026"/>
            <a:ext cx="4567604" cy="3357472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E8232DDF-F157-4541-B79B-FB3F81188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016" y="87437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</a:t>
            </a:r>
            <a:r>
              <a:rPr lang="ko-KR" altLang="en-US" sz="1661" dirty="0"/>
              <a:t>이해하기 </a:t>
            </a:r>
            <a:r>
              <a:rPr lang="en-US" altLang="ko-KR" sz="1661" dirty="0"/>
              <a:t>/ 4. </a:t>
            </a:r>
            <a:r>
              <a:rPr lang="ko-KR" altLang="en-US" sz="1661" dirty="0"/>
              <a:t>실습하기 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4190637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50680" y="906320"/>
            <a:ext cx="1826169" cy="44918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19384" tIns="59692" rIns="119384" bIns="59692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77" dirty="0"/>
              <a:t>JSON </a:t>
            </a:r>
            <a:r>
              <a:rPr lang="ko-KR" altLang="en-US" sz="1477" dirty="0"/>
              <a:t>만들기</a:t>
            </a:r>
            <a:endParaRPr lang="en-US" altLang="ko-KR" sz="1477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앞서 설명한 </a:t>
            </a:r>
            <a:r>
              <a:rPr lang="en-US" altLang="ko-KR" sz="969" dirty="0"/>
              <a:t>JSON</a:t>
            </a:r>
            <a:r>
              <a:rPr lang="ko-KR" altLang="en-US" sz="969" dirty="0"/>
              <a:t>파일을 만들어보자</a:t>
            </a:r>
            <a:r>
              <a:rPr lang="en-US" altLang="ko-KR" sz="969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 옆에</a:t>
            </a:r>
            <a:r>
              <a:rPr lang="en-US" altLang="ko-KR" sz="969" dirty="0"/>
              <a:t> </a:t>
            </a:r>
            <a:r>
              <a:rPr lang="ko-KR" altLang="en-US" sz="969" dirty="0"/>
              <a:t>예제 소스를 따라 코딩하며 원리를 </a:t>
            </a:r>
            <a:r>
              <a:rPr lang="ko-KR" altLang="en-US" sz="969" dirty="0" err="1"/>
              <a:t>이해하시오</a:t>
            </a:r>
            <a:r>
              <a:rPr lang="ko-KR" altLang="en-US" sz="969" dirty="0"/>
              <a:t> </a:t>
            </a:r>
            <a:r>
              <a:rPr lang="en-US" altLang="ko-KR" sz="969" dirty="0"/>
              <a:t>(</a:t>
            </a:r>
            <a:r>
              <a:rPr lang="ko-KR" altLang="en-US" sz="969" dirty="0"/>
              <a:t>★ ★ </a:t>
            </a:r>
            <a:r>
              <a:rPr lang="en-US" altLang="ko-KR" sz="969" dirty="0"/>
              <a:t>)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98016" y="87437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</a:t>
            </a:r>
            <a:r>
              <a:rPr lang="ko-KR" altLang="en-US" sz="1661" dirty="0"/>
              <a:t>이해하기 </a:t>
            </a:r>
            <a:r>
              <a:rPr lang="en-US" altLang="ko-KR" sz="1661" dirty="0"/>
              <a:t>/ 4. </a:t>
            </a:r>
            <a:r>
              <a:rPr lang="ko-KR" altLang="en-US" sz="1661" dirty="0"/>
              <a:t>실습하기 </a:t>
            </a:r>
            <a:endParaRPr lang="en-US" altLang="ko-KR" sz="1477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48052D-F56E-4D21-86D9-FCF78E501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109" y="1617266"/>
            <a:ext cx="6435969" cy="181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783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5"/>
          <p:cNvSpPr txBox="1">
            <a:spLocks noChangeArrowheads="1"/>
          </p:cNvSpPr>
          <p:nvPr/>
        </p:nvSpPr>
        <p:spPr bwMode="auto">
          <a:xfrm>
            <a:off x="650680" y="906320"/>
            <a:ext cx="1826169" cy="449186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19384" tIns="59692" rIns="119384" bIns="59692">
            <a:noAutofit/>
          </a:bodyPr>
          <a:lstStyle>
            <a:lvl1pPr marL="180975" indent="-180975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US" altLang="ko-KR" sz="1477" dirty="0"/>
              <a:t>JSON </a:t>
            </a:r>
            <a:r>
              <a:rPr lang="ko-KR" altLang="en-US" sz="1477" dirty="0"/>
              <a:t>파싱</a:t>
            </a:r>
            <a:endParaRPr lang="en-US" altLang="ko-KR" sz="1477" dirty="0"/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앞서 설명한 </a:t>
            </a:r>
            <a:r>
              <a:rPr lang="en-US" altLang="ko-KR" sz="969" dirty="0"/>
              <a:t>JSON</a:t>
            </a:r>
            <a:r>
              <a:rPr lang="ko-KR" altLang="en-US" sz="969" dirty="0"/>
              <a:t>을 </a:t>
            </a:r>
            <a:r>
              <a:rPr lang="ko-KR" altLang="en-US" sz="969" dirty="0" err="1"/>
              <a:t>파싱해보자</a:t>
            </a:r>
            <a:r>
              <a:rPr lang="en-US" altLang="ko-KR" sz="969" dirty="0"/>
              <a:t>.</a:t>
            </a:r>
          </a:p>
          <a:p>
            <a:pPr eaLnBrk="1" latinLnBrk="0" hangingPunct="1">
              <a:lnSpc>
                <a:spcPct val="130000"/>
              </a:lnSpc>
              <a:spcBef>
                <a:spcPct val="50000"/>
              </a:spcBef>
              <a:buClr>
                <a:srgbClr val="54158D"/>
              </a:buClr>
              <a:buFont typeface="Wingdings" panose="05000000000000000000" pitchFamily="2" charset="2"/>
              <a:buChar char="§"/>
            </a:pPr>
            <a:r>
              <a:rPr lang="ko-KR" altLang="en-US" sz="969" dirty="0"/>
              <a:t> 옆에</a:t>
            </a:r>
            <a:r>
              <a:rPr lang="en-US" altLang="ko-KR" sz="969" dirty="0"/>
              <a:t> </a:t>
            </a:r>
            <a:r>
              <a:rPr lang="ko-KR" altLang="en-US" sz="969" dirty="0"/>
              <a:t>예제 소스를 따라 코딩하며 원리를 </a:t>
            </a:r>
            <a:r>
              <a:rPr lang="ko-KR" altLang="en-US" sz="969" dirty="0" err="1"/>
              <a:t>이해하시오</a:t>
            </a:r>
            <a:r>
              <a:rPr lang="ko-KR" altLang="en-US" sz="969" dirty="0"/>
              <a:t> </a:t>
            </a:r>
            <a:r>
              <a:rPr lang="en-US" altLang="ko-KR" sz="969" dirty="0"/>
              <a:t>(</a:t>
            </a:r>
            <a:r>
              <a:rPr lang="ko-KR" altLang="en-US" sz="969" dirty="0"/>
              <a:t>★ ★ </a:t>
            </a:r>
            <a:r>
              <a:rPr lang="en-US" altLang="ko-KR" sz="969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3DA919-A129-448A-A991-2D20004CB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356" y="785660"/>
            <a:ext cx="6858000" cy="30895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C02741-A62F-4FA7-8686-9C410076D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356" y="3960919"/>
            <a:ext cx="6858000" cy="2149448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6744B03F-81A1-4694-BC2C-29AE2B462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8016" y="87437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3.</a:t>
            </a:r>
            <a:r>
              <a:rPr lang="ko-KR" altLang="en-US" sz="1661" dirty="0"/>
              <a:t>이해하기 </a:t>
            </a:r>
            <a:r>
              <a:rPr lang="en-US" altLang="ko-KR" sz="1661" dirty="0"/>
              <a:t>/ 4. </a:t>
            </a:r>
            <a:r>
              <a:rPr lang="ko-KR" altLang="en-US" sz="1661" dirty="0"/>
              <a:t>실습하기 </a:t>
            </a:r>
            <a:endParaRPr lang="en-US" altLang="ko-KR" sz="1477" dirty="0"/>
          </a:p>
        </p:txBody>
      </p:sp>
    </p:spTree>
    <p:extLst>
      <p:ext uri="{BB962C8B-B14F-4D97-AF65-F5344CB8AC3E}">
        <p14:creationId xmlns:p14="http://schemas.microsoft.com/office/powerpoint/2010/main" val="11594006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762736" y="1443316"/>
            <a:ext cx="8364410" cy="468641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83077" tIns="43200" rIns="83077" bIns="43200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844083" eaLnBrk="1" hangingPunct="1">
              <a:buClr>
                <a:schemeClr val="bg2"/>
              </a:buClr>
              <a:buSzPct val="100000"/>
              <a:buFontTx/>
              <a:buChar char="•"/>
            </a:pPr>
            <a:endParaRPr lang="ko-KR" altLang="en-US" sz="923" b="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1781" name="Rectangle 2"/>
          <p:cNvSpPr>
            <a:spLocks noChangeArrowheads="1"/>
          </p:cNvSpPr>
          <p:nvPr/>
        </p:nvSpPr>
        <p:spPr bwMode="auto">
          <a:xfrm>
            <a:off x="633047" y="263769"/>
            <a:ext cx="8773259" cy="63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eaLnBrk="1" hangingPunct="1">
              <a:spcBef>
                <a:spcPct val="0"/>
              </a:spcBef>
              <a:buClrTx/>
            </a:pPr>
            <a:endParaRPr lang="ko-KR" altLang="en-US" sz="1661" dirty="0">
              <a:solidFill>
                <a:schemeClr val="bg1"/>
              </a:solidFill>
            </a:endParaRPr>
          </a:p>
        </p:txBody>
      </p:sp>
      <p:sp>
        <p:nvSpPr>
          <p:cNvPr id="331782" name="Rectangle 3"/>
          <p:cNvSpPr txBox="1">
            <a:spLocks noChangeArrowheads="1"/>
          </p:cNvSpPr>
          <p:nvPr/>
        </p:nvSpPr>
        <p:spPr bwMode="auto">
          <a:xfrm>
            <a:off x="735980" y="982915"/>
            <a:ext cx="8767397" cy="264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3776" indent="-263776"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ko-KR" altLang="en-US" sz="1477" dirty="0"/>
              <a:t>다음 제시된 내용을 자필로 작성하여 제출 하시오 </a:t>
            </a:r>
            <a:r>
              <a:rPr lang="en-US" altLang="ko-KR" sz="1477" dirty="0"/>
              <a:t>(</a:t>
            </a:r>
            <a:r>
              <a:rPr lang="ko-KR" altLang="en-US" sz="1477" dirty="0"/>
              <a:t>상단 학번</a:t>
            </a:r>
            <a:r>
              <a:rPr lang="en-US" altLang="ko-KR" sz="1477" dirty="0"/>
              <a:t>, </a:t>
            </a:r>
            <a:r>
              <a:rPr lang="ko-KR" altLang="en-US" sz="1477" dirty="0"/>
              <a:t>이름 기입</a:t>
            </a:r>
            <a:r>
              <a:rPr lang="en-US" altLang="ko-KR" sz="1477" dirty="0"/>
              <a:t>)</a:t>
            </a:r>
          </a:p>
        </p:txBody>
      </p:sp>
      <p:sp>
        <p:nvSpPr>
          <p:cNvPr id="6179" name="슬라이드 번호 개체 틀 13"/>
          <p:cNvSpPr txBox="1">
            <a:spLocks noGrp="1"/>
          </p:cNvSpPr>
          <p:nvPr/>
        </p:nvSpPr>
        <p:spPr bwMode="auto">
          <a:xfrm>
            <a:off x="4687768" y="7156939"/>
            <a:ext cx="514349" cy="281354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 eaLnBrk="1" hangingPunct="1">
              <a:spcBef>
                <a:spcPct val="0"/>
              </a:spcBef>
              <a:buClrTx/>
              <a:defRPr/>
            </a:pPr>
            <a:fld id="{69188C54-76CB-4412-96DE-3B5465248ED9}" type="slidenum">
              <a:rPr lang="en-US" altLang="ko-KR" sz="1015" b="0"/>
              <a:pPr algn="ctr" eaLnBrk="1" hangingPunct="1">
                <a:spcBef>
                  <a:spcPct val="0"/>
                </a:spcBef>
                <a:buClrTx/>
                <a:defRPr/>
              </a:pPr>
              <a:t>22</a:t>
            </a:fld>
            <a:endParaRPr lang="en-US" altLang="ko-KR" sz="1015" b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998016" y="178347"/>
            <a:ext cx="4687535" cy="404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altLang="ko-KR" sz="1661" dirty="0"/>
              <a:t>6. </a:t>
            </a:r>
            <a:r>
              <a:rPr lang="ko-KR" altLang="en-US" sz="1661" dirty="0"/>
              <a:t>정리하기</a:t>
            </a:r>
            <a:endParaRPr lang="en-US" altLang="ko-KR" sz="1477" dirty="0"/>
          </a:p>
        </p:txBody>
      </p:sp>
      <p:sp>
        <p:nvSpPr>
          <p:cNvPr id="2" name="직사각형 1"/>
          <p:cNvSpPr/>
          <p:nvPr/>
        </p:nvSpPr>
        <p:spPr>
          <a:xfrm>
            <a:off x="937703" y="1448459"/>
            <a:ext cx="7726308" cy="347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6531" indent="-316531">
              <a:spcBef>
                <a:spcPct val="0"/>
              </a:spcBef>
              <a:buAutoNum type="arabicPeriod"/>
            </a:pPr>
            <a:r>
              <a:rPr lang="ko-KR" altLang="en-US" sz="1661" dirty="0" err="1"/>
              <a:t>필기없음</a:t>
            </a:r>
            <a:r>
              <a:rPr lang="en-US" altLang="ko-KR" sz="1661" dirty="0"/>
              <a:t> </a:t>
            </a:r>
            <a:r>
              <a:rPr lang="ko-KR" altLang="en-US" sz="1661" dirty="0"/>
              <a:t>단 코멘트를 잘 달았는지 검토하셔요</a:t>
            </a:r>
            <a:endParaRPr lang="en-US" altLang="ko-KR" sz="1292" dirty="0"/>
          </a:p>
        </p:txBody>
      </p:sp>
    </p:spTree>
    <p:extLst>
      <p:ext uri="{BB962C8B-B14F-4D97-AF65-F5344CB8AC3E}">
        <p14:creationId xmlns:p14="http://schemas.microsoft.com/office/powerpoint/2010/main" val="2259212684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1_Default Design">
      <a:majorFont>
        <a:latin typeface="가는각진제목체"/>
        <a:ea typeface="가는각진제목체"/>
        <a:cs typeface=""/>
      </a:majorFont>
      <a:minorFont>
        <a:latin typeface="가는각진제목체"/>
        <a:ea typeface="가는각진제목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bg2"/>
          </a:buClr>
          <a:buSzPct val="100000"/>
          <a:buFontTx/>
          <a:buChar char="•"/>
          <a:tabLst/>
          <a:defRPr kumimoji="0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가는각진제목체" pitchFamily="18" charset="-127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돋움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Default Design">
  <a:themeElements>
    <a:clrScheme name="3_Default Design 4">
      <a:dk1>
        <a:srgbClr val="000000"/>
      </a:dk1>
      <a:lt1>
        <a:srgbClr val="FFFFFF"/>
      </a:lt1>
      <a:dk2>
        <a:srgbClr val="000066"/>
      </a:dk2>
      <a:lt2>
        <a:srgbClr val="808080"/>
      </a:lt2>
      <a:accent1>
        <a:srgbClr val="194293"/>
      </a:accent1>
      <a:accent2>
        <a:srgbClr val="9999CC"/>
      </a:accent2>
      <a:accent3>
        <a:srgbClr val="FFFFFF"/>
      </a:accent3>
      <a:accent4>
        <a:srgbClr val="000000"/>
      </a:accent4>
      <a:accent5>
        <a:srgbClr val="ABB0C8"/>
      </a:accent5>
      <a:accent6>
        <a:srgbClr val="8A8AB9"/>
      </a:accent6>
      <a:hlink>
        <a:srgbClr val="CCCCE6"/>
      </a:hlink>
      <a:folHlink>
        <a:srgbClr val="B2B2B2"/>
      </a:folHlink>
    </a:clrScheme>
    <a:fontScheme name="3_Default Design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5250"/>
        </a:dk2>
        <a:lt2>
          <a:srgbClr val="808080"/>
        </a:lt2>
        <a:accent1>
          <a:srgbClr val="008080"/>
        </a:accent1>
        <a:accent2>
          <a:srgbClr val="1CB094"/>
        </a:accent2>
        <a:accent3>
          <a:srgbClr val="FFFFFF"/>
        </a:accent3>
        <a:accent4>
          <a:srgbClr val="000000"/>
        </a:accent4>
        <a:accent5>
          <a:srgbClr val="AAC0C0"/>
        </a:accent5>
        <a:accent6>
          <a:srgbClr val="189F86"/>
        </a:accent6>
        <a:hlink>
          <a:srgbClr val="99D1C2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2F3C7"/>
        </a:lt1>
        <a:dk2>
          <a:srgbClr val="333300"/>
        </a:dk2>
        <a:lt2>
          <a:srgbClr val="808080"/>
        </a:lt2>
        <a:accent1>
          <a:srgbClr val="747660"/>
        </a:accent1>
        <a:accent2>
          <a:srgbClr val="A99B69"/>
        </a:accent2>
        <a:accent3>
          <a:srgbClr val="F7F8E0"/>
        </a:accent3>
        <a:accent4>
          <a:srgbClr val="000000"/>
        </a:accent4>
        <a:accent5>
          <a:srgbClr val="BCBDB6"/>
        </a:accent5>
        <a:accent6>
          <a:srgbClr val="998C5E"/>
        </a:accent6>
        <a:hlink>
          <a:srgbClr val="959167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000066"/>
        </a:dk2>
        <a:lt2>
          <a:srgbClr val="808080"/>
        </a:lt2>
        <a:accent1>
          <a:srgbClr val="194293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BB0C8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4C0026"/>
        </a:dk2>
        <a:lt2>
          <a:srgbClr val="808080"/>
        </a:lt2>
        <a:accent1>
          <a:srgbClr val="7C1C45"/>
        </a:accent1>
        <a:accent2>
          <a:srgbClr val="C15D75"/>
        </a:accent2>
        <a:accent3>
          <a:srgbClr val="FFFFFF"/>
        </a:accent3>
        <a:accent4>
          <a:srgbClr val="000000"/>
        </a:accent4>
        <a:accent5>
          <a:srgbClr val="BFABB0"/>
        </a:accent5>
        <a:accent6>
          <a:srgbClr val="AF5369"/>
        </a:accent6>
        <a:hlink>
          <a:srgbClr val="C29D8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52563</TotalTime>
  <Words>2730</Words>
  <Application>Microsoft Office PowerPoint</Application>
  <PresentationFormat>A4 용지(210x297mm)</PresentationFormat>
  <Paragraphs>354</Paragraphs>
  <Slides>23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23</vt:i4>
      </vt:variant>
    </vt:vector>
  </HeadingPairs>
  <TitlesOfParts>
    <vt:vector size="34" baseType="lpstr">
      <vt:lpstr>가는각진제목체</vt:lpstr>
      <vt:lpstr>굴림</vt:lpstr>
      <vt:lpstr>굴림체</vt:lpstr>
      <vt:lpstr>나눔고딕</vt:lpstr>
      <vt:lpstr>돋움</vt:lpstr>
      <vt:lpstr>맑은 고딕</vt:lpstr>
      <vt:lpstr>Arial</vt:lpstr>
      <vt:lpstr>Wingdings</vt:lpstr>
      <vt:lpstr>1_Default Design</vt:lpstr>
      <vt:lpstr>기본 디자인</vt:lpstr>
      <vt:lpstr>3_Default Design</vt:lpstr>
      <vt:lpstr>9. Open API, Rest처리를 위한 XML과 JSON을 알아보자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메리츠화재 IT본부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Logo &amp; Slogan</dc:title>
  <dc:creator>홍필두</dc:creator>
  <cp:lastModifiedBy>교수자pc</cp:lastModifiedBy>
  <cp:revision>3015</cp:revision>
  <cp:lastPrinted>2015-10-28T04:44:44Z</cp:lastPrinted>
  <dcterms:created xsi:type="dcterms:W3CDTF">2003-10-22T07:02:37Z</dcterms:created>
  <dcterms:modified xsi:type="dcterms:W3CDTF">2025-03-21T00:33:45Z</dcterms:modified>
</cp:coreProperties>
</file>