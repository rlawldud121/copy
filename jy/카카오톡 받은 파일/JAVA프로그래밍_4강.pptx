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42"/>
  </p:notesMasterIdLst>
  <p:sldIdLst>
    <p:sldId id="694" r:id="rId4"/>
    <p:sldId id="961" r:id="rId5"/>
    <p:sldId id="977" r:id="rId6"/>
    <p:sldId id="978" r:id="rId7"/>
    <p:sldId id="1028" r:id="rId8"/>
    <p:sldId id="1080" r:id="rId9"/>
    <p:sldId id="1081" r:id="rId10"/>
    <p:sldId id="1082" r:id="rId11"/>
    <p:sldId id="1083" r:id="rId12"/>
    <p:sldId id="1084" r:id="rId13"/>
    <p:sldId id="1085" r:id="rId14"/>
    <p:sldId id="1086" r:id="rId15"/>
    <p:sldId id="1087" r:id="rId16"/>
    <p:sldId id="1088" r:id="rId17"/>
    <p:sldId id="1089" r:id="rId18"/>
    <p:sldId id="1062" r:id="rId19"/>
    <p:sldId id="1094" r:id="rId20"/>
    <p:sldId id="1093" r:id="rId21"/>
    <p:sldId id="1090" r:id="rId22"/>
    <p:sldId id="1071" r:id="rId23"/>
    <p:sldId id="1092" r:id="rId24"/>
    <p:sldId id="1091" r:id="rId25"/>
    <p:sldId id="1096" r:id="rId26"/>
    <p:sldId id="1097" r:id="rId27"/>
    <p:sldId id="1098" r:id="rId28"/>
    <p:sldId id="1099" r:id="rId29"/>
    <p:sldId id="1102" r:id="rId30"/>
    <p:sldId id="1100" r:id="rId31"/>
    <p:sldId id="1101" r:id="rId32"/>
    <p:sldId id="1103" r:id="rId33"/>
    <p:sldId id="1104" r:id="rId34"/>
    <p:sldId id="1105" r:id="rId35"/>
    <p:sldId id="1106" r:id="rId36"/>
    <p:sldId id="1108" r:id="rId37"/>
    <p:sldId id="1110" r:id="rId38"/>
    <p:sldId id="1109" r:id="rId39"/>
    <p:sldId id="1079" r:id="rId40"/>
    <p:sldId id="984" r:id="rId41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003300"/>
    <a:srgbClr val="FFFF99"/>
    <a:srgbClr val="FFFF66"/>
    <a:srgbClr val="4C6C46"/>
    <a:srgbClr val="679220"/>
    <a:srgbClr val="0000FF"/>
    <a:srgbClr val="51743E"/>
    <a:srgbClr val="CFD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92A6E-6EDD-4AE6-AB06-CABF51245CBD}" v="24" dt="2025-01-02T07:08:20.161"/>
    <p1510:client id="{30302434-DBB0-45C7-8348-217DA71003FF}" v="15" dt="2025-01-03T05:09:05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130" d="100"/>
          <a:sy n="130" d="100"/>
        </p:scale>
        <p:origin x="480" y="96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3AB056C4-A336-4A5D-9BC1-B3E884B4F90E}"/>
    <pc:docChg chg="custSel modSld">
      <pc:chgData name="필두2 홍" userId="0a0ee9c44b803ff9" providerId="LiveId" clId="{3AB056C4-A336-4A5D-9BC1-B3E884B4F90E}" dt="2024-03-12T02:21:48.303" v="720" actId="1076"/>
      <pc:docMkLst>
        <pc:docMk/>
      </pc:docMkLst>
      <pc:sldChg chg="delSp modSp mod">
        <pc:chgData name="필두2 홍" userId="0a0ee9c44b803ff9" providerId="LiveId" clId="{3AB056C4-A336-4A5D-9BC1-B3E884B4F90E}" dt="2024-03-12T02:13:39.794" v="4" actId="1076"/>
        <pc:sldMkLst>
          <pc:docMk/>
          <pc:sldMk cId="2342061236" sldId="1080"/>
        </pc:sldMkLst>
      </pc:sldChg>
      <pc:sldChg chg="addSp modSp mod">
        <pc:chgData name="필두2 홍" userId="0a0ee9c44b803ff9" providerId="LiveId" clId="{3AB056C4-A336-4A5D-9BC1-B3E884B4F90E}" dt="2024-03-12T02:15:06.794" v="168" actId="208"/>
        <pc:sldMkLst>
          <pc:docMk/>
          <pc:sldMk cId="437986042" sldId="1081"/>
        </pc:sldMkLst>
      </pc:sldChg>
      <pc:sldChg chg="addSp modSp mod modAnim">
        <pc:chgData name="필두2 홍" userId="0a0ee9c44b803ff9" providerId="LiveId" clId="{3AB056C4-A336-4A5D-9BC1-B3E884B4F90E}" dt="2024-03-12T02:16:43.362" v="349" actId="1076"/>
        <pc:sldMkLst>
          <pc:docMk/>
          <pc:sldMk cId="2555515556" sldId="1083"/>
        </pc:sldMkLst>
      </pc:sldChg>
      <pc:sldChg chg="addSp modSp mod modAnim">
        <pc:chgData name="필두2 홍" userId="0a0ee9c44b803ff9" providerId="LiveId" clId="{3AB056C4-A336-4A5D-9BC1-B3E884B4F90E}" dt="2024-03-12T02:17:59.210" v="541" actId="1076"/>
        <pc:sldMkLst>
          <pc:docMk/>
          <pc:sldMk cId="1489967223" sldId="1084"/>
        </pc:sldMkLst>
      </pc:sldChg>
      <pc:sldChg chg="addSp modSp mod modAnim">
        <pc:chgData name="필두2 홍" userId="0a0ee9c44b803ff9" providerId="LiveId" clId="{3AB056C4-A336-4A5D-9BC1-B3E884B4F90E}" dt="2024-03-12T02:18:46.611" v="616" actId="1076"/>
        <pc:sldMkLst>
          <pc:docMk/>
          <pc:sldMk cId="1440629259" sldId="1085"/>
        </pc:sldMkLst>
      </pc:sldChg>
      <pc:sldChg chg="modAnim">
        <pc:chgData name="필두2 홍" userId="0a0ee9c44b803ff9" providerId="LiveId" clId="{3AB056C4-A336-4A5D-9BC1-B3E884B4F90E}" dt="2024-03-12T02:18:55.897" v="618"/>
        <pc:sldMkLst>
          <pc:docMk/>
          <pc:sldMk cId="2845587071" sldId="1086"/>
        </pc:sldMkLst>
      </pc:sldChg>
      <pc:sldChg chg="modAnim">
        <pc:chgData name="필두2 홍" userId="0a0ee9c44b803ff9" providerId="LiveId" clId="{3AB056C4-A336-4A5D-9BC1-B3E884B4F90E}" dt="2024-03-12T02:19:02.152" v="619"/>
        <pc:sldMkLst>
          <pc:docMk/>
          <pc:sldMk cId="1161848322" sldId="1087"/>
        </pc:sldMkLst>
      </pc:sldChg>
      <pc:sldChg chg="addSp modSp mod">
        <pc:chgData name="필두2 홍" userId="0a0ee9c44b803ff9" providerId="LiveId" clId="{3AB056C4-A336-4A5D-9BC1-B3E884B4F90E}" dt="2024-03-12T02:21:48.303" v="720" actId="1076"/>
        <pc:sldMkLst>
          <pc:docMk/>
          <pc:sldMk cId="2750502818" sldId="1088"/>
        </pc:sldMkLst>
      </pc:sldChg>
    </pc:docChg>
  </pc:docChgLst>
  <pc:docChgLst>
    <pc:chgData name="필두2 홍" userId="0a0ee9c44b803ff9" providerId="LiveId" clId="{30302434-DBB0-45C7-8348-217DA71003FF}"/>
    <pc:docChg chg="undo custSel addSld delSld modSld">
      <pc:chgData name="필두2 홍" userId="0a0ee9c44b803ff9" providerId="LiveId" clId="{30302434-DBB0-45C7-8348-217DA71003FF}" dt="2025-01-03T05:09:26.908" v="4279" actId="20577"/>
      <pc:docMkLst>
        <pc:docMk/>
      </pc:docMkLst>
      <pc:sldChg chg="addSp modSp mod">
        <pc:chgData name="필두2 홍" userId="0a0ee9c44b803ff9" providerId="LiveId" clId="{30302434-DBB0-45C7-8348-217DA71003FF}" dt="2025-01-03T05:09:26.908" v="4279" actId="20577"/>
        <pc:sldMkLst>
          <pc:docMk/>
          <pc:sldMk cId="0" sldId="694"/>
        </pc:sldMkLst>
        <pc:spChg chg="add mod">
          <ac:chgData name="필두2 홍" userId="0a0ee9c44b803ff9" providerId="LiveId" clId="{30302434-DBB0-45C7-8348-217DA71003FF}" dt="2025-01-03T05:09:26.908" v="4279" actId="20577"/>
          <ac:spMkLst>
            <pc:docMk/>
            <pc:sldMk cId="0" sldId="694"/>
            <ac:spMk id="3" creationId="{290D04A6-EF39-A8DA-7D6E-E33295821994}"/>
          </ac:spMkLst>
        </pc:spChg>
        <pc:spChg chg="mod">
          <ac:chgData name="필두2 홍" userId="0a0ee9c44b803ff9" providerId="LiveId" clId="{30302434-DBB0-45C7-8348-217DA71003FF}" dt="2025-01-03T05:00:04.339" v="4221" actId="20577"/>
          <ac:spMkLst>
            <pc:docMk/>
            <pc:sldMk cId="0" sldId="694"/>
            <ac:spMk id="7" creationId="{00000000-0000-0000-0000-000000000000}"/>
          </ac:spMkLst>
        </pc:spChg>
      </pc:sldChg>
      <pc:sldChg chg="modSp mod">
        <pc:chgData name="필두2 홍" userId="0a0ee9c44b803ff9" providerId="LiveId" clId="{30302434-DBB0-45C7-8348-217DA71003FF}" dt="2025-01-03T04:59:47.105" v="4200" actId="20577"/>
        <pc:sldMkLst>
          <pc:docMk/>
          <pc:sldMk cId="536599336" sldId="961"/>
        </pc:sldMkLst>
        <pc:spChg chg="mod">
          <ac:chgData name="필두2 홍" userId="0a0ee9c44b803ff9" providerId="LiveId" clId="{30302434-DBB0-45C7-8348-217DA71003FF}" dt="2025-01-03T04:59:47.105" v="4200" actId="20577"/>
          <ac:spMkLst>
            <pc:docMk/>
            <pc:sldMk cId="536599336" sldId="961"/>
            <ac:spMk id="331782" creationId="{00000000-0000-0000-0000-000000000000}"/>
          </ac:spMkLst>
        </pc:spChg>
      </pc:sldChg>
      <pc:sldChg chg="addSp delSp modSp add mod">
        <pc:chgData name="필두2 홍" userId="0a0ee9c44b803ff9" providerId="LiveId" clId="{30302434-DBB0-45C7-8348-217DA71003FF}" dt="2025-01-03T01:54:31.133" v="870" actId="313"/>
        <pc:sldMkLst>
          <pc:docMk/>
          <pc:sldMk cId="3371179226" sldId="1103"/>
        </pc:sldMkLst>
        <pc:spChg chg="mod">
          <ac:chgData name="필두2 홍" userId="0a0ee9c44b803ff9" providerId="LiveId" clId="{30302434-DBB0-45C7-8348-217DA71003FF}" dt="2025-01-03T01:54:31.133" v="870" actId="313"/>
          <ac:spMkLst>
            <pc:docMk/>
            <pc:sldMk cId="3371179226" sldId="1103"/>
            <ac:spMk id="16" creationId="{98A42F99-0F0F-26C1-4F1B-F7D612924C5F}"/>
          </ac:spMkLst>
        </pc:spChg>
        <pc:picChg chg="del">
          <ac:chgData name="필두2 홍" userId="0a0ee9c44b803ff9" providerId="LiveId" clId="{30302434-DBB0-45C7-8348-217DA71003FF}" dt="2025-01-03T01:50:46.032" v="466" actId="478"/>
          <ac:picMkLst>
            <pc:docMk/>
            <pc:sldMk cId="3371179226" sldId="1103"/>
            <ac:picMk id="3" creationId="{7A1A286F-7DCE-966B-E1C5-94B0AEE09BE2}"/>
          </ac:picMkLst>
        </pc:picChg>
        <pc:picChg chg="del">
          <ac:chgData name="필두2 홍" userId="0a0ee9c44b803ff9" providerId="LiveId" clId="{30302434-DBB0-45C7-8348-217DA71003FF}" dt="2025-01-03T01:50:47.802" v="467" actId="478"/>
          <ac:picMkLst>
            <pc:docMk/>
            <pc:sldMk cId="3371179226" sldId="1103"/>
            <ac:picMk id="4" creationId="{4962D3C8-2F40-4E33-6BBB-45ED18122C4A}"/>
          </ac:picMkLst>
        </pc:picChg>
        <pc:picChg chg="add mod">
          <ac:chgData name="필두2 홍" userId="0a0ee9c44b803ff9" providerId="LiveId" clId="{30302434-DBB0-45C7-8348-217DA71003FF}" dt="2025-01-03T01:52:02.021" v="473" actId="14100"/>
          <ac:picMkLst>
            <pc:docMk/>
            <pc:sldMk cId="3371179226" sldId="1103"/>
            <ac:picMk id="5" creationId="{21AFFFFF-AAC7-9F2E-7E5F-1B22D7C7EA89}"/>
          </ac:picMkLst>
        </pc:picChg>
      </pc:sldChg>
      <pc:sldChg chg="addSp delSp modSp add mod">
        <pc:chgData name="필두2 홍" userId="0a0ee9c44b803ff9" providerId="LiveId" clId="{30302434-DBB0-45C7-8348-217DA71003FF}" dt="2025-01-03T04:28:24.760" v="1328" actId="20577"/>
        <pc:sldMkLst>
          <pc:docMk/>
          <pc:sldMk cId="358804884" sldId="1104"/>
        </pc:sldMkLst>
        <pc:spChg chg="mod">
          <ac:chgData name="필두2 홍" userId="0a0ee9c44b803ff9" providerId="LiveId" clId="{30302434-DBB0-45C7-8348-217DA71003FF}" dt="2025-01-03T04:28:24.760" v="1328" actId="20577"/>
          <ac:spMkLst>
            <pc:docMk/>
            <pc:sldMk cId="358804884" sldId="1104"/>
            <ac:spMk id="16" creationId="{240B30EE-193E-6AC5-EE28-776E727AFC0A}"/>
          </ac:spMkLst>
        </pc:spChg>
        <pc:picChg chg="add mod">
          <ac:chgData name="필두2 홍" userId="0a0ee9c44b803ff9" providerId="LiveId" clId="{30302434-DBB0-45C7-8348-217DA71003FF}" dt="2025-01-03T04:26:31.930" v="1153" actId="1076"/>
          <ac:picMkLst>
            <pc:docMk/>
            <pc:sldMk cId="358804884" sldId="1104"/>
            <ac:picMk id="3" creationId="{8B7E913E-B4DF-2BEE-36F8-040BCB728628}"/>
          </ac:picMkLst>
        </pc:picChg>
        <pc:picChg chg="add mod">
          <ac:chgData name="필두2 홍" userId="0a0ee9c44b803ff9" providerId="LiveId" clId="{30302434-DBB0-45C7-8348-217DA71003FF}" dt="2025-01-03T04:27:37.265" v="1155" actId="1076"/>
          <ac:picMkLst>
            <pc:docMk/>
            <pc:sldMk cId="358804884" sldId="1104"/>
            <ac:picMk id="4" creationId="{510566DE-C552-F9B6-0953-8DE3D3BA6E02}"/>
          </ac:picMkLst>
        </pc:picChg>
        <pc:picChg chg="del">
          <ac:chgData name="필두2 홍" userId="0a0ee9c44b803ff9" providerId="LiveId" clId="{30302434-DBB0-45C7-8348-217DA71003FF}" dt="2025-01-03T04:26:27.010" v="1150" actId="478"/>
          <ac:picMkLst>
            <pc:docMk/>
            <pc:sldMk cId="358804884" sldId="1104"/>
            <ac:picMk id="5" creationId="{CA3BFF45-5680-684B-6E2C-14312E622BE2}"/>
          </ac:picMkLst>
        </pc:picChg>
      </pc:sldChg>
      <pc:sldChg chg="addSp delSp modSp add mod">
        <pc:chgData name="필두2 홍" userId="0a0ee9c44b803ff9" providerId="LiveId" clId="{30302434-DBB0-45C7-8348-217DA71003FF}" dt="2025-01-03T04:33:59.093" v="2168" actId="20577"/>
        <pc:sldMkLst>
          <pc:docMk/>
          <pc:sldMk cId="1409677486" sldId="1105"/>
        </pc:sldMkLst>
        <pc:spChg chg="mod">
          <ac:chgData name="필두2 홍" userId="0a0ee9c44b803ff9" providerId="LiveId" clId="{30302434-DBB0-45C7-8348-217DA71003FF}" dt="2025-01-03T04:33:59.093" v="2168" actId="20577"/>
          <ac:spMkLst>
            <pc:docMk/>
            <pc:sldMk cId="1409677486" sldId="1105"/>
            <ac:spMk id="16" creationId="{E1C149C1-1346-FCA5-25DA-092334ED4A9B}"/>
          </ac:spMkLst>
        </pc:spChg>
        <pc:picChg chg="add mod">
          <ac:chgData name="필두2 홍" userId="0a0ee9c44b803ff9" providerId="LiveId" clId="{30302434-DBB0-45C7-8348-217DA71003FF}" dt="2025-01-03T04:30:45.924" v="1681" actId="1076"/>
          <ac:picMkLst>
            <pc:docMk/>
            <pc:sldMk cId="1409677486" sldId="1105"/>
            <ac:picMk id="2" creationId="{508059C7-7DCE-570D-732E-69799CDB4746}"/>
          </ac:picMkLst>
        </pc:picChg>
        <pc:picChg chg="del">
          <ac:chgData name="필두2 홍" userId="0a0ee9c44b803ff9" providerId="LiveId" clId="{30302434-DBB0-45C7-8348-217DA71003FF}" dt="2025-01-03T04:28:45.404" v="1361" actId="478"/>
          <ac:picMkLst>
            <pc:docMk/>
            <pc:sldMk cId="1409677486" sldId="1105"/>
            <ac:picMk id="3" creationId="{96581613-A7D2-38F6-2A2A-80E8822E53AE}"/>
          </ac:picMkLst>
        </pc:picChg>
        <pc:picChg chg="del mod">
          <ac:chgData name="필두2 홍" userId="0a0ee9c44b803ff9" providerId="LiveId" clId="{30302434-DBB0-45C7-8348-217DA71003FF}" dt="2025-01-03T04:33:21.346" v="2133" actId="478"/>
          <ac:picMkLst>
            <pc:docMk/>
            <pc:sldMk cId="1409677486" sldId="1105"/>
            <ac:picMk id="4" creationId="{A46C9C24-B921-EB72-C0AC-C0FE9F2326D9}"/>
          </ac:picMkLst>
        </pc:picChg>
        <pc:picChg chg="add mod">
          <ac:chgData name="필두2 홍" userId="0a0ee9c44b803ff9" providerId="LiveId" clId="{30302434-DBB0-45C7-8348-217DA71003FF}" dt="2025-01-03T04:30:47.612" v="1682" actId="1076"/>
          <ac:picMkLst>
            <pc:docMk/>
            <pc:sldMk cId="1409677486" sldId="1105"/>
            <ac:picMk id="5" creationId="{9A74F869-3C23-C293-499F-5B70C23ED106}"/>
          </ac:picMkLst>
        </pc:picChg>
        <pc:picChg chg="add mod">
          <ac:chgData name="필두2 홍" userId="0a0ee9c44b803ff9" providerId="LiveId" clId="{30302434-DBB0-45C7-8348-217DA71003FF}" dt="2025-01-03T04:30:57.420" v="1684" actId="1076"/>
          <ac:picMkLst>
            <pc:docMk/>
            <pc:sldMk cId="1409677486" sldId="1105"/>
            <ac:picMk id="7" creationId="{58B63741-5C63-A38C-606A-CCE3D607C9B1}"/>
          </ac:picMkLst>
        </pc:picChg>
      </pc:sldChg>
      <pc:sldChg chg="addSp delSp modSp add mod">
        <pc:chgData name="필두2 홍" userId="0a0ee9c44b803ff9" providerId="LiveId" clId="{30302434-DBB0-45C7-8348-217DA71003FF}" dt="2025-01-03T04:55:48.869" v="4132" actId="6549"/>
        <pc:sldMkLst>
          <pc:docMk/>
          <pc:sldMk cId="1603975931" sldId="1106"/>
        </pc:sldMkLst>
        <pc:spChg chg="add del">
          <ac:chgData name="필두2 홍" userId="0a0ee9c44b803ff9" providerId="LiveId" clId="{30302434-DBB0-45C7-8348-217DA71003FF}" dt="2025-01-03T04:41:47.848" v="2657" actId="22"/>
          <ac:spMkLst>
            <pc:docMk/>
            <pc:sldMk cId="1603975931" sldId="1106"/>
            <ac:spMk id="9" creationId="{C9775DAE-12F1-6870-4078-00C562F7987F}"/>
          </ac:spMkLst>
        </pc:spChg>
        <pc:spChg chg="add mod">
          <ac:chgData name="필두2 홍" userId="0a0ee9c44b803ff9" providerId="LiveId" clId="{30302434-DBB0-45C7-8348-217DA71003FF}" dt="2025-01-03T04:45:00.930" v="3235" actId="1076"/>
          <ac:spMkLst>
            <pc:docMk/>
            <pc:sldMk cId="1603975931" sldId="1106"/>
            <ac:spMk id="11" creationId="{7274A9B0-0874-652F-F4E0-54E2BB64A524}"/>
          </ac:spMkLst>
        </pc:spChg>
        <pc:spChg chg="mod">
          <ac:chgData name="필두2 홍" userId="0a0ee9c44b803ff9" providerId="LiveId" clId="{30302434-DBB0-45C7-8348-217DA71003FF}" dt="2025-01-03T04:55:48.869" v="4132" actId="6549"/>
          <ac:spMkLst>
            <pc:docMk/>
            <pc:sldMk cId="1603975931" sldId="1106"/>
            <ac:spMk id="16" creationId="{FC4B5F23-5108-0CBC-B2FD-6E2F642B2E29}"/>
          </ac:spMkLst>
        </pc:spChg>
        <pc:graphicFrameChg chg="add mod modGraphic">
          <ac:chgData name="필두2 홍" userId="0a0ee9c44b803ff9" providerId="LiveId" clId="{30302434-DBB0-45C7-8348-217DA71003FF}" dt="2025-01-03T04:41:31.927" v="2655" actId="1076"/>
          <ac:graphicFrameMkLst>
            <pc:docMk/>
            <pc:sldMk cId="1603975931" sldId="1106"/>
            <ac:graphicFrameMk id="3" creationId="{BCF1F42F-7D3E-76D2-6C97-B9C3CB978D1D}"/>
          </ac:graphicFrameMkLst>
        </pc:graphicFrameChg>
        <pc:picChg chg="del">
          <ac:chgData name="필두2 홍" userId="0a0ee9c44b803ff9" providerId="LiveId" clId="{30302434-DBB0-45C7-8348-217DA71003FF}" dt="2025-01-03T04:36:18.554" v="2527" actId="478"/>
          <ac:picMkLst>
            <pc:docMk/>
            <pc:sldMk cId="1603975931" sldId="1106"/>
            <ac:picMk id="2" creationId="{F08471D9-5192-4A89-F3FB-D0326112D8D4}"/>
          </ac:picMkLst>
        </pc:picChg>
        <pc:picChg chg="del">
          <ac:chgData name="필두2 홍" userId="0a0ee9c44b803ff9" providerId="LiveId" clId="{30302434-DBB0-45C7-8348-217DA71003FF}" dt="2025-01-03T04:36:20.453" v="2528" actId="478"/>
          <ac:picMkLst>
            <pc:docMk/>
            <pc:sldMk cId="1603975931" sldId="1106"/>
            <ac:picMk id="5" creationId="{87D9B350-0156-985D-6CF9-F18894510AF3}"/>
          </ac:picMkLst>
        </pc:picChg>
        <pc:picChg chg="del">
          <ac:chgData name="필두2 홍" userId="0a0ee9c44b803ff9" providerId="LiveId" clId="{30302434-DBB0-45C7-8348-217DA71003FF}" dt="2025-01-03T04:36:22.016" v="2529" actId="478"/>
          <ac:picMkLst>
            <pc:docMk/>
            <pc:sldMk cId="1603975931" sldId="1106"/>
            <ac:picMk id="7" creationId="{6BA9AD12-28D9-7452-9261-293CCC21A98B}"/>
          </ac:picMkLst>
        </pc:picChg>
      </pc:sldChg>
      <pc:sldChg chg="addSp delSp modSp add del mod">
        <pc:chgData name="필두2 홍" userId="0a0ee9c44b803ff9" providerId="LiveId" clId="{30302434-DBB0-45C7-8348-217DA71003FF}" dt="2025-01-03T04:53:12.557" v="4019" actId="47"/>
        <pc:sldMkLst>
          <pc:docMk/>
          <pc:sldMk cId="1959373632" sldId="1107"/>
        </pc:sldMkLst>
        <pc:spChg chg="del">
          <ac:chgData name="필두2 홍" userId="0a0ee9c44b803ff9" providerId="LiveId" clId="{30302434-DBB0-45C7-8348-217DA71003FF}" dt="2025-01-03T04:47:33.032" v="3242" actId="478"/>
          <ac:spMkLst>
            <pc:docMk/>
            <pc:sldMk cId="1959373632" sldId="1107"/>
            <ac:spMk id="8" creationId="{6994EE2A-70A5-1F91-C98A-91C6F20CF892}"/>
          </ac:spMkLst>
        </pc:spChg>
        <pc:spChg chg="del">
          <ac:chgData name="필두2 홍" userId="0a0ee9c44b803ff9" providerId="LiveId" clId="{30302434-DBB0-45C7-8348-217DA71003FF}" dt="2025-01-03T04:47:22.782" v="3237" actId="478"/>
          <ac:spMkLst>
            <pc:docMk/>
            <pc:sldMk cId="1959373632" sldId="1107"/>
            <ac:spMk id="11" creationId="{E0890811-9546-A3A5-5418-69C81211F74D}"/>
          </ac:spMkLst>
        </pc:spChg>
        <pc:spChg chg="mod">
          <ac:chgData name="필두2 홍" userId="0a0ee9c44b803ff9" providerId="LiveId" clId="{30302434-DBB0-45C7-8348-217DA71003FF}" dt="2025-01-03T04:49:26.149" v="3730" actId="20577"/>
          <ac:spMkLst>
            <pc:docMk/>
            <pc:sldMk cId="1959373632" sldId="1107"/>
            <ac:spMk id="16" creationId="{B995DD43-D58A-74AD-62B0-20C51372D0EA}"/>
          </ac:spMkLst>
        </pc:spChg>
        <pc:graphicFrameChg chg="del">
          <ac:chgData name="필두2 홍" userId="0a0ee9c44b803ff9" providerId="LiveId" clId="{30302434-DBB0-45C7-8348-217DA71003FF}" dt="2025-01-03T04:47:25.840" v="3238" actId="478"/>
          <ac:graphicFrameMkLst>
            <pc:docMk/>
            <pc:sldMk cId="1959373632" sldId="1107"/>
            <ac:graphicFrameMk id="3" creationId="{E33BAC22-E991-B8EA-7CFD-3199C93CE0A7}"/>
          </ac:graphicFrameMkLst>
        </pc:graphicFrameChg>
        <pc:picChg chg="add mod">
          <ac:chgData name="필두2 홍" userId="0a0ee9c44b803ff9" providerId="LiveId" clId="{30302434-DBB0-45C7-8348-217DA71003FF}" dt="2025-01-03T04:47:30.455" v="3241" actId="1076"/>
          <ac:picMkLst>
            <pc:docMk/>
            <pc:sldMk cId="1959373632" sldId="1107"/>
            <ac:picMk id="4" creationId="{12071D1A-CF02-1C6B-7C97-8E2669133FC9}"/>
          </ac:picMkLst>
        </pc:picChg>
      </pc:sldChg>
      <pc:sldChg chg="modSp add mod">
        <pc:chgData name="필두2 홍" userId="0a0ee9c44b803ff9" providerId="LiveId" clId="{30302434-DBB0-45C7-8348-217DA71003FF}" dt="2025-01-03T04:55:57.253" v="4133"/>
        <pc:sldMkLst>
          <pc:docMk/>
          <pc:sldMk cId="2676724363" sldId="1108"/>
        </pc:sldMkLst>
        <pc:spChg chg="mod">
          <ac:chgData name="필두2 홍" userId="0a0ee9c44b803ff9" providerId="LiveId" clId="{30302434-DBB0-45C7-8348-217DA71003FF}" dt="2025-01-03T04:55:57.253" v="4133"/>
          <ac:spMkLst>
            <pc:docMk/>
            <pc:sldMk cId="2676724363" sldId="1108"/>
            <ac:spMk id="16" creationId="{D88161C3-96FD-D5DD-509A-6FD262C91715}"/>
          </ac:spMkLst>
        </pc:spChg>
      </pc:sldChg>
      <pc:sldChg chg="addSp delSp modSp add mod">
        <pc:chgData name="필두2 홍" userId="0a0ee9c44b803ff9" providerId="LiveId" clId="{30302434-DBB0-45C7-8348-217DA71003FF}" dt="2025-01-03T04:56:02.496" v="4134"/>
        <pc:sldMkLst>
          <pc:docMk/>
          <pc:sldMk cId="2054772483" sldId="1109"/>
        </pc:sldMkLst>
        <pc:spChg chg="mod">
          <ac:chgData name="필두2 홍" userId="0a0ee9c44b803ff9" providerId="LiveId" clId="{30302434-DBB0-45C7-8348-217DA71003FF}" dt="2025-01-03T04:56:02.496" v="4134"/>
          <ac:spMkLst>
            <pc:docMk/>
            <pc:sldMk cId="2054772483" sldId="1109"/>
            <ac:spMk id="16" creationId="{54837D3C-9D4F-0622-DF44-F5EE730DD1A8}"/>
          </ac:spMkLst>
        </pc:spChg>
        <pc:picChg chg="add mod">
          <ac:chgData name="필두2 홍" userId="0a0ee9c44b803ff9" providerId="LiveId" clId="{30302434-DBB0-45C7-8348-217DA71003FF}" dt="2025-01-03T04:54:46.870" v="4024" actId="1076"/>
          <ac:picMkLst>
            <pc:docMk/>
            <pc:sldMk cId="2054772483" sldId="1109"/>
            <ac:picMk id="3" creationId="{716231C7-AC38-5E74-D8FB-5B2E267902E7}"/>
          </ac:picMkLst>
        </pc:picChg>
        <pc:picChg chg="del">
          <ac:chgData name="필두2 홍" userId="0a0ee9c44b803ff9" providerId="LiveId" clId="{30302434-DBB0-45C7-8348-217DA71003FF}" dt="2025-01-03T04:54:41.555" v="4021" actId="478"/>
          <ac:picMkLst>
            <pc:docMk/>
            <pc:sldMk cId="2054772483" sldId="1109"/>
            <ac:picMk id="4" creationId="{0CD91136-A8C1-7F6A-E629-0D3D95A9180E}"/>
          </ac:picMkLst>
        </pc:picChg>
      </pc:sldChg>
    </pc:docChg>
  </pc:docChgLst>
  <pc:docChgLst>
    <pc:chgData name="홍필두" userId="a613eac9-2ee1-4936-8d5c-6f3d69f7b146" providerId="ADAL" clId="{508DF211-988B-4334-BB15-FD1F2198FE6D}"/>
    <pc:docChg chg="undo custSel modSld modMainMaster">
      <pc:chgData name="홍필두" userId="a613eac9-2ee1-4936-8d5c-6f3d69f7b146" providerId="ADAL" clId="{508DF211-988B-4334-BB15-FD1F2198FE6D}" dt="2021-03-18T00:42:48.615" v="11"/>
      <pc:docMkLst>
        <pc:docMk/>
      </pc:docMkLst>
      <pc:sldChg chg="addSp delSp modSp">
        <pc:chgData name="홍필두" userId="a613eac9-2ee1-4936-8d5c-6f3d69f7b146" providerId="ADAL" clId="{508DF211-988B-4334-BB15-FD1F2198FE6D}" dt="2021-03-18T00:42:48.615" v="11"/>
        <pc:sldMkLst>
          <pc:docMk/>
          <pc:sldMk cId="0" sldId="694"/>
        </pc:sldMkLst>
      </pc:sldChg>
      <pc:sldMasterChg chg="addSp delSp modSp mod">
        <pc:chgData name="홍필두" userId="a613eac9-2ee1-4936-8d5c-6f3d69f7b146" providerId="ADAL" clId="{508DF211-988B-4334-BB15-FD1F2198FE6D}" dt="2021-03-18T00:42:02.091" v="7"/>
        <pc:sldMasterMkLst>
          <pc:docMk/>
          <pc:sldMasterMk cId="0" sldId="2147483659"/>
        </pc:sldMasterMkLst>
      </pc:sldMasterChg>
      <pc:sldMasterChg chg="addSp delSp modSp mod">
        <pc:chgData name="홍필두" userId="a613eac9-2ee1-4936-8d5c-6f3d69f7b146" providerId="ADAL" clId="{508DF211-988B-4334-BB15-FD1F2198FE6D}" dt="2021-03-18T00:42:17.830" v="9"/>
        <pc:sldMasterMkLst>
          <pc:docMk/>
          <pc:sldMasterMk cId="0" sldId="2147484008"/>
        </pc:sldMasterMkLst>
      </pc:sldMasterChg>
    </pc:docChg>
  </pc:docChgLst>
  <pc:docChgLst>
    <pc:chgData name="필두2 홍" userId="0a0ee9c44b803ff9" providerId="LiveId" clId="{02292A6E-6EDD-4AE6-AB06-CABF51245CBD}"/>
    <pc:docChg chg="custSel modSld">
      <pc:chgData name="필두2 홍" userId="0a0ee9c44b803ff9" providerId="LiveId" clId="{02292A6E-6EDD-4AE6-AB06-CABF51245CBD}" dt="2025-01-02T07:08:20.163" v="151" actId="20577"/>
      <pc:docMkLst>
        <pc:docMk/>
      </pc:docMkLst>
      <pc:sldChg chg="modSp mod">
        <pc:chgData name="필두2 홍" userId="0a0ee9c44b803ff9" providerId="LiveId" clId="{02292A6E-6EDD-4AE6-AB06-CABF51245CBD}" dt="2025-01-02T07:08:20.163" v="151" actId="20577"/>
        <pc:sldMkLst>
          <pc:docMk/>
          <pc:sldMk cId="0" sldId="694"/>
        </pc:sldMkLst>
        <pc:spChg chg="mod">
          <ac:chgData name="필두2 홍" userId="0a0ee9c44b803ff9" providerId="LiveId" clId="{02292A6E-6EDD-4AE6-AB06-CABF51245CBD}" dt="2025-01-02T07:06:09.032" v="79" actId="20577"/>
          <ac:spMkLst>
            <pc:docMk/>
            <pc:sldMk cId="0" sldId="694"/>
            <ac:spMk id="7" creationId="{00000000-0000-0000-0000-000000000000}"/>
          </ac:spMkLst>
        </pc:spChg>
        <pc:spChg chg="mod">
          <ac:chgData name="필두2 홍" userId="0a0ee9c44b803ff9" providerId="LiveId" clId="{02292A6E-6EDD-4AE6-AB06-CABF51245CBD}" dt="2025-01-02T07:08:20.163" v="151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3689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501652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624449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865351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8685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675295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648910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741902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234126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3EC9A-A987-4A65-8F87-20196BABEAC6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260963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725179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655913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18870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74018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329225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322098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229644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22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781801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23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365151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24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811134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25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522515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26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816709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27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071624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81913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F335-5559-7849-B83B-DD9D3B90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F0F76BE-3538-3A9D-7153-1485E503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29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18713220-D8EE-5CDE-5EC0-C10D8E9B09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77E2EBDF-AE56-EF99-6C00-82257C4F1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66831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6DC2-1B32-C893-EFEC-2DF971B0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46BE11C-E28B-95A3-021F-1B389AC9F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30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EE5D1BF8-47BC-5CB7-7FBB-C461699104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79856D64-223E-AEDE-9FBB-02298A65B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463614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68960-C547-5AF2-0546-14C4294F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E7D057F-A6CE-C6A1-5310-21763E7CA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31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E1C3F249-BD1A-A605-D930-CEA66057EA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C51BDCD-EB56-1CAB-0717-B40729D21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3529055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4AC9-A6AF-1370-FEA4-BBC04A72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53679C6-CA5D-257A-9975-B5D48C22A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32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98D3A46D-D59E-23EC-B72C-D29A9C1A41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F584E5F6-374B-28D1-7FBA-B960FADD0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967702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7C33-475A-745A-83D6-3CBF6BF5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2BB04EB-E712-1109-B32F-C3AF4B85ED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33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8A77B076-E45C-C7C3-8756-73D605F91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B32D61CC-4676-A9FD-82A9-0A3200F59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307597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C7C33-475A-745A-83D6-3CBF6BF56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2BB04EB-E712-1109-B32F-C3AF4B85ED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34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8A77B076-E45C-C7C3-8756-73D605F91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B32D61CC-4676-A9FD-82A9-0A3200F59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426493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9AE4B-77B4-B0F1-9137-15B2B271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F570366-2CAF-AF09-671F-D44454FD40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35</a:t>
            </a:fld>
            <a:endParaRPr lang="en-US" altLang="ko-KR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86A334EE-078F-FE3B-4561-B4C8D4CF6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F87237BE-877F-58DF-4114-4C8F97B0B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34698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0382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 dirty="0">
                  <a:solidFill>
                    <a:srgbClr val="724FB7"/>
                  </a:solidFill>
                </a:rPr>
                <a:t> </a:t>
              </a:r>
              <a:endParaRPr lang="ko-KR" altLang="en-US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644A8D-87BC-41AA-8DF8-223375103C15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5B388EA-1668-4D58-8781-F5C178EE0C5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44059"/>
            <a:ext cx="779276" cy="3185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8C23AA-CEFE-4995-B5D9-56E0C099EE5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fui8988J7dM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4. </a:t>
            </a:r>
            <a:r>
              <a:rPr lang="ko-KR" altLang="en-US" sz="2400" dirty="0"/>
              <a:t>프로그램 기본기법을 익히자</a:t>
            </a:r>
            <a:r>
              <a:rPr lang="en-US" altLang="ko-KR" sz="2400"/>
              <a:t/>
            </a:r>
            <a:br>
              <a:rPr lang="en-US" altLang="ko-KR" sz="2400"/>
            </a:br>
            <a:r>
              <a:rPr lang="en-US" altLang="ko-KR" sz="2400"/>
              <a:t>- </a:t>
            </a:r>
            <a:r>
              <a:rPr lang="ko-KR" altLang="en-US" sz="2400"/>
              <a:t>선택하기</a:t>
            </a:r>
            <a:r>
              <a:rPr lang="en-US" altLang="ko-KR" sz="2400" dirty="0"/>
              <a:t>,</a:t>
            </a:r>
            <a:r>
              <a:rPr lang="ko-KR" altLang="en-US" sz="2400" dirty="0"/>
              <a:t>반복하기 </a:t>
            </a:r>
            <a:r>
              <a:rPr lang="en-US" altLang="ko-KR" sz="2400" dirty="0"/>
              <a:t>,</a:t>
            </a:r>
            <a:r>
              <a:rPr lang="ko-KR" altLang="en-US" sz="2400" dirty="0"/>
              <a:t>배열을 사용하기</a:t>
            </a:r>
            <a:r>
              <a:rPr lang="en-US" altLang="ko-KR" sz="2400" dirty="0"/>
              <a:t>, </a:t>
            </a:r>
            <a:r>
              <a:rPr lang="ko-KR" altLang="en-US" sz="2400" dirty="0"/>
              <a:t>한글 칸 맞추기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384589" y="3259723"/>
            <a:ext cx="320895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https://youtu.be/fui8988J7dM</a:t>
            </a:r>
            <a:r>
              <a:rPr lang="ko-KR" altLang="en-US"/>
              <a:t> </a:t>
            </a:r>
          </a:p>
        </p:txBody>
      </p:sp>
      <p:sp>
        <p:nvSpPr>
          <p:cNvPr id="7" name="Text Box 89"/>
          <p:cNvSpPr txBox="1">
            <a:spLocks noChangeArrowheads="1"/>
          </p:cNvSpPr>
          <p:nvPr/>
        </p:nvSpPr>
        <p:spPr bwMode="auto">
          <a:xfrm>
            <a:off x="5100327" y="5074215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27" y="5091825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290D04A6-EF39-A8DA-7D6E-E33295821994}"/>
              </a:ext>
            </a:extLst>
          </p:cNvPr>
          <p:cNvSpPr txBox="1"/>
          <p:nvPr/>
        </p:nvSpPr>
        <p:spPr>
          <a:xfrm>
            <a:off x="2403102" y="3874291"/>
            <a:ext cx="495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</a:t>
            </a:r>
            <a:r>
              <a:rPr kumimoji="1" lang="ko-KR" altLang="en-US" dirty="0">
                <a:solidFill>
                  <a:schemeClr val="tx1"/>
                </a:solidFill>
              </a:rPr>
              <a:t>함수</a:t>
            </a:r>
            <a:r>
              <a:rPr kumimoji="1" lang="en-US" altLang="ko-KR" dirty="0">
                <a:solidFill>
                  <a:schemeClr val="tx1"/>
                </a:solidFill>
              </a:rPr>
              <a:t>, </a:t>
            </a:r>
            <a:r>
              <a:rPr kumimoji="1" lang="ko-KR" altLang="en-US" dirty="0">
                <a:solidFill>
                  <a:schemeClr val="tx1"/>
                </a:solidFill>
              </a:rPr>
              <a:t>한글처리 추가</a:t>
            </a:r>
            <a:r>
              <a:rPr kumimoji="1" lang="en-US" altLang="ko-KR" dirty="0">
                <a:solidFill>
                  <a:schemeClr val="tx1"/>
                </a:solidFill>
              </a:rPr>
              <a:t>.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 dirty="0">
                <a:solidFill>
                  <a:schemeClr val="bg1"/>
                </a:solidFill>
              </a:rPr>
              <a:t>  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893879" y="864447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1.</a:t>
            </a:r>
            <a:r>
              <a:rPr lang="ko-KR" altLang="en-US" sz="2000" dirty="0"/>
              <a:t>기본사항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if</a:t>
            </a:r>
            <a:r>
              <a:rPr lang="ko-KR" altLang="en-US" sz="1200" dirty="0"/>
              <a:t>문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2) case</a:t>
            </a:r>
            <a:r>
              <a:rPr lang="ko-KR" altLang="en-US" sz="1200" dirty="0"/>
              <a:t> 문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3) for</a:t>
            </a:r>
            <a:r>
              <a:rPr lang="ko-KR" altLang="en-US" sz="1200" dirty="0"/>
              <a:t>문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4) while </a:t>
            </a:r>
            <a:r>
              <a:rPr lang="ko-KR" altLang="en-US" sz="1200" dirty="0"/>
              <a:t>문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5) </a:t>
            </a:r>
            <a:r>
              <a:rPr lang="ko-KR" altLang="en-US" sz="1200" dirty="0"/>
              <a:t>배열</a:t>
            </a: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4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비교</a:t>
            </a:r>
            <a:r>
              <a:rPr lang="en-US" altLang="ko-KR" sz="1800" dirty="0"/>
              <a:t>(</a:t>
            </a:r>
            <a:r>
              <a:rPr lang="ko-KR" altLang="en-US" sz="1800" dirty="0"/>
              <a:t>선택</a:t>
            </a:r>
            <a:r>
              <a:rPr lang="en-US" altLang="ko-KR" sz="1800" dirty="0"/>
              <a:t>)</a:t>
            </a:r>
            <a:r>
              <a:rPr lang="ko-KR" altLang="en-US" sz="1800" dirty="0"/>
              <a:t>연습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</a:t>
            </a:r>
            <a:r>
              <a:rPr lang="ko-KR" altLang="en-US" sz="1200" dirty="0"/>
              <a:t>단순비교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2) </a:t>
            </a:r>
            <a:r>
              <a:rPr lang="ko-KR" altLang="en-US" sz="1200" dirty="0" err="1"/>
              <a:t>숫자형</a:t>
            </a:r>
            <a:r>
              <a:rPr lang="en-US" altLang="ko-KR" sz="1200" dirty="0"/>
              <a:t>, </a:t>
            </a:r>
            <a:r>
              <a:rPr lang="ko-KR" altLang="en-US" sz="1200" dirty="0"/>
              <a:t>문자형 비교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3) </a:t>
            </a:r>
            <a:r>
              <a:rPr lang="ko-KR" altLang="en-US" sz="1200" dirty="0"/>
              <a:t>범위를 주어 비교</a:t>
            </a:r>
            <a:r>
              <a:rPr lang="en-US" altLang="ko-KR" sz="1200" dirty="0"/>
              <a:t>(</a:t>
            </a:r>
            <a:r>
              <a:rPr lang="ko-KR" altLang="en-US" sz="1200" dirty="0"/>
              <a:t>찾기</a:t>
            </a:r>
            <a:r>
              <a:rPr lang="en-US" altLang="ko-KR" sz="12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4) </a:t>
            </a:r>
            <a:r>
              <a:rPr lang="ko-KR" altLang="en-US" sz="1200" dirty="0"/>
              <a:t>비정형비교</a:t>
            </a:r>
            <a:r>
              <a:rPr lang="en-US" altLang="ko-KR" sz="1200" dirty="0"/>
              <a:t>1(</a:t>
            </a:r>
            <a:r>
              <a:rPr lang="ko-KR" altLang="en-US" sz="1200" dirty="0" err="1"/>
              <a:t>깔끔코딩</a:t>
            </a:r>
            <a:r>
              <a:rPr lang="en-US" altLang="ko-KR" sz="12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5) </a:t>
            </a:r>
            <a:r>
              <a:rPr lang="ko-KR" altLang="en-US" sz="1200" dirty="0"/>
              <a:t>비정형비교</a:t>
            </a:r>
            <a:r>
              <a:rPr lang="en-US" altLang="ko-KR" sz="1200" dirty="0"/>
              <a:t>2,3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6) case</a:t>
            </a:r>
            <a:r>
              <a:rPr lang="ko-KR" altLang="en-US" sz="1200" dirty="0"/>
              <a:t>문 비교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7) Array</a:t>
            </a:r>
            <a:r>
              <a:rPr lang="ko-KR" altLang="en-US" sz="1200" dirty="0"/>
              <a:t>이용 비교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8) </a:t>
            </a:r>
            <a:r>
              <a:rPr lang="ko-KR" altLang="en-US" sz="1200" dirty="0"/>
              <a:t>숫자읽기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9) </a:t>
            </a:r>
            <a:r>
              <a:rPr lang="ko-KR" altLang="en-US" sz="1200" dirty="0"/>
              <a:t>숫자읽기 고급</a:t>
            </a: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반복 연습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1) </a:t>
            </a:r>
            <a:r>
              <a:rPr lang="ko-KR" altLang="en-US" sz="1200" dirty="0"/>
              <a:t>띄어 쓰기</a:t>
            </a:r>
          </a:p>
          <a:p>
            <a:pPr>
              <a:spcBef>
                <a:spcPct val="0"/>
              </a:spcBef>
            </a:pPr>
            <a:r>
              <a:rPr lang="en-US" altLang="ko-KR" sz="1200" dirty="0"/>
              <a:t>2) sin</a:t>
            </a:r>
            <a:r>
              <a:rPr lang="ko-KR" altLang="en-US" sz="1200" dirty="0"/>
              <a:t>함수 그래프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3) </a:t>
            </a:r>
            <a:r>
              <a:rPr lang="ko-KR" altLang="en-US" sz="1200" dirty="0"/>
              <a:t>피라미드 찍기</a:t>
            </a: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4) </a:t>
            </a:r>
            <a:r>
              <a:rPr lang="ko-KR" altLang="en-US" sz="1200" dirty="0"/>
              <a:t>칸 맞춰 인쇄</a:t>
            </a:r>
            <a:endParaRPr lang="en-US" altLang="ko-KR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4. </a:t>
            </a:r>
            <a:r>
              <a:rPr lang="ko-KR" altLang="en-US" sz="1800" dirty="0"/>
              <a:t>함수</a:t>
            </a:r>
            <a:r>
              <a:rPr lang="en-US" altLang="ko-KR" sz="1800" dirty="0"/>
              <a:t>,</a:t>
            </a:r>
            <a:r>
              <a:rPr lang="ko-KR" altLang="en-US" sz="1800" dirty="0"/>
              <a:t> 한글</a:t>
            </a:r>
            <a:r>
              <a:rPr lang="en-US" altLang="ko-KR" sz="1800" dirty="0"/>
              <a:t> </a:t>
            </a:r>
            <a:r>
              <a:rPr lang="ko-KR" altLang="en-US" sz="1800" dirty="0"/>
              <a:t>처리</a:t>
            </a:r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함수</a:t>
            </a:r>
            <a:r>
              <a:rPr lang="en-US" altLang="ko-KR" sz="1200" dirty="0"/>
              <a:t>,</a:t>
            </a:r>
            <a:r>
              <a:rPr lang="ko-KR" altLang="en-US" sz="1200" dirty="0"/>
              <a:t>메서드</a:t>
            </a:r>
            <a:endParaRPr lang="en-US" altLang="ko-KR" sz="1200" dirty="0"/>
          </a:p>
          <a:p>
            <a:pPr marL="228600" indent="-228600">
              <a:spcBef>
                <a:spcPct val="0"/>
              </a:spcBef>
              <a:buAutoNum type="arabicParenR"/>
            </a:pPr>
            <a:r>
              <a:rPr lang="ko-KR" altLang="en-US" sz="1200" dirty="0"/>
              <a:t>리포트</a:t>
            </a:r>
            <a:r>
              <a:rPr lang="en-US" altLang="ko-KR" sz="1200" dirty="0"/>
              <a:t> </a:t>
            </a:r>
            <a:r>
              <a:rPr lang="ko-KR" altLang="en-US" sz="1200" dirty="0"/>
              <a:t>작성</a:t>
            </a:r>
            <a:r>
              <a:rPr lang="en-US" altLang="ko-KR" sz="1200" dirty="0"/>
              <a:t> </a:t>
            </a:r>
            <a:endParaRPr lang="ko-KR" altLang="en-US" sz="1200" dirty="0"/>
          </a:p>
          <a:p>
            <a:pPr>
              <a:spcBef>
                <a:spcPct val="0"/>
              </a:spcBef>
            </a:pPr>
            <a:r>
              <a:rPr lang="en-US" altLang="ko-KR" sz="1200" dirty="0"/>
              <a:t>3) </a:t>
            </a:r>
            <a:r>
              <a:rPr lang="ko-KR" altLang="en-US" sz="1200" dirty="0"/>
              <a:t>한글 처리</a:t>
            </a:r>
            <a:r>
              <a:rPr lang="en-US" altLang="ko-KR" sz="1200" dirty="0"/>
              <a:t> </a:t>
            </a:r>
          </a:p>
          <a:p>
            <a:pPr>
              <a:spcBef>
                <a:spcPct val="0"/>
              </a:spcBef>
            </a:pPr>
            <a:endParaRPr lang="en-US" altLang="ko-KR" sz="1200" dirty="0"/>
          </a:p>
          <a:p>
            <a:pPr>
              <a:spcBef>
                <a:spcPct val="0"/>
              </a:spcBef>
            </a:pPr>
            <a:endParaRPr lang="ko-KR" altLang="en-US" sz="1200" dirty="0"/>
          </a:p>
          <a:p>
            <a:pPr>
              <a:spcBef>
                <a:spcPct val="0"/>
              </a:spcBef>
            </a:pPr>
            <a:endParaRPr lang="ko-KR" altLang="en-US" sz="1200" dirty="0"/>
          </a:p>
          <a:p>
            <a:pPr>
              <a:spcBef>
                <a:spcPct val="0"/>
              </a:spcBef>
            </a:pPr>
            <a:endParaRPr lang="en-US" altLang="ko-KR" sz="12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 dirty="0"/>
              <a:t>주요내용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</a:t>
            </a:r>
            <a:r>
              <a:rPr lang="ko-KR" altLang="en-US" sz="1800" dirty="0"/>
              <a:t>강의 들어가기</a:t>
            </a:r>
            <a:endParaRPr lang="en-US" altLang="ko-KR" sz="1800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350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학습목표 제시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자바에서 선택</a:t>
            </a:r>
            <a:r>
              <a:rPr lang="en-US" altLang="ko-KR" sz="1200" dirty="0"/>
              <a:t>,</a:t>
            </a:r>
            <a:r>
              <a:rPr lang="ko-KR" altLang="en-US" sz="1200" dirty="0"/>
              <a:t>반복</a:t>
            </a:r>
            <a:r>
              <a:rPr lang="en-US" altLang="ko-KR" sz="1200" dirty="0"/>
              <a:t>,</a:t>
            </a:r>
            <a:r>
              <a:rPr lang="ko-KR" altLang="en-US" sz="1200" dirty="0"/>
              <a:t>배열에 대하여 </a:t>
            </a:r>
            <a:r>
              <a:rPr lang="en-US" altLang="ko-KR" sz="1200" dirty="0"/>
              <a:t>(</a:t>
            </a:r>
            <a:r>
              <a:rPr lang="ko-KR" altLang="en-US" sz="1200" dirty="0"/>
              <a:t>잘</a:t>
            </a:r>
            <a:r>
              <a:rPr lang="en-US" altLang="ko-KR" sz="1200" dirty="0"/>
              <a:t>)</a:t>
            </a:r>
            <a:r>
              <a:rPr lang="ko-KR" altLang="en-US" sz="1200" dirty="0"/>
              <a:t>사용할 수 있다</a:t>
            </a:r>
            <a:r>
              <a:rPr lang="en-US" altLang="ko-KR" sz="1200" dirty="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선택</a:t>
            </a:r>
            <a:r>
              <a:rPr lang="en-US" altLang="ko-KR" sz="1200" dirty="0"/>
              <a:t>,</a:t>
            </a:r>
            <a:r>
              <a:rPr lang="ko-KR" altLang="en-US" sz="1200" dirty="0"/>
              <a:t>반복</a:t>
            </a:r>
            <a:r>
              <a:rPr lang="en-US" altLang="ko-KR" sz="1200" dirty="0"/>
              <a:t>,</a:t>
            </a:r>
            <a:r>
              <a:rPr lang="ko-KR" altLang="en-US" sz="1200" dirty="0"/>
              <a:t>배열을 이용하여 응용프로그램을 구현 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연산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선택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반복은 실무중심으로 하지만 교재는 가벼운 마음으로 이해중심으로 보고 익히도록 함</a:t>
            </a:r>
            <a:r>
              <a:rPr lang="en-US" altLang="ko-KR" sz="1200" dirty="0">
                <a:solidFill>
                  <a:srgbClr val="FF0000"/>
                </a:solidFill>
              </a:rPr>
              <a:t>.(</a:t>
            </a:r>
            <a:r>
              <a:rPr lang="ko-KR" altLang="en-US" sz="1200" dirty="0">
                <a:solidFill>
                  <a:srgbClr val="FF0000"/>
                </a:solidFill>
              </a:rPr>
              <a:t> 책은 참고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3600" dirty="0">
                <a:solidFill>
                  <a:srgbClr val="FF0000"/>
                </a:solidFill>
              </a:rPr>
              <a:t>오늘 실습은 외울 정도로 숙달하자</a:t>
            </a:r>
            <a:endParaRPr lang="en-US" altLang="ko-KR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2. </a:t>
            </a:r>
            <a:r>
              <a:rPr lang="ko-KR" altLang="en-US" sz="1800" dirty="0"/>
              <a:t>생각해볼 문제 및 용어</a:t>
            </a:r>
            <a:endParaRPr lang="en-US" altLang="ko-KR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학습 전 생각해볼 문제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교재 읽어보자</a:t>
            </a:r>
            <a:r>
              <a:rPr lang="en-US" altLang="ko-KR" sz="1200" dirty="0">
                <a:solidFill>
                  <a:srgbClr val="FF0000"/>
                </a:solidFill>
              </a:rPr>
              <a:t>, C</a:t>
            </a:r>
            <a:r>
              <a:rPr lang="ko-KR" altLang="en-US" sz="1200" dirty="0">
                <a:solidFill>
                  <a:srgbClr val="FF0000"/>
                </a:solidFill>
              </a:rPr>
              <a:t>도 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복잡한 표현을 누구나 알아보기 쉽게 구현할 수 있을까</a:t>
            </a:r>
            <a:r>
              <a:rPr lang="en-US" altLang="ko-KR" sz="1200" dirty="0"/>
              <a:t>? (</a:t>
            </a:r>
            <a:r>
              <a:rPr lang="ko-KR" altLang="en-US" sz="1200" dirty="0"/>
              <a:t>짧은 코딩이 </a:t>
            </a:r>
            <a:r>
              <a:rPr lang="ko-KR" altLang="en-US" sz="1200" dirty="0" err="1"/>
              <a:t>좋은것이</a:t>
            </a:r>
            <a:r>
              <a:rPr lang="ko-KR" altLang="en-US" sz="1200" dirty="0"/>
              <a:t> 아님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칸 띄기 등 연습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13309" y="927542"/>
            <a:ext cx="9047229" cy="53518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if</a:t>
            </a:r>
            <a:r>
              <a:rPr lang="ko-KR" altLang="en-US" sz="1600" dirty="0"/>
              <a:t>문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프로그램</a:t>
            </a:r>
            <a:r>
              <a:rPr lang="en-US" altLang="ko-KR" sz="1200" dirty="0"/>
              <a:t> </a:t>
            </a:r>
            <a:r>
              <a:rPr lang="ko-KR" altLang="en-US" sz="1200" dirty="0"/>
              <a:t>내 가장 많이 쓰이지 않을 까</a:t>
            </a:r>
            <a:r>
              <a:rPr lang="en-US" altLang="ko-KR" sz="120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1,2,3,4,5</a:t>
            </a:r>
            <a:r>
              <a:rPr lang="ko-KR" altLang="en-US" sz="1200" dirty="0"/>
              <a:t>의 문장 기법이 포함된 프로그램을 작성하고 실습 별 두 개</a:t>
            </a:r>
            <a:r>
              <a:rPr lang="en-US" altLang="ko-KR" sz="1200" dirty="0"/>
              <a:t>(</a:t>
            </a:r>
            <a:r>
              <a:rPr lang="ko-KR" altLang="en-US" sz="1200" dirty="0"/>
              <a:t>★★</a:t>
            </a:r>
            <a:r>
              <a:rPr lang="en-US" altLang="ko-KR" sz="1200" dirty="0"/>
              <a:t>)(if</a:t>
            </a:r>
            <a:r>
              <a:rPr lang="ko-KR" altLang="en-US" sz="1200" dirty="0"/>
              <a:t>문에 걸리게 값을 입력해 가면서 실습</a:t>
            </a:r>
            <a:r>
              <a:rPr lang="en-US" altLang="ko-KR" sz="1200" dirty="0"/>
              <a:t>)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1469400" y="2098148"/>
            <a:ext cx="7397135" cy="3750087"/>
            <a:chOff x="1404922" y="1789669"/>
            <a:chExt cx="7397135" cy="3750087"/>
          </a:xfrm>
        </p:grpSpPr>
        <p:grpSp>
          <p:nvGrpSpPr>
            <p:cNvPr id="2" name="그룹 1"/>
            <p:cNvGrpSpPr/>
            <p:nvPr/>
          </p:nvGrpSpPr>
          <p:grpSpPr>
            <a:xfrm>
              <a:off x="1404922" y="1789669"/>
              <a:ext cx="7348278" cy="3742261"/>
              <a:chOff x="524668" y="818356"/>
              <a:chExt cx="8856663" cy="5221288"/>
            </a:xfrm>
          </p:grpSpPr>
          <p:sp>
            <p:nvSpPr>
              <p:cNvPr id="25" name="Text Box 20"/>
              <p:cNvSpPr txBox="1">
                <a:spLocks noChangeArrowheads="1"/>
              </p:cNvSpPr>
              <p:nvPr/>
            </p:nvSpPr>
            <p:spPr bwMode="auto">
              <a:xfrm>
                <a:off x="777081" y="818356"/>
                <a:ext cx="8604250" cy="515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ko-KR"/>
                </a:defPPr>
                <a:lvl1pPr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1pPr>
                <a:lvl2pPr marL="4572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2pPr>
                <a:lvl3pPr marL="9144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3pPr>
                <a:lvl4pPr marL="13716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4pPr>
                <a:lvl5pPr marL="18288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9pPr>
              </a:lstStyle>
              <a:p>
                <a:pPr algn="l" eaLnBrk="1" hangingPunct="1"/>
                <a:r>
                  <a:rPr lang="en-US" altLang="ko-KR" sz="1800" dirty="0">
                    <a:latin typeface="견명조" pitchFamily="18" charset="-127"/>
                  </a:rPr>
                  <a:t>  </a:t>
                </a:r>
                <a:r>
                  <a:rPr lang="en-US" altLang="ko-KR" sz="1200" dirty="0">
                    <a:latin typeface="견명조" pitchFamily="18" charset="-127"/>
                  </a:rPr>
                  <a:t>- if</a:t>
                </a:r>
                <a:r>
                  <a:rPr lang="ko-KR" altLang="en-US" sz="1200" dirty="0">
                    <a:latin typeface="견명조" pitchFamily="18" charset="-127"/>
                  </a:rPr>
                  <a:t>문은 </a:t>
                </a:r>
                <a:r>
                  <a:rPr lang="en-US" altLang="ko-KR" sz="1200" dirty="0">
                    <a:latin typeface="견명조" pitchFamily="18" charset="-127"/>
                  </a:rPr>
                  <a:t>if, if-else, if-else if</a:t>
                </a:r>
                <a:r>
                  <a:rPr lang="ko-KR" altLang="en-US" sz="1200" dirty="0">
                    <a:latin typeface="견명조" pitchFamily="18" charset="-127"/>
                  </a:rPr>
                  <a:t>의 세가지 형태가 있다</a:t>
                </a:r>
                <a:r>
                  <a:rPr lang="en-US" altLang="ko-KR" sz="1200" dirty="0">
                    <a:latin typeface="견명조" pitchFamily="18" charset="-127"/>
                  </a:rPr>
                  <a:t>.</a:t>
                </a:r>
              </a:p>
            </p:txBody>
          </p:sp>
          <p:sp>
            <p:nvSpPr>
              <p:cNvPr id="26" name="Text Box 20"/>
              <p:cNvSpPr txBox="1">
                <a:spLocks noChangeArrowheads="1"/>
              </p:cNvSpPr>
              <p:nvPr/>
            </p:nvSpPr>
            <p:spPr bwMode="auto">
              <a:xfrm>
                <a:off x="777081" y="1207294"/>
                <a:ext cx="8604250" cy="515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ko-KR"/>
                </a:defPPr>
                <a:lvl1pPr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1pPr>
                <a:lvl2pPr marL="4572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2pPr>
                <a:lvl3pPr marL="9144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3pPr>
                <a:lvl4pPr marL="13716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4pPr>
                <a:lvl5pPr marL="18288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9pPr>
              </a:lstStyle>
              <a:p>
                <a:pPr algn="l" eaLnBrk="1" hangingPunct="1"/>
                <a:r>
                  <a:rPr lang="en-US" altLang="ko-KR" sz="1800" dirty="0">
                    <a:latin typeface="견명조" pitchFamily="18" charset="-127"/>
                  </a:rPr>
                  <a:t>  </a:t>
                </a:r>
                <a:r>
                  <a:rPr lang="en-US" altLang="ko-KR" sz="1100" dirty="0">
                    <a:latin typeface="견명조" pitchFamily="18" charset="-127"/>
                  </a:rPr>
                  <a:t>- </a:t>
                </a:r>
                <a:r>
                  <a:rPr lang="ko-KR" altLang="en-US" sz="1100" dirty="0" err="1">
                    <a:latin typeface="견명조" pitchFamily="18" charset="-127"/>
                  </a:rPr>
                  <a:t>조건식의</a:t>
                </a:r>
                <a:r>
                  <a:rPr lang="ko-KR" altLang="en-US" sz="1100" dirty="0">
                    <a:latin typeface="견명조" pitchFamily="18" charset="-127"/>
                  </a:rPr>
                  <a:t> 결과는 반드시 </a:t>
                </a:r>
                <a:r>
                  <a:rPr lang="en-US" altLang="ko-KR" sz="1100" dirty="0">
                    <a:latin typeface="견명조" pitchFamily="18" charset="-127"/>
                  </a:rPr>
                  <a:t>true </a:t>
                </a:r>
                <a:r>
                  <a:rPr lang="ko-KR" altLang="en-US" sz="1100" dirty="0">
                    <a:latin typeface="견명조" pitchFamily="18" charset="-127"/>
                  </a:rPr>
                  <a:t>또는 </a:t>
                </a:r>
                <a:r>
                  <a:rPr lang="en-US" altLang="ko-KR" sz="1100" dirty="0">
                    <a:latin typeface="견명조" pitchFamily="18" charset="-127"/>
                  </a:rPr>
                  <a:t>false</a:t>
                </a:r>
                <a:r>
                  <a:rPr lang="ko-KR" altLang="en-US" sz="1100" dirty="0">
                    <a:latin typeface="견명조" pitchFamily="18" charset="-127"/>
                  </a:rPr>
                  <a:t>이어야 한다</a:t>
                </a:r>
                <a:r>
                  <a:rPr lang="en-US" altLang="ko-KR" sz="1100" dirty="0">
                    <a:latin typeface="견명조" pitchFamily="18" charset="-127"/>
                  </a:rPr>
                  <a:t>.</a:t>
                </a:r>
              </a:p>
            </p:txBody>
          </p:sp>
          <p:pic>
            <p:nvPicPr>
              <p:cNvPr id="27" name="Picture 2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3818" y="1623219"/>
                <a:ext cx="4156075" cy="4416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8" name="Group 29"/>
              <p:cNvGrpSpPr>
                <a:grpSpLocks/>
              </p:cNvGrpSpPr>
              <p:nvPr/>
            </p:nvGrpSpPr>
            <p:grpSpPr bwMode="auto">
              <a:xfrm>
                <a:off x="524668" y="1754982"/>
                <a:ext cx="4608513" cy="3813176"/>
                <a:chOff x="136" y="1548"/>
                <a:chExt cx="2903" cy="2402"/>
              </a:xfrm>
            </p:grpSpPr>
            <p:pic>
              <p:nvPicPr>
                <p:cNvPr id="29" name="Picture 21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6" y="1593"/>
                  <a:ext cx="2857" cy="23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0" name="Rectangle 26"/>
                <p:cNvSpPr>
                  <a:spLocks noChangeArrowheads="1"/>
                </p:cNvSpPr>
                <p:nvPr/>
              </p:nvSpPr>
              <p:spPr bwMode="auto">
                <a:xfrm>
                  <a:off x="136" y="1548"/>
                  <a:ext cx="2903" cy="476"/>
                </a:xfrm>
                <a:prstGeom prst="rect">
                  <a:avLst/>
                </a:prstGeom>
                <a:noFill/>
                <a:ln w="19050" algn="ctr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defPPr>
                    <a:defRPr lang="ko-KR"/>
                  </a:defPPr>
                  <a:lvl1pPr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1pPr>
                  <a:lvl2pPr marL="4572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2pPr>
                  <a:lvl3pPr marL="9144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3pPr>
                  <a:lvl4pPr marL="13716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4pPr>
                  <a:lvl5pPr marL="18288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31" name="Rectangle 27"/>
                <p:cNvSpPr>
                  <a:spLocks noChangeArrowheads="1"/>
                </p:cNvSpPr>
                <p:nvPr/>
              </p:nvSpPr>
              <p:spPr bwMode="auto">
                <a:xfrm>
                  <a:off x="136" y="2069"/>
                  <a:ext cx="2903" cy="613"/>
                </a:xfrm>
                <a:prstGeom prst="rect">
                  <a:avLst/>
                </a:prstGeom>
                <a:noFill/>
                <a:ln w="19050" algn="ctr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defPPr>
                    <a:defRPr lang="ko-KR"/>
                  </a:defPPr>
                  <a:lvl1pPr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1pPr>
                  <a:lvl2pPr marL="4572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2pPr>
                  <a:lvl3pPr marL="9144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3pPr>
                  <a:lvl4pPr marL="13716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4pPr>
                  <a:lvl5pPr marL="18288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36" y="2727"/>
                  <a:ext cx="2903" cy="1202"/>
                </a:xfrm>
                <a:prstGeom prst="rect">
                  <a:avLst/>
                </a:prstGeom>
                <a:noFill/>
                <a:ln w="19050" algn="ctr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defPPr>
                    <a:defRPr lang="ko-KR"/>
                  </a:defPPr>
                  <a:lvl1pPr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1pPr>
                  <a:lvl2pPr marL="4572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2pPr>
                  <a:lvl3pPr marL="9144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3pPr>
                  <a:lvl4pPr marL="13716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4pPr>
                  <a:lvl5pPr marL="1828800" algn="ctr" rtl="0" fontAlgn="base" latinLnBrk="1">
                    <a:spcBef>
                      <a:spcPct val="50000"/>
                    </a:spcBef>
                    <a:spcAft>
                      <a:spcPct val="0"/>
                    </a:spcAft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sz="1400" kern="1200">
                      <a:solidFill>
                        <a:schemeClr val="tx1"/>
                      </a:solidFill>
                      <a:latin typeface="Courier New" panose="02070309020205020404" pitchFamily="49" charset="0"/>
                      <a:ea typeface="견명조" pitchFamily="18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</p:grpSp>
        </p:grpSp>
        <p:sp>
          <p:nvSpPr>
            <p:cNvPr id="5" name="직사각형 4"/>
            <p:cNvSpPr/>
            <p:nvPr/>
          </p:nvSpPr>
          <p:spPr bwMode="auto">
            <a:xfrm>
              <a:off x="5245678" y="2366540"/>
              <a:ext cx="3332988" cy="399425"/>
            </a:xfrm>
            <a:prstGeom prst="rect">
              <a:avLst/>
            </a:prstGeom>
            <a:noFill/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5252099" y="2773791"/>
              <a:ext cx="3332988" cy="279987"/>
            </a:xfrm>
            <a:prstGeom prst="rect">
              <a:avLst/>
            </a:prstGeom>
            <a:noFill/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 bwMode="auto">
            <a:xfrm>
              <a:off x="5248940" y="3077956"/>
              <a:ext cx="3332988" cy="579644"/>
            </a:xfrm>
            <a:prstGeom prst="rect">
              <a:avLst/>
            </a:prstGeom>
            <a:noFill/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 bwMode="auto">
            <a:xfrm>
              <a:off x="5253368" y="3704632"/>
              <a:ext cx="3332988" cy="783895"/>
            </a:xfrm>
            <a:prstGeom prst="rect">
              <a:avLst/>
            </a:prstGeom>
            <a:noFill/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 bwMode="auto">
            <a:xfrm>
              <a:off x="5250207" y="4524811"/>
              <a:ext cx="3332988" cy="1014945"/>
            </a:xfrm>
            <a:prstGeom prst="rect">
              <a:avLst/>
            </a:prstGeom>
            <a:noFill/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buFontTx/>
                <a:buChar char="•"/>
                <a:tabLst/>
              </a:pPr>
              <a:endPara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6" name="타원 5"/>
            <p:cNvSpPr/>
            <p:nvPr/>
          </p:nvSpPr>
          <p:spPr bwMode="auto">
            <a:xfrm>
              <a:off x="8385162" y="2249955"/>
              <a:ext cx="354767" cy="34930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가는각진제목체" pitchFamily="18" charset="-127"/>
                </a:rPr>
                <a:t>1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8" name="타원 37"/>
            <p:cNvSpPr/>
            <p:nvPr/>
          </p:nvSpPr>
          <p:spPr bwMode="auto">
            <a:xfrm>
              <a:off x="8408972" y="2711347"/>
              <a:ext cx="354767" cy="34930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가는각진제목체" pitchFamily="18" charset="-127"/>
                </a:rPr>
                <a:t>2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39" name="타원 38"/>
            <p:cNvSpPr/>
            <p:nvPr/>
          </p:nvSpPr>
          <p:spPr bwMode="auto">
            <a:xfrm>
              <a:off x="8444122" y="3192682"/>
              <a:ext cx="354767" cy="34930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가는각진제목체" pitchFamily="18" charset="-127"/>
                </a:rPr>
                <a:t>3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40" name="타원 39"/>
            <p:cNvSpPr/>
            <p:nvPr/>
          </p:nvSpPr>
          <p:spPr bwMode="auto">
            <a:xfrm>
              <a:off x="8447290" y="3904144"/>
              <a:ext cx="354767" cy="34930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가는각진제목체" pitchFamily="18" charset="-127"/>
                </a:rPr>
                <a:t>4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  <p:sp>
          <p:nvSpPr>
            <p:cNvPr id="42" name="타원 41"/>
            <p:cNvSpPr/>
            <p:nvPr/>
          </p:nvSpPr>
          <p:spPr bwMode="auto">
            <a:xfrm>
              <a:off x="8398433" y="5163288"/>
              <a:ext cx="354767" cy="349301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100000"/>
                <a:tabLst/>
              </a:pPr>
              <a:r>
                <a:rPr kumimoji="0" lang="en-US" altLang="ko-KR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가는각진제목체" pitchFamily="18" charset="-127"/>
                </a:rPr>
                <a:t>5</a:t>
              </a:r>
              <a:endPara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0554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28485" y="927543"/>
            <a:ext cx="9047229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switch / case</a:t>
            </a:r>
            <a:r>
              <a:rPr lang="ko-KR" altLang="en-US" sz="1600" dirty="0"/>
              <a:t> 문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여러가지</a:t>
            </a:r>
            <a:r>
              <a:rPr lang="en-US" altLang="ko-KR" sz="1200" dirty="0"/>
              <a:t> </a:t>
            </a:r>
            <a:r>
              <a:rPr lang="ko-KR" altLang="en-US" sz="1200" dirty="0"/>
              <a:t>조건을 한번에 표시</a:t>
            </a:r>
            <a:r>
              <a:rPr lang="en-US" altLang="ko-KR" sz="1200" dirty="0"/>
              <a:t>, </a:t>
            </a:r>
            <a:r>
              <a:rPr lang="ko-KR" altLang="en-US" sz="1200" dirty="0"/>
              <a:t>단</a:t>
            </a:r>
            <a:r>
              <a:rPr lang="en-US" altLang="ko-KR" sz="1200" dirty="0"/>
              <a:t> </a:t>
            </a:r>
            <a:r>
              <a:rPr lang="ko-KR" altLang="en-US" sz="1200" dirty="0"/>
              <a:t>숫자</a:t>
            </a:r>
            <a:r>
              <a:rPr lang="en-US" altLang="ko-KR" sz="1200" dirty="0"/>
              <a:t>, </a:t>
            </a:r>
            <a:r>
              <a:rPr lang="ko-KR" altLang="en-US" sz="1200" dirty="0"/>
              <a:t>문자 상수만 가능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break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만날때</a:t>
            </a:r>
            <a:r>
              <a:rPr lang="ko-KR" altLang="en-US" sz="1200" dirty="0"/>
              <a:t> 까지 수행</a:t>
            </a:r>
            <a:r>
              <a:rPr lang="en-US" altLang="ko-KR" sz="1200" dirty="0"/>
              <a:t>, if</a:t>
            </a:r>
            <a:r>
              <a:rPr lang="ko-KR" altLang="en-US" sz="1200" dirty="0"/>
              <a:t>문으로 대체될 수 있다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옆에 예제 실습 별 두 개</a:t>
            </a:r>
            <a:r>
              <a:rPr lang="en-US" altLang="ko-KR" sz="1200" dirty="0"/>
              <a:t>(</a:t>
            </a:r>
            <a:r>
              <a:rPr lang="ko-KR" altLang="en-US" sz="1200" dirty="0"/>
              <a:t>★★</a:t>
            </a:r>
            <a:r>
              <a:rPr lang="en-US" altLang="ko-KR" sz="1200" dirty="0"/>
              <a:t>)(</a:t>
            </a:r>
            <a:r>
              <a:rPr lang="ko-KR" altLang="en-US" sz="1200" dirty="0"/>
              <a:t>문법에러는 안 난다</a:t>
            </a:r>
            <a:r>
              <a:rPr lang="en-US" altLang="ko-KR" sz="1200" dirty="0"/>
              <a:t>, </a:t>
            </a:r>
            <a:r>
              <a:rPr lang="ko-KR" altLang="en-US" sz="1200" dirty="0"/>
              <a:t>하지만 원하는 결과가 아님 왜 그런지 설명하라</a:t>
            </a:r>
            <a:r>
              <a:rPr lang="en-US" altLang="ko-KR" sz="1200" dirty="0"/>
              <a:t>)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498" y="2487106"/>
            <a:ext cx="6804618" cy="2908552"/>
          </a:xfrm>
          <a:prstGeom prst="rect">
            <a:avLst/>
          </a:prstGeom>
          <a:ln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3420612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for</a:t>
            </a:r>
            <a:r>
              <a:rPr lang="ko-KR" altLang="en-US" sz="1600" dirty="0"/>
              <a:t> 문과</a:t>
            </a:r>
            <a:r>
              <a:rPr lang="en-US" altLang="ko-KR" sz="1600" dirty="0"/>
              <a:t> while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약방의</a:t>
            </a:r>
            <a:r>
              <a:rPr lang="en-US" altLang="ko-KR" sz="1200" dirty="0"/>
              <a:t> </a:t>
            </a:r>
            <a:r>
              <a:rPr lang="ko-KR" altLang="en-US" sz="1200" dirty="0"/>
              <a:t>감초로 </a:t>
            </a:r>
            <a:r>
              <a:rPr lang="ko-KR" altLang="en-US" sz="1200" dirty="0">
                <a:latin typeface="견명조" pitchFamily="18" charset="-127"/>
              </a:rPr>
              <a:t>문장 또는 문장들을 반복해서 수행할 때 사용</a:t>
            </a: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견명조" pitchFamily="18" charset="-127"/>
              </a:rPr>
              <a:t>조건식과</a:t>
            </a:r>
            <a:r>
              <a:rPr lang="ko-KR" altLang="en-US" sz="1200" dirty="0">
                <a:latin typeface="견명조" pitchFamily="18" charset="-127"/>
              </a:rPr>
              <a:t> 수행할 </a:t>
            </a:r>
            <a:r>
              <a:rPr lang="ko-KR" altLang="en-US" sz="1200" dirty="0" err="1">
                <a:latin typeface="견명조" pitchFamily="18" charset="-127"/>
              </a:rPr>
              <a:t>블럭</a:t>
            </a:r>
            <a:r>
              <a:rPr lang="en-US" altLang="ko-KR" sz="1200" dirty="0">
                <a:latin typeface="견명조" pitchFamily="18" charset="-127"/>
              </a:rPr>
              <a:t>{} </a:t>
            </a:r>
            <a:r>
              <a:rPr lang="ko-KR" altLang="en-US" sz="1200" dirty="0">
                <a:latin typeface="견명조" pitchFamily="18" charset="-127"/>
              </a:rPr>
              <a:t>또는 문장으로 구성 </a:t>
            </a: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견명조" pitchFamily="18" charset="-127"/>
              </a:rPr>
              <a:t>반복시</a:t>
            </a:r>
            <a:r>
              <a:rPr lang="ko-KR" altLang="en-US" sz="1200" dirty="0">
                <a:latin typeface="견명조" pitchFamily="18" charset="-127"/>
              </a:rPr>
              <a:t> 카운트 변수를 </a:t>
            </a:r>
            <a:r>
              <a:rPr lang="ko-KR" altLang="en-US" sz="1200" dirty="0" err="1">
                <a:latin typeface="견명조" pitchFamily="18" charset="-127"/>
              </a:rPr>
              <a:t>유용히</a:t>
            </a:r>
            <a:r>
              <a:rPr lang="ko-KR" altLang="en-US" sz="1200" dirty="0">
                <a:latin typeface="견명조" pitchFamily="18" charset="-127"/>
              </a:rPr>
              <a:t> </a:t>
            </a:r>
            <a:r>
              <a:rPr lang="ko-KR" altLang="en-US" sz="1200" dirty="0" err="1">
                <a:latin typeface="견명조" pitchFamily="18" charset="-127"/>
              </a:rPr>
              <a:t>쓸경우</a:t>
            </a:r>
            <a:r>
              <a:rPr lang="ko-KR" altLang="en-US" sz="1200" dirty="0">
                <a:latin typeface="견명조" pitchFamily="18" charset="-127"/>
              </a:rPr>
              <a:t> </a:t>
            </a:r>
            <a:r>
              <a:rPr lang="en-US" altLang="ko-KR" sz="1200" dirty="0">
                <a:latin typeface="견명조" pitchFamily="18" charset="-127"/>
              </a:rPr>
              <a:t>for</a:t>
            </a:r>
            <a:r>
              <a:rPr lang="ko-KR" altLang="en-US" sz="1200" dirty="0">
                <a:latin typeface="견명조" pitchFamily="18" charset="-127"/>
              </a:rPr>
              <a:t>문을 그 외에는 </a:t>
            </a:r>
            <a:r>
              <a:rPr lang="en-US" altLang="ko-KR" sz="1200" dirty="0">
                <a:latin typeface="견명조" pitchFamily="18" charset="-127"/>
              </a:rPr>
              <a:t>while</a:t>
            </a:r>
            <a:r>
              <a:rPr lang="ko-KR" altLang="en-US" sz="1200" dirty="0">
                <a:latin typeface="견명조" pitchFamily="18" charset="-127"/>
              </a:rPr>
              <a:t>문을 사용한다</a:t>
            </a:r>
            <a:r>
              <a:rPr lang="en-US" altLang="ko-KR" sz="1200" dirty="0">
                <a:latin typeface="견명조" pitchFamily="18" charset="-127"/>
              </a:rPr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견명조" pitchFamily="18" charset="-127"/>
              </a:rPr>
              <a:t>for</a:t>
            </a:r>
            <a:r>
              <a:rPr lang="ko-KR" altLang="en-US" sz="1200" dirty="0">
                <a:latin typeface="견명조" pitchFamily="18" charset="-127"/>
              </a:rPr>
              <a:t>문과 </a:t>
            </a:r>
            <a:r>
              <a:rPr lang="en-US" altLang="ko-KR" sz="1200" dirty="0">
                <a:latin typeface="견명조" pitchFamily="18" charset="-127"/>
              </a:rPr>
              <a:t>while</a:t>
            </a:r>
            <a:r>
              <a:rPr lang="ko-KR" altLang="en-US" sz="1200" dirty="0">
                <a:latin typeface="견명조" pitchFamily="18" charset="-127"/>
              </a:rPr>
              <a:t>문은 서로 </a:t>
            </a:r>
            <a:r>
              <a:rPr lang="ko-KR" altLang="en-US" sz="1200" dirty="0" err="1">
                <a:latin typeface="견명조" pitchFamily="18" charset="-127"/>
              </a:rPr>
              <a:t>변경가능하다</a:t>
            </a: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견명조" pitchFamily="18" charset="-127"/>
              </a:rPr>
              <a:t>do-while</a:t>
            </a:r>
            <a:r>
              <a:rPr lang="ko-KR" altLang="en-US" sz="1200" dirty="0">
                <a:latin typeface="견명조" pitchFamily="18" charset="-127"/>
              </a:rPr>
              <a:t>문은 </a:t>
            </a:r>
            <a:r>
              <a:rPr lang="en-US" altLang="ko-KR" sz="1200" dirty="0">
                <a:latin typeface="견명조" pitchFamily="18" charset="-127"/>
              </a:rPr>
              <a:t>while</a:t>
            </a:r>
            <a:r>
              <a:rPr lang="ko-KR" altLang="en-US" sz="1200" dirty="0">
                <a:latin typeface="견명조" pitchFamily="18" charset="-127"/>
              </a:rPr>
              <a:t>문의 변형으로 </a:t>
            </a:r>
            <a:r>
              <a:rPr lang="ko-KR" altLang="en-US" sz="1200" dirty="0" err="1">
                <a:latin typeface="견명조" pitchFamily="18" charset="-127"/>
              </a:rPr>
              <a:t>블럭</a:t>
            </a:r>
            <a:r>
              <a:rPr lang="en-US" altLang="ko-KR" sz="1200" dirty="0">
                <a:latin typeface="견명조" pitchFamily="18" charset="-127"/>
              </a:rPr>
              <a:t>{}</a:t>
            </a:r>
            <a:r>
              <a:rPr lang="ko-KR" altLang="en-US" sz="1200" dirty="0">
                <a:latin typeface="견명조" pitchFamily="18" charset="-127"/>
              </a:rPr>
              <a:t>이 최소한 한번은 수행될 것을 보장한다</a:t>
            </a:r>
            <a:r>
              <a:rPr lang="en-US" altLang="ko-KR" sz="1200" dirty="0">
                <a:latin typeface="견명조" pitchFamily="18" charset="-127"/>
              </a:rPr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ko-KR" altLang="en-US" sz="1200" dirty="0">
              <a:latin typeface="견명조" pitchFamily="18" charset="-127"/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</p:txBody>
      </p:sp>
      <p:pic>
        <p:nvPicPr>
          <p:cNvPr id="11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3308350"/>
            <a:ext cx="24003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37"/>
          <p:cNvGrpSpPr>
            <a:grpSpLocks/>
          </p:cNvGrpSpPr>
          <p:nvPr/>
        </p:nvGrpSpPr>
        <p:grpSpPr bwMode="auto">
          <a:xfrm>
            <a:off x="4106863" y="3321054"/>
            <a:ext cx="4140201" cy="1008063"/>
            <a:chOff x="2472" y="2523"/>
            <a:chExt cx="2608" cy="635"/>
          </a:xfrm>
        </p:grpSpPr>
        <p:grpSp>
          <p:nvGrpSpPr>
            <p:cNvPr id="26" name="Group 33"/>
            <p:cNvGrpSpPr>
              <a:grpSpLocks/>
            </p:cNvGrpSpPr>
            <p:nvPr/>
          </p:nvGrpSpPr>
          <p:grpSpPr bwMode="auto">
            <a:xfrm>
              <a:off x="3061" y="2523"/>
              <a:ext cx="2019" cy="635"/>
              <a:chOff x="2993" y="2478"/>
              <a:chExt cx="2019" cy="635"/>
            </a:xfrm>
          </p:grpSpPr>
          <p:pic>
            <p:nvPicPr>
              <p:cNvPr id="28" name="Picture 26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2546"/>
                <a:ext cx="1770" cy="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Rectangle 28"/>
              <p:cNvSpPr>
                <a:spLocks noChangeArrowheads="1"/>
              </p:cNvSpPr>
              <p:nvPr/>
            </p:nvSpPr>
            <p:spPr bwMode="auto">
              <a:xfrm>
                <a:off x="2993" y="2478"/>
                <a:ext cx="2019" cy="635"/>
              </a:xfrm>
              <a:prstGeom prst="rect">
                <a:avLst/>
              </a:prstGeom>
              <a:noFill/>
              <a:ln w="2540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defPPr>
                  <a:defRPr lang="ko-KR"/>
                </a:defPPr>
                <a:lvl1pPr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1pPr>
                <a:lvl2pPr marL="4572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2pPr>
                <a:lvl3pPr marL="9144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3pPr>
                <a:lvl4pPr marL="13716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4pPr>
                <a:lvl5pPr marL="18288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27" name="Line 34"/>
            <p:cNvSpPr>
              <a:spLocks noChangeShapeType="1"/>
            </p:cNvSpPr>
            <p:nvPr/>
          </p:nvSpPr>
          <p:spPr bwMode="auto">
            <a:xfrm>
              <a:off x="2472" y="2840"/>
              <a:ext cx="7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>
              <a:defPPr>
                <a:defRPr lang="ko-KR"/>
              </a:defPPr>
              <a:lvl1pPr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16" name="Group 38"/>
          <p:cNvGrpSpPr>
            <a:grpSpLocks/>
          </p:cNvGrpSpPr>
          <p:nvPr/>
        </p:nvGrpSpPr>
        <p:grpSpPr bwMode="auto">
          <a:xfrm>
            <a:off x="4106863" y="3932237"/>
            <a:ext cx="4140201" cy="2052638"/>
            <a:chOff x="2472" y="2908"/>
            <a:chExt cx="2608" cy="1293"/>
          </a:xfrm>
        </p:grpSpPr>
        <p:grpSp>
          <p:nvGrpSpPr>
            <p:cNvPr id="22" name="Group 32"/>
            <p:cNvGrpSpPr>
              <a:grpSpLocks/>
            </p:cNvGrpSpPr>
            <p:nvPr/>
          </p:nvGrpSpPr>
          <p:grpSpPr bwMode="auto">
            <a:xfrm>
              <a:off x="3061" y="3317"/>
              <a:ext cx="2019" cy="884"/>
              <a:chOff x="2993" y="3249"/>
              <a:chExt cx="2019" cy="884"/>
            </a:xfrm>
          </p:grpSpPr>
          <p:pic>
            <p:nvPicPr>
              <p:cNvPr id="24" name="Picture 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3271"/>
                <a:ext cx="1758" cy="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2993" y="3249"/>
                <a:ext cx="2019" cy="884"/>
              </a:xfrm>
              <a:prstGeom prst="rect">
                <a:avLst/>
              </a:prstGeom>
              <a:noFill/>
              <a:ln w="2540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ko-KR"/>
                </a:defPPr>
                <a:lvl1pPr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1pPr>
                <a:lvl2pPr marL="4572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2pPr>
                <a:lvl3pPr marL="9144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3pPr>
                <a:lvl4pPr marL="13716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4pPr>
                <a:lvl5pPr marL="18288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>
              <a:off x="2472" y="2908"/>
              <a:ext cx="703" cy="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ko-KR"/>
              </a:defPPr>
              <a:lvl1pPr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pSp>
        <p:nvGrpSpPr>
          <p:cNvPr id="17" name="Group 39"/>
          <p:cNvGrpSpPr>
            <a:grpSpLocks/>
          </p:cNvGrpSpPr>
          <p:nvPr/>
        </p:nvGrpSpPr>
        <p:grpSpPr bwMode="auto">
          <a:xfrm>
            <a:off x="1117600" y="3968750"/>
            <a:ext cx="3205163" cy="2016125"/>
            <a:chOff x="589" y="2931"/>
            <a:chExt cx="2019" cy="1270"/>
          </a:xfrm>
        </p:grpSpPr>
        <p:grpSp>
          <p:nvGrpSpPr>
            <p:cNvPr id="18" name="Group 31"/>
            <p:cNvGrpSpPr>
              <a:grpSpLocks/>
            </p:cNvGrpSpPr>
            <p:nvPr/>
          </p:nvGrpSpPr>
          <p:grpSpPr bwMode="auto">
            <a:xfrm>
              <a:off x="589" y="3317"/>
              <a:ext cx="2019" cy="884"/>
              <a:chOff x="521" y="3249"/>
              <a:chExt cx="2019" cy="884"/>
            </a:xfrm>
          </p:grpSpPr>
          <p:pic>
            <p:nvPicPr>
              <p:cNvPr id="20" name="Picture 25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5" y="3271"/>
                <a:ext cx="1776" cy="8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Rectangle 30"/>
              <p:cNvSpPr>
                <a:spLocks noChangeArrowheads="1"/>
              </p:cNvSpPr>
              <p:nvPr/>
            </p:nvSpPr>
            <p:spPr bwMode="auto">
              <a:xfrm>
                <a:off x="521" y="3249"/>
                <a:ext cx="2019" cy="884"/>
              </a:xfrm>
              <a:prstGeom prst="rect">
                <a:avLst/>
              </a:prstGeom>
              <a:noFill/>
              <a:ln w="2540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ko-KR"/>
                </a:defPPr>
                <a:lvl1pPr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1pPr>
                <a:lvl2pPr marL="4572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2pPr>
                <a:lvl3pPr marL="9144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3pPr>
                <a:lvl4pPr marL="13716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4pPr>
                <a:lvl5pPr marL="1828800" algn="ctr" rtl="0" fontAlgn="base" latinLnBrk="1">
                  <a:spcBef>
                    <a:spcPct val="50000"/>
                  </a:spcBef>
                  <a:spcAft>
                    <a:spcPct val="0"/>
                  </a:spcAft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sz="1400" kern="12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  <a:cs typeface="+mn-cs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19" name="Line 36"/>
            <p:cNvSpPr>
              <a:spLocks noChangeShapeType="1"/>
            </p:cNvSpPr>
            <p:nvPr/>
          </p:nvSpPr>
          <p:spPr bwMode="auto">
            <a:xfrm>
              <a:off x="2426" y="293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ko-KR"/>
              </a:defPPr>
              <a:lvl1pPr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50000"/>
                </a:spcBef>
                <a:spcAft>
                  <a:spcPct val="0"/>
                </a:spcAft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400" kern="12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803D66-C680-6DBE-B050-CF3BF5244327}"/>
              </a:ext>
            </a:extLst>
          </p:cNvPr>
          <p:cNvSpPr txBox="1"/>
          <p:nvPr/>
        </p:nvSpPr>
        <p:spPr>
          <a:xfrm>
            <a:off x="916422" y="2910479"/>
            <a:ext cx="3488455" cy="464743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 err="1">
                <a:solidFill>
                  <a:srgbClr val="FF0000"/>
                </a:solidFill>
              </a:rPr>
              <a:t>Println</a:t>
            </a:r>
            <a:r>
              <a:rPr lang="ko-KR" altLang="en-US" sz="1100" dirty="0">
                <a:solidFill>
                  <a:srgbClr val="FF0000"/>
                </a:solidFill>
              </a:rPr>
              <a:t>이 간단히 쓰기 편하나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 err="1">
                <a:solidFill>
                  <a:srgbClr val="FF0000"/>
                </a:solidFill>
              </a:rPr>
              <a:t>Printf</a:t>
            </a:r>
            <a:r>
              <a:rPr lang="ko-KR" altLang="en-US" sz="1100" dirty="0">
                <a:solidFill>
                  <a:srgbClr val="FF0000"/>
                </a:solidFill>
              </a:rPr>
              <a:t>로 형태를 지정하여 </a:t>
            </a:r>
            <a:r>
              <a:rPr lang="ko-KR" altLang="en-US" sz="1100" dirty="0" err="1">
                <a:solidFill>
                  <a:srgbClr val="FF0000"/>
                </a:solidFill>
              </a:rPr>
              <a:t>인쇄하는것이</a:t>
            </a:r>
            <a:r>
              <a:rPr lang="ko-KR" altLang="en-US" sz="1100" dirty="0">
                <a:solidFill>
                  <a:srgbClr val="FF0000"/>
                </a:solidFill>
              </a:rPr>
              <a:t> 더 정교하다</a:t>
            </a:r>
          </a:p>
        </p:txBody>
      </p:sp>
    </p:spTree>
    <p:extLst>
      <p:ext uri="{BB962C8B-B14F-4D97-AF65-F5344CB8AC3E}">
        <p14:creationId xmlns:p14="http://schemas.microsoft.com/office/powerpoint/2010/main" val="4379860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for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아래 두 예제는 별 둘이라네 </a:t>
            </a:r>
            <a:r>
              <a:rPr lang="en-US" altLang="ko-KR" sz="1200" dirty="0"/>
              <a:t>(</a:t>
            </a:r>
            <a:r>
              <a:rPr lang="ko-KR" altLang="en-US" sz="1200" dirty="0"/>
              <a:t>★★</a:t>
            </a:r>
            <a:r>
              <a:rPr lang="en-US" altLang="ko-KR" sz="12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기본 </a:t>
            </a:r>
            <a:r>
              <a:rPr lang="en-US" altLang="ko-KR" sz="1200" dirty="0"/>
              <a:t>for</a:t>
            </a:r>
            <a:r>
              <a:rPr lang="ko-KR" altLang="en-US" sz="1200" dirty="0"/>
              <a:t>문</a:t>
            </a:r>
            <a:r>
              <a:rPr lang="en-US" altLang="ko-KR" sz="1200" dirty="0"/>
              <a:t> </a:t>
            </a:r>
            <a:r>
              <a:rPr lang="ko-KR" altLang="en-US" sz="1200" dirty="0"/>
              <a:t>과 복합 </a:t>
            </a:r>
            <a:r>
              <a:rPr lang="en-US" altLang="ko-KR" sz="1200" dirty="0"/>
              <a:t>for</a:t>
            </a:r>
            <a:r>
              <a:rPr lang="ko-KR" altLang="en-US" sz="1200" dirty="0"/>
              <a:t>문</a:t>
            </a: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41" y="2026928"/>
            <a:ext cx="3902196" cy="1365079"/>
          </a:xfrm>
          <a:prstGeom prst="rect">
            <a:avLst/>
          </a:prstGeom>
          <a:ln>
            <a:solidFill>
              <a:srgbClr val="003300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41" y="3511010"/>
            <a:ext cx="5514501" cy="2601669"/>
          </a:xfrm>
          <a:prstGeom prst="rect">
            <a:avLst/>
          </a:prstGeom>
          <a:ln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9346570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while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견명조" pitchFamily="18" charset="-127"/>
              </a:rPr>
              <a:t>조건식과</a:t>
            </a:r>
            <a:r>
              <a:rPr lang="ko-KR" altLang="en-US" sz="1200" dirty="0">
                <a:latin typeface="견명조" pitchFamily="18" charset="-127"/>
              </a:rPr>
              <a:t> 수행할 </a:t>
            </a:r>
            <a:r>
              <a:rPr lang="ko-KR" altLang="en-US" sz="1200" dirty="0" err="1">
                <a:latin typeface="견명조" pitchFamily="18" charset="-127"/>
              </a:rPr>
              <a:t>블럭</a:t>
            </a:r>
            <a:r>
              <a:rPr lang="en-US" altLang="ko-KR" sz="1200" dirty="0">
                <a:latin typeface="견명조" pitchFamily="18" charset="-127"/>
              </a:rPr>
              <a:t>{} </a:t>
            </a:r>
            <a:r>
              <a:rPr lang="ko-KR" altLang="en-US" sz="1200" dirty="0">
                <a:latin typeface="견명조" pitchFamily="18" charset="-127"/>
              </a:rPr>
              <a:t>또는 문장으로 구성</a:t>
            </a:r>
          </a:p>
        </p:txBody>
      </p:sp>
      <p:pic>
        <p:nvPicPr>
          <p:cNvPr id="6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09804"/>
            <a:ext cx="71643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4"/>
          <p:cNvGrpSpPr>
            <a:grpSpLocks/>
          </p:cNvGrpSpPr>
          <p:nvPr/>
        </p:nvGrpSpPr>
        <p:grpSpPr bwMode="auto">
          <a:xfrm>
            <a:off x="971550" y="4807017"/>
            <a:ext cx="3455988" cy="1331912"/>
            <a:chOff x="612" y="3181"/>
            <a:chExt cx="2177" cy="839"/>
          </a:xfrm>
        </p:grpSpPr>
        <p:pic>
          <p:nvPicPr>
            <p:cNvPr id="8" name="Picture 6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" y="3187"/>
              <a:ext cx="1951" cy="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52"/>
            <p:cNvSpPr>
              <a:spLocks noChangeArrowheads="1"/>
            </p:cNvSpPr>
            <p:nvPr/>
          </p:nvSpPr>
          <p:spPr bwMode="auto">
            <a:xfrm>
              <a:off x="612" y="3181"/>
              <a:ext cx="2177" cy="839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971550" y="3186179"/>
            <a:ext cx="3455988" cy="1331913"/>
            <a:chOff x="612" y="3186"/>
            <a:chExt cx="2177" cy="839"/>
          </a:xfrm>
        </p:grpSpPr>
        <p:sp>
          <p:nvSpPr>
            <p:cNvPr id="11" name="Rectangle 53"/>
            <p:cNvSpPr>
              <a:spLocks noChangeArrowheads="1"/>
            </p:cNvSpPr>
            <p:nvPr/>
          </p:nvSpPr>
          <p:spPr bwMode="auto">
            <a:xfrm>
              <a:off x="612" y="3186"/>
              <a:ext cx="2177" cy="839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pic>
          <p:nvPicPr>
            <p:cNvPr id="12" name="Picture 6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" y="3262"/>
              <a:ext cx="2019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oup 73"/>
          <p:cNvGrpSpPr>
            <a:grpSpLocks/>
          </p:cNvGrpSpPr>
          <p:nvPr/>
        </p:nvGrpSpPr>
        <p:grpSpPr bwMode="auto">
          <a:xfrm>
            <a:off x="4211638" y="3186179"/>
            <a:ext cx="4176712" cy="1331913"/>
            <a:chOff x="2653" y="2160"/>
            <a:chExt cx="2631" cy="839"/>
          </a:xfrm>
        </p:grpSpPr>
        <p:sp>
          <p:nvSpPr>
            <p:cNvPr id="16" name="Rectangle 67"/>
            <p:cNvSpPr>
              <a:spLocks noChangeArrowheads="1"/>
            </p:cNvSpPr>
            <p:nvPr/>
          </p:nvSpPr>
          <p:spPr bwMode="auto">
            <a:xfrm>
              <a:off x="3107" y="2160"/>
              <a:ext cx="2177" cy="839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pic>
          <p:nvPicPr>
            <p:cNvPr id="17" name="Picture 7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9" y="2296"/>
              <a:ext cx="2136" cy="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Line 70"/>
            <p:cNvSpPr>
              <a:spLocks noChangeShapeType="1"/>
            </p:cNvSpPr>
            <p:nvPr/>
          </p:nvSpPr>
          <p:spPr bwMode="auto">
            <a:xfrm flipH="1">
              <a:off x="2653" y="2591"/>
              <a:ext cx="6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ko-KR" altLang="en-US"/>
            </a:p>
          </p:txBody>
        </p:sp>
      </p:grpSp>
      <p:grpSp>
        <p:nvGrpSpPr>
          <p:cNvPr id="19" name="Group 75"/>
          <p:cNvGrpSpPr>
            <a:grpSpLocks/>
          </p:cNvGrpSpPr>
          <p:nvPr/>
        </p:nvGrpSpPr>
        <p:grpSpPr bwMode="auto">
          <a:xfrm>
            <a:off x="4932363" y="4807017"/>
            <a:ext cx="3455987" cy="1331912"/>
            <a:chOff x="3107" y="3181"/>
            <a:chExt cx="2177" cy="839"/>
          </a:xfrm>
        </p:grpSpPr>
        <p:sp>
          <p:nvSpPr>
            <p:cNvPr id="20" name="Rectangle 54"/>
            <p:cNvSpPr>
              <a:spLocks noChangeArrowheads="1"/>
            </p:cNvSpPr>
            <p:nvPr/>
          </p:nvSpPr>
          <p:spPr bwMode="auto">
            <a:xfrm>
              <a:off x="3107" y="3181"/>
              <a:ext cx="2177" cy="839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pic>
          <p:nvPicPr>
            <p:cNvPr id="21" name="Picture 7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" y="3271"/>
              <a:ext cx="208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7A161FF-6233-B28A-18FD-7F82444F7078}"/>
              </a:ext>
            </a:extLst>
          </p:cNvPr>
          <p:cNvSpPr txBox="1"/>
          <p:nvPr/>
        </p:nvSpPr>
        <p:spPr>
          <a:xfrm>
            <a:off x="2158832" y="2574075"/>
            <a:ext cx="4105611" cy="498598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For</a:t>
            </a:r>
            <a:r>
              <a:rPr lang="ko-KR" altLang="en-US" sz="1200" dirty="0">
                <a:solidFill>
                  <a:srgbClr val="FF0000"/>
                </a:solidFill>
              </a:rPr>
              <a:t>문을 </a:t>
            </a:r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문으로 쓰는 경우는 별로 없다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문은 무한루프를 </a:t>
            </a:r>
            <a:r>
              <a:rPr lang="ko-KR" altLang="en-US" sz="1200" dirty="0" err="1">
                <a:solidFill>
                  <a:srgbClr val="FF0000"/>
                </a:solidFill>
              </a:rPr>
              <a:t>지정후</a:t>
            </a:r>
            <a:r>
              <a:rPr lang="ko-KR" altLang="en-US" sz="1200" dirty="0">
                <a:solidFill>
                  <a:srgbClr val="FF0000"/>
                </a:solidFill>
              </a:rPr>
              <a:t> 탈출하는 형태로 </a:t>
            </a:r>
            <a:r>
              <a:rPr lang="ko-KR" altLang="en-US" sz="1200" dirty="0" err="1">
                <a:solidFill>
                  <a:srgbClr val="FF0000"/>
                </a:solidFill>
              </a:rPr>
              <a:t>많이쓴다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51555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while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견명조" pitchFamily="18" charset="-127"/>
              </a:rPr>
              <a:t>while</a:t>
            </a:r>
            <a:r>
              <a:rPr lang="ko-KR" altLang="en-US" sz="1200" dirty="0">
                <a:latin typeface="견명조" pitchFamily="18" charset="-127"/>
              </a:rPr>
              <a:t>문 안에 또 다른 </a:t>
            </a:r>
            <a:r>
              <a:rPr lang="en-US" altLang="ko-KR" sz="1200" dirty="0">
                <a:latin typeface="견명조" pitchFamily="18" charset="-127"/>
              </a:rPr>
              <a:t>while</a:t>
            </a:r>
            <a:r>
              <a:rPr lang="ko-KR" altLang="en-US" sz="1200" dirty="0">
                <a:latin typeface="견명조" pitchFamily="18" charset="-127"/>
              </a:rPr>
              <a:t>문을 포함시킬 수 있다</a:t>
            </a:r>
            <a:r>
              <a:rPr lang="en-US" altLang="ko-KR" sz="1200" dirty="0">
                <a:latin typeface="견명조" pitchFamily="18" charset="-127"/>
              </a:rPr>
              <a:t>.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ko-KR" altLang="en-US" sz="1200" dirty="0">
              <a:latin typeface="견명조" pitchFamily="18" charset="-127"/>
            </a:endParaRPr>
          </a:p>
        </p:txBody>
      </p:sp>
      <p:grpSp>
        <p:nvGrpSpPr>
          <p:cNvPr id="22" name="Group 31"/>
          <p:cNvGrpSpPr>
            <a:grpSpLocks/>
          </p:cNvGrpSpPr>
          <p:nvPr/>
        </p:nvGrpSpPr>
        <p:grpSpPr bwMode="auto">
          <a:xfrm>
            <a:off x="2101885" y="2584631"/>
            <a:ext cx="5184775" cy="1081088"/>
            <a:chOff x="657" y="1661"/>
            <a:chExt cx="3266" cy="681"/>
          </a:xfrm>
        </p:grpSpPr>
        <p:pic>
          <p:nvPicPr>
            <p:cNvPr id="23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" y="1691"/>
              <a:ext cx="2900" cy="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657" y="1661"/>
              <a:ext cx="3266" cy="681"/>
            </a:xfrm>
            <a:prstGeom prst="rect">
              <a:avLst/>
            </a:prstGeom>
            <a:noFill/>
            <a:ln w="2540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Courier New" panose="02070309020205020404" pitchFamily="49" charset="0"/>
                  <a:ea typeface="견명조" pitchFamily="18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</p:grpSp>
      <p:grpSp>
        <p:nvGrpSpPr>
          <p:cNvPr id="25" name="Group 34"/>
          <p:cNvGrpSpPr>
            <a:grpSpLocks/>
          </p:cNvGrpSpPr>
          <p:nvPr/>
        </p:nvGrpSpPr>
        <p:grpSpPr bwMode="auto">
          <a:xfrm>
            <a:off x="2101885" y="3306944"/>
            <a:ext cx="5184775" cy="2663825"/>
            <a:chOff x="657" y="2183"/>
            <a:chExt cx="3266" cy="1678"/>
          </a:xfrm>
        </p:grpSpPr>
        <p:grpSp>
          <p:nvGrpSpPr>
            <p:cNvPr id="26" name="Group 32"/>
            <p:cNvGrpSpPr>
              <a:grpSpLocks/>
            </p:cNvGrpSpPr>
            <p:nvPr/>
          </p:nvGrpSpPr>
          <p:grpSpPr bwMode="auto">
            <a:xfrm>
              <a:off x="657" y="2591"/>
              <a:ext cx="3266" cy="1270"/>
              <a:chOff x="657" y="2682"/>
              <a:chExt cx="3266" cy="1270"/>
            </a:xfrm>
          </p:grpSpPr>
          <p:pic>
            <p:nvPicPr>
              <p:cNvPr id="28" name="Picture 2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0" y="2704"/>
                <a:ext cx="3222" cy="1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Rectangle 30"/>
              <p:cNvSpPr>
                <a:spLocks noChangeArrowheads="1"/>
              </p:cNvSpPr>
              <p:nvPr/>
            </p:nvSpPr>
            <p:spPr bwMode="auto">
              <a:xfrm>
                <a:off x="657" y="2682"/>
                <a:ext cx="3266" cy="1270"/>
              </a:xfrm>
              <a:prstGeom prst="rect">
                <a:avLst/>
              </a:prstGeom>
              <a:noFill/>
              <a:ln w="25400" algn="ctr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1pPr>
                <a:lvl2pPr marL="742950" indent="-28575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2pPr>
                <a:lvl3pPr marL="11430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3pPr>
                <a:lvl4pPr marL="16002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4pPr>
                <a:lvl5pPr marL="2057400" indent="-228600" eaLnBrk="0" hangingPunct="0"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1400">
                    <a:solidFill>
                      <a:schemeClr val="tx1"/>
                    </a:solidFill>
                    <a:latin typeface="Courier New" panose="02070309020205020404" pitchFamily="49" charset="0"/>
                    <a:ea typeface="견명조" pitchFamily="18" charset="-127"/>
                  </a:defRPr>
                </a:lvl9pPr>
              </a:lstStyle>
              <a:p>
                <a:pPr eaLnBrk="1" hangingPunct="1"/>
                <a:endParaRPr lang="ko-KR" altLang="en-US"/>
              </a:p>
            </p:txBody>
          </p:sp>
        </p:grpSp>
        <p:sp>
          <p:nvSpPr>
            <p:cNvPr id="27" name="Line 33"/>
            <p:cNvSpPr>
              <a:spLocks noChangeShapeType="1"/>
            </p:cNvSpPr>
            <p:nvPr/>
          </p:nvSpPr>
          <p:spPr bwMode="auto">
            <a:xfrm>
              <a:off x="2290" y="2183"/>
              <a:ext cx="0" cy="6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EF1E4CB-5FEB-E2BD-7806-D358247ED1C5}"/>
              </a:ext>
            </a:extLst>
          </p:cNvPr>
          <p:cNvSpPr txBox="1"/>
          <p:nvPr/>
        </p:nvSpPr>
        <p:spPr>
          <a:xfrm>
            <a:off x="1179319" y="1592606"/>
            <a:ext cx="4567276" cy="720197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For</a:t>
            </a:r>
            <a:r>
              <a:rPr lang="ko-KR" altLang="en-US" sz="1200" dirty="0">
                <a:solidFill>
                  <a:srgbClr val="FF0000"/>
                </a:solidFill>
              </a:rPr>
              <a:t>문을 억지로 </a:t>
            </a:r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문으로 </a:t>
            </a:r>
            <a:r>
              <a:rPr lang="ko-KR" altLang="en-US" sz="1200" dirty="0" err="1">
                <a:solidFill>
                  <a:srgbClr val="FF0000"/>
                </a:solidFill>
              </a:rPr>
              <a:t>바꾼거</a:t>
            </a:r>
            <a:r>
              <a:rPr lang="en-US" altLang="ko-KR" sz="1200" dirty="0">
                <a:solidFill>
                  <a:srgbClr val="FF0000"/>
                </a:solidFill>
              </a:rPr>
              <a:t>..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그냥 시험문제나 </a:t>
            </a:r>
            <a:r>
              <a:rPr lang="ko-KR" altLang="en-US" sz="1200" dirty="0" err="1">
                <a:solidFill>
                  <a:srgbClr val="FF0000"/>
                </a:solidFill>
              </a:rPr>
              <a:t>이런짓을</a:t>
            </a:r>
            <a:r>
              <a:rPr lang="en-US" altLang="ko-KR" sz="1200" dirty="0">
                <a:solidFill>
                  <a:srgbClr val="FF0000"/>
                </a:solidFill>
              </a:rPr>
              <a:t>..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현장에서 이렇게 알아보기 힘들게 프로그램 짜다가 쥐어 맞는다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96722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break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자신이 포함된 하나의 </a:t>
            </a:r>
            <a:r>
              <a:rPr lang="ko-KR" altLang="en-US" sz="1200" dirty="0" err="1">
                <a:latin typeface="견명조" pitchFamily="18" charset="-127"/>
              </a:rPr>
              <a:t>반복문</a:t>
            </a:r>
            <a:r>
              <a:rPr lang="ko-KR" altLang="en-US" sz="1200" dirty="0">
                <a:latin typeface="견명조" pitchFamily="18" charset="-127"/>
              </a:rPr>
              <a:t> 또는 </a:t>
            </a:r>
            <a:r>
              <a:rPr lang="en-US" altLang="ko-KR" sz="1200" dirty="0">
                <a:latin typeface="견명조" pitchFamily="18" charset="-127"/>
              </a:rPr>
              <a:t>switch</a:t>
            </a:r>
            <a:r>
              <a:rPr lang="ko-KR" altLang="en-US" sz="1200" dirty="0">
                <a:latin typeface="견명조" pitchFamily="18" charset="-127"/>
              </a:rPr>
              <a:t>문을 빠져 나온다</a:t>
            </a:r>
            <a:r>
              <a:rPr lang="en-US" altLang="ko-KR" sz="1200" dirty="0">
                <a:latin typeface="견명조" pitchFamily="18" charset="-127"/>
              </a:rPr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주로 </a:t>
            </a:r>
            <a:r>
              <a:rPr lang="en-US" altLang="ko-KR" sz="1200" dirty="0">
                <a:latin typeface="견명조" pitchFamily="18" charset="-127"/>
              </a:rPr>
              <a:t>if</a:t>
            </a:r>
            <a:r>
              <a:rPr lang="ko-KR" altLang="en-US" sz="1200" dirty="0">
                <a:latin typeface="견명조" pitchFamily="18" charset="-127"/>
              </a:rPr>
              <a:t>문과 함께 사용해서 특정 조건을 만족하면 </a:t>
            </a:r>
            <a:r>
              <a:rPr lang="ko-KR" altLang="en-US" sz="1200" dirty="0" err="1">
                <a:latin typeface="견명조" pitchFamily="18" charset="-127"/>
              </a:rPr>
              <a:t>반복문을</a:t>
            </a:r>
            <a:r>
              <a:rPr lang="ko-KR" altLang="en-US" sz="1200" dirty="0">
                <a:latin typeface="견명조" pitchFamily="18" charset="-127"/>
              </a:rPr>
              <a:t> 벗어나게 한다</a:t>
            </a:r>
            <a:r>
              <a:rPr lang="en-US" altLang="ko-KR" sz="1200" dirty="0">
                <a:latin typeface="견명조" pitchFamily="18" charset="-127"/>
              </a:rPr>
              <a:t>.</a:t>
            </a:r>
            <a:br>
              <a:rPr lang="en-US" altLang="ko-KR" sz="1200" dirty="0">
                <a:latin typeface="견명조" pitchFamily="18" charset="-127"/>
              </a:rPr>
            </a:br>
            <a:endParaRPr lang="en-US" altLang="ko-KR" sz="1200" dirty="0">
              <a:latin typeface="견명조" pitchFamily="18" charset="-127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ko-KR" altLang="en-US" sz="1200" dirty="0">
              <a:latin typeface="견명조" pitchFamily="18" charset="-127"/>
            </a:endParaRPr>
          </a:p>
        </p:txBody>
      </p:sp>
      <p:pic>
        <p:nvPicPr>
          <p:cNvPr id="12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976" y="2545776"/>
            <a:ext cx="54292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A465E6-5AA8-595F-72DE-8068CDE7D6D3}"/>
              </a:ext>
            </a:extLst>
          </p:cNvPr>
          <p:cNvSpPr txBox="1"/>
          <p:nvPr/>
        </p:nvSpPr>
        <p:spPr>
          <a:xfrm>
            <a:off x="1021096" y="1844148"/>
            <a:ext cx="4160113" cy="720197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For</a:t>
            </a:r>
            <a:r>
              <a:rPr lang="ko-KR" altLang="en-US" sz="1200" dirty="0">
                <a:solidFill>
                  <a:srgbClr val="FF0000"/>
                </a:solidFill>
              </a:rPr>
              <a:t>문을 </a:t>
            </a:r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문으로 쓰는 경우는 별로 없다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문은 무한루프를 </a:t>
            </a:r>
            <a:r>
              <a:rPr lang="ko-KR" altLang="en-US" sz="1200" dirty="0" err="1">
                <a:solidFill>
                  <a:srgbClr val="FF0000"/>
                </a:solidFill>
              </a:rPr>
              <a:t>지정후</a:t>
            </a:r>
            <a:r>
              <a:rPr lang="ko-KR" altLang="en-US" sz="1200" dirty="0">
                <a:solidFill>
                  <a:srgbClr val="FF0000"/>
                </a:solidFill>
              </a:rPr>
              <a:t> 탈출하는 형태로 많이 쓴다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아래 예제는 가장 많이 쓰는 </a:t>
            </a:r>
            <a:r>
              <a:rPr lang="en-US" altLang="ko-KR" sz="1200" dirty="0">
                <a:solidFill>
                  <a:srgbClr val="FF0000"/>
                </a:solidFill>
              </a:rPr>
              <a:t>while</a:t>
            </a:r>
            <a:r>
              <a:rPr lang="ko-KR" altLang="en-US" sz="1200" dirty="0">
                <a:solidFill>
                  <a:srgbClr val="FF0000"/>
                </a:solidFill>
              </a:rPr>
              <a:t>문 형태</a:t>
            </a:r>
          </a:p>
        </p:txBody>
      </p:sp>
    </p:spTree>
    <p:extLst>
      <p:ext uri="{BB962C8B-B14F-4D97-AF65-F5344CB8AC3E}">
        <p14:creationId xmlns:p14="http://schemas.microsoft.com/office/powerpoint/2010/main" val="144062925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continue</a:t>
            </a:r>
            <a:r>
              <a:rPr lang="ko-KR" altLang="en-US" sz="1600" dirty="0"/>
              <a:t> 문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자신이 포함된 반복문의 끝으로 이동한다</a:t>
            </a:r>
            <a:r>
              <a:rPr lang="en-US" altLang="ko-KR" sz="1200" dirty="0">
                <a:latin typeface="견명조" pitchFamily="18" charset="-127"/>
              </a:rPr>
              <a:t>.(</a:t>
            </a:r>
            <a:r>
              <a:rPr lang="ko-KR" altLang="en-US" sz="1200" dirty="0">
                <a:latin typeface="견명조" pitchFamily="18" charset="-127"/>
              </a:rPr>
              <a:t>다음 반복으로 넘어간다</a:t>
            </a:r>
            <a:r>
              <a:rPr lang="en-US" altLang="ko-KR" sz="1200" dirty="0">
                <a:latin typeface="견명조" pitchFamily="18" charset="-127"/>
              </a:rPr>
              <a:t>.)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견명조" pitchFamily="18" charset="-127"/>
              </a:rPr>
              <a:t>continue</a:t>
            </a:r>
            <a:r>
              <a:rPr lang="ko-KR" altLang="en-US" sz="1200" dirty="0">
                <a:latin typeface="견명조" pitchFamily="18" charset="-127"/>
              </a:rPr>
              <a:t>문 이후의 문장들은 수행되지 않는다</a:t>
            </a:r>
            <a:endParaRPr lang="en-US" altLang="ko-KR" sz="1200" dirty="0">
              <a:latin typeface="견명조" pitchFamily="18" charset="-127"/>
            </a:endParaRPr>
          </a:p>
        </p:txBody>
      </p:sp>
      <p:pic>
        <p:nvPicPr>
          <p:cNvPr id="5" name="Picture 5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940" y="2058691"/>
            <a:ext cx="7561262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827" y="4038304"/>
            <a:ext cx="4105275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55870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35356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배열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배열의 선언은 아래 두 </a:t>
            </a:r>
            <a:r>
              <a:rPr lang="ko-KR" altLang="en-US" sz="1200" dirty="0" err="1">
                <a:latin typeface="견명조" pitchFamily="18" charset="-127"/>
              </a:rPr>
              <a:t>가지중</a:t>
            </a:r>
            <a:r>
              <a:rPr lang="ko-KR" altLang="en-US" sz="1200" dirty="0">
                <a:latin typeface="견명조" pitchFamily="18" charset="-127"/>
              </a:rPr>
              <a:t> 마음에 드는 방법으로 하라</a:t>
            </a: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생성은 다음과 같이 한다</a:t>
            </a:r>
            <a:r>
              <a:rPr lang="en-US" altLang="ko-KR" sz="1200" dirty="0">
                <a:latin typeface="견명조" pitchFamily="18" charset="-127"/>
              </a:rPr>
              <a:t>. (</a:t>
            </a:r>
            <a:r>
              <a:rPr lang="ko-KR" altLang="en-US" sz="1200" dirty="0">
                <a:latin typeface="견명조" pitchFamily="18" charset="-127"/>
              </a:rPr>
              <a:t>사용시 생성절차가 없으면 에러</a:t>
            </a:r>
            <a:r>
              <a:rPr lang="en-US" altLang="ko-KR" sz="1200" dirty="0">
                <a:latin typeface="견명조" pitchFamily="18" charset="-127"/>
              </a:rPr>
              <a:t>, new</a:t>
            </a:r>
            <a:r>
              <a:rPr lang="ko-KR" altLang="en-US" sz="1200" dirty="0">
                <a:latin typeface="견명조" pitchFamily="18" charset="-127"/>
              </a:rPr>
              <a:t>또는 </a:t>
            </a:r>
            <a:r>
              <a:rPr lang="ko-KR" altLang="en-US" sz="1200" dirty="0" err="1">
                <a:latin typeface="견명조" pitchFamily="18" charset="-127"/>
              </a:rPr>
              <a:t>선언시</a:t>
            </a:r>
            <a:r>
              <a:rPr lang="ko-KR" altLang="en-US" sz="1200" dirty="0">
                <a:latin typeface="견명조" pitchFamily="18" charset="-127"/>
              </a:rPr>
              <a:t> 초기화</a:t>
            </a:r>
            <a:r>
              <a:rPr lang="en-US" altLang="ko-KR" sz="1200" dirty="0">
                <a:latin typeface="견명조" pitchFamily="18" charset="-127"/>
              </a:rPr>
              <a:t>)</a:t>
            </a:r>
          </a:p>
        </p:txBody>
      </p:sp>
      <p:pic>
        <p:nvPicPr>
          <p:cNvPr id="7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763" y="1519318"/>
            <a:ext cx="4165094" cy="1522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66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</p:pic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43" y="4101792"/>
            <a:ext cx="7039614" cy="11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FFFF66">
                      <a:gamma/>
                      <a:shade val="60000"/>
                      <a:invGamma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84832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</a:t>
            </a:r>
            <a:endParaRPr lang="en-US" altLang="ko-KR" dirty="0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67832" y="772764"/>
            <a:ext cx="8531409" cy="55483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배열 </a:t>
            </a:r>
            <a:endParaRPr lang="en-US" altLang="ko-KR" sz="16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견명조" pitchFamily="18" charset="-127"/>
              </a:rPr>
              <a:t>배열의 값을 처음 지정할 수 있다 </a:t>
            </a:r>
            <a:r>
              <a:rPr lang="en-US" altLang="ko-KR" sz="1200" dirty="0">
                <a:latin typeface="견명조" pitchFamily="18" charset="-127"/>
              </a:rPr>
              <a:t>(</a:t>
            </a:r>
            <a:r>
              <a:rPr lang="ko-KR" altLang="en-US" sz="1200" dirty="0">
                <a:latin typeface="견명조" pitchFamily="18" charset="-127"/>
              </a:rPr>
              <a:t>초기화</a:t>
            </a:r>
            <a:r>
              <a:rPr lang="en-US" altLang="ko-KR" sz="1200" dirty="0">
                <a:latin typeface="견명조" pitchFamily="18" charset="-127"/>
              </a:rPr>
              <a:t>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견명조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199565" y="1653170"/>
            <a:ext cx="6521613" cy="3738375"/>
            <a:chOff x="1135063" y="2051560"/>
            <a:chExt cx="7685087" cy="4679950"/>
          </a:xfrm>
        </p:grpSpPr>
        <p:pic>
          <p:nvPicPr>
            <p:cNvPr id="6" name="Picture 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938" y="3346960"/>
              <a:ext cx="7019925" cy="75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9" name="Picture 2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063" y="4101022"/>
              <a:ext cx="7058025" cy="13700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10" name="Picture 2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938" y="5450397"/>
              <a:ext cx="7058025" cy="1281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11" name="Picture 2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350" y="2051560"/>
              <a:ext cx="6019800" cy="1133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</p:pic>
        <p:pic>
          <p:nvPicPr>
            <p:cNvPr id="12" name="Picture 2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063" y="2627822"/>
              <a:ext cx="5653087" cy="673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FF6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" name="직사각형 2"/>
          <p:cNvSpPr/>
          <p:nvPr/>
        </p:nvSpPr>
        <p:spPr bwMode="auto">
          <a:xfrm>
            <a:off x="1354526" y="1555617"/>
            <a:ext cx="2181660" cy="1002979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5" name="직선 화살표 연결선 4"/>
          <p:cNvCxnSpPr/>
          <p:nvPr/>
        </p:nvCxnSpPr>
        <p:spPr bwMode="auto">
          <a:xfrm flipH="1">
            <a:off x="3574128" y="1419027"/>
            <a:ext cx="899223" cy="136590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473351" y="1217063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BEST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E5FFA-A219-9CE9-785E-E183F45BF09D}"/>
              </a:ext>
            </a:extLst>
          </p:cNvPr>
          <p:cNvSpPr txBox="1"/>
          <p:nvPr/>
        </p:nvSpPr>
        <p:spPr>
          <a:xfrm>
            <a:off x="1740839" y="5411866"/>
            <a:ext cx="3212161" cy="941796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String[]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a={“</a:t>
            </a:r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efg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hig</a:t>
            </a:r>
            <a:r>
              <a:rPr lang="en-US" altLang="ko-KR" sz="1200" dirty="0">
                <a:solidFill>
                  <a:srgbClr val="FF0000"/>
                </a:solidFill>
              </a:rPr>
              <a:t>”};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String[]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b=new String[]{“</a:t>
            </a:r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efg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hig</a:t>
            </a:r>
            <a:r>
              <a:rPr lang="en-US" altLang="ko-KR" sz="1200" dirty="0">
                <a:solidFill>
                  <a:srgbClr val="FF0000"/>
                </a:solidFill>
              </a:rPr>
              <a:t>”};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a={“</a:t>
            </a:r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efg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hig</a:t>
            </a:r>
            <a:r>
              <a:rPr lang="en-US" altLang="ko-KR" sz="1200" dirty="0">
                <a:solidFill>
                  <a:srgbClr val="FF0000"/>
                </a:solidFill>
              </a:rPr>
              <a:t>”}; //error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a=new String[]{“</a:t>
            </a:r>
            <a:r>
              <a:rPr lang="en-US" altLang="ko-KR" sz="1200" dirty="0" err="1">
                <a:solidFill>
                  <a:srgbClr val="FF0000"/>
                </a:solidFill>
              </a:rPr>
              <a:t>abc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efg</a:t>
            </a:r>
            <a:r>
              <a:rPr lang="en-US" altLang="ko-KR" sz="1200" dirty="0">
                <a:solidFill>
                  <a:srgbClr val="FF0000"/>
                </a:solidFill>
              </a:rPr>
              <a:t>”,”</a:t>
            </a:r>
            <a:r>
              <a:rPr lang="en-US" altLang="ko-KR" sz="1200" dirty="0" err="1">
                <a:solidFill>
                  <a:srgbClr val="FF0000"/>
                </a:solidFill>
              </a:rPr>
              <a:t>hig</a:t>
            </a:r>
            <a:r>
              <a:rPr lang="en-US" altLang="ko-KR" sz="1200" dirty="0">
                <a:solidFill>
                  <a:srgbClr val="FF0000"/>
                </a:solidFill>
              </a:rPr>
              <a:t>”};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50281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14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다음을 필기하셔요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1) if</a:t>
            </a:r>
            <a:r>
              <a:rPr lang="ko-KR" altLang="en-US" sz="1100" dirty="0"/>
              <a:t>문에 대하여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2) case</a:t>
            </a:r>
            <a:r>
              <a:rPr lang="ko-KR" altLang="en-US" sz="1100" dirty="0"/>
              <a:t> 문에  대하여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/>
              <a:t>기본과 복합</a:t>
            </a:r>
            <a:r>
              <a:rPr lang="en-US" altLang="ko-KR" sz="1100" dirty="0"/>
              <a:t>for</a:t>
            </a:r>
            <a:r>
              <a:rPr lang="ko-KR" altLang="en-US" sz="1100" dirty="0"/>
              <a:t>문에 대하여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4) while </a:t>
            </a:r>
            <a:r>
              <a:rPr lang="ko-KR" altLang="en-US" sz="1100" dirty="0"/>
              <a:t>문 에 대하여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5) For</a:t>
            </a:r>
            <a:r>
              <a:rPr lang="ko-KR" altLang="en-US" sz="1100" dirty="0"/>
              <a:t>문과 </a:t>
            </a:r>
            <a:r>
              <a:rPr lang="en-US" altLang="ko-KR" sz="1100" dirty="0"/>
              <a:t>while</a:t>
            </a:r>
            <a:r>
              <a:rPr lang="ko-KR" altLang="en-US" sz="1100" dirty="0"/>
              <a:t>문의 변환관계를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6) break</a:t>
            </a:r>
            <a:r>
              <a:rPr lang="ko-KR" altLang="en-US" sz="1100" dirty="0"/>
              <a:t>문과 </a:t>
            </a:r>
            <a:r>
              <a:rPr lang="en-US" altLang="ko-KR" sz="1100" dirty="0"/>
              <a:t>continue</a:t>
            </a:r>
            <a:r>
              <a:rPr lang="ko-KR" altLang="en-US" sz="1100" dirty="0"/>
              <a:t>문을 설명하고 간단히 예를 드시오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7) </a:t>
            </a:r>
            <a:r>
              <a:rPr lang="ko-KR" altLang="en-US" sz="1100" dirty="0"/>
              <a:t>배열의</a:t>
            </a:r>
            <a:r>
              <a:rPr lang="en-US" altLang="ko-KR" sz="1100" dirty="0"/>
              <a:t> </a:t>
            </a:r>
            <a:r>
              <a:rPr lang="ko-KR" altLang="en-US" sz="1100" dirty="0"/>
              <a:t>선언</a:t>
            </a:r>
            <a:r>
              <a:rPr lang="en-US" altLang="ko-KR" sz="1100" dirty="0"/>
              <a:t>,</a:t>
            </a:r>
            <a:r>
              <a:rPr lang="ko-KR" altLang="en-US" sz="1100" dirty="0"/>
              <a:t>생성</a:t>
            </a:r>
            <a:r>
              <a:rPr lang="en-US" altLang="ko-KR" sz="1100" dirty="0"/>
              <a:t>,</a:t>
            </a:r>
            <a:r>
              <a:rPr lang="ko-KR" altLang="en-US" sz="1100" dirty="0"/>
              <a:t>초기화에 대하여 예를 들어 설명하시오</a:t>
            </a:r>
            <a:r>
              <a:rPr lang="en-US" altLang="ko-KR" sz="1100" dirty="0"/>
              <a:t>(</a:t>
            </a:r>
            <a:r>
              <a:rPr lang="ko-KR" altLang="en-US" sz="1100" dirty="0"/>
              <a:t>필기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설명 중 별 </a:t>
            </a:r>
            <a:r>
              <a:rPr lang="ko-KR" altLang="en-US" sz="1100" dirty="0" err="1"/>
              <a:t>두개의</a:t>
            </a:r>
            <a:r>
              <a:rPr lang="ko-KR" altLang="en-US" sz="1100" dirty="0"/>
              <a:t> 실습을 실행하시오</a:t>
            </a:r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701019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단순비교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단순한</a:t>
            </a:r>
            <a:r>
              <a:rPr lang="en-US" altLang="ko-KR" sz="1050" dirty="0"/>
              <a:t> </a:t>
            </a:r>
            <a:r>
              <a:rPr lang="ko-KR" altLang="en-US" sz="1050" dirty="0"/>
              <a:t>비교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For</a:t>
            </a:r>
            <a:r>
              <a:rPr lang="ko-KR" altLang="en-US" sz="1050" dirty="0"/>
              <a:t>문대신 </a:t>
            </a:r>
            <a:r>
              <a:rPr lang="en-US" altLang="ko-KR" sz="1050" dirty="0"/>
              <a:t>while, break</a:t>
            </a:r>
            <a:r>
              <a:rPr lang="ko-KR" altLang="en-US" sz="1050" dirty="0"/>
              <a:t> 를 써봤다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초기화 및 누적위치를 눈 여겨 보자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19" y="1112898"/>
            <a:ext cx="3483367" cy="332412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563" y="3753740"/>
            <a:ext cx="1873352" cy="234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6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숫자형</a:t>
            </a:r>
            <a:r>
              <a:rPr lang="en-US" altLang="ko-KR" sz="1600" dirty="0"/>
              <a:t>, </a:t>
            </a:r>
            <a:r>
              <a:rPr lang="ko-KR" altLang="en-US" sz="1600" dirty="0"/>
              <a:t>문자형 비교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숫자는 정수형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실수형</a:t>
            </a:r>
            <a:r>
              <a:rPr lang="ko-KR" altLang="en-US" sz="1050" dirty="0"/>
              <a:t> 비교의 주의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유효숫자에 유의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char 1</a:t>
            </a:r>
            <a:r>
              <a:rPr lang="ko-KR" altLang="en-US" sz="1050" dirty="0"/>
              <a:t>개는 </a:t>
            </a:r>
            <a:r>
              <a:rPr lang="en-US" altLang="ko-KR" sz="1050" dirty="0"/>
              <a:t>a==‘a’</a:t>
            </a:r>
            <a:r>
              <a:rPr lang="ko-KR" altLang="en-US" sz="1050" dirty="0"/>
              <a:t>로 비교가능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String</a:t>
            </a:r>
            <a:r>
              <a:rPr lang="ko-KR" altLang="en-US" sz="1050" dirty="0"/>
              <a:t>은 클래스함수 </a:t>
            </a:r>
            <a:r>
              <a:rPr lang="en-US" altLang="ko-KR" sz="1050" dirty="0"/>
              <a:t>.equal(“ “)</a:t>
            </a:r>
            <a:r>
              <a:rPr lang="ko-KR" altLang="en-US" sz="1050" dirty="0"/>
              <a:t>을 사용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아니다는 </a:t>
            </a:r>
            <a:r>
              <a:rPr lang="en-US" altLang="ko-KR" sz="1050" dirty="0"/>
              <a:t>!</a:t>
            </a:r>
            <a:r>
              <a:rPr lang="ko-KR" altLang="en-US" sz="1050" dirty="0"/>
              <a:t>이다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57" y="993090"/>
            <a:ext cx="3409115" cy="230785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57" y="3300946"/>
            <a:ext cx="3492336" cy="17234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275" y="5110875"/>
            <a:ext cx="2858983" cy="127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44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범위를 주어 비교</a:t>
            </a:r>
            <a:r>
              <a:rPr lang="en-US" altLang="ko-KR" sz="1600" dirty="0"/>
              <a:t>(</a:t>
            </a:r>
            <a:r>
              <a:rPr lang="ko-KR" altLang="en-US" sz="1600" dirty="0"/>
              <a:t>찾기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범위내</a:t>
            </a:r>
            <a:r>
              <a:rPr lang="ko-KR" altLang="en-US" sz="1050" dirty="0"/>
              <a:t> 값을 </a:t>
            </a:r>
            <a:r>
              <a:rPr lang="ko-KR" altLang="en-US" sz="1050" dirty="0" err="1"/>
              <a:t>찾을시</a:t>
            </a:r>
            <a:r>
              <a:rPr lang="ko-KR" altLang="en-US" sz="1050" dirty="0"/>
              <a:t> 예제와 같이 비교한다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&amp;&amp; || </a:t>
            </a:r>
            <a:r>
              <a:rPr lang="ko-KR" altLang="en-US" sz="1050" dirty="0"/>
              <a:t>가 두 개를 쓰는데 유의 </a:t>
            </a:r>
            <a:r>
              <a:rPr lang="en-US" altLang="ko-KR" sz="1050" dirty="0"/>
              <a:t>,   </a:t>
            </a:r>
            <a:r>
              <a:rPr lang="ko-KR" altLang="en-US" sz="1050" dirty="0"/>
              <a:t>한 개는 </a:t>
            </a:r>
            <a:r>
              <a:rPr lang="en-US" altLang="ko-KR" sz="1050" dirty="0"/>
              <a:t>bit</a:t>
            </a:r>
            <a:r>
              <a:rPr lang="ko-KR" altLang="en-US" sz="1050" dirty="0"/>
              <a:t>연산자이다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몸에 익히자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1269251"/>
            <a:ext cx="4952913" cy="16945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31" y="4317663"/>
            <a:ext cx="1452285" cy="88721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26" y="5337401"/>
            <a:ext cx="1641422" cy="94912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26" y="3023821"/>
            <a:ext cx="1150099" cy="116131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extBox 1"/>
          <p:cNvSpPr txBox="1"/>
          <p:nvPr/>
        </p:nvSpPr>
        <p:spPr>
          <a:xfrm rot="2074359">
            <a:off x="3552298" y="3276567"/>
            <a:ext cx="2585964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노트에 설명을 작성하시오</a:t>
            </a:r>
          </a:p>
        </p:txBody>
      </p:sp>
    </p:spTree>
    <p:extLst>
      <p:ext uri="{BB962C8B-B14F-4D97-AF65-F5344CB8AC3E}">
        <p14:creationId xmlns:p14="http://schemas.microsoft.com/office/powerpoint/2010/main" val="220982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비정형비교</a:t>
            </a:r>
            <a:r>
              <a:rPr lang="en-US" altLang="ko-KR" sz="1600" dirty="0"/>
              <a:t>1(</a:t>
            </a:r>
            <a:r>
              <a:rPr lang="ko-KR" altLang="en-US" sz="1600" dirty="0" err="1"/>
              <a:t>깔끔코딩</a:t>
            </a:r>
            <a:r>
              <a:rPr lang="en-US" altLang="ko-KR" sz="16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매달 마지막 날짜가 다른데 규칙이 없다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누구나 알아볼 수 있도록 이렇게 코딩 해라 </a:t>
            </a:r>
            <a:r>
              <a:rPr lang="en-US" altLang="ko-KR" sz="1050" dirty="0"/>
              <a:t>. </a:t>
            </a:r>
            <a:r>
              <a:rPr lang="ko-KR" altLang="en-US" sz="1050" dirty="0"/>
              <a:t>짧게 쓴다고 좋은 코딩이 아니다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011765"/>
            <a:ext cx="4191926" cy="30914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13" y="4384638"/>
            <a:ext cx="5289103" cy="139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75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0492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비정형비교</a:t>
            </a:r>
            <a:r>
              <a:rPr lang="en-US" altLang="ko-KR" sz="1600" dirty="0"/>
              <a:t>2,3</a:t>
            </a:r>
            <a:endParaRPr lang="ko-KR" altLang="en-US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앞에 예제를 줄여 봤는데 보기가 쉽지 않다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996" y="5076075"/>
            <a:ext cx="4759006" cy="125421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49" y="2404964"/>
            <a:ext cx="3358218" cy="22429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093" y="2378325"/>
            <a:ext cx="4811291" cy="217780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92781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0492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case</a:t>
            </a:r>
            <a:r>
              <a:rPr lang="ko-KR" altLang="en-US" sz="1600" dirty="0"/>
              <a:t>문 비교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Switch,case</a:t>
            </a:r>
            <a:r>
              <a:rPr lang="ko-KR" altLang="en-US" sz="1050" dirty="0"/>
              <a:t>가 적합하지 않은 사례이다</a:t>
            </a:r>
            <a:r>
              <a:rPr lang="en-US" altLang="ko-KR" sz="1050" dirty="0"/>
              <a:t>. </a:t>
            </a:r>
            <a:r>
              <a:rPr lang="ko-KR" altLang="en-US" sz="1050" dirty="0"/>
              <a:t>또한 </a:t>
            </a:r>
            <a:r>
              <a:rPr lang="en-US" altLang="ko-KR" sz="1050" dirty="0"/>
              <a:t>break</a:t>
            </a:r>
            <a:r>
              <a:rPr lang="ko-KR" altLang="en-US" sz="1050" dirty="0"/>
              <a:t>문장이 복잡해지는 사례를 볼 수 있다</a:t>
            </a:r>
            <a:r>
              <a:rPr lang="en-US" altLang="ko-KR" sz="1050" dirty="0"/>
              <a:t>. </a:t>
            </a:r>
            <a:r>
              <a:rPr lang="ko-KR" altLang="en-US" sz="1050" dirty="0"/>
              <a:t>이렇게 구현하면 맞아 죽는다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38" y="2194567"/>
            <a:ext cx="5064352" cy="344963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42" y="5163894"/>
            <a:ext cx="4759006" cy="125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00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62891" y="927542"/>
            <a:ext cx="9312823" cy="10492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Array</a:t>
            </a:r>
            <a:r>
              <a:rPr lang="ko-KR" altLang="en-US" sz="1600" dirty="0"/>
              <a:t>이용 비교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배열을</a:t>
            </a:r>
            <a:r>
              <a:rPr lang="en-US" altLang="ko-KR" sz="1050" dirty="0"/>
              <a:t> </a:t>
            </a:r>
            <a:r>
              <a:rPr lang="ko-KR" altLang="en-US" sz="1050" dirty="0"/>
              <a:t>사용하는 경우도 좋은 사례이다</a:t>
            </a:r>
            <a:r>
              <a:rPr lang="en-US" altLang="ko-KR" sz="1050" dirty="0"/>
              <a:t>. </a:t>
            </a:r>
            <a:r>
              <a:rPr lang="ko-KR" altLang="en-US" sz="1050" dirty="0"/>
              <a:t>하지만 복잡해 보이긴 하다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53" y="2091132"/>
            <a:ext cx="4870294" cy="30727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314" y="4927824"/>
            <a:ext cx="5269400" cy="1413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074359">
            <a:off x="3552298" y="3276567"/>
            <a:ext cx="2585964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노트에 설명을 작성하시오</a:t>
            </a:r>
          </a:p>
        </p:txBody>
      </p:sp>
    </p:spTree>
    <p:extLst>
      <p:ext uri="{BB962C8B-B14F-4D97-AF65-F5344CB8AC3E}">
        <p14:creationId xmlns:p14="http://schemas.microsoft.com/office/powerpoint/2010/main" val="2457249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숫자읽기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우리나라 말이 어렵다</a:t>
            </a:r>
            <a:r>
              <a:rPr lang="en-US" altLang="ko-KR" sz="1050" dirty="0"/>
              <a:t>, </a:t>
            </a:r>
            <a:r>
              <a:rPr lang="ko-KR" altLang="en-US" sz="1050" dirty="0"/>
              <a:t>숫자를 읽는 방법을 생각해 보자   </a:t>
            </a:r>
            <a:r>
              <a:rPr lang="en-US" altLang="ko-KR" sz="1050" dirty="0"/>
              <a:t>12-&gt;</a:t>
            </a:r>
            <a:r>
              <a:rPr lang="ko-KR" altLang="en-US" sz="1050" dirty="0"/>
              <a:t>십이</a:t>
            </a:r>
            <a:r>
              <a:rPr lang="en-US" altLang="ko-KR" sz="1050" dirty="0"/>
              <a:t>(</a:t>
            </a:r>
            <a:r>
              <a:rPr lang="ko-KR" altLang="en-US" sz="1050" dirty="0"/>
              <a:t>일십이</a:t>
            </a:r>
            <a:r>
              <a:rPr lang="en-US" altLang="ko-KR" sz="1050" dirty="0"/>
              <a:t>), 10-&gt; </a:t>
            </a:r>
            <a:r>
              <a:rPr lang="ko-KR" altLang="en-US" sz="1050" dirty="0"/>
              <a:t>십</a:t>
            </a:r>
            <a:r>
              <a:rPr lang="en-US" altLang="ko-KR" sz="1050" dirty="0"/>
              <a:t>, 101-&gt; </a:t>
            </a:r>
            <a:r>
              <a:rPr lang="ko-KR" altLang="en-US" sz="1050" dirty="0"/>
              <a:t>백일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간단히 두 자리만 생각해보자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~10</a:t>
            </a:r>
            <a:r>
              <a:rPr lang="ko-KR" altLang="en-US" sz="1050" dirty="0"/>
              <a:t>까지는 </a:t>
            </a:r>
            <a:r>
              <a:rPr lang="en-US" altLang="ko-KR" sz="1050" dirty="0"/>
              <a:t>: </a:t>
            </a:r>
            <a:r>
              <a:rPr lang="ko-KR" altLang="en-US" sz="1050" dirty="0"/>
              <a:t>일</a:t>
            </a:r>
            <a:r>
              <a:rPr lang="en-US" altLang="ko-KR" sz="1050" dirty="0"/>
              <a:t>,</a:t>
            </a:r>
            <a:r>
              <a:rPr lang="ko-KR" altLang="en-US" sz="1050" dirty="0"/>
              <a:t>이</a:t>
            </a:r>
            <a:r>
              <a:rPr lang="en-US" altLang="ko-KR" sz="1050" dirty="0"/>
              <a:t>,</a:t>
            </a:r>
            <a:r>
              <a:rPr lang="ko-KR" altLang="en-US" sz="1050" dirty="0"/>
              <a:t>삼</a:t>
            </a:r>
            <a:r>
              <a:rPr lang="en-US" altLang="ko-KR" sz="1050" dirty="0"/>
              <a:t>,</a:t>
            </a:r>
            <a:r>
              <a:rPr lang="ko-KR" altLang="en-US" sz="1050" dirty="0"/>
              <a:t>사</a:t>
            </a:r>
            <a:r>
              <a:rPr lang="en-US" altLang="ko-KR" sz="1050" dirty="0"/>
              <a:t>,~~~</a:t>
            </a:r>
            <a:r>
              <a:rPr lang="ko-KR" altLang="en-US" sz="1050" dirty="0"/>
              <a:t>구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10~ : </a:t>
            </a:r>
            <a:r>
              <a:rPr lang="ko-KR" altLang="en-US" sz="1050" dirty="0"/>
              <a:t>일십일</a:t>
            </a:r>
            <a:r>
              <a:rPr lang="en-US" altLang="ko-KR" sz="1050" dirty="0"/>
              <a:t>,</a:t>
            </a:r>
            <a:r>
              <a:rPr lang="ko-KR" altLang="en-US" sz="1050" dirty="0"/>
              <a:t>일십이</a:t>
            </a:r>
            <a:r>
              <a:rPr lang="en-US" altLang="ko-KR" sz="1050" dirty="0"/>
              <a:t>,~~</a:t>
            </a:r>
            <a:r>
              <a:rPr lang="ko-KR" altLang="en-US" sz="1050" dirty="0"/>
              <a:t>일십구</a:t>
            </a:r>
            <a:r>
              <a:rPr lang="en-US" altLang="ko-KR" sz="1050" dirty="0"/>
              <a:t>,</a:t>
            </a:r>
            <a:r>
              <a:rPr lang="ko-KR" altLang="en-US" sz="1050" dirty="0"/>
              <a:t>이십</a:t>
            </a:r>
            <a:r>
              <a:rPr lang="en-US" altLang="ko-KR" sz="1050" dirty="0"/>
              <a:t>,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         </a:t>
            </a:r>
            <a:r>
              <a:rPr lang="ko-KR" altLang="en-US" sz="1050" dirty="0"/>
              <a:t>이십일</a:t>
            </a:r>
            <a:r>
              <a:rPr lang="en-US" altLang="ko-KR" sz="1050" dirty="0"/>
              <a:t>,</a:t>
            </a:r>
            <a:r>
              <a:rPr lang="ko-KR" altLang="en-US" sz="1050" dirty="0"/>
              <a:t>이십이</a:t>
            </a:r>
            <a:r>
              <a:rPr lang="en-US" altLang="ko-KR" sz="1050" dirty="0"/>
              <a:t>,~~</a:t>
            </a:r>
            <a:r>
              <a:rPr lang="ko-KR" altLang="en-US" sz="1050" dirty="0"/>
              <a:t>이십구</a:t>
            </a:r>
            <a:r>
              <a:rPr lang="en-US" altLang="ko-KR" sz="1050" dirty="0"/>
              <a:t>,</a:t>
            </a:r>
            <a:r>
              <a:rPr lang="ko-KR" altLang="en-US" sz="1050" dirty="0"/>
              <a:t>삼십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음 </a:t>
            </a:r>
            <a:r>
              <a:rPr lang="en-US" altLang="ko-KR" sz="1050" dirty="0"/>
              <a:t>10,20,30…</a:t>
            </a:r>
            <a:r>
              <a:rPr lang="ko-KR" altLang="en-US" sz="1050" dirty="0"/>
              <a:t>들을 처리해야 한다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3" y="956495"/>
            <a:ext cx="4884957" cy="26235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13" y="3791662"/>
            <a:ext cx="1800343" cy="156953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536" y="3724631"/>
            <a:ext cx="1495713" cy="170359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049" y="3633449"/>
            <a:ext cx="2108298" cy="19281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2074359">
            <a:off x="3552298" y="3276567"/>
            <a:ext cx="2585964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노트에 설명을 작성하시오</a:t>
            </a:r>
          </a:p>
        </p:txBody>
      </p:sp>
    </p:spTree>
    <p:extLst>
      <p:ext uri="{BB962C8B-B14F-4D97-AF65-F5344CB8AC3E}">
        <p14:creationId xmlns:p14="http://schemas.microsoft.com/office/powerpoint/2010/main" val="383054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숫자읽기고급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1001034567[</a:t>
            </a:r>
            <a:r>
              <a:rPr lang="ko-KR" altLang="en-US" sz="1050" dirty="0" err="1"/>
              <a:t>일십억일백삼만사천오백육십칠</a:t>
            </a:r>
            <a:r>
              <a:rPr lang="en-US" altLang="ko-KR" sz="1050" dirty="0"/>
              <a:t>].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위의 숫자를 읽는 규칙을 파악</a:t>
            </a:r>
            <a:r>
              <a:rPr lang="en-US" altLang="ko-KR" sz="1050" dirty="0"/>
              <a:t>-&gt; </a:t>
            </a:r>
            <a:r>
              <a:rPr lang="ko-KR" altLang="en-US" sz="1050" dirty="0"/>
              <a:t>이 규칙을 프로그램으로 표현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1)</a:t>
            </a:r>
            <a:r>
              <a:rPr lang="ko-KR" altLang="en-US" sz="1050" dirty="0"/>
              <a:t>왼쪽에서 부터 한 개씩 처리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2) </a:t>
            </a:r>
            <a:r>
              <a:rPr lang="ko-KR" altLang="en-US" sz="1050" dirty="0"/>
              <a:t>일</a:t>
            </a:r>
            <a:r>
              <a:rPr lang="en-US" altLang="ko-KR" sz="1050" dirty="0"/>
              <a:t>,</a:t>
            </a:r>
            <a:r>
              <a:rPr lang="ko-KR" altLang="en-US" sz="1050" dirty="0"/>
              <a:t>이</a:t>
            </a:r>
            <a:r>
              <a:rPr lang="en-US" altLang="ko-KR" sz="1050" dirty="0"/>
              <a:t>,</a:t>
            </a:r>
            <a:r>
              <a:rPr lang="ko-KR" altLang="en-US" sz="1050" dirty="0"/>
              <a:t>삼</a:t>
            </a:r>
            <a:r>
              <a:rPr lang="en-US" altLang="ko-KR" sz="1050" dirty="0"/>
              <a:t>,…,</a:t>
            </a:r>
            <a:r>
              <a:rPr lang="ko-KR" altLang="en-US" sz="1050" dirty="0"/>
              <a:t>구</a:t>
            </a:r>
            <a:r>
              <a:rPr lang="en-US" altLang="ko-KR" sz="1050" dirty="0"/>
              <a:t>,</a:t>
            </a:r>
            <a:r>
              <a:rPr lang="ko-KR" altLang="en-US" sz="1050" dirty="0"/>
              <a:t>영</a:t>
            </a:r>
            <a:r>
              <a:rPr lang="en-US" altLang="ko-KR" sz="1050" dirty="0"/>
              <a:t> </a:t>
            </a:r>
            <a:r>
              <a:rPr lang="ko-KR" altLang="en-US" sz="1050" dirty="0"/>
              <a:t>을 쓰고 단위를 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 </a:t>
            </a:r>
            <a:r>
              <a:rPr lang="ko-KR" altLang="en-US" sz="1050" dirty="0"/>
              <a:t>일억</a:t>
            </a:r>
            <a:r>
              <a:rPr lang="en-US" altLang="ko-KR" sz="1050" dirty="0"/>
              <a:t>, </a:t>
            </a:r>
            <a:r>
              <a:rPr lang="ko-KR" altLang="en-US" sz="1050" dirty="0"/>
              <a:t>이천삼백이십오만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그런데 해당 자리가 </a:t>
            </a:r>
            <a:r>
              <a:rPr lang="en-US" altLang="ko-KR" sz="1050" dirty="0"/>
              <a:t>0</a:t>
            </a:r>
            <a:r>
              <a:rPr lang="ko-KR" altLang="en-US" sz="1050" dirty="0" err="1"/>
              <a:t>일때</a:t>
            </a:r>
            <a:r>
              <a:rPr lang="ko-KR" altLang="en-US" sz="1050" dirty="0"/>
              <a:t> 뭔가 처리가 다양하다</a:t>
            </a:r>
            <a:r>
              <a:rPr lang="en-US" altLang="ko-KR" sz="1050" dirty="0"/>
              <a:t>. </a:t>
            </a:r>
            <a:r>
              <a:rPr lang="ko-KR" altLang="en-US" sz="1050" dirty="0"/>
              <a:t>즉 </a:t>
            </a:r>
            <a:r>
              <a:rPr lang="en-US" altLang="ko-KR" sz="1050" dirty="0"/>
              <a:t>0</a:t>
            </a:r>
            <a:r>
              <a:rPr lang="ko-KR" altLang="en-US" sz="1050" dirty="0" err="1"/>
              <a:t>일때</a:t>
            </a:r>
            <a:r>
              <a:rPr lang="ko-KR" altLang="en-US" sz="1050" dirty="0"/>
              <a:t> 아무것도 안하고 넘어가거나</a:t>
            </a:r>
            <a:r>
              <a:rPr lang="en-US" altLang="ko-KR" sz="1050" dirty="0"/>
              <a:t>, </a:t>
            </a:r>
            <a:r>
              <a:rPr lang="ko-KR" altLang="en-US" sz="1050" dirty="0"/>
              <a:t>억</a:t>
            </a:r>
            <a:r>
              <a:rPr lang="en-US" altLang="ko-KR" sz="1050" dirty="0"/>
              <a:t>,</a:t>
            </a:r>
            <a:r>
              <a:rPr lang="ko-KR" altLang="en-US" sz="1050" dirty="0" err="1"/>
              <a:t>만일때는</a:t>
            </a:r>
            <a:r>
              <a:rPr lang="ko-KR" altLang="en-US" sz="1050" dirty="0"/>
              <a:t> 억이나 만을 써준다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2030200000 [</a:t>
            </a:r>
            <a:r>
              <a:rPr lang="ko-KR" altLang="en-US" sz="1050" dirty="0"/>
              <a:t>이십</a:t>
            </a:r>
            <a:r>
              <a:rPr lang="en-US" altLang="ko-KR" sz="1050" dirty="0"/>
              <a:t>{(</a:t>
            </a:r>
            <a:r>
              <a:rPr lang="ko-KR" altLang="en-US" sz="1050" dirty="0"/>
              <a:t>영</a:t>
            </a:r>
            <a:r>
              <a:rPr lang="en-US" altLang="ko-KR" sz="1050" dirty="0"/>
              <a:t>)</a:t>
            </a:r>
            <a:r>
              <a:rPr lang="ko-KR" altLang="en-US" sz="1050" dirty="0"/>
              <a:t>억</a:t>
            </a:r>
            <a:r>
              <a:rPr lang="en-US" altLang="ko-KR" sz="1050" dirty="0"/>
              <a:t>}</a:t>
            </a:r>
            <a:r>
              <a:rPr lang="ko-KR" altLang="en-US" sz="1050" dirty="0"/>
              <a:t>삼천</a:t>
            </a:r>
            <a:r>
              <a:rPr lang="en-US" altLang="ko-KR" sz="1050" dirty="0"/>
              <a:t>(</a:t>
            </a:r>
            <a:r>
              <a:rPr lang="ko-KR" altLang="en-US" sz="1050" dirty="0"/>
              <a:t>영백</a:t>
            </a:r>
            <a:r>
              <a:rPr lang="en-US" altLang="ko-KR" sz="1050" dirty="0"/>
              <a:t>)</a:t>
            </a:r>
            <a:r>
              <a:rPr lang="ko-KR" altLang="en-US" sz="1050" dirty="0"/>
              <a:t>이십</a:t>
            </a:r>
            <a:r>
              <a:rPr lang="en-US" altLang="ko-KR" sz="1050" dirty="0"/>
              <a:t>{(</a:t>
            </a:r>
            <a:r>
              <a:rPr lang="ko-KR" altLang="en-US" sz="1050" dirty="0"/>
              <a:t>영</a:t>
            </a:r>
            <a:r>
              <a:rPr lang="en-US" altLang="ko-KR" sz="1050" dirty="0"/>
              <a:t>)</a:t>
            </a:r>
            <a:r>
              <a:rPr lang="ko-KR" altLang="en-US" sz="1050" dirty="0"/>
              <a:t>만</a:t>
            </a:r>
            <a:r>
              <a:rPr lang="en-US" altLang="ko-KR" sz="1050" dirty="0"/>
              <a:t>}(</a:t>
            </a:r>
            <a:r>
              <a:rPr lang="ko-KR" altLang="en-US" sz="1050" dirty="0"/>
              <a:t>영천</a:t>
            </a:r>
            <a:r>
              <a:rPr lang="en-US" altLang="ko-KR" sz="1050" dirty="0"/>
              <a:t>)(</a:t>
            </a:r>
            <a:r>
              <a:rPr lang="ko-KR" altLang="en-US" sz="1050" dirty="0"/>
              <a:t>영백</a:t>
            </a:r>
            <a:r>
              <a:rPr lang="en-US" altLang="ko-KR" sz="1050" dirty="0"/>
              <a:t>)(</a:t>
            </a:r>
            <a:r>
              <a:rPr lang="ko-KR" altLang="en-US" sz="1050" dirty="0"/>
              <a:t>영</a:t>
            </a:r>
            <a:r>
              <a:rPr lang="en-US" altLang="ko-KR" sz="1050" dirty="0"/>
              <a:t>)]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해당 숫자가 몇 자리 인지 알아내야 첫 글자가 단위가 </a:t>
            </a:r>
            <a:r>
              <a:rPr lang="ko-KR" altLang="en-US" sz="1050" dirty="0" err="1"/>
              <a:t>어떤것인지</a:t>
            </a:r>
            <a:r>
              <a:rPr lang="ko-KR" altLang="en-US" sz="1050" dirty="0"/>
              <a:t> 안다</a:t>
            </a:r>
            <a:r>
              <a:rPr lang="en-US" altLang="ko-KR" sz="1050" dirty="0"/>
              <a:t>…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로직을</a:t>
            </a:r>
            <a:r>
              <a:rPr lang="ko-KR" altLang="en-US" sz="1050" dirty="0"/>
              <a:t> 보자</a:t>
            </a:r>
            <a:r>
              <a:rPr lang="en-US" altLang="ko-KR" sz="1050" dirty="0"/>
              <a:t>..</a:t>
            </a:r>
          </a:p>
          <a:p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73" y="956495"/>
            <a:ext cx="4370252" cy="552472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082" y="5564201"/>
            <a:ext cx="2925658" cy="4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5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10904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띄어쓰기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원하는 </a:t>
            </a:r>
            <a:r>
              <a:rPr lang="ko-KR" altLang="en-US" sz="1050" dirty="0" err="1"/>
              <a:t>띄어쓸</a:t>
            </a:r>
            <a:r>
              <a:rPr lang="ko-KR" altLang="en-US" sz="1050" dirty="0"/>
              <a:t> 칸 만큼 </a:t>
            </a:r>
            <a:r>
              <a:rPr lang="ko-KR" altLang="en-US" sz="1050" dirty="0" err="1"/>
              <a:t>블랭크</a:t>
            </a:r>
            <a:r>
              <a:rPr lang="en-US" altLang="ko-KR" sz="1050" dirty="0"/>
              <a:t>(</a:t>
            </a:r>
            <a:r>
              <a:rPr lang="ko-KR" altLang="en-US" sz="1050" dirty="0"/>
              <a:t>빈칸</a:t>
            </a:r>
            <a:r>
              <a:rPr lang="en-US" altLang="ko-KR" sz="1050" dirty="0"/>
              <a:t>)</a:t>
            </a:r>
            <a:r>
              <a:rPr lang="ko-KR" altLang="en-US" sz="1050" dirty="0"/>
              <a:t>를 출력</a:t>
            </a:r>
            <a:endParaRPr lang="en-US" altLang="ko-KR" sz="105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133772"/>
            <a:ext cx="4284897" cy="138557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24" y="2986503"/>
            <a:ext cx="1201021" cy="16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DBBB6F39-15B5-4888-8F65-726DA6595D0D}"/>
              </a:ext>
            </a:extLst>
          </p:cNvPr>
          <p:cNvSpPr/>
          <p:nvPr/>
        </p:nvSpPr>
        <p:spPr bwMode="auto">
          <a:xfrm>
            <a:off x="2054088" y="2411896"/>
            <a:ext cx="2425148" cy="2279374"/>
          </a:xfrm>
          <a:prstGeom prst="flowChartConnector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53D160C-A7C3-47DE-B5E6-F7A4C71ADA85}"/>
              </a:ext>
            </a:extLst>
          </p:cNvPr>
          <p:cNvCxnSpPr>
            <a:stCxn id="9" idx="0"/>
            <a:endCxn id="9" idx="4"/>
          </p:cNvCxnSpPr>
          <p:nvPr/>
        </p:nvCxnSpPr>
        <p:spPr bwMode="auto">
          <a:xfrm>
            <a:off x="3266662" y="2411896"/>
            <a:ext cx="0" cy="2279374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B1D694B-21ED-4A57-92E1-529B29D44D26}"/>
              </a:ext>
            </a:extLst>
          </p:cNvPr>
          <p:cNvCxnSpPr/>
          <p:nvPr/>
        </p:nvCxnSpPr>
        <p:spPr bwMode="auto">
          <a:xfrm flipH="1">
            <a:off x="3266662" y="2239617"/>
            <a:ext cx="1583634" cy="152400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62CA0E-A32D-4EE6-8249-2FE4E6AA6192}"/>
              </a:ext>
            </a:extLst>
          </p:cNvPr>
          <p:cNvSpPr txBox="1"/>
          <p:nvPr/>
        </p:nvSpPr>
        <p:spPr>
          <a:xfrm>
            <a:off x="5062330" y="2239617"/>
            <a:ext cx="3155031" cy="9294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1m </a:t>
            </a:r>
          </a:p>
          <a:p>
            <a:endParaRPr lang="en-US" altLang="ko-KR" dirty="0"/>
          </a:p>
          <a:p>
            <a:r>
              <a:rPr lang="ko-KR" altLang="en-US" dirty="0"/>
              <a:t>둘레</a:t>
            </a:r>
            <a:r>
              <a:rPr lang="en-US" altLang="ko-KR" dirty="0"/>
              <a:t>?  -&gt; 3.141592…..     </a:t>
            </a:r>
            <a:r>
              <a:rPr lang="ko-KR" altLang="en-US" dirty="0"/>
              <a:t>파이 </a:t>
            </a:r>
          </a:p>
        </p:txBody>
      </p:sp>
    </p:spTree>
    <p:extLst>
      <p:ext uri="{BB962C8B-B14F-4D97-AF65-F5344CB8AC3E}">
        <p14:creationId xmlns:p14="http://schemas.microsoft.com/office/powerpoint/2010/main" val="17702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sin</a:t>
            </a:r>
            <a:r>
              <a:rPr lang="ko-KR" altLang="en-US" sz="1600" dirty="0"/>
              <a:t>함수 그래프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Sin</a:t>
            </a:r>
            <a:r>
              <a:rPr lang="ko-KR" altLang="en-US" sz="1050" dirty="0"/>
              <a:t> </a:t>
            </a:r>
            <a:r>
              <a:rPr lang="ko-KR" altLang="en-US" sz="1050" dirty="0" err="1"/>
              <a:t>함수값을</a:t>
            </a:r>
            <a:r>
              <a:rPr lang="ko-KR" altLang="en-US" sz="1050" dirty="0"/>
              <a:t> </a:t>
            </a:r>
            <a:r>
              <a:rPr lang="en-US" altLang="ko-KR" sz="1050" dirty="0"/>
              <a:t>1</a:t>
            </a:r>
            <a:r>
              <a:rPr lang="ko-KR" altLang="en-US" sz="1050" dirty="0"/>
              <a:t>도에서 </a:t>
            </a:r>
            <a:r>
              <a:rPr lang="en-US" altLang="ko-KR" sz="1050" dirty="0"/>
              <a:t>360</a:t>
            </a:r>
            <a:r>
              <a:rPr lang="ko-KR" altLang="en-US" sz="1050" dirty="0"/>
              <a:t>도까지 구해보자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2</a:t>
            </a:r>
            <a:r>
              <a:rPr lang="ko-KR" altLang="en-US" sz="1050" dirty="0"/>
              <a:t>파이는 </a:t>
            </a:r>
            <a:r>
              <a:rPr lang="en-US" altLang="ko-KR" sz="1050" dirty="0"/>
              <a:t>360</a:t>
            </a:r>
            <a:r>
              <a:rPr lang="ko-KR" altLang="en-US" sz="1050" dirty="0"/>
              <a:t>도 이다 </a:t>
            </a:r>
            <a:r>
              <a:rPr lang="en-US" altLang="ko-KR" sz="1050" dirty="0"/>
              <a:t>(</a:t>
            </a:r>
            <a:r>
              <a:rPr lang="ko-KR" altLang="en-US" sz="1050" dirty="0"/>
              <a:t>원 </a:t>
            </a:r>
            <a:r>
              <a:rPr lang="ko-KR" altLang="en-US" sz="1050" dirty="0" err="1"/>
              <a:t>한바뀌</a:t>
            </a:r>
            <a:r>
              <a:rPr lang="en-US" altLang="ko-KR" sz="1050" dirty="0"/>
              <a:t>..</a:t>
            </a:r>
            <a:r>
              <a:rPr lang="ko-KR" altLang="en-US" sz="1050" dirty="0"/>
              <a:t>모르면 죽어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1</a:t>
            </a:r>
            <a:r>
              <a:rPr lang="ko-KR" altLang="en-US" sz="1050" dirty="0"/>
              <a:t>도는 몇 라디안이냐</a:t>
            </a:r>
            <a:r>
              <a:rPr lang="en-US" altLang="ko-KR" sz="105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Sin</a:t>
            </a:r>
            <a:r>
              <a:rPr lang="ko-KR" altLang="en-US" sz="1050" dirty="0"/>
              <a:t>함수는 </a:t>
            </a:r>
            <a:r>
              <a:rPr lang="en-US" altLang="ko-KR" sz="1050" dirty="0"/>
              <a:t>-1~1</a:t>
            </a:r>
            <a:r>
              <a:rPr lang="ko-KR" altLang="en-US" sz="1050" dirty="0"/>
              <a:t>까지 나온다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양수화하여 </a:t>
            </a:r>
            <a:r>
              <a:rPr lang="en-US" altLang="ko-KR" sz="1050" dirty="0"/>
              <a:t>+1</a:t>
            </a:r>
            <a:r>
              <a:rPr lang="ko-KR" altLang="en-US" sz="1050" dirty="0"/>
              <a:t>을 더하면 </a:t>
            </a:r>
            <a:r>
              <a:rPr lang="en-US" altLang="ko-KR" sz="1050" dirty="0"/>
              <a:t>0~2</a:t>
            </a:r>
            <a:r>
              <a:rPr lang="ko-KR" altLang="en-US" sz="1050" dirty="0"/>
              <a:t>까지 나온다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이놈을 </a:t>
            </a:r>
            <a:r>
              <a:rPr lang="en-US" altLang="ko-KR" sz="1050" dirty="0"/>
              <a:t>50</a:t>
            </a:r>
            <a:r>
              <a:rPr lang="ko-KR" altLang="en-US" sz="1050" dirty="0"/>
              <a:t>배 곱하면 </a:t>
            </a:r>
            <a:r>
              <a:rPr lang="en-US" altLang="ko-KR" sz="1050" dirty="0"/>
              <a:t>0~100</a:t>
            </a:r>
            <a:r>
              <a:rPr lang="ko-KR" altLang="en-US" sz="1050" dirty="0"/>
              <a:t>까지 표현할 수 있다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값만큼 띄어 쓴 다음 별하나 찍어보자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61" y="1474023"/>
            <a:ext cx="4602365" cy="38264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779" y="3839719"/>
            <a:ext cx="1653805" cy="239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0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피라미드 찍기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피라미드를 보자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이놈은 가운데를 중심으로 띄어쓰기는 한 칸 줄어들고 있고</a:t>
            </a:r>
            <a:r>
              <a:rPr lang="en-US" altLang="ko-KR" sz="1050" dirty="0"/>
              <a:t>, </a:t>
            </a:r>
            <a:r>
              <a:rPr lang="ko-KR" altLang="en-US" sz="1050" dirty="0"/>
              <a:t>별은 두 개씩 늘어난다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모든 이슈의 규칙을 찾는 습관을 들여보자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47" y="1124700"/>
            <a:ext cx="2992115" cy="180558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75" y="3622385"/>
            <a:ext cx="2971978" cy="184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9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칸 맞춰 인쇄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피라미드를 보자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일반적 리포트는 헤더 인쇄 후 내용을 인쇄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폰트가 칸이 맞아야 한다</a:t>
            </a:r>
            <a:r>
              <a:rPr lang="en-US" altLang="ko-KR" sz="1050" dirty="0"/>
              <a:t>.. (</a:t>
            </a:r>
            <a:r>
              <a:rPr lang="ko-KR" altLang="en-US" sz="1050" dirty="0"/>
              <a:t>한글</a:t>
            </a:r>
            <a:r>
              <a:rPr lang="en-US" altLang="ko-KR" sz="1050" dirty="0"/>
              <a:t>1</a:t>
            </a:r>
            <a:r>
              <a:rPr lang="ko-KR" altLang="en-US" sz="1050" dirty="0"/>
              <a:t>개의 영문</a:t>
            </a:r>
            <a:r>
              <a:rPr lang="en-US" altLang="ko-KR" sz="1050" dirty="0"/>
              <a:t>2)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Printf</a:t>
            </a:r>
            <a:r>
              <a:rPr lang="en-US" altLang="ko-KR" sz="1050" dirty="0"/>
              <a:t>(“%1.1s”, “a”);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 err="1"/>
              <a:t>Printf</a:t>
            </a:r>
            <a:r>
              <a:rPr lang="en-US" altLang="ko-KR" sz="1050" dirty="0"/>
              <a:t>(“%1.1s”,”</a:t>
            </a:r>
            <a:r>
              <a:rPr lang="ko-KR" altLang="en-US" sz="1050" dirty="0"/>
              <a:t>가</a:t>
            </a:r>
            <a:r>
              <a:rPr lang="en-US" altLang="ko-KR" sz="1050" dirty="0"/>
              <a:t>”);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웃기는것이</a:t>
            </a:r>
            <a:r>
              <a:rPr lang="ko-KR" altLang="en-US" sz="1050" dirty="0"/>
              <a:t> 한글을 </a:t>
            </a:r>
            <a:r>
              <a:rPr lang="en-US" altLang="ko-KR" sz="1050" dirty="0"/>
              <a:t>1s</a:t>
            </a:r>
            <a:r>
              <a:rPr lang="ko-KR" altLang="en-US" sz="1050" dirty="0"/>
              <a:t>로 인식한다</a:t>
            </a:r>
            <a:r>
              <a:rPr lang="en-US" altLang="ko-KR" sz="1050" dirty="0"/>
              <a:t>. (</a:t>
            </a:r>
            <a:r>
              <a:rPr lang="ko-KR" altLang="en-US" sz="1050" dirty="0"/>
              <a:t>즉 한글 한자당 </a:t>
            </a:r>
            <a:r>
              <a:rPr lang="en-US" altLang="ko-KR" sz="1050" dirty="0"/>
              <a:t>-1</a:t>
            </a:r>
            <a:r>
              <a:rPr lang="ko-KR" altLang="en-US" sz="1050" dirty="0"/>
              <a:t>을 해야 한다</a:t>
            </a:r>
            <a:r>
              <a:rPr lang="en-US" altLang="ko-KR" sz="1050" dirty="0"/>
              <a:t>. </a:t>
            </a:r>
            <a:r>
              <a:rPr lang="ko-KR" altLang="en-US" sz="1050" dirty="0"/>
              <a:t>당해보면 안다</a:t>
            </a:r>
            <a:r>
              <a:rPr lang="en-US" altLang="ko-KR" sz="1050" dirty="0"/>
              <a:t>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247775"/>
            <a:ext cx="4988247" cy="228461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36" y="3975285"/>
            <a:ext cx="4638625" cy="126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8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DE1F-DD40-A558-9746-450917D9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98A42F99-0F0F-26C1-4F1B-F7D612924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함수</a:t>
            </a:r>
            <a:r>
              <a:rPr lang="en-US" altLang="ko-KR" sz="1600" dirty="0"/>
              <a:t>(=</a:t>
            </a:r>
            <a:r>
              <a:rPr lang="ko-KR" altLang="en-US" sz="1600" dirty="0"/>
              <a:t>메서드</a:t>
            </a:r>
            <a:r>
              <a:rPr lang="en-US" altLang="ko-KR" sz="1600" dirty="0"/>
              <a:t>,method, function)</a:t>
            </a:r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입력을 받으면 출력을 주는 구조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입력과 출력이 없을 수 있다 </a:t>
            </a:r>
            <a:r>
              <a:rPr lang="en-US" altLang="ko-KR" sz="1050" dirty="0"/>
              <a:t>(void)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메인이</a:t>
            </a:r>
            <a:r>
              <a:rPr lang="en-US" altLang="ko-KR" sz="1050" dirty="0"/>
              <a:t> </a:t>
            </a:r>
            <a:r>
              <a:rPr lang="ko-KR" altLang="en-US" sz="1050" dirty="0"/>
              <a:t>간결해지고</a:t>
            </a:r>
            <a:r>
              <a:rPr lang="en-US" altLang="ko-KR" sz="1050" dirty="0"/>
              <a:t> </a:t>
            </a:r>
            <a:r>
              <a:rPr lang="ko-KR" altLang="en-US" sz="1050" dirty="0"/>
              <a:t>이해도가</a:t>
            </a:r>
            <a:r>
              <a:rPr lang="en-US" altLang="ko-KR" sz="1050" dirty="0"/>
              <a:t> </a:t>
            </a:r>
            <a:r>
              <a:rPr lang="ko-KR" altLang="en-US" sz="1050" dirty="0"/>
              <a:t>높아짐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반복적으로 쓰는 부분을 만들어 </a:t>
            </a:r>
            <a:r>
              <a:rPr lang="ko-KR" altLang="en-US" sz="1050" dirty="0" err="1"/>
              <a:t>둘수</a:t>
            </a:r>
            <a:r>
              <a:rPr lang="ko-KR" altLang="en-US" sz="1050" dirty="0"/>
              <a:t> 있다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많이 사용되거나 유용한 기능은</a:t>
            </a:r>
            <a:r>
              <a:rPr lang="en-US" altLang="ko-KR" sz="1050" dirty="0"/>
              <a:t>,</a:t>
            </a:r>
            <a:r>
              <a:rPr lang="ko-KR" altLang="en-US" sz="1050" dirty="0"/>
              <a:t> 이미 잘 만들어진 함수를 가져다 쓰고 있는 것이다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Static</a:t>
            </a:r>
            <a:r>
              <a:rPr lang="ko-KR" altLang="en-US" sz="1050" dirty="0"/>
              <a:t>기능의 주의하자</a:t>
            </a:r>
            <a:r>
              <a:rPr lang="en-US" altLang="ko-KR" sz="1050" dirty="0"/>
              <a:t>..</a:t>
            </a:r>
            <a:br>
              <a:rPr lang="en-US" altLang="ko-KR" sz="1050" dirty="0"/>
            </a:br>
            <a:r>
              <a:rPr lang="en-US" altLang="ko-KR" sz="1050" dirty="0"/>
              <a:t>- static</a:t>
            </a:r>
            <a:r>
              <a:rPr lang="ko-KR" altLang="en-US" sz="1050" dirty="0"/>
              <a:t>은 기억공간안에 고정적으로 자리를 </a:t>
            </a:r>
            <a:r>
              <a:rPr lang="ko-KR" altLang="en-US" sz="1050" dirty="0" err="1"/>
              <a:t>잡는것</a:t>
            </a:r>
            <a:r>
              <a:rPr lang="en-US" altLang="ko-KR" sz="1050" dirty="0"/>
              <a:t>..</a:t>
            </a:r>
            <a:br>
              <a:rPr lang="en-US" altLang="ko-KR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클래스에서 배운다</a:t>
            </a:r>
            <a:r>
              <a:rPr lang="en-US" altLang="ko-KR" sz="1050" dirty="0"/>
              <a:t>.</a:t>
            </a:r>
            <a:br>
              <a:rPr lang="en-US" altLang="ko-KR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클래스 </a:t>
            </a:r>
            <a:r>
              <a:rPr lang="en-US" altLang="ko-KR" sz="1050" dirty="0"/>
              <a:t>new</a:t>
            </a:r>
            <a:r>
              <a:rPr lang="ko-KR" altLang="en-US" sz="1050" dirty="0"/>
              <a:t>시 기억장치를 할당</a:t>
            </a:r>
            <a:r>
              <a:rPr lang="en-US" altLang="ko-KR" sz="1050" dirty="0"/>
              <a:t>-&gt; static</a:t>
            </a:r>
            <a:r>
              <a:rPr lang="ko-KR" altLang="en-US" sz="1050" dirty="0"/>
              <a:t>아님</a:t>
            </a:r>
            <a:r>
              <a:rPr lang="en-US" altLang="ko-KR" sz="1050" dirty="0"/>
              <a:t/>
            </a:r>
            <a:br>
              <a:rPr lang="en-US" altLang="ko-KR" sz="1050" dirty="0"/>
            </a:br>
            <a:r>
              <a:rPr lang="en-US" altLang="ko-KR" sz="1050" dirty="0"/>
              <a:t>- new</a:t>
            </a:r>
            <a:r>
              <a:rPr lang="ko-KR" altLang="en-US" sz="1050" dirty="0"/>
              <a:t>전에 공간할당</a:t>
            </a:r>
            <a:r>
              <a:rPr lang="en-US" altLang="ko-KR" sz="1050" dirty="0"/>
              <a:t>static.</a:t>
            </a:r>
            <a:br>
              <a:rPr lang="en-US" altLang="ko-KR" sz="1050" dirty="0"/>
            </a:br>
            <a:r>
              <a:rPr lang="en-US" altLang="ko-KR" sz="1050" dirty="0"/>
              <a:t>- </a:t>
            </a:r>
            <a:r>
              <a:rPr lang="ko-KR" altLang="en-US" sz="1050" dirty="0"/>
              <a:t>일부</a:t>
            </a:r>
            <a:r>
              <a:rPr lang="en-US" altLang="ko-KR" sz="1050" dirty="0"/>
              <a:t>system</a:t>
            </a:r>
            <a:r>
              <a:rPr lang="ko-KR" altLang="en-US" sz="1050" dirty="0"/>
              <a:t>관련 클래스들은 </a:t>
            </a:r>
            <a:r>
              <a:rPr lang="en-US" altLang="ko-KR" sz="1050" dirty="0"/>
              <a:t>static</a:t>
            </a:r>
            <a:r>
              <a:rPr lang="ko-KR" altLang="en-US" sz="1050" dirty="0"/>
              <a:t>클래스</a:t>
            </a:r>
            <a:r>
              <a:rPr lang="en-US" altLang="ko-KR" sz="1050" dirty="0"/>
              <a:t>..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FC225F-6116-F6A6-7C12-67DE6F2E8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7B00EF9-24D2-F80D-34EF-2B5BC4C43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AFFFFF-AAC7-9F2E-7E5F-1B22D7C7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58" y="1026063"/>
            <a:ext cx="5285469" cy="31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7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F398-B508-A52A-FF51-16CE24F5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240B30EE-193E-6AC5-EE28-776E727A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리포트 작성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리포트라 함은</a:t>
            </a:r>
            <a:r>
              <a:rPr lang="en-US" altLang="ko-KR" sz="1050" dirty="0"/>
              <a:t>.. </a:t>
            </a:r>
            <a:r>
              <a:rPr lang="ko-KR" altLang="en-US" sz="1050" dirty="0"/>
              <a:t>모양을 갖추어 출력하는 형식을 말하며 일반적으로 가장 많이 처리하는 작업이다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예제를 따라해보고 최대한으로 이쁘게 나올 수 있도록 조정해 </a:t>
            </a:r>
            <a:r>
              <a:rPr lang="ko-KR" altLang="en-US" sz="1050" dirty="0" err="1"/>
              <a:t>보시오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아래와 같이</a:t>
            </a:r>
            <a:r>
              <a:rPr lang="en-US" altLang="ko-KR" sz="1050" dirty="0"/>
              <a:t>.. </a:t>
            </a:r>
            <a:r>
              <a:rPr lang="ko-KR" altLang="en-US" sz="1050" dirty="0"/>
              <a:t>품명은 몇 개만 보이게 한 후 그 길이를 넘어간다면 </a:t>
            </a:r>
            <a:r>
              <a:rPr lang="ko-KR" altLang="en-US" sz="1050" dirty="0" err="1"/>
              <a:t>짤라서</a:t>
            </a:r>
            <a:r>
              <a:rPr lang="ko-KR" altLang="en-US" sz="1050" dirty="0"/>
              <a:t> 보여야 </a:t>
            </a:r>
            <a:r>
              <a:rPr lang="ko-KR" altLang="en-US" sz="1050" dirty="0" err="1"/>
              <a:t>할것이다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EC7CBD3-95E2-BCFD-86E6-A0C451C2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D676185-BE29-04B4-EC28-6AE939C2D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7E913E-B4DF-2BEE-36F8-040BCB72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27" y="1160649"/>
            <a:ext cx="5078162" cy="3504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10566DE-C552-F9B6-0953-8DE3D3BA6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905" y="3068992"/>
            <a:ext cx="2910306" cy="168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BFB2-BC42-7ED4-EBD8-80E212FF3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E1C149C1-1346-FCA5-25DA-092334ED4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리포트 작성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글자를 잘라 봅시다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즉 몇 개까지 잘라서 인쇄한다면</a:t>
            </a:r>
            <a:r>
              <a:rPr lang="en-US" altLang="ko-KR" sz="1050" dirty="0"/>
              <a:t>.. </a:t>
            </a:r>
            <a:r>
              <a:rPr lang="ko-KR" altLang="en-US" sz="1050" dirty="0"/>
              <a:t>왼쪽 정렬</a:t>
            </a:r>
            <a:r>
              <a:rPr lang="en-US" altLang="ko-KR" sz="1050" dirty="0"/>
              <a:t>..</a:t>
            </a:r>
            <a:r>
              <a:rPr lang="ko-KR" altLang="en-US" sz="1050" dirty="0"/>
              <a:t>오른 쪽 정렬에 맞춰서</a:t>
            </a:r>
            <a:r>
              <a:rPr lang="en-US" altLang="ko-KR" sz="1050" dirty="0"/>
              <a:t>.. </a:t>
            </a:r>
            <a:r>
              <a:rPr lang="ko-KR" altLang="en-US" sz="1050" dirty="0"/>
              <a:t>남은 개수만큼 </a:t>
            </a:r>
            <a:r>
              <a:rPr lang="ko-KR" altLang="en-US" sz="1050" dirty="0" err="1"/>
              <a:t>블랭크</a:t>
            </a:r>
            <a:r>
              <a:rPr lang="en-US" altLang="ko-KR" sz="1050" dirty="0"/>
              <a:t>(</a:t>
            </a:r>
            <a:r>
              <a:rPr lang="ko-KR" altLang="en-US" sz="1050" dirty="0"/>
              <a:t>빈칸</a:t>
            </a:r>
            <a:r>
              <a:rPr lang="en-US" altLang="ko-KR" sz="1050" dirty="0"/>
              <a:t>.blank)</a:t>
            </a:r>
            <a:r>
              <a:rPr lang="ko-KR" altLang="en-US" sz="1050" dirty="0"/>
              <a:t>를 채워서 맞추던가</a:t>
            </a:r>
            <a:r>
              <a:rPr lang="en-US" altLang="ko-KR" sz="1050" dirty="0"/>
              <a:t>, </a:t>
            </a:r>
            <a:r>
              <a:rPr lang="ko-KR" altLang="en-US" sz="1050" dirty="0"/>
              <a:t>길이가 더 길다면 잘라야 한다</a:t>
            </a:r>
            <a:r>
              <a:rPr lang="en-US" altLang="ko-KR" sz="1050" dirty="0"/>
              <a:t>.</a:t>
            </a:r>
            <a:r>
              <a:rPr lang="ko-KR" altLang="en-US" sz="1050" dirty="0"/>
              <a:t> 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옆에 예제를 실습해보자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일반 영문 </a:t>
            </a:r>
            <a:r>
              <a:rPr lang="en-US" altLang="ko-KR" sz="1050" dirty="0"/>
              <a:t>2</a:t>
            </a:r>
            <a:r>
              <a:rPr lang="ko-KR" altLang="en-US" sz="1050" dirty="0"/>
              <a:t>글자에 한글은 </a:t>
            </a:r>
            <a:r>
              <a:rPr lang="en-US" altLang="ko-KR" sz="1050" dirty="0"/>
              <a:t>1</a:t>
            </a:r>
            <a:r>
              <a:rPr lang="ko-KR" altLang="en-US" sz="1050" dirty="0"/>
              <a:t>글자가 인쇄된다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Byte</a:t>
            </a:r>
            <a:r>
              <a:rPr lang="ko-KR" altLang="en-US" sz="1050" dirty="0"/>
              <a:t>로 </a:t>
            </a:r>
            <a:r>
              <a:rPr lang="ko-KR" altLang="en-US" sz="1050" dirty="0" err="1"/>
              <a:t>변환후</a:t>
            </a:r>
            <a:r>
              <a:rPr lang="ko-KR" altLang="en-US" sz="1050" dirty="0"/>
              <a:t> 처리해 보면 어떨까</a:t>
            </a:r>
            <a:r>
              <a:rPr lang="en-US" altLang="ko-KR" sz="105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옆에 예제는 그나마 </a:t>
            </a:r>
            <a:r>
              <a:rPr lang="en-US" altLang="ko-KR" sz="1050" dirty="0"/>
              <a:t>MS949(ANSI)</a:t>
            </a:r>
            <a:r>
              <a:rPr lang="ko-KR" altLang="en-US" sz="1050" dirty="0"/>
              <a:t>로 한글이 저장된다면 인쇄</a:t>
            </a:r>
            <a:r>
              <a:rPr lang="en-US" altLang="ko-KR" sz="1050" dirty="0"/>
              <a:t>2</a:t>
            </a:r>
            <a:r>
              <a:rPr lang="ko-KR" altLang="en-US" sz="1050" dirty="0"/>
              <a:t>개</a:t>
            </a:r>
            <a:r>
              <a:rPr lang="en-US" altLang="ko-KR" sz="1050" dirty="0"/>
              <a:t>, 2byte</a:t>
            </a:r>
            <a:r>
              <a:rPr lang="ko-KR" altLang="en-US" sz="1050" dirty="0"/>
              <a:t>이지만  한글을 저장하는 경우이고 </a:t>
            </a:r>
            <a:r>
              <a:rPr lang="en-US" altLang="ko-KR" sz="1050" dirty="0"/>
              <a:t>UTF-8</a:t>
            </a:r>
            <a:r>
              <a:rPr lang="ko-KR" altLang="en-US" sz="1050" dirty="0"/>
              <a:t>은 인쇄 </a:t>
            </a:r>
            <a:r>
              <a:rPr lang="en-US" altLang="ko-KR" sz="1050" dirty="0"/>
              <a:t>2</a:t>
            </a:r>
            <a:r>
              <a:rPr lang="ko-KR" altLang="en-US" sz="1050" dirty="0"/>
              <a:t>개</a:t>
            </a:r>
            <a:r>
              <a:rPr lang="en-US" altLang="ko-KR" sz="1050" dirty="0"/>
              <a:t>, </a:t>
            </a:r>
            <a:r>
              <a:rPr lang="ko-KR" altLang="en-US" sz="1050" dirty="0"/>
              <a:t>저장 </a:t>
            </a:r>
            <a:r>
              <a:rPr lang="en-US" altLang="ko-KR" sz="1050" dirty="0"/>
              <a:t>3</a:t>
            </a:r>
            <a:r>
              <a:rPr lang="ko-KR" altLang="en-US" sz="1050" dirty="0"/>
              <a:t>개라 더 힘들 것이다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F4E02B-7DFB-918F-6F38-9FE8780FE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1C2D97F-56D6-0F6B-9271-7CCCAE8DC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08059C7-7DCE-570D-732E-69799CDB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1013412"/>
            <a:ext cx="3556388" cy="2145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74F869-3C23-C293-499F-5B70C23ED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3" y="3215452"/>
            <a:ext cx="3556388" cy="20651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B63741-5C63-A38C-606A-CCE3D607C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555" y="4118113"/>
            <a:ext cx="3710463" cy="21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7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BB0C2-7C5A-9916-8069-F8E494B2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FC4B5F23-5108-0CBC-B2FD-6E2F642B2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한글을 처리해보자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글자 하나하나 인식 </a:t>
            </a:r>
            <a:r>
              <a:rPr lang="en-US" altLang="ko-KR" sz="1050" dirty="0"/>
              <a:t>-&gt; String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50" dirty="0"/>
              <a:t>String</a:t>
            </a:r>
            <a:r>
              <a:rPr lang="ko-KR" altLang="en-US" sz="1050" dirty="0"/>
              <a:t>의 첫번째 바이트를 비교하여 </a:t>
            </a:r>
            <a:r>
              <a:rPr lang="en-US" altLang="ko-KR" sz="1050" dirty="0"/>
              <a:t>127</a:t>
            </a:r>
            <a:r>
              <a:rPr lang="ko-KR" altLang="en-US" sz="1050" dirty="0"/>
              <a:t>이하이면 </a:t>
            </a:r>
            <a:r>
              <a:rPr lang="en-US" altLang="ko-KR" sz="1050" dirty="0"/>
              <a:t>ASCII</a:t>
            </a:r>
            <a:r>
              <a:rPr lang="ko-KR" altLang="en-US" sz="1050" dirty="0"/>
              <a:t>코드로 </a:t>
            </a:r>
            <a:r>
              <a:rPr lang="ko-KR" altLang="en-US" sz="1050" dirty="0" err="1"/>
              <a:t>영숫자이고</a:t>
            </a:r>
            <a:r>
              <a:rPr lang="en-US" altLang="ko-KR" sz="1050" dirty="0"/>
              <a:t>, </a:t>
            </a:r>
            <a:r>
              <a:rPr lang="ko-KR" altLang="en-US" sz="1050" dirty="0"/>
              <a:t>그 이상이면 한글 코드이다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 err="1"/>
              <a:t>인쇄갯수와</a:t>
            </a:r>
            <a:r>
              <a:rPr lang="ko-KR" altLang="en-US" sz="1050" dirty="0"/>
              <a:t> </a:t>
            </a:r>
            <a:r>
              <a:rPr lang="ko-KR" altLang="en-US" sz="1050" dirty="0" err="1"/>
              <a:t>글자갯수를</a:t>
            </a:r>
            <a:r>
              <a:rPr lang="ko-KR" altLang="en-US" sz="1050" dirty="0"/>
              <a:t> 계산하는 카운터를 둔다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C8527A2-2AF5-E639-5CBE-4B148E331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EE7122FA-23A5-BE02-D4C2-26E7FF4CA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73" y="956495"/>
            <a:ext cx="5493871" cy="54632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F1F42F-7D3E-76D2-6C97-B9C3CB978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54184"/>
              </p:ext>
            </p:extLst>
          </p:nvPr>
        </p:nvGraphicFramePr>
        <p:xfrm>
          <a:off x="610704" y="1340310"/>
          <a:ext cx="5193747" cy="138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083">
                  <a:extLst>
                    <a:ext uri="{9D8B030D-6E8A-4147-A177-3AD203B41FA5}">
                      <a16:colId xmlns:a16="http://schemas.microsoft.com/office/drawing/2014/main" val="119100643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418790592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2430694554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1456615374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2098259242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674131955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3161332063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3397506204"/>
                    </a:ext>
                  </a:extLst>
                </a:gridCol>
                <a:gridCol w="577083">
                  <a:extLst>
                    <a:ext uri="{9D8B030D-6E8A-4147-A177-3AD203B41FA5}">
                      <a16:colId xmlns:a16="http://schemas.microsoft.com/office/drawing/2014/main" val="947166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글자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+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258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String</a:t>
                      </a:r>
                      <a:r>
                        <a:rPr lang="ko-KR" altLang="en-US" sz="1200" dirty="0"/>
                        <a:t>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913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인쇄수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2446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274A9B0-0874-652F-F4E0-54E2BB64A524}"/>
              </a:ext>
            </a:extLst>
          </p:cNvPr>
          <p:cNvSpPr txBox="1"/>
          <p:nvPr/>
        </p:nvSpPr>
        <p:spPr>
          <a:xfrm>
            <a:off x="729358" y="3018722"/>
            <a:ext cx="4956312" cy="2209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“</a:t>
            </a:r>
            <a:r>
              <a:rPr lang="ko-KR" altLang="en-US" dirty="0"/>
              <a:t>한우 </a:t>
            </a:r>
            <a:r>
              <a:rPr lang="en-US" altLang="ko-KR" dirty="0"/>
              <a:t>A++ </a:t>
            </a:r>
            <a:r>
              <a:rPr lang="ko-KR" altLang="en-US" dirty="0"/>
              <a:t>등심</a:t>
            </a:r>
            <a:r>
              <a:rPr lang="en-US" altLang="ko-KR" dirty="0"/>
              <a:t>” </a:t>
            </a:r>
            <a:r>
              <a:rPr lang="ko-KR" altLang="en-US" dirty="0"/>
              <a:t>글자열을 </a:t>
            </a:r>
            <a:r>
              <a:rPr lang="en-US" altLang="ko-KR" dirty="0"/>
              <a:t>9</a:t>
            </a:r>
            <a:r>
              <a:rPr lang="ko-KR" altLang="en-US" dirty="0"/>
              <a:t>칸만 인쇄해 보자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9</a:t>
            </a:r>
            <a:r>
              <a:rPr lang="ko-KR" altLang="en-US" dirty="0"/>
              <a:t>칸은 </a:t>
            </a:r>
            <a:r>
              <a:rPr lang="en-US" altLang="ko-KR" dirty="0"/>
              <a:t>“</a:t>
            </a:r>
            <a:r>
              <a:rPr lang="ko-KR" altLang="en-US" dirty="0"/>
              <a:t>등</a:t>
            </a:r>
            <a:r>
              <a:rPr lang="en-US" altLang="ko-KR" dirty="0"/>
              <a:t>＂</a:t>
            </a:r>
            <a:r>
              <a:rPr lang="ko-KR" altLang="en-US" dirty="0"/>
              <a:t>글자의 중간을 자르는 것이고</a:t>
            </a:r>
            <a:r>
              <a:rPr lang="en-US" altLang="ko-KR" dirty="0"/>
              <a:t>, </a:t>
            </a:r>
            <a:r>
              <a:rPr lang="ko-KR" altLang="en-US" dirty="0"/>
              <a:t>한글은 중간을 자를 수 없고</a:t>
            </a:r>
            <a:r>
              <a:rPr lang="en-US" altLang="ko-KR" dirty="0"/>
              <a:t>, </a:t>
            </a:r>
            <a:r>
              <a:rPr lang="ko-KR" altLang="en-US" dirty="0"/>
              <a:t>그냥 자르면 </a:t>
            </a:r>
            <a:r>
              <a:rPr lang="ko-KR" altLang="en-US" dirty="0" err="1"/>
              <a:t>인쇄시</a:t>
            </a:r>
            <a:r>
              <a:rPr lang="ko-KR" altLang="en-US" dirty="0"/>
              <a:t> 깨진 글자가 나온다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즉 이때는 </a:t>
            </a:r>
            <a:r>
              <a:rPr lang="en-US" altLang="ko-KR" dirty="0"/>
              <a:t>“</a:t>
            </a:r>
            <a:r>
              <a:rPr lang="ko-KR" altLang="en-US" dirty="0"/>
              <a:t>한우 </a:t>
            </a:r>
            <a:r>
              <a:rPr lang="en-US" altLang="ko-KR" dirty="0"/>
              <a:t>A++ “(</a:t>
            </a:r>
            <a:r>
              <a:rPr lang="ko-KR" altLang="en-US" dirty="0" err="1"/>
              <a:t>맨뒤</a:t>
            </a:r>
            <a:r>
              <a:rPr lang="ko-KR" altLang="en-US" dirty="0"/>
              <a:t> 빈칸</a:t>
            </a:r>
            <a:r>
              <a:rPr lang="en-US" altLang="ko-KR" dirty="0"/>
              <a:t>1</a:t>
            </a:r>
            <a:r>
              <a:rPr lang="ko-KR" altLang="en-US" dirty="0"/>
              <a:t>칸 포함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en-US" altLang="ko-KR" dirty="0"/>
              <a:t>8</a:t>
            </a:r>
            <a:r>
              <a:rPr lang="ko-KR" altLang="en-US" dirty="0"/>
              <a:t>칸을 잘라야 하고</a:t>
            </a:r>
            <a:r>
              <a:rPr lang="en-US" altLang="ko-KR" dirty="0"/>
              <a:t>.. 9</a:t>
            </a:r>
            <a:r>
              <a:rPr lang="ko-KR" altLang="en-US" dirty="0"/>
              <a:t>칸을 맞춰야 하므로 </a:t>
            </a:r>
            <a:r>
              <a:rPr lang="en-US" altLang="ko-KR" dirty="0"/>
              <a:t>“ “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하나 붙여서 </a:t>
            </a:r>
            <a:r>
              <a:rPr lang="en-US" altLang="ko-KR" dirty="0"/>
              <a:t>9</a:t>
            </a:r>
            <a:r>
              <a:rPr lang="ko-KR" altLang="en-US" dirty="0"/>
              <a:t>칸으로 만들어야 한다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즉 인쇄 수를 세어서 처리하여야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397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7231-8B7C-D4A7-BC61-7BC23AB9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D88161C3-96FD-D5DD-509A-6FD262C91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한글을 처리해보자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지난 년도까지는 </a:t>
            </a:r>
            <a:r>
              <a:rPr lang="en-US" altLang="ko-KR" sz="1050" dirty="0"/>
              <a:t>MS949</a:t>
            </a:r>
            <a:r>
              <a:rPr lang="ko-KR" altLang="en-US" sz="1050" dirty="0"/>
              <a:t>로 실습하였으나</a:t>
            </a:r>
            <a:r>
              <a:rPr lang="en-US" altLang="ko-KR" sz="1050" dirty="0"/>
              <a:t>, </a:t>
            </a:r>
            <a:r>
              <a:rPr lang="ko-KR" altLang="en-US" sz="1050" dirty="0"/>
              <a:t>올해부터는 </a:t>
            </a:r>
            <a:r>
              <a:rPr lang="en-US" altLang="ko-KR" sz="1050" dirty="0"/>
              <a:t>UTF8</a:t>
            </a:r>
            <a:r>
              <a:rPr lang="ko-KR" altLang="en-US" sz="1050" dirty="0"/>
              <a:t>이다</a:t>
            </a:r>
            <a:r>
              <a:rPr lang="en-US" altLang="ko-KR" sz="1050" dirty="0"/>
              <a:t>.. </a:t>
            </a:r>
            <a:r>
              <a:rPr lang="ko-KR" altLang="en-US" sz="1050" dirty="0"/>
              <a:t>일단 두경우 다 될 수 있는 로직을 생각해 보았다</a:t>
            </a:r>
            <a:r>
              <a:rPr lang="en-US" altLang="ko-KR" sz="1050" dirty="0"/>
              <a:t>.. </a:t>
            </a:r>
            <a:r>
              <a:rPr lang="ko-KR" altLang="en-US" sz="1050" dirty="0"/>
              <a:t>음</a:t>
            </a:r>
            <a:r>
              <a:rPr lang="en-US" altLang="ko-KR" sz="1050" dirty="0"/>
              <a:t>..</a:t>
            </a:r>
            <a:r>
              <a:rPr lang="ko-KR" altLang="en-US" sz="1050" dirty="0"/>
              <a:t>에러는 없을 듯 하지만</a:t>
            </a:r>
            <a:r>
              <a:rPr lang="en-US" altLang="ko-KR" sz="1050" dirty="0"/>
              <a:t>.. </a:t>
            </a:r>
            <a:r>
              <a:rPr lang="ko-KR" altLang="en-US" sz="1050" dirty="0"/>
              <a:t>나오면 고쳐야지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앞에 이론을 코딩해 보자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글자열이 들어오면 </a:t>
            </a:r>
            <a:r>
              <a:rPr lang="ko-KR" altLang="en-US" sz="1050" dirty="0" err="1"/>
              <a:t>글자열</a:t>
            </a:r>
            <a:r>
              <a:rPr lang="ko-KR" altLang="en-US" sz="1050" dirty="0"/>
              <a:t> 만큼 글자를 하나하나 처리해 본다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하나의 글자열이 한글이면 </a:t>
            </a:r>
            <a:r>
              <a:rPr lang="ko-KR" altLang="en-US" sz="1050" dirty="0" err="1"/>
              <a:t>인쇄칸은</a:t>
            </a:r>
            <a:r>
              <a:rPr lang="ko-KR" altLang="en-US" sz="1050" dirty="0"/>
              <a:t> </a:t>
            </a:r>
            <a:r>
              <a:rPr lang="en-US" altLang="ko-KR" sz="1050" dirty="0"/>
              <a:t>2</a:t>
            </a:r>
            <a:r>
              <a:rPr lang="ko-KR" altLang="en-US" sz="1050" dirty="0"/>
              <a:t>칸</a:t>
            </a:r>
            <a:r>
              <a:rPr lang="en-US" altLang="ko-KR" sz="1050" dirty="0"/>
              <a:t>, </a:t>
            </a:r>
            <a:r>
              <a:rPr lang="ko-KR" altLang="en-US" sz="1050" dirty="0"/>
              <a:t>아니면 </a:t>
            </a:r>
            <a:r>
              <a:rPr lang="en-US" altLang="ko-KR" sz="1050" dirty="0"/>
              <a:t>1</a:t>
            </a:r>
            <a:r>
              <a:rPr lang="ko-KR" altLang="en-US" sz="1050" dirty="0"/>
              <a:t>칸이다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 인쇄 칸이 원하는 크기만큼 </a:t>
            </a:r>
            <a:r>
              <a:rPr lang="ko-KR" altLang="en-US" sz="1050" dirty="0" err="1"/>
              <a:t>왔을때</a:t>
            </a:r>
            <a:r>
              <a:rPr lang="en-US" altLang="ko-KR" sz="1050" dirty="0"/>
              <a:t>, </a:t>
            </a:r>
            <a:r>
              <a:rPr lang="ko-KR" altLang="en-US" sz="1050" dirty="0"/>
              <a:t>글자수 만큼 글자를 자르고</a:t>
            </a:r>
            <a:r>
              <a:rPr lang="en-US" altLang="ko-KR" sz="1050" dirty="0"/>
              <a:t>, </a:t>
            </a:r>
            <a:r>
              <a:rPr lang="ko-KR" altLang="en-US" sz="1050" dirty="0"/>
              <a:t>그보다 크기가 모자란 만큼 빈칸을 채워서 최종 결과를 보낸다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722B75-6CB8-6B11-1F57-C5561F231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7" y="1246811"/>
            <a:ext cx="6149604" cy="387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2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37231-8B7C-D4A7-BC61-7BC23AB9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D88161C3-96FD-D5DD-509A-6FD262C91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처리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어려우니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안사용</a:t>
            </a:r>
            <a:r>
              <a:rPr lang="en-US" altLang="ko-KR" sz="1600" dirty="0"/>
              <a:t>)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한글을 처리해보자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지난 년도까지는 </a:t>
            </a:r>
            <a:r>
              <a:rPr lang="en-US" altLang="ko-KR" sz="1050" dirty="0"/>
              <a:t>MS949</a:t>
            </a:r>
            <a:r>
              <a:rPr lang="ko-KR" altLang="en-US" sz="1050" dirty="0"/>
              <a:t>로 실습하였으나</a:t>
            </a:r>
            <a:r>
              <a:rPr lang="en-US" altLang="ko-KR" sz="1050" dirty="0"/>
              <a:t>, </a:t>
            </a:r>
            <a:r>
              <a:rPr lang="ko-KR" altLang="en-US" sz="1050" dirty="0"/>
              <a:t>올해부터는 </a:t>
            </a:r>
            <a:r>
              <a:rPr lang="en-US" altLang="ko-KR" sz="1050" dirty="0"/>
              <a:t>UTF8</a:t>
            </a:r>
            <a:r>
              <a:rPr lang="ko-KR" altLang="en-US" sz="1050" dirty="0"/>
              <a:t>이다</a:t>
            </a:r>
            <a:r>
              <a:rPr lang="en-US" altLang="ko-KR" sz="1050" dirty="0"/>
              <a:t>.. </a:t>
            </a:r>
            <a:r>
              <a:rPr lang="ko-KR" altLang="en-US" sz="1050" dirty="0"/>
              <a:t>일단 두경우 다 될 수 있는 로직을 생각해 보았다</a:t>
            </a:r>
            <a:r>
              <a:rPr lang="en-US" altLang="ko-KR" sz="1050" dirty="0"/>
              <a:t>.. </a:t>
            </a:r>
            <a:r>
              <a:rPr lang="ko-KR" altLang="en-US" sz="1050" dirty="0"/>
              <a:t>음</a:t>
            </a:r>
            <a:r>
              <a:rPr lang="en-US" altLang="ko-KR" sz="1050" dirty="0"/>
              <a:t>..</a:t>
            </a:r>
            <a:r>
              <a:rPr lang="ko-KR" altLang="en-US" sz="1050" dirty="0"/>
              <a:t>에러는 없을 듯 하지만</a:t>
            </a:r>
            <a:r>
              <a:rPr lang="en-US" altLang="ko-KR" sz="1050" dirty="0"/>
              <a:t>.. </a:t>
            </a:r>
            <a:r>
              <a:rPr lang="ko-KR" altLang="en-US" sz="1050" dirty="0"/>
              <a:t>나오면 고쳐야지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앞에 이론을 코딩해 보자</a:t>
            </a:r>
            <a:r>
              <a:rPr lang="en-US" altLang="ko-KR" sz="105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글자열이 들어오면 </a:t>
            </a:r>
            <a:r>
              <a:rPr lang="ko-KR" altLang="en-US" sz="1050" dirty="0" err="1"/>
              <a:t>글자열</a:t>
            </a:r>
            <a:r>
              <a:rPr lang="ko-KR" altLang="en-US" sz="1050" dirty="0"/>
              <a:t> 만큼 글자를 하나하나 처리해 본다</a:t>
            </a:r>
            <a:endParaRPr lang="en-US" altLang="ko-KR" sz="105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그 하나의 글자열이 한글이면 </a:t>
            </a:r>
            <a:r>
              <a:rPr lang="ko-KR" altLang="en-US" sz="1050" dirty="0" err="1"/>
              <a:t>인쇄칸은</a:t>
            </a:r>
            <a:r>
              <a:rPr lang="ko-KR" altLang="en-US" sz="1050" dirty="0"/>
              <a:t> </a:t>
            </a:r>
            <a:r>
              <a:rPr lang="en-US" altLang="ko-KR" sz="1050" dirty="0"/>
              <a:t>2</a:t>
            </a:r>
            <a:r>
              <a:rPr lang="ko-KR" altLang="en-US" sz="1050" dirty="0"/>
              <a:t>칸</a:t>
            </a:r>
            <a:r>
              <a:rPr lang="en-US" altLang="ko-KR" sz="1050" dirty="0"/>
              <a:t>, </a:t>
            </a:r>
            <a:r>
              <a:rPr lang="ko-KR" altLang="en-US" sz="1050" dirty="0"/>
              <a:t>아니면 </a:t>
            </a:r>
            <a:r>
              <a:rPr lang="en-US" altLang="ko-KR" sz="1050" dirty="0"/>
              <a:t>1</a:t>
            </a:r>
            <a:r>
              <a:rPr lang="ko-KR" altLang="en-US" sz="1050" dirty="0"/>
              <a:t>칸이다</a:t>
            </a:r>
            <a:r>
              <a:rPr lang="en-US" altLang="ko-KR" sz="105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이 인쇄 칸이 원하는 크기만큼 </a:t>
            </a:r>
            <a:r>
              <a:rPr lang="ko-KR" altLang="en-US" sz="1050" dirty="0" err="1"/>
              <a:t>왔을때</a:t>
            </a:r>
            <a:r>
              <a:rPr lang="en-US" altLang="ko-KR" sz="1050" dirty="0"/>
              <a:t>, </a:t>
            </a:r>
            <a:r>
              <a:rPr lang="ko-KR" altLang="en-US" sz="1050" dirty="0"/>
              <a:t>글자수 만큼 글자를 자르고</a:t>
            </a:r>
            <a:r>
              <a:rPr lang="en-US" altLang="ko-KR" sz="1050" dirty="0"/>
              <a:t>, </a:t>
            </a:r>
            <a:r>
              <a:rPr lang="ko-KR" altLang="en-US" sz="1050" dirty="0"/>
              <a:t>그보다 크기가 모자란 만큼 빈칸을 채워서 최종 결과를 보낸다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722B75-6CB8-6B11-1F57-C5561F231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E2E30E-274F-45B8-5FFB-73A03BFB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23" y="1281717"/>
            <a:ext cx="5831384" cy="461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2594-6589-65DE-EB1B-1E623375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>
            <a:extLst>
              <a:ext uri="{FF2B5EF4-FFF2-40B4-BE49-F238E27FC236}">
                <a16:creationId xmlns:a16="http://schemas.microsoft.com/office/drawing/2014/main" id="{54837D3C-9D4F-0622-DF44-F5EE730DD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810" y="927542"/>
            <a:ext cx="3467904" cy="549222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</a:t>
            </a:r>
            <a:r>
              <a:rPr lang="en-US" altLang="ko-KR" sz="1600" dirty="0"/>
              <a:t> </a:t>
            </a:r>
            <a:r>
              <a:rPr lang="ko-KR" altLang="en-US" sz="1600" dirty="0"/>
              <a:t>처리</a:t>
            </a:r>
            <a:endParaRPr lang="en-US" altLang="ko-KR" sz="1600" dirty="0"/>
          </a:p>
          <a:p>
            <a:pPr marL="285750" indent="-28575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050" dirty="0"/>
              <a:t>스스로 실습</a:t>
            </a:r>
            <a:r>
              <a:rPr lang="en-US" altLang="ko-KR" sz="1050" dirty="0"/>
              <a:t>(</a:t>
            </a:r>
            <a:r>
              <a:rPr lang="ko-KR" altLang="en-US" sz="1050" dirty="0"/>
              <a:t>★★★</a:t>
            </a:r>
            <a:r>
              <a:rPr lang="en-US" altLang="ko-KR" sz="105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최종</a:t>
            </a:r>
            <a:r>
              <a:rPr lang="en-US" altLang="ko-KR" sz="1050" dirty="0"/>
              <a:t> </a:t>
            </a:r>
            <a:r>
              <a:rPr lang="ko-KR" altLang="en-US" sz="1050" dirty="0"/>
              <a:t>수정은</a:t>
            </a:r>
            <a:r>
              <a:rPr lang="en-US" altLang="ko-KR" sz="1050" dirty="0"/>
              <a:t> </a:t>
            </a:r>
            <a:r>
              <a:rPr lang="ko-KR" altLang="en-US" sz="1050" dirty="0"/>
              <a:t>옆과</a:t>
            </a:r>
            <a:r>
              <a:rPr lang="en-US" altLang="ko-KR" sz="1050" dirty="0"/>
              <a:t> </a:t>
            </a:r>
            <a:r>
              <a:rPr lang="ko-KR" altLang="en-US" sz="1050" dirty="0"/>
              <a:t>같이</a:t>
            </a:r>
            <a:r>
              <a:rPr lang="en-US" altLang="ko-KR" sz="1050" dirty="0"/>
              <a:t> ,,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50" dirty="0"/>
              <a:t>칸</a:t>
            </a:r>
            <a:r>
              <a:rPr lang="en-US" altLang="ko-KR" sz="1050" dirty="0"/>
              <a:t> </a:t>
            </a:r>
            <a:r>
              <a:rPr lang="ko-KR" altLang="en-US" sz="1050" dirty="0"/>
              <a:t>숫자는</a:t>
            </a:r>
            <a:r>
              <a:rPr lang="en-US" altLang="ko-KR" sz="1050" dirty="0"/>
              <a:t> </a:t>
            </a:r>
            <a:r>
              <a:rPr lang="ko-KR" altLang="en-US" sz="1050" dirty="0"/>
              <a:t>직접</a:t>
            </a:r>
            <a:r>
              <a:rPr lang="en-US" altLang="ko-KR" sz="1050" dirty="0"/>
              <a:t> </a:t>
            </a:r>
            <a:r>
              <a:rPr lang="ko-KR" altLang="en-US" sz="1050" dirty="0" err="1"/>
              <a:t>맞추시오</a:t>
            </a:r>
            <a:r>
              <a:rPr lang="en-US" altLang="ko-KR" sz="1050" dirty="0"/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73C063-4FE8-C57E-D001-EAA8FA89B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이해하기 </a:t>
            </a:r>
            <a:r>
              <a:rPr lang="en-US" altLang="ko-KR" sz="1800" dirty="0"/>
              <a:t>4. </a:t>
            </a:r>
            <a:r>
              <a:rPr lang="ko-KR" altLang="en-US" sz="1800" dirty="0"/>
              <a:t>실습하기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6231C7-AC38-5E74-D8FB-5B2E26790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05" y="987975"/>
            <a:ext cx="5670016" cy="395290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 bwMode="auto">
          <a:xfrm>
            <a:off x="2204884" y="3318387"/>
            <a:ext cx="612058" cy="18435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cxnSp>
        <p:nvCxnSpPr>
          <p:cNvPr id="8" name="직선 화살표 연결선 7"/>
          <p:cNvCxnSpPr>
            <a:endCxn id="2" idx="3"/>
          </p:cNvCxnSpPr>
          <p:nvPr/>
        </p:nvCxnSpPr>
        <p:spPr bwMode="auto">
          <a:xfrm flipH="1">
            <a:off x="2816942" y="2964426"/>
            <a:ext cx="796413" cy="446139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554654" y="2795149"/>
            <a:ext cx="458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%s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77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dirty="0"/>
              <a:t>다음 제시된 내용을 자필로 작성하여 제출 하시오 </a:t>
            </a:r>
            <a:r>
              <a:rPr lang="en-US" altLang="ko-KR" dirty="0"/>
              <a:t>(</a:t>
            </a:r>
            <a:r>
              <a:rPr lang="ko-KR" altLang="en-US" dirty="0"/>
              <a:t>상단 학번</a:t>
            </a:r>
            <a:r>
              <a:rPr lang="en-US" altLang="ko-KR" dirty="0"/>
              <a:t>, </a:t>
            </a:r>
            <a:r>
              <a:rPr lang="ko-KR" altLang="en-US" dirty="0"/>
              <a:t>이름 기입</a:t>
            </a:r>
            <a:r>
              <a:rPr lang="en-US" altLang="ko-KR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6. </a:t>
            </a:r>
            <a:r>
              <a:rPr lang="ko-KR" altLang="en-US" sz="1800" dirty="0"/>
              <a:t>정리하기</a:t>
            </a:r>
            <a:endParaRPr lang="en-US" altLang="ko-KR" dirty="0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지금까지 설명한 것은 별이 세 개</a:t>
            </a:r>
            <a:r>
              <a:rPr lang="en-US" altLang="ko-KR" sz="1100" dirty="0"/>
              <a:t>(</a:t>
            </a:r>
            <a:r>
              <a:rPr lang="ko-KR" altLang="en-US" sz="1100" dirty="0"/>
              <a:t>★★★</a:t>
            </a:r>
            <a:r>
              <a:rPr lang="en-US" altLang="ko-KR" sz="1100" dirty="0"/>
              <a:t>)</a:t>
            </a:r>
            <a:r>
              <a:rPr lang="ko-KR" altLang="en-US" sz="1100" dirty="0"/>
              <a:t> 다</a:t>
            </a:r>
            <a:r>
              <a:rPr lang="en-US" altLang="ko-KR" sz="1100" dirty="0"/>
              <a:t>.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전부 설명을 달아서 프로그램 구현 실습을 한다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1100" dirty="0"/>
              <a:t>그리고 해당 소스부분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클래스선언부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메인부분</a:t>
            </a:r>
            <a:r>
              <a:rPr lang="ko-KR" altLang="en-US" sz="1100" dirty="0"/>
              <a:t> 생략</a:t>
            </a:r>
            <a:r>
              <a:rPr lang="en-US" altLang="ko-KR" sz="1100" dirty="0"/>
              <a:t>)</a:t>
            </a:r>
            <a:r>
              <a:rPr lang="ko-KR" altLang="en-US" sz="1100" dirty="0"/>
              <a:t>을 </a:t>
            </a:r>
            <a:r>
              <a:rPr lang="ko-KR" altLang="en-US" sz="1100" dirty="0" err="1"/>
              <a:t>필기하시요</a:t>
            </a:r>
            <a:endParaRPr lang="en-US" altLang="ko-KR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ko-KR" altLang="en-US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2. </a:t>
            </a:r>
            <a:r>
              <a:rPr lang="ko-KR" altLang="en-US" sz="1100" dirty="0"/>
              <a:t>비교</a:t>
            </a:r>
            <a:r>
              <a:rPr lang="en-US" altLang="ko-KR" sz="1100" dirty="0"/>
              <a:t>(</a:t>
            </a:r>
            <a:r>
              <a:rPr lang="ko-KR" altLang="en-US" sz="1100" dirty="0"/>
              <a:t>선택</a:t>
            </a:r>
            <a:r>
              <a:rPr lang="en-US" altLang="ko-KR" sz="1100" dirty="0"/>
              <a:t>)</a:t>
            </a:r>
            <a:r>
              <a:rPr lang="ko-KR" altLang="en-US" sz="1100" dirty="0"/>
              <a:t>연습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단순비교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</a:t>
            </a:r>
            <a:r>
              <a:rPr lang="ko-KR" altLang="en-US" sz="1100" dirty="0" err="1"/>
              <a:t>숫자형</a:t>
            </a:r>
            <a:r>
              <a:rPr lang="en-US" altLang="ko-KR" sz="1100" dirty="0"/>
              <a:t>, </a:t>
            </a:r>
            <a:r>
              <a:rPr lang="ko-KR" altLang="en-US" sz="1100" dirty="0"/>
              <a:t>문자형 비교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/>
              <a:t>범위를 주어 비교</a:t>
            </a:r>
            <a:r>
              <a:rPr lang="en-US" altLang="ko-KR" sz="1100" dirty="0"/>
              <a:t>(</a:t>
            </a:r>
            <a:r>
              <a:rPr lang="ko-KR" altLang="en-US" sz="1100" dirty="0"/>
              <a:t>찾기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4) </a:t>
            </a:r>
            <a:r>
              <a:rPr lang="ko-KR" altLang="en-US" sz="1100" dirty="0"/>
              <a:t>비정형비교</a:t>
            </a:r>
            <a:r>
              <a:rPr lang="en-US" altLang="ko-KR" sz="1100" dirty="0"/>
              <a:t>1(</a:t>
            </a:r>
            <a:r>
              <a:rPr lang="ko-KR" altLang="en-US" sz="1100" dirty="0" err="1"/>
              <a:t>깔끔코딩</a:t>
            </a:r>
            <a:r>
              <a:rPr lang="en-US" altLang="ko-KR" sz="1100" dirty="0"/>
              <a:t>)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5) </a:t>
            </a:r>
            <a:r>
              <a:rPr lang="ko-KR" altLang="en-US" sz="1100" dirty="0"/>
              <a:t>비정형비교</a:t>
            </a:r>
            <a:r>
              <a:rPr lang="en-US" altLang="ko-KR" sz="1100" dirty="0"/>
              <a:t>2,3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6) case</a:t>
            </a:r>
            <a:r>
              <a:rPr lang="ko-KR" altLang="en-US" sz="1100" dirty="0"/>
              <a:t>문 비교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7) Array</a:t>
            </a:r>
            <a:r>
              <a:rPr lang="ko-KR" altLang="en-US" sz="1100" dirty="0"/>
              <a:t>이용 비교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8) </a:t>
            </a:r>
            <a:r>
              <a:rPr lang="ko-KR" altLang="en-US" sz="1100" dirty="0"/>
              <a:t>숫자읽기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9) </a:t>
            </a:r>
            <a:r>
              <a:rPr lang="ko-KR" altLang="en-US" sz="1100" dirty="0"/>
              <a:t>숫자읽기 고급</a:t>
            </a: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3. </a:t>
            </a:r>
            <a:r>
              <a:rPr lang="ko-KR" altLang="en-US" sz="1100" dirty="0"/>
              <a:t>반복 연습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1) </a:t>
            </a:r>
            <a:r>
              <a:rPr lang="ko-KR" altLang="en-US" sz="1100" dirty="0"/>
              <a:t>띄어 쓰기</a:t>
            </a:r>
          </a:p>
          <a:p>
            <a:pPr>
              <a:spcBef>
                <a:spcPct val="0"/>
              </a:spcBef>
            </a:pPr>
            <a:r>
              <a:rPr lang="en-US" altLang="ko-KR" sz="1100" dirty="0"/>
              <a:t>2) sin</a:t>
            </a:r>
            <a:r>
              <a:rPr lang="ko-KR" altLang="en-US" sz="1100" dirty="0"/>
              <a:t>함수 그래프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3) </a:t>
            </a:r>
            <a:r>
              <a:rPr lang="ko-KR" altLang="en-US" sz="1100" dirty="0"/>
              <a:t>피라미드 찍기</a:t>
            </a: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4) </a:t>
            </a:r>
            <a:r>
              <a:rPr lang="ko-KR" altLang="en-US" sz="1100" dirty="0"/>
              <a:t>칸 맞춰 인쇄</a:t>
            </a:r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endParaRPr lang="en-US" altLang="ko-KR" sz="1100" dirty="0"/>
          </a:p>
          <a:p>
            <a:pPr>
              <a:spcBef>
                <a:spcPct val="0"/>
              </a:spcBef>
            </a:pPr>
            <a:r>
              <a:rPr lang="en-US" altLang="ko-KR" sz="1100" dirty="0"/>
              <a:t>- </a:t>
            </a:r>
            <a:r>
              <a:rPr lang="ko-KR" altLang="en-US" sz="1100" dirty="0"/>
              <a:t>충분한 시간을 주기 </a:t>
            </a:r>
            <a:r>
              <a:rPr lang="en-US" altLang="ko-KR" sz="1100" dirty="0"/>
              <a:t>(</a:t>
            </a:r>
            <a:r>
              <a:rPr lang="ko-KR" altLang="en-US" sz="1100" dirty="0"/>
              <a:t>진도보다</a:t>
            </a:r>
            <a:r>
              <a:rPr lang="en-US" altLang="ko-KR" sz="1100" dirty="0"/>
              <a:t>, </a:t>
            </a:r>
            <a:r>
              <a:rPr lang="ko-KR" altLang="en-US" sz="1100" dirty="0"/>
              <a:t>확실한 이해</a:t>
            </a:r>
            <a:r>
              <a:rPr lang="en-US" altLang="ko-KR" sz="1100" dirty="0"/>
              <a:t>.. </a:t>
            </a:r>
            <a:r>
              <a:rPr lang="ko-KR" altLang="en-US" sz="1100" dirty="0" err="1"/>
              <a:t>이부분</a:t>
            </a:r>
            <a:r>
              <a:rPr lang="ko-KR" altLang="en-US" sz="1100" dirty="0"/>
              <a:t> 까지 스스로 이해해야 다음 진행이 가능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939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37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 dirty="0"/>
              <a:t>7. </a:t>
            </a:r>
            <a:r>
              <a:rPr lang="ko-KR" altLang="en-US" sz="1800" dirty="0" err="1"/>
              <a:t>차시</a:t>
            </a:r>
            <a:r>
              <a:rPr lang="ko-KR" altLang="en-US" sz="1800" dirty="0"/>
              <a:t> 예고</a:t>
            </a:r>
            <a:endParaRPr lang="en-US" altLang="ko-KR" dirty="0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53608" y="995898"/>
            <a:ext cx="7450138" cy="7830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차시</a:t>
            </a:r>
            <a:r>
              <a:rPr lang="ko-KR" altLang="en-US" sz="1600" dirty="0"/>
              <a:t>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차시는 지시된 내용을 스스로 하는 실습</a:t>
            </a:r>
            <a:r>
              <a:rPr lang="en-US" altLang="ko-KR" sz="12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47694</TotalTime>
  <Words>6801</Words>
  <Application>Microsoft Office PowerPoint</Application>
  <PresentationFormat>A4 용지(210x297mm)</PresentationFormat>
  <Paragraphs>908</Paragraphs>
  <Slides>38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38</vt:i4>
      </vt:variant>
    </vt:vector>
  </HeadingPairs>
  <TitlesOfParts>
    <vt:vector size="49" baseType="lpstr">
      <vt:lpstr>가는각진제목체</vt:lpstr>
      <vt:lpstr>견명조</vt:lpstr>
      <vt:lpstr>굴림</vt:lpstr>
      <vt:lpstr>돋움</vt:lpstr>
      <vt:lpstr>맑은 고딕</vt:lpstr>
      <vt:lpstr>Arial</vt:lpstr>
      <vt:lpstr>Courier New</vt:lpstr>
      <vt:lpstr>Wingdings</vt:lpstr>
      <vt:lpstr>1_Default Design</vt:lpstr>
      <vt:lpstr>기본 디자인</vt:lpstr>
      <vt:lpstr>3_Default Design</vt:lpstr>
      <vt:lpstr>4. 프로그램 기본기법을 익히자 - 선택하기,반복하기 ,배열을 사용하기, 한글 칸 맞추기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교수자pc</cp:lastModifiedBy>
  <cp:revision>2918</cp:revision>
  <cp:lastPrinted>2015-10-28T04:44:44Z</cp:lastPrinted>
  <dcterms:created xsi:type="dcterms:W3CDTF">2003-10-22T07:02:37Z</dcterms:created>
  <dcterms:modified xsi:type="dcterms:W3CDTF">2025-03-11T07:18:57Z</dcterms:modified>
</cp:coreProperties>
</file>