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92" r:id="rId22"/>
    <p:sldId id="293" r:id="rId23"/>
  </p:sldIdLst>
  <p:sldSz cx="9144000" cy="5143500" type="screen16x9"/>
  <p:notesSz cx="6858000" cy="9144000"/>
  <p:embeddedFontLst>
    <p:embeddedFont>
      <p:font typeface="Gaegu" panose="020B0600000101010101" charset="0"/>
      <p:regular r:id="rId25"/>
      <p:bold r:id="rId26"/>
    </p:embeddedFont>
    <p:embeddedFont>
      <p:font typeface="Varela Round" panose="020B0600000101010101" charset="-79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0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696764-A619-43C3-991F-777BA01A90A3}">
  <a:tblStyle styleId="{5F696764-A619-43C3-991F-777BA01A90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08"/>
      </p:cViewPr>
      <p:guideLst>
        <p:guide orient="horz" pos="110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7" name="Google Shape;26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gc94c3d5336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8" name="Google Shape;2758;gc94c3d5336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c8f6cc2c49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c8f6cc2c49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gc8f6cc2c49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0" name="Google Shape;2790;gc8f6cc2c49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gc94c3d5336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7" name="Google Shape;2797;gc94c3d5336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Google Shape;2818;gc94c3d5336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9" name="Google Shape;2819;gc94c3d5336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gc79573c1e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9" name="Google Shape;2869;gc79573c1e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c79573c1e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1" name="Google Shape;2881;gc79573c1e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c79573c1e9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7" name="Google Shape;2937;gc79573c1e9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gc79573c1e9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8" name="Google Shape;2958;gc79573c1e9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gc79573c1e9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0" name="Google Shape;3020;gc79573c1e9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gc79573c1e9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9" name="Google Shape;3039;gc79573c1e9_0_1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gc79573c1e9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1" name="Google Shape;3061;gc79573c1e9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gc79573c1e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4" name="Google Shape;3084;gc79573c1e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gc79573c1e9_0_1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7" name="Google Shape;3107;gc79573c1e9_0_1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gc79573c1e9_0_1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3" name="Google Shape;3153;gc79573c1e9_0_1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gc79573c1e9_0_2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3" name="Google Shape;3323;gc79573c1e9_0_2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gc79573c1e9_0_2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6" name="Google Shape;3376;gc79573c1e9_0_2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gc79573c1e9_0_2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0" name="Google Shape;3410;gc79573c1e9_0_2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" name="Google Shape;3420;gc79573c1e9_0_2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1" name="Google Shape;3421;gc79573c1e9_0_2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Google Shape;3968;gca1a8d16bc_0_1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9" name="Google Shape;3969;gca1a8d16bc_0_1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" name="Google Shape;4843;gca1a8d16bc_0_1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4" name="Google Shape;4844;gca1a8d16bc_0_1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0" name="Google Shape;10;p2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946050" y="1089175"/>
            <a:ext cx="7251900" cy="33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2"/>
          <p:cNvGrpSpPr/>
          <p:nvPr/>
        </p:nvGrpSpPr>
        <p:grpSpPr>
          <a:xfrm>
            <a:off x="875100" y="2141450"/>
            <a:ext cx="7449534" cy="2329875"/>
            <a:chOff x="875100" y="2141450"/>
            <a:chExt cx="7449534" cy="2329875"/>
          </a:xfrm>
        </p:grpSpPr>
        <p:sp>
          <p:nvSpPr>
            <p:cNvPr id="70" name="Google Shape;70;p2"/>
            <p:cNvSpPr/>
            <p:nvPr/>
          </p:nvSpPr>
          <p:spPr>
            <a:xfrm>
              <a:off x="875100" y="3115925"/>
              <a:ext cx="7449534" cy="1263272"/>
            </a:xfrm>
            <a:custGeom>
              <a:avLst/>
              <a:gdLst/>
              <a:ahLst/>
              <a:cxnLst/>
              <a:rect l="l" t="t" r="r" b="b"/>
              <a:pathLst>
                <a:path w="92280" h="72187" extrusionOk="0">
                  <a:moveTo>
                    <a:pt x="73965" y="0"/>
                  </a:moveTo>
                  <a:cubicBezTo>
                    <a:pt x="71241" y="0"/>
                    <a:pt x="68528" y="633"/>
                    <a:pt x="66136" y="1964"/>
                  </a:cubicBezTo>
                  <a:cubicBezTo>
                    <a:pt x="62952" y="3754"/>
                    <a:pt x="60306" y="6580"/>
                    <a:pt x="56824" y="7674"/>
                  </a:cubicBezTo>
                  <a:cubicBezTo>
                    <a:pt x="55680" y="8036"/>
                    <a:pt x="54508" y="8192"/>
                    <a:pt x="53328" y="8192"/>
                  </a:cubicBezTo>
                  <a:cubicBezTo>
                    <a:pt x="50488" y="8192"/>
                    <a:pt x="47603" y="7286"/>
                    <a:pt x="44946" y="6162"/>
                  </a:cubicBezTo>
                  <a:cubicBezTo>
                    <a:pt x="41206" y="4570"/>
                    <a:pt x="37585" y="2501"/>
                    <a:pt x="33566" y="1844"/>
                  </a:cubicBezTo>
                  <a:cubicBezTo>
                    <a:pt x="32573" y="1682"/>
                    <a:pt x="31585" y="1606"/>
                    <a:pt x="30604" y="1606"/>
                  </a:cubicBezTo>
                  <a:cubicBezTo>
                    <a:pt x="25317" y="1606"/>
                    <a:pt x="20260" y="3836"/>
                    <a:pt x="15997" y="6958"/>
                  </a:cubicBezTo>
                  <a:cubicBezTo>
                    <a:pt x="11540" y="10221"/>
                    <a:pt x="8138" y="14856"/>
                    <a:pt x="5711" y="19910"/>
                  </a:cubicBezTo>
                  <a:cubicBezTo>
                    <a:pt x="4636" y="22119"/>
                    <a:pt x="3761" y="24426"/>
                    <a:pt x="3065" y="26734"/>
                  </a:cubicBezTo>
                  <a:cubicBezTo>
                    <a:pt x="1194" y="32962"/>
                    <a:pt x="1" y="40503"/>
                    <a:pt x="1950" y="46830"/>
                  </a:cubicBezTo>
                  <a:cubicBezTo>
                    <a:pt x="3025" y="50292"/>
                    <a:pt x="5154" y="53316"/>
                    <a:pt x="7462" y="56101"/>
                  </a:cubicBezTo>
                  <a:cubicBezTo>
                    <a:pt x="13430" y="63403"/>
                    <a:pt x="21150" y="69790"/>
                    <a:pt x="30382" y="71700"/>
                  </a:cubicBezTo>
                  <a:cubicBezTo>
                    <a:pt x="31973" y="72026"/>
                    <a:pt x="33611" y="72186"/>
                    <a:pt x="35253" y="72186"/>
                  </a:cubicBezTo>
                  <a:cubicBezTo>
                    <a:pt x="43141" y="72186"/>
                    <a:pt x="51141" y="68475"/>
                    <a:pt x="54616" y="61493"/>
                  </a:cubicBezTo>
                  <a:cubicBezTo>
                    <a:pt x="56128" y="58449"/>
                    <a:pt x="56725" y="55027"/>
                    <a:pt x="57899" y="51843"/>
                  </a:cubicBezTo>
                  <a:cubicBezTo>
                    <a:pt x="59948" y="46312"/>
                    <a:pt x="63828" y="41478"/>
                    <a:pt x="68802" y="38274"/>
                  </a:cubicBezTo>
                  <a:cubicBezTo>
                    <a:pt x="74532" y="34593"/>
                    <a:pt x="81675" y="32982"/>
                    <a:pt x="86370" y="28048"/>
                  </a:cubicBezTo>
                  <a:cubicBezTo>
                    <a:pt x="91802" y="22317"/>
                    <a:pt x="92279" y="12568"/>
                    <a:pt x="87445" y="6321"/>
                  </a:cubicBezTo>
                  <a:cubicBezTo>
                    <a:pt x="84285" y="2251"/>
                    <a:pt x="79103" y="0"/>
                    <a:pt x="73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946050" y="3372125"/>
              <a:ext cx="7251900" cy="109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rot="2700000">
              <a:off x="1301006" y="2510697"/>
              <a:ext cx="1248769" cy="155514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rot="3190588">
              <a:off x="2984816" y="2437407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rot="7609412" flipH="1">
              <a:off x="4730016" y="2437394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rot="3337315">
              <a:off x="6443445" y="2313459"/>
              <a:ext cx="1368488" cy="180411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rot="3337232">
              <a:off x="6792150" y="2572869"/>
              <a:ext cx="1105604" cy="1457516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7664500" y="1118112"/>
            <a:ext cx="533450" cy="911862"/>
            <a:chOff x="478350" y="474400"/>
            <a:chExt cx="344250" cy="588450"/>
          </a:xfrm>
        </p:grpSpPr>
        <p:sp>
          <p:nvSpPr>
            <p:cNvPr id="78" name="Google Shape;78;p2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2"/>
          <p:cNvSpPr/>
          <p:nvPr/>
        </p:nvSpPr>
        <p:spPr>
          <a:xfrm rot="3251181" flipH="1">
            <a:off x="622582" y="2760365"/>
            <a:ext cx="788446" cy="631808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2"/>
          <p:cNvGrpSpPr/>
          <p:nvPr/>
        </p:nvGrpSpPr>
        <p:grpSpPr>
          <a:xfrm>
            <a:off x="946050" y="672163"/>
            <a:ext cx="7251900" cy="417000"/>
            <a:chOff x="946050" y="672163"/>
            <a:chExt cx="7251900" cy="417000"/>
          </a:xfrm>
        </p:grpSpPr>
        <p:sp>
          <p:nvSpPr>
            <p:cNvPr id="82" name="Google Shape;82;p2"/>
            <p:cNvSpPr/>
            <p:nvPr/>
          </p:nvSpPr>
          <p:spPr>
            <a:xfrm>
              <a:off x="946050" y="672163"/>
              <a:ext cx="7251900" cy="417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2"/>
            <p:cNvGrpSpPr/>
            <p:nvPr/>
          </p:nvGrpSpPr>
          <p:grpSpPr>
            <a:xfrm>
              <a:off x="7209519" y="794061"/>
              <a:ext cx="789243" cy="171052"/>
              <a:chOff x="733775" y="310686"/>
              <a:chExt cx="789243" cy="171052"/>
            </a:xfrm>
          </p:grpSpPr>
          <p:sp>
            <p:nvSpPr>
              <p:cNvPr id="84" name="Google Shape;84;p2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86" name="Google Shape;86;p2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87" name="Google Shape;87;p2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88" name="Google Shape;88;p2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0" name="Google Shape;90;p2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3" name="Google Shape;93;p2"/>
            <p:cNvGrpSpPr/>
            <p:nvPr/>
          </p:nvGrpSpPr>
          <p:grpSpPr>
            <a:xfrm>
              <a:off x="1145239" y="777487"/>
              <a:ext cx="800559" cy="204209"/>
              <a:chOff x="747420" y="664537"/>
              <a:chExt cx="800559" cy="204209"/>
            </a:xfrm>
          </p:grpSpPr>
          <p:grpSp>
            <p:nvGrpSpPr>
              <p:cNvPr id="94" name="Google Shape;94;p2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95" name="Google Shape;95;p2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7" name="Google Shape;97;p2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99" name="Google Shape;99;p2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1649100" y="1253838"/>
            <a:ext cx="5845800" cy="16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subTitle" idx="1"/>
          </p:nvPr>
        </p:nvSpPr>
        <p:spPr>
          <a:xfrm>
            <a:off x="2050919" y="3476800"/>
            <a:ext cx="4583700" cy="541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3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04" name="Google Shape;104;p3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 rot="10586678">
            <a:off x="536386" y="571640"/>
            <a:ext cx="1729888" cy="1334604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3"/>
          <p:cNvGrpSpPr/>
          <p:nvPr/>
        </p:nvGrpSpPr>
        <p:grpSpPr>
          <a:xfrm>
            <a:off x="6794528" y="672184"/>
            <a:ext cx="1752839" cy="1484357"/>
            <a:chOff x="478350" y="433625"/>
            <a:chExt cx="811800" cy="687425"/>
          </a:xfrm>
        </p:grpSpPr>
        <p:sp>
          <p:nvSpPr>
            <p:cNvPr id="165" name="Google Shape;165;p3"/>
            <p:cNvSpPr/>
            <p:nvPr/>
          </p:nvSpPr>
          <p:spPr>
            <a:xfrm>
              <a:off x="505225" y="579850"/>
              <a:ext cx="5000" cy="5000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20" y="200"/>
                  </a:moveTo>
                  <a:cubicBezTo>
                    <a:pt x="140" y="140"/>
                    <a:pt x="199" y="41"/>
                    <a:pt x="120" y="1"/>
                  </a:cubicBezTo>
                  <a:cubicBezTo>
                    <a:pt x="40" y="41"/>
                    <a:pt x="0" y="140"/>
                    <a:pt x="120" y="2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19650" y="589300"/>
              <a:ext cx="5000" cy="5000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99" y="140"/>
                  </a:moveTo>
                  <a:cubicBezTo>
                    <a:pt x="179" y="120"/>
                    <a:pt x="159" y="100"/>
                    <a:pt x="179" y="41"/>
                  </a:cubicBezTo>
                  <a:lnTo>
                    <a:pt x="40" y="1"/>
                  </a:lnTo>
                  <a:lnTo>
                    <a:pt x="0" y="120"/>
                  </a:lnTo>
                  <a:cubicBezTo>
                    <a:pt x="80" y="140"/>
                    <a:pt x="179" y="200"/>
                    <a:pt x="199" y="1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618625" y="433625"/>
              <a:ext cx="671525" cy="687425"/>
            </a:xfrm>
            <a:custGeom>
              <a:avLst/>
              <a:gdLst/>
              <a:ahLst/>
              <a:cxnLst/>
              <a:rect l="l" t="t" r="r" b="b"/>
              <a:pathLst>
                <a:path w="26861" h="27497" extrusionOk="0">
                  <a:moveTo>
                    <a:pt x="26781" y="15479"/>
                  </a:moveTo>
                  <a:cubicBezTo>
                    <a:pt x="26721" y="14823"/>
                    <a:pt x="26701" y="14186"/>
                    <a:pt x="26582" y="13629"/>
                  </a:cubicBezTo>
                  <a:cubicBezTo>
                    <a:pt x="26542" y="13430"/>
                    <a:pt x="26443" y="13251"/>
                    <a:pt x="26403" y="13052"/>
                  </a:cubicBezTo>
                  <a:cubicBezTo>
                    <a:pt x="26224" y="12236"/>
                    <a:pt x="26164" y="11401"/>
                    <a:pt x="25945" y="10605"/>
                  </a:cubicBezTo>
                  <a:cubicBezTo>
                    <a:pt x="25866" y="10346"/>
                    <a:pt x="25726" y="10088"/>
                    <a:pt x="25647" y="9829"/>
                  </a:cubicBezTo>
                  <a:cubicBezTo>
                    <a:pt x="25567" y="9570"/>
                    <a:pt x="25567" y="9292"/>
                    <a:pt x="25488" y="9013"/>
                  </a:cubicBezTo>
                  <a:cubicBezTo>
                    <a:pt x="25408" y="8735"/>
                    <a:pt x="25289" y="8476"/>
                    <a:pt x="25189" y="8217"/>
                  </a:cubicBezTo>
                  <a:cubicBezTo>
                    <a:pt x="25070" y="7819"/>
                    <a:pt x="24851" y="7422"/>
                    <a:pt x="24712" y="7183"/>
                  </a:cubicBezTo>
                  <a:cubicBezTo>
                    <a:pt x="24592" y="6964"/>
                    <a:pt x="24553" y="6765"/>
                    <a:pt x="24473" y="6606"/>
                  </a:cubicBezTo>
                  <a:cubicBezTo>
                    <a:pt x="24334" y="6248"/>
                    <a:pt x="24095" y="5929"/>
                    <a:pt x="23896" y="5611"/>
                  </a:cubicBezTo>
                  <a:cubicBezTo>
                    <a:pt x="23836" y="5511"/>
                    <a:pt x="23856" y="5372"/>
                    <a:pt x="23797" y="5293"/>
                  </a:cubicBezTo>
                  <a:cubicBezTo>
                    <a:pt x="23737" y="5193"/>
                    <a:pt x="23598" y="5133"/>
                    <a:pt x="23538" y="5034"/>
                  </a:cubicBezTo>
                  <a:cubicBezTo>
                    <a:pt x="23538" y="5034"/>
                    <a:pt x="23538" y="4934"/>
                    <a:pt x="23498" y="4895"/>
                  </a:cubicBezTo>
                  <a:cubicBezTo>
                    <a:pt x="23319" y="4636"/>
                    <a:pt x="23160" y="4338"/>
                    <a:pt x="22961" y="4119"/>
                  </a:cubicBezTo>
                  <a:cubicBezTo>
                    <a:pt x="22881" y="4019"/>
                    <a:pt x="22782" y="3940"/>
                    <a:pt x="22702" y="3840"/>
                  </a:cubicBezTo>
                  <a:cubicBezTo>
                    <a:pt x="22603" y="3721"/>
                    <a:pt x="22523" y="3582"/>
                    <a:pt x="22503" y="3562"/>
                  </a:cubicBezTo>
                  <a:cubicBezTo>
                    <a:pt x="22424" y="3442"/>
                    <a:pt x="22284" y="3422"/>
                    <a:pt x="22185" y="3323"/>
                  </a:cubicBezTo>
                  <a:cubicBezTo>
                    <a:pt x="22145" y="3263"/>
                    <a:pt x="22165" y="3204"/>
                    <a:pt x="22145" y="3164"/>
                  </a:cubicBezTo>
                  <a:cubicBezTo>
                    <a:pt x="22105" y="3124"/>
                    <a:pt x="22006" y="3104"/>
                    <a:pt x="21966" y="3044"/>
                  </a:cubicBezTo>
                  <a:cubicBezTo>
                    <a:pt x="21707" y="2746"/>
                    <a:pt x="21409" y="2388"/>
                    <a:pt x="21051" y="2129"/>
                  </a:cubicBezTo>
                  <a:cubicBezTo>
                    <a:pt x="20951" y="2069"/>
                    <a:pt x="20832" y="2050"/>
                    <a:pt x="20752" y="1990"/>
                  </a:cubicBezTo>
                  <a:cubicBezTo>
                    <a:pt x="20633" y="1910"/>
                    <a:pt x="20553" y="1811"/>
                    <a:pt x="20454" y="1731"/>
                  </a:cubicBezTo>
                  <a:cubicBezTo>
                    <a:pt x="20255" y="1592"/>
                    <a:pt x="20056" y="1492"/>
                    <a:pt x="19837" y="1373"/>
                  </a:cubicBezTo>
                  <a:cubicBezTo>
                    <a:pt x="19419" y="1134"/>
                    <a:pt x="19002" y="955"/>
                    <a:pt x="18584" y="756"/>
                  </a:cubicBezTo>
                  <a:cubicBezTo>
                    <a:pt x="17768" y="398"/>
                    <a:pt x="16912" y="140"/>
                    <a:pt x="16077" y="40"/>
                  </a:cubicBezTo>
                  <a:cubicBezTo>
                    <a:pt x="15321" y="40"/>
                    <a:pt x="14604" y="0"/>
                    <a:pt x="13928" y="40"/>
                  </a:cubicBezTo>
                  <a:cubicBezTo>
                    <a:pt x="13829" y="40"/>
                    <a:pt x="13749" y="0"/>
                    <a:pt x="13649" y="20"/>
                  </a:cubicBezTo>
                  <a:cubicBezTo>
                    <a:pt x="13590" y="20"/>
                    <a:pt x="13510" y="80"/>
                    <a:pt x="13451" y="100"/>
                  </a:cubicBezTo>
                  <a:cubicBezTo>
                    <a:pt x="13271" y="120"/>
                    <a:pt x="13072" y="100"/>
                    <a:pt x="12913" y="120"/>
                  </a:cubicBezTo>
                  <a:cubicBezTo>
                    <a:pt x="12754" y="159"/>
                    <a:pt x="12595" y="219"/>
                    <a:pt x="12436" y="279"/>
                  </a:cubicBezTo>
                  <a:cubicBezTo>
                    <a:pt x="12356" y="299"/>
                    <a:pt x="12277" y="299"/>
                    <a:pt x="12197" y="319"/>
                  </a:cubicBezTo>
                  <a:cubicBezTo>
                    <a:pt x="12197" y="319"/>
                    <a:pt x="12157" y="418"/>
                    <a:pt x="12137" y="418"/>
                  </a:cubicBezTo>
                  <a:cubicBezTo>
                    <a:pt x="12098" y="458"/>
                    <a:pt x="12018" y="398"/>
                    <a:pt x="11978" y="418"/>
                  </a:cubicBezTo>
                  <a:cubicBezTo>
                    <a:pt x="11401" y="617"/>
                    <a:pt x="10765" y="756"/>
                    <a:pt x="10168" y="876"/>
                  </a:cubicBezTo>
                  <a:cubicBezTo>
                    <a:pt x="9790" y="955"/>
                    <a:pt x="9451" y="1055"/>
                    <a:pt x="9113" y="1174"/>
                  </a:cubicBezTo>
                  <a:cubicBezTo>
                    <a:pt x="6944" y="1393"/>
                    <a:pt x="5034" y="2030"/>
                    <a:pt x="3284" y="3960"/>
                  </a:cubicBezTo>
                  <a:cubicBezTo>
                    <a:pt x="3204" y="4039"/>
                    <a:pt x="3124" y="4139"/>
                    <a:pt x="3065" y="4238"/>
                  </a:cubicBezTo>
                  <a:cubicBezTo>
                    <a:pt x="3045" y="4218"/>
                    <a:pt x="3025" y="4198"/>
                    <a:pt x="3025" y="4198"/>
                  </a:cubicBezTo>
                  <a:cubicBezTo>
                    <a:pt x="2925" y="4079"/>
                    <a:pt x="2826" y="4159"/>
                    <a:pt x="2746" y="4178"/>
                  </a:cubicBezTo>
                  <a:cubicBezTo>
                    <a:pt x="2707" y="4198"/>
                    <a:pt x="2647" y="4238"/>
                    <a:pt x="2607" y="4278"/>
                  </a:cubicBezTo>
                  <a:cubicBezTo>
                    <a:pt x="2408" y="4417"/>
                    <a:pt x="2209" y="4636"/>
                    <a:pt x="2070" y="4895"/>
                  </a:cubicBezTo>
                  <a:cubicBezTo>
                    <a:pt x="2010" y="5034"/>
                    <a:pt x="2010" y="5153"/>
                    <a:pt x="1950" y="5293"/>
                  </a:cubicBezTo>
                  <a:cubicBezTo>
                    <a:pt x="1692" y="5790"/>
                    <a:pt x="1294" y="6287"/>
                    <a:pt x="1135" y="6765"/>
                  </a:cubicBezTo>
                  <a:cubicBezTo>
                    <a:pt x="1095" y="6964"/>
                    <a:pt x="1214" y="7262"/>
                    <a:pt x="956" y="7322"/>
                  </a:cubicBezTo>
                  <a:cubicBezTo>
                    <a:pt x="1055" y="7501"/>
                    <a:pt x="916" y="7800"/>
                    <a:pt x="816" y="8018"/>
                  </a:cubicBezTo>
                  <a:cubicBezTo>
                    <a:pt x="737" y="8138"/>
                    <a:pt x="677" y="8217"/>
                    <a:pt x="598" y="8277"/>
                  </a:cubicBezTo>
                  <a:cubicBezTo>
                    <a:pt x="538" y="9033"/>
                    <a:pt x="239" y="9789"/>
                    <a:pt x="160" y="10545"/>
                  </a:cubicBezTo>
                  <a:cubicBezTo>
                    <a:pt x="80" y="11301"/>
                    <a:pt x="1" y="12018"/>
                    <a:pt x="1" y="12674"/>
                  </a:cubicBezTo>
                  <a:cubicBezTo>
                    <a:pt x="21" y="13768"/>
                    <a:pt x="40" y="14743"/>
                    <a:pt x="200" y="15798"/>
                  </a:cubicBezTo>
                  <a:cubicBezTo>
                    <a:pt x="239" y="15957"/>
                    <a:pt x="319" y="16136"/>
                    <a:pt x="359" y="16315"/>
                  </a:cubicBezTo>
                  <a:cubicBezTo>
                    <a:pt x="418" y="16494"/>
                    <a:pt x="458" y="16673"/>
                    <a:pt x="518" y="16872"/>
                  </a:cubicBezTo>
                  <a:cubicBezTo>
                    <a:pt x="478" y="16912"/>
                    <a:pt x="498" y="16912"/>
                    <a:pt x="538" y="16932"/>
                  </a:cubicBezTo>
                  <a:cubicBezTo>
                    <a:pt x="598" y="17151"/>
                    <a:pt x="677" y="17370"/>
                    <a:pt x="757" y="17569"/>
                  </a:cubicBezTo>
                  <a:cubicBezTo>
                    <a:pt x="757" y="17608"/>
                    <a:pt x="757" y="17648"/>
                    <a:pt x="737" y="17688"/>
                  </a:cubicBezTo>
                  <a:cubicBezTo>
                    <a:pt x="777" y="17728"/>
                    <a:pt x="816" y="17768"/>
                    <a:pt x="836" y="17807"/>
                  </a:cubicBezTo>
                  <a:cubicBezTo>
                    <a:pt x="916" y="17986"/>
                    <a:pt x="1015" y="18185"/>
                    <a:pt x="1095" y="18364"/>
                  </a:cubicBezTo>
                  <a:cubicBezTo>
                    <a:pt x="1095" y="18364"/>
                    <a:pt x="1095" y="18384"/>
                    <a:pt x="1135" y="18424"/>
                  </a:cubicBezTo>
                  <a:cubicBezTo>
                    <a:pt x="1175" y="18504"/>
                    <a:pt x="1214" y="18583"/>
                    <a:pt x="1254" y="18683"/>
                  </a:cubicBezTo>
                  <a:cubicBezTo>
                    <a:pt x="1254" y="18742"/>
                    <a:pt x="1294" y="18802"/>
                    <a:pt x="1354" y="18842"/>
                  </a:cubicBezTo>
                  <a:cubicBezTo>
                    <a:pt x="1473" y="19041"/>
                    <a:pt x="1592" y="19220"/>
                    <a:pt x="1732" y="19419"/>
                  </a:cubicBezTo>
                  <a:cubicBezTo>
                    <a:pt x="3264" y="21588"/>
                    <a:pt x="5850" y="22841"/>
                    <a:pt x="8476" y="23299"/>
                  </a:cubicBezTo>
                  <a:cubicBezTo>
                    <a:pt x="10327" y="23637"/>
                    <a:pt x="12197" y="23617"/>
                    <a:pt x="14087" y="23518"/>
                  </a:cubicBezTo>
                  <a:cubicBezTo>
                    <a:pt x="13988" y="23537"/>
                    <a:pt x="13888" y="23557"/>
                    <a:pt x="13789" y="23577"/>
                  </a:cubicBezTo>
                  <a:cubicBezTo>
                    <a:pt x="13709" y="23597"/>
                    <a:pt x="13530" y="23617"/>
                    <a:pt x="13451" y="23657"/>
                  </a:cubicBezTo>
                  <a:cubicBezTo>
                    <a:pt x="13431" y="23657"/>
                    <a:pt x="13411" y="23756"/>
                    <a:pt x="13391" y="23756"/>
                  </a:cubicBezTo>
                  <a:cubicBezTo>
                    <a:pt x="13331" y="23776"/>
                    <a:pt x="13252" y="23717"/>
                    <a:pt x="13172" y="23717"/>
                  </a:cubicBezTo>
                  <a:cubicBezTo>
                    <a:pt x="12913" y="23717"/>
                    <a:pt x="12734" y="23736"/>
                    <a:pt x="12535" y="23736"/>
                  </a:cubicBezTo>
                  <a:cubicBezTo>
                    <a:pt x="12376" y="23736"/>
                    <a:pt x="12217" y="23796"/>
                    <a:pt x="12078" y="23677"/>
                  </a:cubicBezTo>
                  <a:cubicBezTo>
                    <a:pt x="11899" y="23717"/>
                    <a:pt x="11640" y="23796"/>
                    <a:pt x="11381" y="23836"/>
                  </a:cubicBezTo>
                  <a:cubicBezTo>
                    <a:pt x="11302" y="23856"/>
                    <a:pt x="11123" y="23876"/>
                    <a:pt x="11123" y="23876"/>
                  </a:cubicBezTo>
                  <a:cubicBezTo>
                    <a:pt x="11083" y="23876"/>
                    <a:pt x="11083" y="23836"/>
                    <a:pt x="11063" y="23836"/>
                  </a:cubicBezTo>
                  <a:cubicBezTo>
                    <a:pt x="10944" y="23856"/>
                    <a:pt x="10824" y="23915"/>
                    <a:pt x="10705" y="23915"/>
                  </a:cubicBezTo>
                  <a:cubicBezTo>
                    <a:pt x="10148" y="23955"/>
                    <a:pt x="9272" y="23537"/>
                    <a:pt x="9093" y="24194"/>
                  </a:cubicBezTo>
                  <a:cubicBezTo>
                    <a:pt x="9014" y="24492"/>
                    <a:pt x="9073" y="24711"/>
                    <a:pt x="9193" y="24851"/>
                  </a:cubicBezTo>
                  <a:cubicBezTo>
                    <a:pt x="9213" y="24890"/>
                    <a:pt x="9332" y="24871"/>
                    <a:pt x="9412" y="24930"/>
                  </a:cubicBezTo>
                  <a:cubicBezTo>
                    <a:pt x="9491" y="24970"/>
                    <a:pt x="9571" y="25010"/>
                    <a:pt x="9611" y="25109"/>
                  </a:cubicBezTo>
                  <a:cubicBezTo>
                    <a:pt x="10148" y="25109"/>
                    <a:pt x="10745" y="24990"/>
                    <a:pt x="11322" y="24950"/>
                  </a:cubicBezTo>
                  <a:cubicBezTo>
                    <a:pt x="11381" y="24930"/>
                    <a:pt x="11461" y="24890"/>
                    <a:pt x="11521" y="24890"/>
                  </a:cubicBezTo>
                  <a:cubicBezTo>
                    <a:pt x="11580" y="24890"/>
                    <a:pt x="11640" y="24950"/>
                    <a:pt x="11720" y="24950"/>
                  </a:cubicBezTo>
                  <a:cubicBezTo>
                    <a:pt x="11859" y="24930"/>
                    <a:pt x="12018" y="24851"/>
                    <a:pt x="12157" y="24851"/>
                  </a:cubicBezTo>
                  <a:cubicBezTo>
                    <a:pt x="12197" y="24831"/>
                    <a:pt x="12297" y="24890"/>
                    <a:pt x="12356" y="24890"/>
                  </a:cubicBezTo>
                  <a:cubicBezTo>
                    <a:pt x="12436" y="24890"/>
                    <a:pt x="12495" y="24851"/>
                    <a:pt x="12575" y="24831"/>
                  </a:cubicBezTo>
                  <a:cubicBezTo>
                    <a:pt x="12655" y="24831"/>
                    <a:pt x="12714" y="24890"/>
                    <a:pt x="12774" y="24890"/>
                  </a:cubicBezTo>
                  <a:cubicBezTo>
                    <a:pt x="13013" y="24871"/>
                    <a:pt x="13192" y="24751"/>
                    <a:pt x="13371" y="24910"/>
                  </a:cubicBezTo>
                  <a:cubicBezTo>
                    <a:pt x="13590" y="24811"/>
                    <a:pt x="13829" y="24771"/>
                    <a:pt x="14027" y="24731"/>
                  </a:cubicBezTo>
                  <a:cubicBezTo>
                    <a:pt x="14127" y="24691"/>
                    <a:pt x="14127" y="24731"/>
                    <a:pt x="14226" y="24711"/>
                  </a:cubicBezTo>
                  <a:cubicBezTo>
                    <a:pt x="14525" y="24652"/>
                    <a:pt x="14843" y="24532"/>
                    <a:pt x="15142" y="24492"/>
                  </a:cubicBezTo>
                  <a:cubicBezTo>
                    <a:pt x="15261" y="24473"/>
                    <a:pt x="15380" y="24532"/>
                    <a:pt x="15500" y="24512"/>
                  </a:cubicBezTo>
                  <a:cubicBezTo>
                    <a:pt x="15599" y="24512"/>
                    <a:pt x="15679" y="24413"/>
                    <a:pt x="15778" y="24393"/>
                  </a:cubicBezTo>
                  <a:cubicBezTo>
                    <a:pt x="16534" y="24154"/>
                    <a:pt x="17310" y="24274"/>
                    <a:pt x="18126" y="24055"/>
                  </a:cubicBezTo>
                  <a:cubicBezTo>
                    <a:pt x="18285" y="24015"/>
                    <a:pt x="18444" y="23935"/>
                    <a:pt x="18604" y="23876"/>
                  </a:cubicBezTo>
                  <a:cubicBezTo>
                    <a:pt x="18604" y="23876"/>
                    <a:pt x="18663" y="23935"/>
                    <a:pt x="18703" y="23915"/>
                  </a:cubicBezTo>
                  <a:cubicBezTo>
                    <a:pt x="18822" y="23896"/>
                    <a:pt x="19002" y="23836"/>
                    <a:pt x="19141" y="23796"/>
                  </a:cubicBezTo>
                  <a:cubicBezTo>
                    <a:pt x="20215" y="23458"/>
                    <a:pt x="21230" y="22960"/>
                    <a:pt x="22066" y="22264"/>
                  </a:cubicBezTo>
                  <a:cubicBezTo>
                    <a:pt x="22125" y="22204"/>
                    <a:pt x="22185" y="22165"/>
                    <a:pt x="22245" y="22105"/>
                  </a:cubicBezTo>
                  <a:cubicBezTo>
                    <a:pt x="22563" y="21806"/>
                    <a:pt x="22861" y="21448"/>
                    <a:pt x="23100" y="21170"/>
                  </a:cubicBezTo>
                  <a:cubicBezTo>
                    <a:pt x="23319" y="20931"/>
                    <a:pt x="23558" y="20414"/>
                    <a:pt x="23797" y="20175"/>
                  </a:cubicBezTo>
                  <a:cubicBezTo>
                    <a:pt x="23816" y="20155"/>
                    <a:pt x="23777" y="20115"/>
                    <a:pt x="23777" y="20076"/>
                  </a:cubicBezTo>
                  <a:cubicBezTo>
                    <a:pt x="24015" y="19598"/>
                    <a:pt x="24155" y="19041"/>
                    <a:pt x="24254" y="18782"/>
                  </a:cubicBezTo>
                  <a:cubicBezTo>
                    <a:pt x="24413" y="18364"/>
                    <a:pt x="24433" y="17867"/>
                    <a:pt x="24533" y="17390"/>
                  </a:cubicBezTo>
                  <a:cubicBezTo>
                    <a:pt x="24612" y="16872"/>
                    <a:pt x="24771" y="16375"/>
                    <a:pt x="24732" y="15798"/>
                  </a:cubicBezTo>
                  <a:cubicBezTo>
                    <a:pt x="24712" y="15559"/>
                    <a:pt x="24712" y="15440"/>
                    <a:pt x="24712" y="15320"/>
                  </a:cubicBezTo>
                  <a:cubicBezTo>
                    <a:pt x="24712" y="15082"/>
                    <a:pt x="24632" y="14843"/>
                    <a:pt x="24612" y="14604"/>
                  </a:cubicBezTo>
                  <a:cubicBezTo>
                    <a:pt x="24592" y="14505"/>
                    <a:pt x="24652" y="14425"/>
                    <a:pt x="24632" y="14326"/>
                  </a:cubicBezTo>
                  <a:cubicBezTo>
                    <a:pt x="24573" y="13589"/>
                    <a:pt x="24493" y="12833"/>
                    <a:pt x="24354" y="12097"/>
                  </a:cubicBezTo>
                  <a:cubicBezTo>
                    <a:pt x="24194" y="11361"/>
                    <a:pt x="24015" y="10665"/>
                    <a:pt x="23797" y="9988"/>
                  </a:cubicBezTo>
                  <a:cubicBezTo>
                    <a:pt x="23757" y="9909"/>
                    <a:pt x="23816" y="9809"/>
                    <a:pt x="23777" y="9749"/>
                  </a:cubicBezTo>
                  <a:cubicBezTo>
                    <a:pt x="23757" y="9670"/>
                    <a:pt x="23657" y="9630"/>
                    <a:pt x="23617" y="9550"/>
                  </a:cubicBezTo>
                  <a:cubicBezTo>
                    <a:pt x="23598" y="9511"/>
                    <a:pt x="23657" y="9471"/>
                    <a:pt x="23637" y="9431"/>
                  </a:cubicBezTo>
                  <a:cubicBezTo>
                    <a:pt x="23617" y="9312"/>
                    <a:pt x="23419" y="8954"/>
                    <a:pt x="23379" y="8914"/>
                  </a:cubicBezTo>
                  <a:cubicBezTo>
                    <a:pt x="23339" y="8874"/>
                    <a:pt x="23419" y="8854"/>
                    <a:pt x="23399" y="8834"/>
                  </a:cubicBezTo>
                  <a:cubicBezTo>
                    <a:pt x="23379" y="8774"/>
                    <a:pt x="23339" y="8774"/>
                    <a:pt x="23319" y="8755"/>
                  </a:cubicBezTo>
                  <a:cubicBezTo>
                    <a:pt x="23299" y="8695"/>
                    <a:pt x="23359" y="8655"/>
                    <a:pt x="23319" y="8615"/>
                  </a:cubicBezTo>
                  <a:cubicBezTo>
                    <a:pt x="23279" y="8456"/>
                    <a:pt x="23140" y="8337"/>
                    <a:pt x="23080" y="8197"/>
                  </a:cubicBezTo>
                  <a:cubicBezTo>
                    <a:pt x="23060" y="8158"/>
                    <a:pt x="23100" y="8118"/>
                    <a:pt x="23100" y="8098"/>
                  </a:cubicBezTo>
                  <a:cubicBezTo>
                    <a:pt x="23080" y="8058"/>
                    <a:pt x="23021" y="8058"/>
                    <a:pt x="23001" y="8018"/>
                  </a:cubicBezTo>
                  <a:cubicBezTo>
                    <a:pt x="22941" y="7879"/>
                    <a:pt x="22842" y="7740"/>
                    <a:pt x="22782" y="7581"/>
                  </a:cubicBezTo>
                  <a:cubicBezTo>
                    <a:pt x="22742" y="7501"/>
                    <a:pt x="22762" y="7402"/>
                    <a:pt x="22722" y="7322"/>
                  </a:cubicBezTo>
                  <a:cubicBezTo>
                    <a:pt x="22643" y="7163"/>
                    <a:pt x="22503" y="7043"/>
                    <a:pt x="22404" y="6884"/>
                  </a:cubicBezTo>
                  <a:cubicBezTo>
                    <a:pt x="22245" y="6626"/>
                    <a:pt x="22066" y="6307"/>
                    <a:pt x="21887" y="5969"/>
                  </a:cubicBezTo>
                  <a:cubicBezTo>
                    <a:pt x="21767" y="5790"/>
                    <a:pt x="21727" y="5591"/>
                    <a:pt x="21648" y="5472"/>
                  </a:cubicBezTo>
                  <a:cubicBezTo>
                    <a:pt x="21608" y="5412"/>
                    <a:pt x="21469" y="5392"/>
                    <a:pt x="21429" y="5332"/>
                  </a:cubicBezTo>
                  <a:cubicBezTo>
                    <a:pt x="21389" y="5273"/>
                    <a:pt x="21369" y="5153"/>
                    <a:pt x="21329" y="5094"/>
                  </a:cubicBezTo>
                  <a:cubicBezTo>
                    <a:pt x="21310" y="5054"/>
                    <a:pt x="21250" y="5094"/>
                    <a:pt x="21230" y="5034"/>
                  </a:cubicBezTo>
                  <a:cubicBezTo>
                    <a:pt x="21230" y="5014"/>
                    <a:pt x="21270" y="4915"/>
                    <a:pt x="21270" y="4895"/>
                  </a:cubicBezTo>
                  <a:cubicBezTo>
                    <a:pt x="21210" y="4815"/>
                    <a:pt x="21111" y="4775"/>
                    <a:pt x="21071" y="4716"/>
                  </a:cubicBezTo>
                  <a:cubicBezTo>
                    <a:pt x="20852" y="4457"/>
                    <a:pt x="20534" y="4298"/>
                    <a:pt x="20295" y="4079"/>
                  </a:cubicBezTo>
                  <a:cubicBezTo>
                    <a:pt x="20156" y="3960"/>
                    <a:pt x="20036" y="3840"/>
                    <a:pt x="19897" y="3721"/>
                  </a:cubicBezTo>
                  <a:cubicBezTo>
                    <a:pt x="19857" y="3701"/>
                    <a:pt x="19797" y="3701"/>
                    <a:pt x="19797" y="3701"/>
                  </a:cubicBezTo>
                  <a:cubicBezTo>
                    <a:pt x="19738" y="3661"/>
                    <a:pt x="19758" y="3601"/>
                    <a:pt x="19738" y="3582"/>
                  </a:cubicBezTo>
                  <a:cubicBezTo>
                    <a:pt x="19698" y="3542"/>
                    <a:pt x="19579" y="3422"/>
                    <a:pt x="19579" y="3422"/>
                  </a:cubicBezTo>
                  <a:cubicBezTo>
                    <a:pt x="19081" y="3005"/>
                    <a:pt x="18564" y="2666"/>
                    <a:pt x="18106" y="2189"/>
                  </a:cubicBezTo>
                  <a:cubicBezTo>
                    <a:pt x="18345" y="2209"/>
                    <a:pt x="18524" y="2328"/>
                    <a:pt x="18723" y="2447"/>
                  </a:cubicBezTo>
                  <a:cubicBezTo>
                    <a:pt x="19141" y="2706"/>
                    <a:pt x="19559" y="2925"/>
                    <a:pt x="19937" y="3184"/>
                  </a:cubicBezTo>
                  <a:cubicBezTo>
                    <a:pt x="20016" y="3243"/>
                    <a:pt x="20116" y="3323"/>
                    <a:pt x="20215" y="3383"/>
                  </a:cubicBezTo>
                  <a:cubicBezTo>
                    <a:pt x="20315" y="3422"/>
                    <a:pt x="20454" y="3422"/>
                    <a:pt x="20534" y="3482"/>
                  </a:cubicBezTo>
                  <a:cubicBezTo>
                    <a:pt x="20573" y="3522"/>
                    <a:pt x="20633" y="3562"/>
                    <a:pt x="20693" y="3601"/>
                  </a:cubicBezTo>
                  <a:cubicBezTo>
                    <a:pt x="20733" y="3641"/>
                    <a:pt x="20792" y="3681"/>
                    <a:pt x="20792" y="3681"/>
                  </a:cubicBezTo>
                  <a:cubicBezTo>
                    <a:pt x="20792" y="3701"/>
                    <a:pt x="20772" y="3761"/>
                    <a:pt x="20812" y="3800"/>
                  </a:cubicBezTo>
                  <a:cubicBezTo>
                    <a:pt x="20852" y="3820"/>
                    <a:pt x="20971" y="3820"/>
                    <a:pt x="21011" y="3860"/>
                  </a:cubicBezTo>
                  <a:cubicBezTo>
                    <a:pt x="21031" y="3880"/>
                    <a:pt x="20991" y="3920"/>
                    <a:pt x="21011" y="3940"/>
                  </a:cubicBezTo>
                  <a:cubicBezTo>
                    <a:pt x="21031" y="3979"/>
                    <a:pt x="21071" y="3960"/>
                    <a:pt x="21111" y="3999"/>
                  </a:cubicBezTo>
                  <a:cubicBezTo>
                    <a:pt x="21310" y="4198"/>
                    <a:pt x="21389" y="4497"/>
                    <a:pt x="21668" y="4656"/>
                  </a:cubicBezTo>
                  <a:cubicBezTo>
                    <a:pt x="21707" y="5133"/>
                    <a:pt x="22105" y="5492"/>
                    <a:pt x="22404" y="5949"/>
                  </a:cubicBezTo>
                  <a:cubicBezTo>
                    <a:pt x="22503" y="6069"/>
                    <a:pt x="22603" y="6208"/>
                    <a:pt x="22682" y="6347"/>
                  </a:cubicBezTo>
                  <a:cubicBezTo>
                    <a:pt x="22702" y="6407"/>
                    <a:pt x="22643" y="6486"/>
                    <a:pt x="22662" y="6546"/>
                  </a:cubicBezTo>
                  <a:cubicBezTo>
                    <a:pt x="22682" y="6606"/>
                    <a:pt x="22782" y="6665"/>
                    <a:pt x="22802" y="6725"/>
                  </a:cubicBezTo>
                  <a:cubicBezTo>
                    <a:pt x="22921" y="6984"/>
                    <a:pt x="23060" y="7223"/>
                    <a:pt x="23200" y="7481"/>
                  </a:cubicBezTo>
                  <a:cubicBezTo>
                    <a:pt x="23419" y="7939"/>
                    <a:pt x="23498" y="8317"/>
                    <a:pt x="23677" y="8655"/>
                  </a:cubicBezTo>
                  <a:cubicBezTo>
                    <a:pt x="23856" y="9013"/>
                    <a:pt x="24035" y="9332"/>
                    <a:pt x="24155" y="9670"/>
                  </a:cubicBezTo>
                  <a:cubicBezTo>
                    <a:pt x="24155" y="9729"/>
                    <a:pt x="24115" y="9809"/>
                    <a:pt x="24135" y="9849"/>
                  </a:cubicBezTo>
                  <a:cubicBezTo>
                    <a:pt x="24155" y="9928"/>
                    <a:pt x="24214" y="9948"/>
                    <a:pt x="24234" y="10008"/>
                  </a:cubicBezTo>
                  <a:cubicBezTo>
                    <a:pt x="24274" y="10127"/>
                    <a:pt x="24234" y="10267"/>
                    <a:pt x="24274" y="10366"/>
                  </a:cubicBezTo>
                  <a:cubicBezTo>
                    <a:pt x="24274" y="10426"/>
                    <a:pt x="24374" y="10426"/>
                    <a:pt x="24393" y="10486"/>
                  </a:cubicBezTo>
                  <a:cubicBezTo>
                    <a:pt x="24433" y="10525"/>
                    <a:pt x="24374" y="10605"/>
                    <a:pt x="24393" y="10645"/>
                  </a:cubicBezTo>
                  <a:cubicBezTo>
                    <a:pt x="24393" y="10704"/>
                    <a:pt x="24413" y="10724"/>
                    <a:pt x="24413" y="10784"/>
                  </a:cubicBezTo>
                  <a:cubicBezTo>
                    <a:pt x="24433" y="11102"/>
                    <a:pt x="24672" y="11202"/>
                    <a:pt x="24752" y="11421"/>
                  </a:cubicBezTo>
                  <a:cubicBezTo>
                    <a:pt x="24831" y="11659"/>
                    <a:pt x="24851" y="11898"/>
                    <a:pt x="24891" y="12157"/>
                  </a:cubicBezTo>
                  <a:cubicBezTo>
                    <a:pt x="24931" y="12475"/>
                    <a:pt x="25030" y="12853"/>
                    <a:pt x="24970" y="13072"/>
                  </a:cubicBezTo>
                  <a:cubicBezTo>
                    <a:pt x="24871" y="13410"/>
                    <a:pt x="25070" y="13729"/>
                    <a:pt x="25130" y="14047"/>
                  </a:cubicBezTo>
                  <a:cubicBezTo>
                    <a:pt x="25189" y="14266"/>
                    <a:pt x="25150" y="14524"/>
                    <a:pt x="25150" y="14664"/>
                  </a:cubicBezTo>
                  <a:cubicBezTo>
                    <a:pt x="25150" y="14723"/>
                    <a:pt x="25209" y="14783"/>
                    <a:pt x="25209" y="14863"/>
                  </a:cubicBezTo>
                  <a:cubicBezTo>
                    <a:pt x="25209" y="14982"/>
                    <a:pt x="25229" y="15101"/>
                    <a:pt x="25229" y="15221"/>
                  </a:cubicBezTo>
                  <a:cubicBezTo>
                    <a:pt x="25249" y="15360"/>
                    <a:pt x="25309" y="15499"/>
                    <a:pt x="25249" y="15639"/>
                  </a:cubicBezTo>
                  <a:cubicBezTo>
                    <a:pt x="25269" y="15778"/>
                    <a:pt x="25408" y="15838"/>
                    <a:pt x="25428" y="15977"/>
                  </a:cubicBezTo>
                  <a:cubicBezTo>
                    <a:pt x="25309" y="16136"/>
                    <a:pt x="25468" y="16335"/>
                    <a:pt x="25468" y="16474"/>
                  </a:cubicBezTo>
                  <a:cubicBezTo>
                    <a:pt x="25468" y="16534"/>
                    <a:pt x="25408" y="16594"/>
                    <a:pt x="25408" y="16653"/>
                  </a:cubicBezTo>
                  <a:cubicBezTo>
                    <a:pt x="25428" y="16852"/>
                    <a:pt x="25488" y="17071"/>
                    <a:pt x="25488" y="17230"/>
                  </a:cubicBezTo>
                  <a:cubicBezTo>
                    <a:pt x="25488" y="17270"/>
                    <a:pt x="25428" y="17350"/>
                    <a:pt x="25428" y="17390"/>
                  </a:cubicBezTo>
                  <a:cubicBezTo>
                    <a:pt x="25408" y="17668"/>
                    <a:pt x="25428" y="17947"/>
                    <a:pt x="25388" y="18245"/>
                  </a:cubicBezTo>
                  <a:cubicBezTo>
                    <a:pt x="25368" y="18524"/>
                    <a:pt x="25329" y="18862"/>
                    <a:pt x="25249" y="19160"/>
                  </a:cubicBezTo>
                  <a:cubicBezTo>
                    <a:pt x="25150" y="19598"/>
                    <a:pt x="24970" y="19996"/>
                    <a:pt x="24851" y="20394"/>
                  </a:cubicBezTo>
                  <a:cubicBezTo>
                    <a:pt x="24851" y="20394"/>
                    <a:pt x="24771" y="20414"/>
                    <a:pt x="24752" y="20473"/>
                  </a:cubicBezTo>
                  <a:cubicBezTo>
                    <a:pt x="24712" y="20613"/>
                    <a:pt x="24712" y="20812"/>
                    <a:pt x="24652" y="20931"/>
                  </a:cubicBezTo>
                  <a:cubicBezTo>
                    <a:pt x="24592" y="21110"/>
                    <a:pt x="24433" y="21229"/>
                    <a:pt x="24453" y="21428"/>
                  </a:cubicBezTo>
                  <a:cubicBezTo>
                    <a:pt x="24354" y="21627"/>
                    <a:pt x="24155" y="21747"/>
                    <a:pt x="24075" y="21906"/>
                  </a:cubicBezTo>
                  <a:cubicBezTo>
                    <a:pt x="24035" y="21966"/>
                    <a:pt x="24055" y="22045"/>
                    <a:pt x="23996" y="22105"/>
                  </a:cubicBezTo>
                  <a:cubicBezTo>
                    <a:pt x="23916" y="22165"/>
                    <a:pt x="23836" y="22165"/>
                    <a:pt x="23757" y="22224"/>
                  </a:cubicBezTo>
                  <a:cubicBezTo>
                    <a:pt x="23578" y="22324"/>
                    <a:pt x="23518" y="22463"/>
                    <a:pt x="23419" y="22582"/>
                  </a:cubicBezTo>
                  <a:cubicBezTo>
                    <a:pt x="23339" y="22722"/>
                    <a:pt x="23200" y="22881"/>
                    <a:pt x="23040" y="23000"/>
                  </a:cubicBezTo>
                  <a:cubicBezTo>
                    <a:pt x="22643" y="23319"/>
                    <a:pt x="22105" y="23557"/>
                    <a:pt x="21747" y="23756"/>
                  </a:cubicBezTo>
                  <a:cubicBezTo>
                    <a:pt x="21688" y="23816"/>
                    <a:pt x="21648" y="23816"/>
                    <a:pt x="21568" y="23856"/>
                  </a:cubicBezTo>
                  <a:cubicBezTo>
                    <a:pt x="21409" y="23935"/>
                    <a:pt x="21270" y="24055"/>
                    <a:pt x="21130" y="24114"/>
                  </a:cubicBezTo>
                  <a:cubicBezTo>
                    <a:pt x="20772" y="24254"/>
                    <a:pt x="20414" y="24274"/>
                    <a:pt x="20096" y="24373"/>
                  </a:cubicBezTo>
                  <a:cubicBezTo>
                    <a:pt x="19897" y="24433"/>
                    <a:pt x="19718" y="24572"/>
                    <a:pt x="19519" y="24612"/>
                  </a:cubicBezTo>
                  <a:cubicBezTo>
                    <a:pt x="19280" y="24691"/>
                    <a:pt x="19021" y="24691"/>
                    <a:pt x="18803" y="24711"/>
                  </a:cubicBezTo>
                  <a:cubicBezTo>
                    <a:pt x="18743" y="24771"/>
                    <a:pt x="18624" y="24791"/>
                    <a:pt x="18584" y="24910"/>
                  </a:cubicBezTo>
                  <a:cubicBezTo>
                    <a:pt x="18504" y="24930"/>
                    <a:pt x="18484" y="24811"/>
                    <a:pt x="18405" y="24831"/>
                  </a:cubicBezTo>
                  <a:cubicBezTo>
                    <a:pt x="18405" y="24831"/>
                    <a:pt x="18345" y="24930"/>
                    <a:pt x="18345" y="24930"/>
                  </a:cubicBezTo>
                  <a:cubicBezTo>
                    <a:pt x="18305" y="24950"/>
                    <a:pt x="18246" y="24950"/>
                    <a:pt x="18206" y="24950"/>
                  </a:cubicBezTo>
                  <a:cubicBezTo>
                    <a:pt x="18007" y="24990"/>
                    <a:pt x="17768" y="24930"/>
                    <a:pt x="17629" y="25030"/>
                  </a:cubicBezTo>
                  <a:cubicBezTo>
                    <a:pt x="16912" y="25408"/>
                    <a:pt x="16077" y="25308"/>
                    <a:pt x="15420" y="25646"/>
                  </a:cubicBezTo>
                  <a:cubicBezTo>
                    <a:pt x="15042" y="25706"/>
                    <a:pt x="14425" y="25786"/>
                    <a:pt x="14067" y="26044"/>
                  </a:cubicBezTo>
                  <a:cubicBezTo>
                    <a:pt x="13709" y="25945"/>
                    <a:pt x="13351" y="26124"/>
                    <a:pt x="12993" y="26204"/>
                  </a:cubicBezTo>
                  <a:cubicBezTo>
                    <a:pt x="12774" y="26243"/>
                    <a:pt x="12555" y="26223"/>
                    <a:pt x="12336" y="26263"/>
                  </a:cubicBezTo>
                  <a:cubicBezTo>
                    <a:pt x="12297" y="26263"/>
                    <a:pt x="12177" y="26363"/>
                    <a:pt x="12157" y="26363"/>
                  </a:cubicBezTo>
                  <a:cubicBezTo>
                    <a:pt x="12137" y="26363"/>
                    <a:pt x="12137" y="26303"/>
                    <a:pt x="12098" y="26323"/>
                  </a:cubicBezTo>
                  <a:cubicBezTo>
                    <a:pt x="11978" y="26343"/>
                    <a:pt x="11899" y="26403"/>
                    <a:pt x="11779" y="26422"/>
                  </a:cubicBezTo>
                  <a:cubicBezTo>
                    <a:pt x="11620" y="26442"/>
                    <a:pt x="11441" y="26422"/>
                    <a:pt x="11282" y="26422"/>
                  </a:cubicBezTo>
                  <a:cubicBezTo>
                    <a:pt x="11083" y="26403"/>
                    <a:pt x="10904" y="26343"/>
                    <a:pt x="10725" y="26343"/>
                  </a:cubicBezTo>
                  <a:cubicBezTo>
                    <a:pt x="10347" y="26363"/>
                    <a:pt x="9949" y="26661"/>
                    <a:pt x="9571" y="26482"/>
                  </a:cubicBezTo>
                  <a:cubicBezTo>
                    <a:pt x="9412" y="26582"/>
                    <a:pt x="9292" y="26522"/>
                    <a:pt x="9173" y="26442"/>
                  </a:cubicBezTo>
                  <a:cubicBezTo>
                    <a:pt x="8874" y="26582"/>
                    <a:pt x="8576" y="26522"/>
                    <a:pt x="8297" y="26522"/>
                  </a:cubicBezTo>
                  <a:cubicBezTo>
                    <a:pt x="8118" y="26522"/>
                    <a:pt x="7979" y="26562"/>
                    <a:pt x="7820" y="26562"/>
                  </a:cubicBezTo>
                  <a:cubicBezTo>
                    <a:pt x="7661" y="26542"/>
                    <a:pt x="7621" y="26462"/>
                    <a:pt x="7502" y="26502"/>
                  </a:cubicBezTo>
                  <a:cubicBezTo>
                    <a:pt x="7362" y="26542"/>
                    <a:pt x="6885" y="26403"/>
                    <a:pt x="6765" y="26383"/>
                  </a:cubicBezTo>
                  <a:cubicBezTo>
                    <a:pt x="6686" y="26383"/>
                    <a:pt x="6626" y="26403"/>
                    <a:pt x="6586" y="26383"/>
                  </a:cubicBezTo>
                  <a:cubicBezTo>
                    <a:pt x="6566" y="26383"/>
                    <a:pt x="6566" y="26323"/>
                    <a:pt x="6566" y="26323"/>
                  </a:cubicBezTo>
                  <a:cubicBezTo>
                    <a:pt x="6328" y="26303"/>
                    <a:pt x="5890" y="26243"/>
                    <a:pt x="5790" y="26263"/>
                  </a:cubicBezTo>
                  <a:cubicBezTo>
                    <a:pt x="5651" y="26323"/>
                    <a:pt x="5512" y="26184"/>
                    <a:pt x="5412" y="26144"/>
                  </a:cubicBezTo>
                  <a:cubicBezTo>
                    <a:pt x="4935" y="25965"/>
                    <a:pt x="4636" y="25925"/>
                    <a:pt x="4219" y="25925"/>
                  </a:cubicBezTo>
                  <a:cubicBezTo>
                    <a:pt x="4119" y="25885"/>
                    <a:pt x="4079" y="25845"/>
                    <a:pt x="4040" y="25786"/>
                  </a:cubicBezTo>
                  <a:cubicBezTo>
                    <a:pt x="3980" y="25686"/>
                    <a:pt x="3841" y="25925"/>
                    <a:pt x="3861" y="25766"/>
                  </a:cubicBezTo>
                  <a:cubicBezTo>
                    <a:pt x="3662" y="25746"/>
                    <a:pt x="3642" y="25666"/>
                    <a:pt x="3443" y="25567"/>
                  </a:cubicBezTo>
                  <a:cubicBezTo>
                    <a:pt x="3343" y="25746"/>
                    <a:pt x="3204" y="25487"/>
                    <a:pt x="3204" y="25487"/>
                  </a:cubicBezTo>
                  <a:cubicBezTo>
                    <a:pt x="3144" y="25447"/>
                    <a:pt x="3085" y="25507"/>
                    <a:pt x="3065" y="25487"/>
                  </a:cubicBezTo>
                  <a:cubicBezTo>
                    <a:pt x="2905" y="25388"/>
                    <a:pt x="2806" y="25209"/>
                    <a:pt x="2647" y="25129"/>
                  </a:cubicBezTo>
                  <a:cubicBezTo>
                    <a:pt x="2527" y="25089"/>
                    <a:pt x="2408" y="25109"/>
                    <a:pt x="2269" y="25089"/>
                  </a:cubicBezTo>
                  <a:cubicBezTo>
                    <a:pt x="1931" y="25030"/>
                    <a:pt x="1493" y="24791"/>
                    <a:pt x="1075" y="24552"/>
                  </a:cubicBezTo>
                  <a:cubicBezTo>
                    <a:pt x="916" y="24691"/>
                    <a:pt x="1155" y="24751"/>
                    <a:pt x="1214" y="24831"/>
                  </a:cubicBezTo>
                  <a:cubicBezTo>
                    <a:pt x="1354" y="25010"/>
                    <a:pt x="1473" y="25109"/>
                    <a:pt x="1592" y="25169"/>
                  </a:cubicBezTo>
                  <a:cubicBezTo>
                    <a:pt x="1672" y="25189"/>
                    <a:pt x="1692" y="25288"/>
                    <a:pt x="1712" y="25308"/>
                  </a:cubicBezTo>
                  <a:cubicBezTo>
                    <a:pt x="2030" y="25567"/>
                    <a:pt x="2508" y="25865"/>
                    <a:pt x="2806" y="25945"/>
                  </a:cubicBezTo>
                  <a:cubicBezTo>
                    <a:pt x="3284" y="26104"/>
                    <a:pt x="3681" y="26343"/>
                    <a:pt x="4139" y="26522"/>
                  </a:cubicBezTo>
                  <a:cubicBezTo>
                    <a:pt x="4378" y="26601"/>
                    <a:pt x="4676" y="26701"/>
                    <a:pt x="4855" y="26721"/>
                  </a:cubicBezTo>
                  <a:cubicBezTo>
                    <a:pt x="4935" y="26741"/>
                    <a:pt x="4955" y="26820"/>
                    <a:pt x="4995" y="26840"/>
                  </a:cubicBezTo>
                  <a:cubicBezTo>
                    <a:pt x="5174" y="26900"/>
                    <a:pt x="5412" y="26940"/>
                    <a:pt x="5611" y="26980"/>
                  </a:cubicBezTo>
                  <a:cubicBezTo>
                    <a:pt x="5850" y="27039"/>
                    <a:pt x="6089" y="27099"/>
                    <a:pt x="6228" y="27119"/>
                  </a:cubicBezTo>
                  <a:cubicBezTo>
                    <a:pt x="6268" y="27119"/>
                    <a:pt x="6268" y="27178"/>
                    <a:pt x="6268" y="27178"/>
                  </a:cubicBezTo>
                  <a:cubicBezTo>
                    <a:pt x="6507" y="27258"/>
                    <a:pt x="6606" y="27159"/>
                    <a:pt x="6765" y="27198"/>
                  </a:cubicBezTo>
                  <a:cubicBezTo>
                    <a:pt x="6765" y="27198"/>
                    <a:pt x="6825" y="27258"/>
                    <a:pt x="6885" y="27278"/>
                  </a:cubicBezTo>
                  <a:cubicBezTo>
                    <a:pt x="6964" y="27298"/>
                    <a:pt x="7024" y="27258"/>
                    <a:pt x="7064" y="27258"/>
                  </a:cubicBezTo>
                  <a:cubicBezTo>
                    <a:pt x="7322" y="27298"/>
                    <a:pt x="7581" y="27397"/>
                    <a:pt x="7820" y="27417"/>
                  </a:cubicBezTo>
                  <a:cubicBezTo>
                    <a:pt x="8019" y="27417"/>
                    <a:pt x="8258" y="27338"/>
                    <a:pt x="8437" y="27358"/>
                  </a:cubicBezTo>
                  <a:cubicBezTo>
                    <a:pt x="8556" y="27358"/>
                    <a:pt x="8596" y="27417"/>
                    <a:pt x="8636" y="27437"/>
                  </a:cubicBezTo>
                  <a:cubicBezTo>
                    <a:pt x="8656" y="27437"/>
                    <a:pt x="8675" y="27377"/>
                    <a:pt x="8675" y="27377"/>
                  </a:cubicBezTo>
                  <a:cubicBezTo>
                    <a:pt x="9034" y="27417"/>
                    <a:pt x="9451" y="27457"/>
                    <a:pt x="9670" y="27497"/>
                  </a:cubicBezTo>
                  <a:cubicBezTo>
                    <a:pt x="9730" y="27497"/>
                    <a:pt x="9750" y="27457"/>
                    <a:pt x="9790" y="27457"/>
                  </a:cubicBezTo>
                  <a:cubicBezTo>
                    <a:pt x="10008" y="27417"/>
                    <a:pt x="10148" y="27437"/>
                    <a:pt x="10367" y="27437"/>
                  </a:cubicBezTo>
                  <a:cubicBezTo>
                    <a:pt x="10585" y="27437"/>
                    <a:pt x="10904" y="27377"/>
                    <a:pt x="11162" y="27358"/>
                  </a:cubicBezTo>
                  <a:cubicBezTo>
                    <a:pt x="11222" y="27358"/>
                    <a:pt x="11302" y="27377"/>
                    <a:pt x="11381" y="27377"/>
                  </a:cubicBezTo>
                  <a:cubicBezTo>
                    <a:pt x="12018" y="27318"/>
                    <a:pt x="12973" y="27318"/>
                    <a:pt x="13649" y="27178"/>
                  </a:cubicBezTo>
                  <a:cubicBezTo>
                    <a:pt x="14346" y="27039"/>
                    <a:pt x="14983" y="26860"/>
                    <a:pt x="15599" y="26741"/>
                  </a:cubicBezTo>
                  <a:cubicBezTo>
                    <a:pt x="15957" y="26661"/>
                    <a:pt x="16256" y="26562"/>
                    <a:pt x="16554" y="26502"/>
                  </a:cubicBezTo>
                  <a:cubicBezTo>
                    <a:pt x="16952" y="26422"/>
                    <a:pt x="17390" y="26442"/>
                    <a:pt x="17828" y="26323"/>
                  </a:cubicBezTo>
                  <a:cubicBezTo>
                    <a:pt x="17967" y="26283"/>
                    <a:pt x="18106" y="26223"/>
                    <a:pt x="18246" y="26164"/>
                  </a:cubicBezTo>
                  <a:cubicBezTo>
                    <a:pt x="18763" y="26005"/>
                    <a:pt x="19101" y="25905"/>
                    <a:pt x="19539" y="25806"/>
                  </a:cubicBezTo>
                  <a:lnTo>
                    <a:pt x="20116" y="25666"/>
                  </a:lnTo>
                  <a:cubicBezTo>
                    <a:pt x="20315" y="25607"/>
                    <a:pt x="20534" y="25547"/>
                    <a:pt x="20733" y="25487"/>
                  </a:cubicBezTo>
                  <a:cubicBezTo>
                    <a:pt x="21130" y="25348"/>
                    <a:pt x="21528" y="25209"/>
                    <a:pt x="21906" y="25030"/>
                  </a:cubicBezTo>
                  <a:cubicBezTo>
                    <a:pt x="22583" y="24751"/>
                    <a:pt x="23220" y="24333"/>
                    <a:pt x="23797" y="23856"/>
                  </a:cubicBezTo>
                  <a:cubicBezTo>
                    <a:pt x="24433" y="23279"/>
                    <a:pt x="25010" y="22602"/>
                    <a:pt x="25468" y="21866"/>
                  </a:cubicBezTo>
                  <a:cubicBezTo>
                    <a:pt x="26105" y="20891"/>
                    <a:pt x="26542" y="19697"/>
                    <a:pt x="26662" y="18563"/>
                  </a:cubicBezTo>
                  <a:cubicBezTo>
                    <a:pt x="26761" y="17608"/>
                    <a:pt x="26861" y="16474"/>
                    <a:pt x="26781" y="154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111">
            <a:off x="1170254" y="1570415"/>
            <a:ext cx="549014" cy="637128"/>
            <a:chOff x="5170900" y="2972300"/>
            <a:chExt cx="176600" cy="204950"/>
          </a:xfrm>
        </p:grpSpPr>
        <p:sp>
          <p:nvSpPr>
            <p:cNvPr id="172" name="Google Shape;172;p3"/>
            <p:cNvSpPr/>
            <p:nvPr/>
          </p:nvSpPr>
          <p:spPr>
            <a:xfrm>
              <a:off x="5170900" y="2972300"/>
              <a:ext cx="176600" cy="204950"/>
            </a:xfrm>
            <a:custGeom>
              <a:avLst/>
              <a:gdLst/>
              <a:ahLst/>
              <a:cxnLst/>
              <a:rect l="l" t="t" r="r" b="b"/>
              <a:pathLst>
                <a:path w="7064" h="8198" extrusionOk="0">
                  <a:moveTo>
                    <a:pt x="3503" y="0"/>
                  </a:moveTo>
                  <a:cubicBezTo>
                    <a:pt x="3457" y="0"/>
                    <a:pt x="3410" y="1"/>
                    <a:pt x="3363" y="4"/>
                  </a:cubicBezTo>
                  <a:cubicBezTo>
                    <a:pt x="2507" y="4"/>
                    <a:pt x="1851" y="382"/>
                    <a:pt x="1353" y="959"/>
                  </a:cubicBezTo>
                  <a:cubicBezTo>
                    <a:pt x="1293" y="1018"/>
                    <a:pt x="1234" y="1078"/>
                    <a:pt x="1194" y="1158"/>
                  </a:cubicBezTo>
                  <a:cubicBezTo>
                    <a:pt x="975" y="1456"/>
                    <a:pt x="776" y="1774"/>
                    <a:pt x="637" y="2132"/>
                  </a:cubicBezTo>
                  <a:cubicBezTo>
                    <a:pt x="577" y="2232"/>
                    <a:pt x="537" y="2351"/>
                    <a:pt x="498" y="2451"/>
                  </a:cubicBezTo>
                  <a:cubicBezTo>
                    <a:pt x="318" y="2928"/>
                    <a:pt x="199" y="3406"/>
                    <a:pt x="120" y="3824"/>
                  </a:cubicBezTo>
                  <a:cubicBezTo>
                    <a:pt x="80" y="3983"/>
                    <a:pt x="60" y="4122"/>
                    <a:pt x="40" y="4261"/>
                  </a:cubicBezTo>
                  <a:cubicBezTo>
                    <a:pt x="40" y="4361"/>
                    <a:pt x="20" y="4440"/>
                    <a:pt x="20" y="4500"/>
                  </a:cubicBezTo>
                  <a:cubicBezTo>
                    <a:pt x="0" y="4779"/>
                    <a:pt x="0" y="5057"/>
                    <a:pt x="0" y="5316"/>
                  </a:cubicBezTo>
                  <a:cubicBezTo>
                    <a:pt x="20" y="5415"/>
                    <a:pt x="20" y="5535"/>
                    <a:pt x="40" y="5654"/>
                  </a:cubicBezTo>
                  <a:cubicBezTo>
                    <a:pt x="80" y="5952"/>
                    <a:pt x="139" y="6231"/>
                    <a:pt x="259" y="6470"/>
                  </a:cubicBezTo>
                  <a:cubicBezTo>
                    <a:pt x="279" y="6549"/>
                    <a:pt x="318" y="6629"/>
                    <a:pt x="358" y="6709"/>
                  </a:cubicBezTo>
                  <a:cubicBezTo>
                    <a:pt x="776" y="7544"/>
                    <a:pt x="1592" y="8101"/>
                    <a:pt x="2925" y="8181"/>
                  </a:cubicBezTo>
                  <a:cubicBezTo>
                    <a:pt x="3081" y="8192"/>
                    <a:pt x="3252" y="8198"/>
                    <a:pt x="3433" y="8198"/>
                  </a:cubicBezTo>
                  <a:cubicBezTo>
                    <a:pt x="4268" y="8198"/>
                    <a:pt x="5301" y="8065"/>
                    <a:pt x="5889" y="7624"/>
                  </a:cubicBezTo>
                  <a:cubicBezTo>
                    <a:pt x="6208" y="7405"/>
                    <a:pt x="6447" y="7126"/>
                    <a:pt x="6626" y="6828"/>
                  </a:cubicBezTo>
                  <a:cubicBezTo>
                    <a:pt x="6665" y="6748"/>
                    <a:pt x="6705" y="6669"/>
                    <a:pt x="6725" y="6609"/>
                  </a:cubicBezTo>
                  <a:cubicBezTo>
                    <a:pt x="6844" y="6350"/>
                    <a:pt x="6944" y="6072"/>
                    <a:pt x="6984" y="5793"/>
                  </a:cubicBezTo>
                  <a:cubicBezTo>
                    <a:pt x="7004" y="5694"/>
                    <a:pt x="7024" y="5594"/>
                    <a:pt x="7024" y="5495"/>
                  </a:cubicBezTo>
                  <a:cubicBezTo>
                    <a:pt x="7063" y="5137"/>
                    <a:pt x="7063" y="4799"/>
                    <a:pt x="7043" y="4480"/>
                  </a:cubicBezTo>
                  <a:cubicBezTo>
                    <a:pt x="7043" y="4460"/>
                    <a:pt x="7043" y="4460"/>
                    <a:pt x="7043" y="4440"/>
                  </a:cubicBezTo>
                  <a:cubicBezTo>
                    <a:pt x="7043" y="4321"/>
                    <a:pt x="7024" y="4202"/>
                    <a:pt x="7004" y="4082"/>
                  </a:cubicBezTo>
                  <a:cubicBezTo>
                    <a:pt x="6944" y="3605"/>
                    <a:pt x="6825" y="3127"/>
                    <a:pt x="6665" y="2709"/>
                  </a:cubicBezTo>
                  <a:cubicBezTo>
                    <a:pt x="6606" y="2530"/>
                    <a:pt x="6526" y="2371"/>
                    <a:pt x="6447" y="2212"/>
                  </a:cubicBezTo>
                  <a:cubicBezTo>
                    <a:pt x="6228" y="1735"/>
                    <a:pt x="5949" y="1317"/>
                    <a:pt x="5611" y="978"/>
                  </a:cubicBezTo>
                  <a:cubicBezTo>
                    <a:pt x="5571" y="919"/>
                    <a:pt x="5511" y="859"/>
                    <a:pt x="5452" y="819"/>
                  </a:cubicBezTo>
                  <a:cubicBezTo>
                    <a:pt x="4890" y="295"/>
                    <a:pt x="4241" y="0"/>
                    <a:pt x="35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5183325" y="3022475"/>
              <a:ext cx="154225" cy="32975"/>
            </a:xfrm>
            <a:custGeom>
              <a:avLst/>
              <a:gdLst/>
              <a:ahLst/>
              <a:cxnLst/>
              <a:rect l="l" t="t" r="r" b="b"/>
              <a:pathLst>
                <a:path w="6169" h="1319" extrusionOk="0">
                  <a:moveTo>
                    <a:pt x="5430" y="1"/>
                  </a:moveTo>
                  <a:cubicBezTo>
                    <a:pt x="5261" y="1"/>
                    <a:pt x="5088" y="72"/>
                    <a:pt x="4915" y="245"/>
                  </a:cubicBezTo>
                  <a:cubicBezTo>
                    <a:pt x="4716" y="404"/>
                    <a:pt x="4616" y="663"/>
                    <a:pt x="4457" y="842"/>
                  </a:cubicBezTo>
                  <a:cubicBezTo>
                    <a:pt x="4356" y="956"/>
                    <a:pt x="4271" y="1001"/>
                    <a:pt x="4194" y="1001"/>
                  </a:cubicBezTo>
                  <a:cubicBezTo>
                    <a:pt x="4030" y="1001"/>
                    <a:pt x="3904" y="793"/>
                    <a:pt x="3741" y="603"/>
                  </a:cubicBezTo>
                  <a:cubicBezTo>
                    <a:pt x="3522" y="364"/>
                    <a:pt x="3283" y="26"/>
                    <a:pt x="2945" y="6"/>
                  </a:cubicBezTo>
                  <a:cubicBezTo>
                    <a:pt x="2925" y="4"/>
                    <a:pt x="2905" y="3"/>
                    <a:pt x="2885" y="3"/>
                  </a:cubicBezTo>
                  <a:cubicBezTo>
                    <a:pt x="2461" y="3"/>
                    <a:pt x="2178" y="397"/>
                    <a:pt x="1950" y="683"/>
                  </a:cubicBezTo>
                  <a:cubicBezTo>
                    <a:pt x="1804" y="856"/>
                    <a:pt x="1675" y="1002"/>
                    <a:pt x="1522" y="1002"/>
                  </a:cubicBezTo>
                  <a:cubicBezTo>
                    <a:pt x="1447" y="1002"/>
                    <a:pt x="1366" y="967"/>
                    <a:pt x="1274" y="881"/>
                  </a:cubicBezTo>
                  <a:cubicBezTo>
                    <a:pt x="1155" y="762"/>
                    <a:pt x="1075" y="603"/>
                    <a:pt x="975" y="464"/>
                  </a:cubicBezTo>
                  <a:cubicBezTo>
                    <a:pt x="762" y="204"/>
                    <a:pt x="537" y="97"/>
                    <a:pt x="326" y="97"/>
                  </a:cubicBezTo>
                  <a:cubicBezTo>
                    <a:pt x="263" y="97"/>
                    <a:pt x="200" y="107"/>
                    <a:pt x="140" y="125"/>
                  </a:cubicBezTo>
                  <a:cubicBezTo>
                    <a:pt x="80" y="225"/>
                    <a:pt x="40" y="344"/>
                    <a:pt x="1" y="444"/>
                  </a:cubicBezTo>
                  <a:cubicBezTo>
                    <a:pt x="96" y="388"/>
                    <a:pt x="194" y="355"/>
                    <a:pt x="294" y="355"/>
                  </a:cubicBezTo>
                  <a:cubicBezTo>
                    <a:pt x="445" y="355"/>
                    <a:pt x="601" y="431"/>
                    <a:pt x="757" y="623"/>
                  </a:cubicBezTo>
                  <a:cubicBezTo>
                    <a:pt x="916" y="822"/>
                    <a:pt x="1035" y="1080"/>
                    <a:pt x="1254" y="1220"/>
                  </a:cubicBezTo>
                  <a:cubicBezTo>
                    <a:pt x="1354" y="1280"/>
                    <a:pt x="1446" y="1306"/>
                    <a:pt x="1530" y="1306"/>
                  </a:cubicBezTo>
                  <a:cubicBezTo>
                    <a:pt x="2065" y="1306"/>
                    <a:pt x="2320" y="257"/>
                    <a:pt x="2868" y="257"/>
                  </a:cubicBezTo>
                  <a:cubicBezTo>
                    <a:pt x="2918" y="257"/>
                    <a:pt x="2970" y="266"/>
                    <a:pt x="3025" y="285"/>
                  </a:cubicBezTo>
                  <a:cubicBezTo>
                    <a:pt x="3452" y="427"/>
                    <a:pt x="3752" y="1319"/>
                    <a:pt x="4253" y="1319"/>
                  </a:cubicBezTo>
                  <a:cubicBezTo>
                    <a:pt x="4311" y="1319"/>
                    <a:pt x="4373" y="1307"/>
                    <a:pt x="4437" y="1279"/>
                  </a:cubicBezTo>
                  <a:cubicBezTo>
                    <a:pt x="4835" y="1100"/>
                    <a:pt x="4855" y="364"/>
                    <a:pt x="5333" y="245"/>
                  </a:cubicBezTo>
                  <a:cubicBezTo>
                    <a:pt x="5358" y="239"/>
                    <a:pt x="5384" y="236"/>
                    <a:pt x="5411" y="236"/>
                  </a:cubicBezTo>
                  <a:cubicBezTo>
                    <a:pt x="5654" y="236"/>
                    <a:pt x="5935" y="469"/>
                    <a:pt x="6168" y="702"/>
                  </a:cubicBezTo>
                  <a:cubicBezTo>
                    <a:pt x="6109" y="523"/>
                    <a:pt x="6029" y="364"/>
                    <a:pt x="5950" y="205"/>
                  </a:cubicBezTo>
                  <a:cubicBezTo>
                    <a:pt x="5785" y="82"/>
                    <a:pt x="5610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5170900" y="3091725"/>
              <a:ext cx="175600" cy="32875"/>
            </a:xfrm>
            <a:custGeom>
              <a:avLst/>
              <a:gdLst/>
              <a:ahLst/>
              <a:cxnLst/>
              <a:rect l="l" t="t" r="r" b="b"/>
              <a:pathLst>
                <a:path w="7024" h="1315" extrusionOk="0">
                  <a:moveTo>
                    <a:pt x="3389" y="1"/>
                  </a:moveTo>
                  <a:cubicBezTo>
                    <a:pt x="2951" y="1"/>
                    <a:pt x="2680" y="387"/>
                    <a:pt x="2447" y="698"/>
                  </a:cubicBezTo>
                  <a:cubicBezTo>
                    <a:pt x="2301" y="857"/>
                    <a:pt x="2173" y="999"/>
                    <a:pt x="2021" y="999"/>
                  </a:cubicBezTo>
                  <a:cubicBezTo>
                    <a:pt x="1946" y="999"/>
                    <a:pt x="1864" y="963"/>
                    <a:pt x="1771" y="877"/>
                  </a:cubicBezTo>
                  <a:cubicBezTo>
                    <a:pt x="1652" y="778"/>
                    <a:pt x="1572" y="599"/>
                    <a:pt x="1472" y="479"/>
                  </a:cubicBezTo>
                  <a:cubicBezTo>
                    <a:pt x="1256" y="203"/>
                    <a:pt x="1037" y="91"/>
                    <a:pt x="820" y="91"/>
                  </a:cubicBezTo>
                  <a:cubicBezTo>
                    <a:pt x="537" y="91"/>
                    <a:pt x="259" y="280"/>
                    <a:pt x="0" y="539"/>
                  </a:cubicBezTo>
                  <a:cubicBezTo>
                    <a:pt x="20" y="638"/>
                    <a:pt x="20" y="758"/>
                    <a:pt x="40" y="877"/>
                  </a:cubicBezTo>
                  <a:cubicBezTo>
                    <a:pt x="272" y="607"/>
                    <a:pt x="528" y="353"/>
                    <a:pt x="799" y="353"/>
                  </a:cubicBezTo>
                  <a:cubicBezTo>
                    <a:pt x="947" y="353"/>
                    <a:pt x="1099" y="429"/>
                    <a:pt x="1254" y="618"/>
                  </a:cubicBezTo>
                  <a:cubicBezTo>
                    <a:pt x="1413" y="817"/>
                    <a:pt x="1532" y="1076"/>
                    <a:pt x="1751" y="1215"/>
                  </a:cubicBezTo>
                  <a:cubicBezTo>
                    <a:pt x="1850" y="1276"/>
                    <a:pt x="1940" y="1302"/>
                    <a:pt x="2024" y="1302"/>
                  </a:cubicBezTo>
                  <a:cubicBezTo>
                    <a:pt x="2548" y="1302"/>
                    <a:pt x="2815" y="272"/>
                    <a:pt x="3363" y="272"/>
                  </a:cubicBezTo>
                  <a:cubicBezTo>
                    <a:pt x="3414" y="272"/>
                    <a:pt x="3466" y="281"/>
                    <a:pt x="3522" y="300"/>
                  </a:cubicBezTo>
                  <a:cubicBezTo>
                    <a:pt x="3949" y="425"/>
                    <a:pt x="4249" y="1314"/>
                    <a:pt x="4735" y="1314"/>
                  </a:cubicBezTo>
                  <a:cubicBezTo>
                    <a:pt x="4792" y="1314"/>
                    <a:pt x="4852" y="1302"/>
                    <a:pt x="4915" y="1275"/>
                  </a:cubicBezTo>
                  <a:cubicBezTo>
                    <a:pt x="5332" y="1116"/>
                    <a:pt x="5352" y="360"/>
                    <a:pt x="5830" y="240"/>
                  </a:cubicBezTo>
                  <a:cubicBezTo>
                    <a:pt x="5852" y="236"/>
                    <a:pt x="5876" y="233"/>
                    <a:pt x="5899" y="233"/>
                  </a:cubicBezTo>
                  <a:cubicBezTo>
                    <a:pt x="6269" y="233"/>
                    <a:pt x="6739" y="792"/>
                    <a:pt x="6964" y="1016"/>
                  </a:cubicBezTo>
                  <a:lnTo>
                    <a:pt x="6984" y="1016"/>
                  </a:lnTo>
                  <a:cubicBezTo>
                    <a:pt x="7004" y="917"/>
                    <a:pt x="7024" y="817"/>
                    <a:pt x="7024" y="718"/>
                  </a:cubicBezTo>
                  <a:cubicBezTo>
                    <a:pt x="6686" y="395"/>
                    <a:pt x="6310" y="2"/>
                    <a:pt x="5907" y="2"/>
                  </a:cubicBezTo>
                  <a:cubicBezTo>
                    <a:pt x="5740" y="2"/>
                    <a:pt x="5568" y="71"/>
                    <a:pt x="5392" y="240"/>
                  </a:cubicBezTo>
                  <a:cubicBezTo>
                    <a:pt x="5213" y="419"/>
                    <a:pt x="5113" y="658"/>
                    <a:pt x="4954" y="837"/>
                  </a:cubicBezTo>
                  <a:cubicBezTo>
                    <a:pt x="4853" y="951"/>
                    <a:pt x="4768" y="997"/>
                    <a:pt x="4691" y="997"/>
                  </a:cubicBezTo>
                  <a:cubicBezTo>
                    <a:pt x="4527" y="997"/>
                    <a:pt x="4401" y="788"/>
                    <a:pt x="4238" y="599"/>
                  </a:cubicBezTo>
                  <a:cubicBezTo>
                    <a:pt x="4019" y="360"/>
                    <a:pt x="3780" y="22"/>
                    <a:pt x="3422" y="2"/>
                  </a:cubicBezTo>
                  <a:cubicBezTo>
                    <a:pt x="3411" y="1"/>
                    <a:pt x="3400" y="1"/>
                    <a:pt x="3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76" name="Google Shape;176;p3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" name="Google Shape;177;p3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78" name="Google Shape;178;p3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80" name="Google Shape;180;p3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81" name="Google Shape;181;p3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82" name="Google Shape;182;p3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83" name="Google Shape;183;p3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4" name="Google Shape;184;p3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85" name="Google Shape;185;p3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86" name="Google Shape;186;p3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87" name="Google Shape;187;p3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88" name="Google Shape;188;p3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89" name="Google Shape;189;p3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1" name="Google Shape;191;p3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93" name="Google Shape;193;p3"/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1703838" y="3660200"/>
            <a:ext cx="50907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5" name="Google Shape;195;p3"/>
          <p:cNvSpPr txBox="1">
            <a:spLocks noGrp="1"/>
          </p:cNvSpPr>
          <p:nvPr>
            <p:ph type="title" idx="2" hasCustomPrompt="1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5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87" name="Google Shape;287;p5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5"/>
          <p:cNvGrpSpPr/>
          <p:nvPr/>
        </p:nvGrpSpPr>
        <p:grpSpPr>
          <a:xfrm rot="-729013">
            <a:off x="452654" y="586542"/>
            <a:ext cx="860671" cy="1228255"/>
            <a:chOff x="6107000" y="691500"/>
            <a:chExt cx="590450" cy="842625"/>
          </a:xfrm>
        </p:grpSpPr>
        <p:sp>
          <p:nvSpPr>
            <p:cNvPr id="347" name="Google Shape;347;p5"/>
            <p:cNvSpPr/>
            <p:nvPr/>
          </p:nvSpPr>
          <p:spPr>
            <a:xfrm>
              <a:off x="6107000" y="691500"/>
              <a:ext cx="590450" cy="842625"/>
            </a:xfrm>
            <a:custGeom>
              <a:avLst/>
              <a:gdLst/>
              <a:ahLst/>
              <a:cxnLst/>
              <a:rect l="l" t="t" r="r" b="b"/>
              <a:pathLst>
                <a:path w="23618" h="33705" extrusionOk="0">
                  <a:moveTo>
                    <a:pt x="14676" y="1"/>
                  </a:moveTo>
                  <a:cubicBezTo>
                    <a:pt x="14518" y="1"/>
                    <a:pt x="14375" y="83"/>
                    <a:pt x="14286" y="230"/>
                  </a:cubicBezTo>
                  <a:cubicBezTo>
                    <a:pt x="14187" y="409"/>
                    <a:pt x="14227" y="628"/>
                    <a:pt x="14406" y="787"/>
                  </a:cubicBezTo>
                  <a:cubicBezTo>
                    <a:pt x="14485" y="847"/>
                    <a:pt x="14565" y="907"/>
                    <a:pt x="14664" y="966"/>
                  </a:cubicBezTo>
                  <a:cubicBezTo>
                    <a:pt x="17530" y="2817"/>
                    <a:pt x="19619" y="5324"/>
                    <a:pt x="20912" y="8447"/>
                  </a:cubicBezTo>
                  <a:cubicBezTo>
                    <a:pt x="22941" y="13362"/>
                    <a:pt x="22862" y="18256"/>
                    <a:pt x="20713" y="23111"/>
                  </a:cubicBezTo>
                  <a:cubicBezTo>
                    <a:pt x="19778" y="25240"/>
                    <a:pt x="18445" y="27090"/>
                    <a:pt x="16714" y="28662"/>
                  </a:cubicBezTo>
                  <a:cubicBezTo>
                    <a:pt x="13829" y="31288"/>
                    <a:pt x="10446" y="32721"/>
                    <a:pt x="6507" y="32800"/>
                  </a:cubicBezTo>
                  <a:cubicBezTo>
                    <a:pt x="6451" y="32801"/>
                    <a:pt x="6395" y="32801"/>
                    <a:pt x="6339" y="32801"/>
                  </a:cubicBezTo>
                  <a:cubicBezTo>
                    <a:pt x="4607" y="32801"/>
                    <a:pt x="2913" y="32502"/>
                    <a:pt x="1274" y="31885"/>
                  </a:cubicBezTo>
                  <a:cubicBezTo>
                    <a:pt x="1115" y="31806"/>
                    <a:pt x="936" y="31746"/>
                    <a:pt x="777" y="31686"/>
                  </a:cubicBezTo>
                  <a:cubicBezTo>
                    <a:pt x="697" y="31666"/>
                    <a:pt x="618" y="31646"/>
                    <a:pt x="518" y="31626"/>
                  </a:cubicBezTo>
                  <a:cubicBezTo>
                    <a:pt x="319" y="31626"/>
                    <a:pt x="160" y="31706"/>
                    <a:pt x="80" y="31885"/>
                  </a:cubicBezTo>
                  <a:cubicBezTo>
                    <a:pt x="1" y="32064"/>
                    <a:pt x="41" y="32243"/>
                    <a:pt x="220" y="32363"/>
                  </a:cubicBezTo>
                  <a:cubicBezTo>
                    <a:pt x="478" y="32522"/>
                    <a:pt x="757" y="32681"/>
                    <a:pt x="1036" y="32780"/>
                  </a:cubicBezTo>
                  <a:cubicBezTo>
                    <a:pt x="2428" y="33278"/>
                    <a:pt x="3881" y="33596"/>
                    <a:pt x="5373" y="33676"/>
                  </a:cubicBezTo>
                  <a:cubicBezTo>
                    <a:pt x="5707" y="33695"/>
                    <a:pt x="6039" y="33705"/>
                    <a:pt x="6368" y="33705"/>
                  </a:cubicBezTo>
                  <a:cubicBezTo>
                    <a:pt x="9742" y="33705"/>
                    <a:pt x="12848" y="32685"/>
                    <a:pt x="15639" y="30691"/>
                  </a:cubicBezTo>
                  <a:cubicBezTo>
                    <a:pt x="18902" y="28383"/>
                    <a:pt x="21091" y="25240"/>
                    <a:pt x="22344" y="21459"/>
                  </a:cubicBezTo>
                  <a:cubicBezTo>
                    <a:pt x="22703" y="20325"/>
                    <a:pt x="22961" y="19171"/>
                    <a:pt x="23100" y="17978"/>
                  </a:cubicBezTo>
                  <a:cubicBezTo>
                    <a:pt x="23618" y="13720"/>
                    <a:pt x="22862" y="9721"/>
                    <a:pt x="20693" y="6000"/>
                  </a:cubicBezTo>
                  <a:cubicBezTo>
                    <a:pt x="19320" y="3613"/>
                    <a:pt x="17450" y="1663"/>
                    <a:pt x="15122" y="190"/>
                  </a:cubicBezTo>
                  <a:cubicBezTo>
                    <a:pt x="15023" y="131"/>
                    <a:pt x="14943" y="71"/>
                    <a:pt x="14844" y="31"/>
                  </a:cubicBezTo>
                  <a:cubicBezTo>
                    <a:pt x="14787" y="11"/>
                    <a:pt x="14730" y="1"/>
                    <a:pt x="146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6130400" y="766775"/>
              <a:ext cx="473550" cy="680625"/>
            </a:xfrm>
            <a:custGeom>
              <a:avLst/>
              <a:gdLst/>
              <a:ahLst/>
              <a:cxnLst/>
              <a:rect l="l" t="t" r="r" b="b"/>
              <a:pathLst>
                <a:path w="18942" h="27225" extrusionOk="0">
                  <a:moveTo>
                    <a:pt x="12068" y="0"/>
                  </a:moveTo>
                  <a:cubicBezTo>
                    <a:pt x="11822" y="0"/>
                    <a:pt x="11606" y="197"/>
                    <a:pt x="11639" y="462"/>
                  </a:cubicBezTo>
                  <a:cubicBezTo>
                    <a:pt x="11659" y="602"/>
                    <a:pt x="11739" y="741"/>
                    <a:pt x="11838" y="840"/>
                  </a:cubicBezTo>
                  <a:cubicBezTo>
                    <a:pt x="11997" y="1000"/>
                    <a:pt x="12196" y="1159"/>
                    <a:pt x="12356" y="1318"/>
                  </a:cubicBezTo>
                  <a:cubicBezTo>
                    <a:pt x="14683" y="3487"/>
                    <a:pt x="16375" y="6053"/>
                    <a:pt x="17250" y="9117"/>
                  </a:cubicBezTo>
                  <a:cubicBezTo>
                    <a:pt x="18046" y="11823"/>
                    <a:pt x="18046" y="14529"/>
                    <a:pt x="17190" y="17295"/>
                  </a:cubicBezTo>
                  <a:cubicBezTo>
                    <a:pt x="16434" y="19563"/>
                    <a:pt x="15121" y="21513"/>
                    <a:pt x="13231" y="23084"/>
                  </a:cubicBezTo>
                  <a:cubicBezTo>
                    <a:pt x="10744" y="25134"/>
                    <a:pt x="7839" y="26128"/>
                    <a:pt x="4636" y="26308"/>
                  </a:cubicBezTo>
                  <a:cubicBezTo>
                    <a:pt x="4363" y="26324"/>
                    <a:pt x="4090" y="26332"/>
                    <a:pt x="3817" y="26332"/>
                  </a:cubicBezTo>
                  <a:cubicBezTo>
                    <a:pt x="2797" y="26332"/>
                    <a:pt x="1780" y="26221"/>
                    <a:pt x="776" y="26049"/>
                  </a:cubicBezTo>
                  <a:cubicBezTo>
                    <a:pt x="716" y="26039"/>
                    <a:pt x="652" y="26034"/>
                    <a:pt x="587" y="26034"/>
                  </a:cubicBezTo>
                  <a:cubicBezTo>
                    <a:pt x="522" y="26034"/>
                    <a:pt x="458" y="26039"/>
                    <a:pt x="398" y="26049"/>
                  </a:cubicBezTo>
                  <a:cubicBezTo>
                    <a:pt x="179" y="26089"/>
                    <a:pt x="60" y="26228"/>
                    <a:pt x="20" y="26427"/>
                  </a:cubicBezTo>
                  <a:cubicBezTo>
                    <a:pt x="0" y="26606"/>
                    <a:pt x="100" y="26765"/>
                    <a:pt x="298" y="26845"/>
                  </a:cubicBezTo>
                  <a:cubicBezTo>
                    <a:pt x="557" y="26924"/>
                    <a:pt x="816" y="27024"/>
                    <a:pt x="1074" y="27044"/>
                  </a:cubicBezTo>
                  <a:cubicBezTo>
                    <a:pt x="1976" y="27117"/>
                    <a:pt x="2878" y="27225"/>
                    <a:pt x="3795" y="27225"/>
                  </a:cubicBezTo>
                  <a:cubicBezTo>
                    <a:pt x="3870" y="27225"/>
                    <a:pt x="3944" y="27224"/>
                    <a:pt x="4019" y="27223"/>
                  </a:cubicBezTo>
                  <a:cubicBezTo>
                    <a:pt x="7143" y="27203"/>
                    <a:pt x="10068" y="26387"/>
                    <a:pt x="12674" y="24636"/>
                  </a:cubicBezTo>
                  <a:cubicBezTo>
                    <a:pt x="15101" y="23005"/>
                    <a:pt x="16832" y="20816"/>
                    <a:pt x="17867" y="18090"/>
                  </a:cubicBezTo>
                  <a:cubicBezTo>
                    <a:pt x="18703" y="15882"/>
                    <a:pt x="18941" y="13574"/>
                    <a:pt x="18623" y="11226"/>
                  </a:cubicBezTo>
                  <a:cubicBezTo>
                    <a:pt x="17986" y="6750"/>
                    <a:pt x="15818" y="3128"/>
                    <a:pt x="12455" y="184"/>
                  </a:cubicBezTo>
                  <a:cubicBezTo>
                    <a:pt x="12376" y="124"/>
                    <a:pt x="12296" y="64"/>
                    <a:pt x="12216" y="25"/>
                  </a:cubicBezTo>
                  <a:cubicBezTo>
                    <a:pt x="12167" y="8"/>
                    <a:pt x="12117" y="0"/>
                    <a:pt x="12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6154750" y="842225"/>
              <a:ext cx="351700" cy="515475"/>
            </a:xfrm>
            <a:custGeom>
              <a:avLst/>
              <a:gdLst/>
              <a:ahLst/>
              <a:cxnLst/>
              <a:rect l="l" t="t" r="r" b="b"/>
              <a:pathLst>
                <a:path w="14068" h="20619" extrusionOk="0">
                  <a:moveTo>
                    <a:pt x="9655" y="1"/>
                  </a:moveTo>
                  <a:cubicBezTo>
                    <a:pt x="9544" y="1"/>
                    <a:pt x="9437" y="46"/>
                    <a:pt x="9352" y="130"/>
                  </a:cubicBezTo>
                  <a:cubicBezTo>
                    <a:pt x="9173" y="289"/>
                    <a:pt x="9173" y="528"/>
                    <a:pt x="9312" y="727"/>
                  </a:cubicBezTo>
                  <a:cubicBezTo>
                    <a:pt x="9392" y="827"/>
                    <a:pt x="9491" y="926"/>
                    <a:pt x="9571" y="1006"/>
                  </a:cubicBezTo>
                  <a:cubicBezTo>
                    <a:pt x="11222" y="2757"/>
                    <a:pt x="12337" y="4786"/>
                    <a:pt x="12814" y="7134"/>
                  </a:cubicBezTo>
                  <a:cubicBezTo>
                    <a:pt x="13292" y="9521"/>
                    <a:pt x="13033" y="11849"/>
                    <a:pt x="11959" y="14038"/>
                  </a:cubicBezTo>
                  <a:cubicBezTo>
                    <a:pt x="10765" y="16425"/>
                    <a:pt x="8875" y="18077"/>
                    <a:pt x="6368" y="19012"/>
                  </a:cubicBezTo>
                  <a:cubicBezTo>
                    <a:pt x="5131" y="19476"/>
                    <a:pt x="3854" y="19711"/>
                    <a:pt x="2551" y="19711"/>
                  </a:cubicBezTo>
                  <a:cubicBezTo>
                    <a:pt x="2010" y="19711"/>
                    <a:pt x="1465" y="19671"/>
                    <a:pt x="916" y="19589"/>
                  </a:cubicBezTo>
                  <a:cubicBezTo>
                    <a:pt x="813" y="19577"/>
                    <a:pt x="709" y="19566"/>
                    <a:pt x="606" y="19566"/>
                  </a:cubicBezTo>
                  <a:cubicBezTo>
                    <a:pt x="530" y="19566"/>
                    <a:pt x="455" y="19572"/>
                    <a:pt x="379" y="19589"/>
                  </a:cubicBezTo>
                  <a:cubicBezTo>
                    <a:pt x="160" y="19629"/>
                    <a:pt x="1" y="19828"/>
                    <a:pt x="1" y="20046"/>
                  </a:cubicBezTo>
                  <a:cubicBezTo>
                    <a:pt x="1" y="20206"/>
                    <a:pt x="120" y="20345"/>
                    <a:pt x="359" y="20405"/>
                  </a:cubicBezTo>
                  <a:cubicBezTo>
                    <a:pt x="558" y="20464"/>
                    <a:pt x="777" y="20504"/>
                    <a:pt x="996" y="20524"/>
                  </a:cubicBezTo>
                  <a:cubicBezTo>
                    <a:pt x="1513" y="20584"/>
                    <a:pt x="2033" y="20618"/>
                    <a:pt x="2553" y="20618"/>
                  </a:cubicBezTo>
                  <a:cubicBezTo>
                    <a:pt x="3233" y="20618"/>
                    <a:pt x="3912" y="20560"/>
                    <a:pt x="4577" y="20424"/>
                  </a:cubicBezTo>
                  <a:cubicBezTo>
                    <a:pt x="8934" y="19589"/>
                    <a:pt x="11879" y="17082"/>
                    <a:pt x="13192" y="13520"/>
                  </a:cubicBezTo>
                  <a:cubicBezTo>
                    <a:pt x="13908" y="11352"/>
                    <a:pt x="14068" y="9561"/>
                    <a:pt x="13849" y="7910"/>
                  </a:cubicBezTo>
                  <a:cubicBezTo>
                    <a:pt x="13471" y="4945"/>
                    <a:pt x="12177" y="2418"/>
                    <a:pt x="10108" y="270"/>
                  </a:cubicBezTo>
                  <a:cubicBezTo>
                    <a:pt x="10068" y="210"/>
                    <a:pt x="10009" y="150"/>
                    <a:pt x="9949" y="110"/>
                  </a:cubicBezTo>
                  <a:cubicBezTo>
                    <a:pt x="9856" y="36"/>
                    <a:pt x="9754" y="1"/>
                    <a:pt x="96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6193050" y="900900"/>
              <a:ext cx="226350" cy="351800"/>
            </a:xfrm>
            <a:custGeom>
              <a:avLst/>
              <a:gdLst/>
              <a:ahLst/>
              <a:cxnLst/>
              <a:rect l="l" t="t" r="r" b="b"/>
              <a:pathLst>
                <a:path w="9054" h="14072" extrusionOk="0">
                  <a:moveTo>
                    <a:pt x="5665" y="1"/>
                  </a:moveTo>
                  <a:cubicBezTo>
                    <a:pt x="5547" y="1"/>
                    <a:pt x="5436" y="48"/>
                    <a:pt x="5353" y="131"/>
                  </a:cubicBezTo>
                  <a:cubicBezTo>
                    <a:pt x="5214" y="270"/>
                    <a:pt x="5174" y="469"/>
                    <a:pt x="5273" y="668"/>
                  </a:cubicBezTo>
                  <a:cubicBezTo>
                    <a:pt x="5333" y="748"/>
                    <a:pt x="5413" y="827"/>
                    <a:pt x="5472" y="907"/>
                  </a:cubicBezTo>
                  <a:cubicBezTo>
                    <a:pt x="5831" y="1345"/>
                    <a:pt x="6209" y="1763"/>
                    <a:pt x="6527" y="2240"/>
                  </a:cubicBezTo>
                  <a:cubicBezTo>
                    <a:pt x="7462" y="3633"/>
                    <a:pt x="8079" y="5165"/>
                    <a:pt x="8079" y="6856"/>
                  </a:cubicBezTo>
                  <a:cubicBezTo>
                    <a:pt x="8079" y="9462"/>
                    <a:pt x="6905" y="11353"/>
                    <a:pt x="4557" y="12487"/>
                  </a:cubicBezTo>
                  <a:cubicBezTo>
                    <a:pt x="3508" y="12976"/>
                    <a:pt x="2396" y="13174"/>
                    <a:pt x="1251" y="13174"/>
                  </a:cubicBezTo>
                  <a:cubicBezTo>
                    <a:pt x="1093" y="13174"/>
                    <a:pt x="935" y="13170"/>
                    <a:pt x="777" y="13163"/>
                  </a:cubicBezTo>
                  <a:cubicBezTo>
                    <a:pt x="658" y="13143"/>
                    <a:pt x="538" y="13143"/>
                    <a:pt x="419" y="13143"/>
                  </a:cubicBezTo>
                  <a:cubicBezTo>
                    <a:pt x="200" y="13163"/>
                    <a:pt x="21" y="13342"/>
                    <a:pt x="21" y="13561"/>
                  </a:cubicBezTo>
                  <a:cubicBezTo>
                    <a:pt x="1" y="13760"/>
                    <a:pt x="140" y="13959"/>
                    <a:pt x="379" y="14019"/>
                  </a:cubicBezTo>
                  <a:cubicBezTo>
                    <a:pt x="419" y="14039"/>
                    <a:pt x="478" y="14039"/>
                    <a:pt x="538" y="14039"/>
                  </a:cubicBezTo>
                  <a:cubicBezTo>
                    <a:pt x="812" y="14060"/>
                    <a:pt x="1085" y="14071"/>
                    <a:pt x="1357" y="14071"/>
                  </a:cubicBezTo>
                  <a:cubicBezTo>
                    <a:pt x="2582" y="14071"/>
                    <a:pt x="3775" y="13843"/>
                    <a:pt x="4915" y="13322"/>
                  </a:cubicBezTo>
                  <a:cubicBezTo>
                    <a:pt x="6865" y="12427"/>
                    <a:pt x="8178" y="10955"/>
                    <a:pt x="8755" y="8846"/>
                  </a:cubicBezTo>
                  <a:cubicBezTo>
                    <a:pt x="9014" y="7871"/>
                    <a:pt x="9054" y="6876"/>
                    <a:pt x="8914" y="5881"/>
                  </a:cubicBezTo>
                  <a:cubicBezTo>
                    <a:pt x="8596" y="3673"/>
                    <a:pt x="7562" y="1822"/>
                    <a:pt x="6049" y="191"/>
                  </a:cubicBezTo>
                  <a:cubicBezTo>
                    <a:pt x="6010" y="151"/>
                    <a:pt x="5950" y="111"/>
                    <a:pt x="5910" y="71"/>
                  </a:cubicBezTo>
                  <a:cubicBezTo>
                    <a:pt x="5829" y="23"/>
                    <a:pt x="5745" y="1"/>
                    <a:pt x="56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5"/>
          <p:cNvSpPr/>
          <p:nvPr/>
        </p:nvSpPr>
        <p:spPr>
          <a:xfrm rot="-1265962" flipH="1">
            <a:off x="5767650" y="2693403"/>
            <a:ext cx="2807596" cy="2196272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5"/>
          <p:cNvGrpSpPr/>
          <p:nvPr/>
        </p:nvGrpSpPr>
        <p:grpSpPr>
          <a:xfrm>
            <a:off x="1720546" y="3068048"/>
            <a:ext cx="1562427" cy="1693601"/>
            <a:chOff x="2683071" y="3068048"/>
            <a:chExt cx="1562427" cy="1693601"/>
          </a:xfrm>
        </p:grpSpPr>
        <p:sp>
          <p:nvSpPr>
            <p:cNvPr id="353" name="Google Shape;353;p5"/>
            <p:cNvSpPr/>
            <p:nvPr/>
          </p:nvSpPr>
          <p:spPr>
            <a:xfrm>
              <a:off x="2863164" y="3199452"/>
              <a:ext cx="1264012" cy="1562181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2683071" y="3068048"/>
              <a:ext cx="1234106" cy="1536883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3148041" y="3480850"/>
              <a:ext cx="1097458" cy="1280799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5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357" name="Google Shape;357;p5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5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359" name="Google Shape;359;p5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361" name="Google Shape;361;p5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362" name="Google Shape;362;p5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363" name="Google Shape;363;p5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364" name="Google Shape;364;p5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65" name="Google Shape;365;p5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366" name="Google Shape;366;p5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367" name="Google Shape;367;p5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68" name="Google Shape;368;p5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369" name="Google Shape;369;p5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370" name="Google Shape;370;p5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5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2" name="Google Shape;372;p5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373" name="Google Shape;373;p5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374" name="Google Shape;374;p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5"/>
          <p:cNvSpPr txBox="1">
            <a:spLocks noGrp="1"/>
          </p:cNvSpPr>
          <p:nvPr>
            <p:ph type="subTitle" idx="1"/>
          </p:nvPr>
        </p:nvSpPr>
        <p:spPr>
          <a:xfrm>
            <a:off x="1514800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"/>
          <p:cNvSpPr txBox="1">
            <a:spLocks noGrp="1"/>
          </p:cNvSpPr>
          <p:nvPr>
            <p:ph type="subTitle" idx="2"/>
          </p:nvPr>
        </p:nvSpPr>
        <p:spPr>
          <a:xfrm>
            <a:off x="151480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"/>
          <p:cNvSpPr txBox="1">
            <a:spLocks noGrp="1"/>
          </p:cNvSpPr>
          <p:nvPr>
            <p:ph type="subTitle" idx="3"/>
          </p:nvPr>
        </p:nvSpPr>
        <p:spPr>
          <a:xfrm>
            <a:off x="5110663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379" name="Google Shape;379;p5"/>
          <p:cNvSpPr txBox="1">
            <a:spLocks noGrp="1"/>
          </p:cNvSpPr>
          <p:nvPr>
            <p:ph type="subTitle" idx="4"/>
          </p:nvPr>
        </p:nvSpPr>
        <p:spPr>
          <a:xfrm>
            <a:off x="511067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6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382" name="Google Shape;382;p6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6"/>
          <p:cNvSpPr/>
          <p:nvPr/>
        </p:nvSpPr>
        <p:spPr>
          <a:xfrm rot="8987260" flipH="1">
            <a:off x="3021212" y="772784"/>
            <a:ext cx="695478" cy="599568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6"/>
          <p:cNvGrpSpPr/>
          <p:nvPr/>
        </p:nvGrpSpPr>
        <p:grpSpPr>
          <a:xfrm rot="-6079203">
            <a:off x="8131508" y="1259594"/>
            <a:ext cx="344269" cy="588482"/>
            <a:chOff x="478350" y="474400"/>
            <a:chExt cx="344250" cy="588450"/>
          </a:xfrm>
        </p:grpSpPr>
        <p:sp>
          <p:nvSpPr>
            <p:cNvPr id="443" name="Google Shape;443;p6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5" name="Google Shape;445;p6"/>
          <p:cNvSpPr/>
          <p:nvPr/>
        </p:nvSpPr>
        <p:spPr>
          <a:xfrm>
            <a:off x="7307301" y="567324"/>
            <a:ext cx="1341463" cy="1010499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6" name="Google Shape;446;p6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447" name="Google Shape;447;p6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8" name="Google Shape;448;p6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449" name="Google Shape;449;p6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451" name="Google Shape;451;p6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452" name="Google Shape;452;p6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453" name="Google Shape;453;p6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454" name="Google Shape;454;p6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5" name="Google Shape;455;p6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456" name="Google Shape;456;p6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457" name="Google Shape;457;p6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58" name="Google Shape;458;p6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459" name="Google Shape;459;p6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460" name="Google Shape;460;p6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6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62" name="Google Shape;462;p6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464" name="Google Shape;464;p6"/>
          <p:cNvGrpSpPr/>
          <p:nvPr/>
        </p:nvGrpSpPr>
        <p:grpSpPr>
          <a:xfrm>
            <a:off x="4642612" y="4198877"/>
            <a:ext cx="1124259" cy="572702"/>
            <a:chOff x="2094425" y="748900"/>
            <a:chExt cx="887900" cy="452300"/>
          </a:xfrm>
        </p:grpSpPr>
        <p:sp>
          <p:nvSpPr>
            <p:cNvPr id="465" name="Google Shape;465;p6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469;p6"/>
          <p:cNvSpPr/>
          <p:nvPr/>
        </p:nvSpPr>
        <p:spPr>
          <a:xfrm>
            <a:off x="720000" y="4148525"/>
            <a:ext cx="644596" cy="518777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7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474" name="Google Shape;474;p7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7"/>
          <p:cNvSpPr/>
          <p:nvPr/>
        </p:nvSpPr>
        <p:spPr>
          <a:xfrm rot="-168325">
            <a:off x="530038" y="732059"/>
            <a:ext cx="1744607" cy="1314180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5386200" y="2245899"/>
            <a:ext cx="3217342" cy="2516800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7"/>
          <p:cNvGrpSpPr/>
          <p:nvPr/>
        </p:nvGrpSpPr>
        <p:grpSpPr>
          <a:xfrm>
            <a:off x="4724885" y="1014010"/>
            <a:ext cx="661304" cy="1130412"/>
            <a:chOff x="478350" y="474400"/>
            <a:chExt cx="344250" cy="588450"/>
          </a:xfrm>
        </p:grpSpPr>
        <p:sp>
          <p:nvSpPr>
            <p:cNvPr id="536" name="Google Shape;536;p7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7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539" name="Google Shape;539;p7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7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541" name="Google Shape;541;p7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542" name="Google Shape;542;p7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543" name="Google Shape;543;p7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544" name="Google Shape;544;p7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545" name="Google Shape;545;p7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546" name="Google Shape;546;p7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7" name="Google Shape;547;p7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548" name="Google Shape;548;p7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549" name="Google Shape;549;p7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550" name="Google Shape;550;p7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551" name="Google Shape;551;p7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552" name="Google Shape;552;p7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7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4" name="Google Shape;554;p7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555" name="Google Shape;555;p7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556" name="Google Shape;556;p7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7"/>
          <p:cNvSpPr txBox="1">
            <a:spLocks noGrp="1"/>
          </p:cNvSpPr>
          <p:nvPr>
            <p:ph type="title"/>
          </p:nvPr>
        </p:nvSpPr>
        <p:spPr>
          <a:xfrm>
            <a:off x="1107800" y="1420900"/>
            <a:ext cx="3464100" cy="14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8" name="Google Shape;558;p7"/>
          <p:cNvSpPr txBox="1">
            <a:spLocks noGrp="1"/>
          </p:cNvSpPr>
          <p:nvPr>
            <p:ph type="subTitle" idx="1"/>
          </p:nvPr>
        </p:nvSpPr>
        <p:spPr>
          <a:xfrm>
            <a:off x="1107800" y="3225200"/>
            <a:ext cx="3464100" cy="113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652" name="Google Shape;652;p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0" name="Google Shape;710;p9"/>
          <p:cNvSpPr/>
          <p:nvPr/>
        </p:nvSpPr>
        <p:spPr>
          <a:xfrm>
            <a:off x="946175" y="1068675"/>
            <a:ext cx="7251900" cy="340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9"/>
          <p:cNvSpPr/>
          <p:nvPr/>
        </p:nvSpPr>
        <p:spPr>
          <a:xfrm rot="1888520">
            <a:off x="806999" y="808085"/>
            <a:ext cx="1884485" cy="1419556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9"/>
          <p:cNvGrpSpPr/>
          <p:nvPr/>
        </p:nvGrpSpPr>
        <p:grpSpPr>
          <a:xfrm>
            <a:off x="946050" y="672163"/>
            <a:ext cx="7251900" cy="417000"/>
            <a:chOff x="946050" y="672163"/>
            <a:chExt cx="7251900" cy="417000"/>
          </a:xfrm>
        </p:grpSpPr>
        <p:sp>
          <p:nvSpPr>
            <p:cNvPr id="713" name="Google Shape;713;p9"/>
            <p:cNvSpPr/>
            <p:nvPr/>
          </p:nvSpPr>
          <p:spPr>
            <a:xfrm>
              <a:off x="946050" y="672163"/>
              <a:ext cx="7251900" cy="417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4" name="Google Shape;714;p9"/>
            <p:cNvGrpSpPr/>
            <p:nvPr/>
          </p:nvGrpSpPr>
          <p:grpSpPr>
            <a:xfrm>
              <a:off x="7209519" y="794061"/>
              <a:ext cx="789243" cy="171052"/>
              <a:chOff x="733775" y="310686"/>
              <a:chExt cx="789243" cy="171052"/>
            </a:xfrm>
          </p:grpSpPr>
          <p:sp>
            <p:nvSpPr>
              <p:cNvPr id="715" name="Google Shape;715;p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716" name="Google Shape;716;p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717" name="Google Shape;717;p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718" name="Google Shape;718;p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719" name="Google Shape;719;p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720" name="Google Shape;720;p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21" name="Google Shape;721;p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722" name="Google Shape;722;p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723" name="Google Shape;723;p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24" name="Google Shape;724;p9"/>
            <p:cNvGrpSpPr/>
            <p:nvPr/>
          </p:nvGrpSpPr>
          <p:grpSpPr>
            <a:xfrm>
              <a:off x="1145239" y="777487"/>
              <a:ext cx="800559" cy="204209"/>
              <a:chOff x="747420" y="664537"/>
              <a:chExt cx="800559" cy="204209"/>
            </a:xfrm>
          </p:grpSpPr>
          <p:grpSp>
            <p:nvGrpSpPr>
              <p:cNvPr id="725" name="Google Shape;725;p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726" name="Google Shape;726;p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28" name="Google Shape;728;p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729" name="Google Shape;729;p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730" name="Google Shape;730;p9"/>
          <p:cNvSpPr/>
          <p:nvPr/>
        </p:nvSpPr>
        <p:spPr>
          <a:xfrm rot="7854059" flipH="1">
            <a:off x="6410582" y="3145827"/>
            <a:ext cx="1891661" cy="1386256"/>
          </a:xfrm>
          <a:custGeom>
            <a:avLst/>
            <a:gdLst/>
            <a:ahLst/>
            <a:cxnLst/>
            <a:rect l="l" t="t" r="r" b="b"/>
            <a:pathLst>
              <a:path w="71687" h="52534" extrusionOk="0">
                <a:moveTo>
                  <a:pt x="45501" y="1"/>
                </a:moveTo>
                <a:cubicBezTo>
                  <a:pt x="44031" y="1"/>
                  <a:pt x="42548" y="114"/>
                  <a:pt x="41066" y="337"/>
                </a:cubicBezTo>
                <a:cubicBezTo>
                  <a:pt x="40808" y="377"/>
                  <a:pt x="40549" y="417"/>
                  <a:pt x="40290" y="476"/>
                </a:cubicBezTo>
                <a:cubicBezTo>
                  <a:pt x="32093" y="1929"/>
                  <a:pt x="24592" y="6127"/>
                  <a:pt x="18325" y="11499"/>
                </a:cubicBezTo>
                <a:cubicBezTo>
                  <a:pt x="10923" y="17826"/>
                  <a:pt x="0" y="29485"/>
                  <a:pt x="3701" y="40249"/>
                </a:cubicBezTo>
                <a:cubicBezTo>
                  <a:pt x="4358" y="42139"/>
                  <a:pt x="5353" y="43910"/>
                  <a:pt x="6626" y="45482"/>
                </a:cubicBezTo>
                <a:cubicBezTo>
                  <a:pt x="10032" y="49704"/>
                  <a:pt x="15304" y="52534"/>
                  <a:pt x="20694" y="52534"/>
                </a:cubicBezTo>
                <a:cubicBezTo>
                  <a:pt x="21349" y="52534"/>
                  <a:pt x="22006" y="52492"/>
                  <a:pt x="22662" y="52406"/>
                </a:cubicBezTo>
                <a:cubicBezTo>
                  <a:pt x="28711" y="51630"/>
                  <a:pt x="34202" y="47113"/>
                  <a:pt x="35794" y="41224"/>
                </a:cubicBezTo>
                <a:cubicBezTo>
                  <a:pt x="40385" y="43315"/>
                  <a:pt x="44956" y="44761"/>
                  <a:pt x="49574" y="44761"/>
                </a:cubicBezTo>
                <a:cubicBezTo>
                  <a:pt x="52821" y="44761"/>
                  <a:pt x="56092" y="44046"/>
                  <a:pt x="59411" y="42338"/>
                </a:cubicBezTo>
                <a:cubicBezTo>
                  <a:pt x="64385" y="39811"/>
                  <a:pt x="69498" y="34897"/>
                  <a:pt x="70433" y="29167"/>
                </a:cubicBezTo>
                <a:cubicBezTo>
                  <a:pt x="71687" y="21547"/>
                  <a:pt x="68841" y="13588"/>
                  <a:pt x="63768" y="7858"/>
                </a:cubicBezTo>
                <a:cubicBezTo>
                  <a:pt x="59042" y="2508"/>
                  <a:pt x="52421" y="1"/>
                  <a:pt x="455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9"/>
          <p:cNvSpPr/>
          <p:nvPr/>
        </p:nvSpPr>
        <p:spPr>
          <a:xfrm rot="-1540137">
            <a:off x="513092" y="1647646"/>
            <a:ext cx="1484106" cy="1848219"/>
          </a:xfrm>
          <a:custGeom>
            <a:avLst/>
            <a:gdLst/>
            <a:ahLst/>
            <a:cxnLst/>
            <a:rect l="l" t="t" r="r" b="b"/>
            <a:pathLst>
              <a:path w="26245" h="32684" extrusionOk="0">
                <a:moveTo>
                  <a:pt x="25587" y="2110"/>
                </a:moveTo>
                <a:lnTo>
                  <a:pt x="25289" y="2627"/>
                </a:lnTo>
                <a:cubicBezTo>
                  <a:pt x="25275" y="2634"/>
                  <a:pt x="25263" y="2638"/>
                  <a:pt x="25254" y="2638"/>
                </a:cubicBezTo>
                <a:cubicBezTo>
                  <a:pt x="25209" y="2638"/>
                  <a:pt x="25209" y="2566"/>
                  <a:pt x="25209" y="2468"/>
                </a:cubicBezTo>
                <a:cubicBezTo>
                  <a:pt x="25209" y="2508"/>
                  <a:pt x="25190" y="2548"/>
                  <a:pt x="25170" y="2568"/>
                </a:cubicBezTo>
                <a:cubicBezTo>
                  <a:pt x="25132" y="2605"/>
                  <a:pt x="25102" y="2619"/>
                  <a:pt x="25080" y="2619"/>
                </a:cubicBezTo>
                <a:cubicBezTo>
                  <a:pt x="25068" y="2619"/>
                  <a:pt x="25058" y="2615"/>
                  <a:pt x="25050" y="2607"/>
                </a:cubicBezTo>
                <a:cubicBezTo>
                  <a:pt x="25110" y="2528"/>
                  <a:pt x="25150" y="2468"/>
                  <a:pt x="25209" y="2388"/>
                </a:cubicBezTo>
                <a:cubicBezTo>
                  <a:pt x="25209" y="2428"/>
                  <a:pt x="25209" y="2448"/>
                  <a:pt x="25209" y="2468"/>
                </a:cubicBezTo>
                <a:cubicBezTo>
                  <a:pt x="25229" y="2428"/>
                  <a:pt x="25229" y="2388"/>
                  <a:pt x="25249" y="2349"/>
                </a:cubicBezTo>
                <a:cubicBezTo>
                  <a:pt x="25269" y="2309"/>
                  <a:pt x="25309" y="2269"/>
                  <a:pt x="25329" y="2249"/>
                </a:cubicBezTo>
                <a:cubicBezTo>
                  <a:pt x="25428" y="2190"/>
                  <a:pt x="25528" y="2150"/>
                  <a:pt x="25587" y="2110"/>
                </a:cubicBezTo>
                <a:close/>
                <a:moveTo>
                  <a:pt x="20872" y="7820"/>
                </a:moveTo>
                <a:lnTo>
                  <a:pt x="20832" y="8218"/>
                </a:lnTo>
                <a:cubicBezTo>
                  <a:pt x="20812" y="8158"/>
                  <a:pt x="20733" y="8119"/>
                  <a:pt x="20653" y="8079"/>
                </a:cubicBezTo>
                <a:cubicBezTo>
                  <a:pt x="20713" y="7979"/>
                  <a:pt x="20792" y="7900"/>
                  <a:pt x="20872" y="7820"/>
                </a:cubicBezTo>
                <a:close/>
                <a:moveTo>
                  <a:pt x="14784" y="11143"/>
                </a:moveTo>
                <a:lnTo>
                  <a:pt x="14784" y="11143"/>
                </a:lnTo>
                <a:cubicBezTo>
                  <a:pt x="14776" y="11155"/>
                  <a:pt x="14770" y="11167"/>
                  <a:pt x="14766" y="11177"/>
                </a:cubicBezTo>
                <a:lnTo>
                  <a:pt x="14766" y="11177"/>
                </a:lnTo>
                <a:cubicBezTo>
                  <a:pt x="14772" y="11166"/>
                  <a:pt x="14778" y="11154"/>
                  <a:pt x="14784" y="11143"/>
                </a:cubicBezTo>
                <a:close/>
                <a:moveTo>
                  <a:pt x="18047" y="11322"/>
                </a:moveTo>
                <a:cubicBezTo>
                  <a:pt x="18047" y="11600"/>
                  <a:pt x="18027" y="11879"/>
                  <a:pt x="17888" y="12138"/>
                </a:cubicBezTo>
                <a:lnTo>
                  <a:pt x="17768" y="12158"/>
                </a:lnTo>
                <a:lnTo>
                  <a:pt x="17569" y="12555"/>
                </a:lnTo>
                <a:cubicBezTo>
                  <a:pt x="17569" y="12416"/>
                  <a:pt x="17569" y="12158"/>
                  <a:pt x="17609" y="11899"/>
                </a:cubicBezTo>
                <a:cubicBezTo>
                  <a:pt x="17748" y="11700"/>
                  <a:pt x="17908" y="11521"/>
                  <a:pt x="18047" y="11322"/>
                </a:cubicBezTo>
                <a:close/>
                <a:moveTo>
                  <a:pt x="16157" y="13729"/>
                </a:moveTo>
                <a:cubicBezTo>
                  <a:pt x="16276" y="13809"/>
                  <a:pt x="16376" y="13928"/>
                  <a:pt x="16376" y="14008"/>
                </a:cubicBezTo>
                <a:cubicBezTo>
                  <a:pt x="16336" y="14028"/>
                  <a:pt x="15779" y="14465"/>
                  <a:pt x="15600" y="14525"/>
                </a:cubicBezTo>
                <a:lnTo>
                  <a:pt x="15520" y="14525"/>
                </a:lnTo>
                <a:cubicBezTo>
                  <a:pt x="15619" y="14386"/>
                  <a:pt x="15719" y="14267"/>
                  <a:pt x="15818" y="14147"/>
                </a:cubicBezTo>
                <a:lnTo>
                  <a:pt x="15978" y="14267"/>
                </a:lnTo>
                <a:lnTo>
                  <a:pt x="15858" y="14087"/>
                </a:lnTo>
                <a:cubicBezTo>
                  <a:pt x="15958" y="13968"/>
                  <a:pt x="16057" y="13849"/>
                  <a:pt x="16157" y="13729"/>
                </a:cubicBezTo>
                <a:close/>
                <a:moveTo>
                  <a:pt x="14664" y="15600"/>
                </a:moveTo>
                <a:lnTo>
                  <a:pt x="14664" y="15600"/>
                </a:lnTo>
                <a:cubicBezTo>
                  <a:pt x="14645" y="15719"/>
                  <a:pt x="14605" y="15838"/>
                  <a:pt x="14545" y="15938"/>
                </a:cubicBezTo>
                <a:cubicBezTo>
                  <a:pt x="14533" y="15915"/>
                  <a:pt x="14508" y="15905"/>
                  <a:pt x="14477" y="15905"/>
                </a:cubicBezTo>
                <a:cubicBezTo>
                  <a:pt x="14455" y="15905"/>
                  <a:pt x="14430" y="15910"/>
                  <a:pt x="14406" y="15918"/>
                </a:cubicBezTo>
                <a:cubicBezTo>
                  <a:pt x="14485" y="15818"/>
                  <a:pt x="14585" y="15699"/>
                  <a:pt x="14664" y="15600"/>
                </a:cubicBezTo>
                <a:close/>
                <a:moveTo>
                  <a:pt x="9153" y="18723"/>
                </a:moveTo>
                <a:cubicBezTo>
                  <a:pt x="9115" y="18809"/>
                  <a:pt x="9095" y="18840"/>
                  <a:pt x="9085" y="18840"/>
                </a:cubicBezTo>
                <a:cubicBezTo>
                  <a:pt x="9074" y="18840"/>
                  <a:pt x="9074" y="18804"/>
                  <a:pt x="9074" y="18763"/>
                </a:cubicBezTo>
                <a:lnTo>
                  <a:pt x="9153" y="18723"/>
                </a:lnTo>
                <a:close/>
                <a:moveTo>
                  <a:pt x="12098" y="18902"/>
                </a:moveTo>
                <a:lnTo>
                  <a:pt x="12098" y="18902"/>
                </a:lnTo>
                <a:cubicBezTo>
                  <a:pt x="12088" y="18909"/>
                  <a:pt x="12078" y="18917"/>
                  <a:pt x="12068" y="18925"/>
                </a:cubicBezTo>
                <a:lnTo>
                  <a:pt x="12068" y="18925"/>
                </a:lnTo>
                <a:cubicBezTo>
                  <a:pt x="12080" y="18917"/>
                  <a:pt x="12090" y="18910"/>
                  <a:pt x="12098" y="18902"/>
                </a:cubicBezTo>
                <a:close/>
                <a:moveTo>
                  <a:pt x="13152" y="17510"/>
                </a:moveTo>
                <a:cubicBezTo>
                  <a:pt x="13152" y="17728"/>
                  <a:pt x="13053" y="18067"/>
                  <a:pt x="12854" y="18425"/>
                </a:cubicBezTo>
                <a:cubicBezTo>
                  <a:pt x="12750" y="18593"/>
                  <a:pt x="12688" y="18638"/>
                  <a:pt x="12649" y="18638"/>
                </a:cubicBezTo>
                <a:cubicBezTo>
                  <a:pt x="12603" y="18638"/>
                  <a:pt x="12591" y="18571"/>
                  <a:pt x="12582" y="18571"/>
                </a:cubicBezTo>
                <a:cubicBezTo>
                  <a:pt x="12580" y="18571"/>
                  <a:pt x="12578" y="18575"/>
                  <a:pt x="12575" y="18584"/>
                </a:cubicBezTo>
                <a:cubicBezTo>
                  <a:pt x="11978" y="19280"/>
                  <a:pt x="12396" y="19440"/>
                  <a:pt x="11799" y="19937"/>
                </a:cubicBezTo>
                <a:cubicBezTo>
                  <a:pt x="11740" y="19969"/>
                  <a:pt x="11694" y="19982"/>
                  <a:pt x="11659" y="19982"/>
                </a:cubicBezTo>
                <a:cubicBezTo>
                  <a:pt x="11518" y="19982"/>
                  <a:pt x="11537" y="19778"/>
                  <a:pt x="11441" y="19778"/>
                </a:cubicBezTo>
                <a:cubicBezTo>
                  <a:pt x="11640" y="19420"/>
                  <a:pt x="11899" y="19340"/>
                  <a:pt x="12058" y="19121"/>
                </a:cubicBezTo>
                <a:lnTo>
                  <a:pt x="12058" y="19121"/>
                </a:lnTo>
                <a:lnTo>
                  <a:pt x="11799" y="19360"/>
                </a:lnTo>
                <a:cubicBezTo>
                  <a:pt x="11836" y="19232"/>
                  <a:pt x="11956" y="19021"/>
                  <a:pt x="12068" y="18925"/>
                </a:cubicBezTo>
                <a:lnTo>
                  <a:pt x="12068" y="18925"/>
                </a:lnTo>
                <a:cubicBezTo>
                  <a:pt x="12046" y="18940"/>
                  <a:pt x="12016" y="18957"/>
                  <a:pt x="11978" y="18982"/>
                </a:cubicBezTo>
                <a:cubicBezTo>
                  <a:pt x="12376" y="18485"/>
                  <a:pt x="12774" y="18007"/>
                  <a:pt x="13152" y="17510"/>
                </a:cubicBezTo>
                <a:close/>
                <a:moveTo>
                  <a:pt x="8835" y="23001"/>
                </a:moveTo>
                <a:lnTo>
                  <a:pt x="8815" y="23041"/>
                </a:lnTo>
                <a:cubicBezTo>
                  <a:pt x="8815" y="23021"/>
                  <a:pt x="8815" y="23021"/>
                  <a:pt x="8835" y="23001"/>
                </a:cubicBezTo>
                <a:close/>
                <a:moveTo>
                  <a:pt x="5902" y="23051"/>
                </a:moveTo>
                <a:cubicBezTo>
                  <a:pt x="5893" y="23053"/>
                  <a:pt x="5883" y="23056"/>
                  <a:pt x="5870" y="23061"/>
                </a:cubicBezTo>
                <a:cubicBezTo>
                  <a:pt x="5881" y="23058"/>
                  <a:pt x="5891" y="23055"/>
                  <a:pt x="5902" y="23051"/>
                </a:cubicBezTo>
                <a:close/>
                <a:moveTo>
                  <a:pt x="8735" y="23120"/>
                </a:moveTo>
                <a:lnTo>
                  <a:pt x="8735" y="23120"/>
                </a:lnTo>
                <a:cubicBezTo>
                  <a:pt x="8696" y="23260"/>
                  <a:pt x="8596" y="23419"/>
                  <a:pt x="8437" y="23518"/>
                </a:cubicBezTo>
                <a:cubicBezTo>
                  <a:pt x="8536" y="23399"/>
                  <a:pt x="8636" y="23260"/>
                  <a:pt x="8735" y="23120"/>
                </a:cubicBezTo>
                <a:close/>
                <a:moveTo>
                  <a:pt x="24632" y="1"/>
                </a:moveTo>
                <a:lnTo>
                  <a:pt x="24613" y="21"/>
                </a:lnTo>
                <a:cubicBezTo>
                  <a:pt x="24593" y="41"/>
                  <a:pt x="24573" y="61"/>
                  <a:pt x="24553" y="81"/>
                </a:cubicBezTo>
                <a:cubicBezTo>
                  <a:pt x="24513" y="120"/>
                  <a:pt x="24473" y="180"/>
                  <a:pt x="24414" y="220"/>
                </a:cubicBezTo>
                <a:lnTo>
                  <a:pt x="24533" y="160"/>
                </a:lnTo>
                <a:lnTo>
                  <a:pt x="24533" y="160"/>
                </a:lnTo>
                <a:cubicBezTo>
                  <a:pt x="24453" y="359"/>
                  <a:pt x="24394" y="459"/>
                  <a:pt x="24294" y="538"/>
                </a:cubicBezTo>
                <a:cubicBezTo>
                  <a:pt x="24195" y="598"/>
                  <a:pt x="24055" y="677"/>
                  <a:pt x="23916" y="837"/>
                </a:cubicBezTo>
                <a:lnTo>
                  <a:pt x="23916" y="817"/>
                </a:lnTo>
                <a:cubicBezTo>
                  <a:pt x="23498" y="1115"/>
                  <a:pt x="23478" y="1155"/>
                  <a:pt x="23419" y="1235"/>
                </a:cubicBezTo>
                <a:cubicBezTo>
                  <a:pt x="23379" y="1294"/>
                  <a:pt x="23319" y="1354"/>
                  <a:pt x="22981" y="1573"/>
                </a:cubicBezTo>
                <a:lnTo>
                  <a:pt x="23100" y="1632"/>
                </a:lnTo>
                <a:cubicBezTo>
                  <a:pt x="23260" y="1871"/>
                  <a:pt x="22523" y="2010"/>
                  <a:pt x="22305" y="2408"/>
                </a:cubicBezTo>
                <a:lnTo>
                  <a:pt x="22464" y="2349"/>
                </a:lnTo>
                <a:lnTo>
                  <a:pt x="22464" y="2349"/>
                </a:lnTo>
                <a:cubicBezTo>
                  <a:pt x="22364" y="2587"/>
                  <a:pt x="21728" y="2607"/>
                  <a:pt x="21549" y="2767"/>
                </a:cubicBezTo>
                <a:cubicBezTo>
                  <a:pt x="21544" y="2768"/>
                  <a:pt x="21540" y="2769"/>
                  <a:pt x="21537" y="2769"/>
                </a:cubicBezTo>
                <a:cubicBezTo>
                  <a:pt x="21501" y="2769"/>
                  <a:pt x="21571" y="2663"/>
                  <a:pt x="21608" y="2607"/>
                </a:cubicBezTo>
                <a:lnTo>
                  <a:pt x="21608" y="2607"/>
                </a:lnTo>
                <a:cubicBezTo>
                  <a:pt x="21051" y="2965"/>
                  <a:pt x="21668" y="2767"/>
                  <a:pt x="21369" y="3145"/>
                </a:cubicBezTo>
                <a:cubicBezTo>
                  <a:pt x="21365" y="3145"/>
                  <a:pt x="21361" y="3146"/>
                  <a:pt x="21357" y="3146"/>
                </a:cubicBezTo>
                <a:cubicBezTo>
                  <a:pt x="21287" y="3146"/>
                  <a:pt x="21277" y="3043"/>
                  <a:pt x="21209" y="3043"/>
                </a:cubicBezTo>
                <a:cubicBezTo>
                  <a:pt x="21175" y="3043"/>
                  <a:pt x="21127" y="3068"/>
                  <a:pt x="21051" y="3145"/>
                </a:cubicBezTo>
                <a:cubicBezTo>
                  <a:pt x="20892" y="3224"/>
                  <a:pt x="20673" y="4040"/>
                  <a:pt x="20255" y="4259"/>
                </a:cubicBezTo>
                <a:cubicBezTo>
                  <a:pt x="20299" y="4251"/>
                  <a:pt x="20340" y="4242"/>
                  <a:pt x="20369" y="4242"/>
                </a:cubicBezTo>
                <a:cubicBezTo>
                  <a:pt x="20421" y="4242"/>
                  <a:pt x="20438" y="4272"/>
                  <a:pt x="20375" y="4398"/>
                </a:cubicBezTo>
                <a:cubicBezTo>
                  <a:pt x="20176" y="4677"/>
                  <a:pt x="19579" y="4935"/>
                  <a:pt x="19539" y="5313"/>
                </a:cubicBezTo>
                <a:cubicBezTo>
                  <a:pt x="19519" y="5323"/>
                  <a:pt x="19504" y="5328"/>
                  <a:pt x="19492" y="5328"/>
                </a:cubicBezTo>
                <a:cubicBezTo>
                  <a:pt x="19479" y="5328"/>
                  <a:pt x="19469" y="5323"/>
                  <a:pt x="19459" y="5313"/>
                </a:cubicBezTo>
                <a:cubicBezTo>
                  <a:pt x="19340" y="5552"/>
                  <a:pt x="19002" y="6029"/>
                  <a:pt x="19002" y="6228"/>
                </a:cubicBezTo>
                <a:cubicBezTo>
                  <a:pt x="18986" y="6225"/>
                  <a:pt x="18969" y="6224"/>
                  <a:pt x="18953" y="6224"/>
                </a:cubicBezTo>
                <a:cubicBezTo>
                  <a:pt x="18521" y="6224"/>
                  <a:pt x="18195" y="7373"/>
                  <a:pt x="17906" y="7373"/>
                </a:cubicBezTo>
                <a:cubicBezTo>
                  <a:pt x="17880" y="7373"/>
                  <a:pt x="17854" y="7364"/>
                  <a:pt x="17828" y="7343"/>
                </a:cubicBezTo>
                <a:cubicBezTo>
                  <a:pt x="17669" y="7542"/>
                  <a:pt x="17510" y="7760"/>
                  <a:pt x="17350" y="7979"/>
                </a:cubicBezTo>
                <a:lnTo>
                  <a:pt x="17331" y="7940"/>
                </a:lnTo>
                <a:cubicBezTo>
                  <a:pt x="16992" y="8318"/>
                  <a:pt x="16952" y="8517"/>
                  <a:pt x="16933" y="8715"/>
                </a:cubicBezTo>
                <a:cubicBezTo>
                  <a:pt x="16905" y="8738"/>
                  <a:pt x="16887" y="8746"/>
                  <a:pt x="16874" y="8746"/>
                </a:cubicBezTo>
                <a:cubicBezTo>
                  <a:pt x="16843" y="8746"/>
                  <a:pt x="16853" y="8690"/>
                  <a:pt x="16853" y="8676"/>
                </a:cubicBezTo>
                <a:lnTo>
                  <a:pt x="16853" y="8676"/>
                </a:lnTo>
                <a:cubicBezTo>
                  <a:pt x="16316" y="9213"/>
                  <a:pt x="16296" y="9273"/>
                  <a:pt x="16057" y="9889"/>
                </a:cubicBezTo>
                <a:lnTo>
                  <a:pt x="15918" y="9850"/>
                </a:lnTo>
                <a:cubicBezTo>
                  <a:pt x="15878" y="10029"/>
                  <a:pt x="15102" y="10586"/>
                  <a:pt x="14764" y="11242"/>
                </a:cubicBezTo>
                <a:cubicBezTo>
                  <a:pt x="14764" y="11242"/>
                  <a:pt x="14751" y="11217"/>
                  <a:pt x="14766" y="11177"/>
                </a:cubicBezTo>
                <a:lnTo>
                  <a:pt x="14766" y="11177"/>
                </a:lnTo>
                <a:cubicBezTo>
                  <a:pt x="14372" y="11916"/>
                  <a:pt x="13295" y="12484"/>
                  <a:pt x="13491" y="13013"/>
                </a:cubicBezTo>
                <a:lnTo>
                  <a:pt x="13252" y="13510"/>
                </a:lnTo>
                <a:cubicBezTo>
                  <a:pt x="13376" y="13364"/>
                  <a:pt x="13440" y="13314"/>
                  <a:pt x="13473" y="13314"/>
                </a:cubicBezTo>
                <a:cubicBezTo>
                  <a:pt x="13544" y="13314"/>
                  <a:pt x="13457" y="13565"/>
                  <a:pt x="13527" y="13565"/>
                </a:cubicBezTo>
                <a:cubicBezTo>
                  <a:pt x="13541" y="13565"/>
                  <a:pt x="13561" y="13555"/>
                  <a:pt x="13590" y="13530"/>
                </a:cubicBezTo>
                <a:lnTo>
                  <a:pt x="13590" y="13530"/>
                </a:lnTo>
                <a:cubicBezTo>
                  <a:pt x="13496" y="13692"/>
                  <a:pt x="13282" y="13864"/>
                  <a:pt x="13210" y="13864"/>
                </a:cubicBezTo>
                <a:cubicBezTo>
                  <a:pt x="13176" y="13864"/>
                  <a:pt x="13174" y="13825"/>
                  <a:pt x="13232" y="13729"/>
                </a:cubicBezTo>
                <a:lnTo>
                  <a:pt x="13292" y="13709"/>
                </a:lnTo>
                <a:cubicBezTo>
                  <a:pt x="13274" y="13677"/>
                  <a:pt x="13251" y="13662"/>
                  <a:pt x="13224" y="13662"/>
                </a:cubicBezTo>
                <a:cubicBezTo>
                  <a:pt x="13055" y="13662"/>
                  <a:pt x="12731" y="14238"/>
                  <a:pt x="12602" y="14238"/>
                </a:cubicBezTo>
                <a:cubicBezTo>
                  <a:pt x="12592" y="14238"/>
                  <a:pt x="12583" y="14234"/>
                  <a:pt x="12575" y="14227"/>
                </a:cubicBezTo>
                <a:cubicBezTo>
                  <a:pt x="11740" y="15321"/>
                  <a:pt x="10844" y="16316"/>
                  <a:pt x="10068" y="17350"/>
                </a:cubicBezTo>
                <a:lnTo>
                  <a:pt x="10307" y="17350"/>
                </a:lnTo>
                <a:lnTo>
                  <a:pt x="10029" y="17709"/>
                </a:lnTo>
                <a:cubicBezTo>
                  <a:pt x="10000" y="17726"/>
                  <a:pt x="9969" y="17737"/>
                  <a:pt x="9945" y="17737"/>
                </a:cubicBezTo>
                <a:cubicBezTo>
                  <a:pt x="9887" y="17737"/>
                  <a:pt x="9868" y="17673"/>
                  <a:pt x="10009" y="17490"/>
                </a:cubicBezTo>
                <a:lnTo>
                  <a:pt x="10009" y="17490"/>
                </a:lnTo>
                <a:cubicBezTo>
                  <a:pt x="9830" y="17549"/>
                  <a:pt x="9770" y="17967"/>
                  <a:pt x="9790" y="18007"/>
                </a:cubicBezTo>
                <a:cubicBezTo>
                  <a:pt x="9690" y="18112"/>
                  <a:pt x="9633" y="18151"/>
                  <a:pt x="9605" y="18151"/>
                </a:cubicBezTo>
                <a:cubicBezTo>
                  <a:pt x="9519" y="18151"/>
                  <a:pt x="9675" y="17807"/>
                  <a:pt x="9652" y="17807"/>
                </a:cubicBezTo>
                <a:cubicBezTo>
                  <a:pt x="9648" y="17807"/>
                  <a:pt x="9642" y="17813"/>
                  <a:pt x="9631" y="17828"/>
                </a:cubicBezTo>
                <a:lnTo>
                  <a:pt x="9491" y="18047"/>
                </a:lnTo>
                <a:lnTo>
                  <a:pt x="9551" y="18007"/>
                </a:lnTo>
                <a:lnTo>
                  <a:pt x="9551" y="18007"/>
                </a:lnTo>
                <a:cubicBezTo>
                  <a:pt x="9491" y="18226"/>
                  <a:pt x="9551" y="18286"/>
                  <a:pt x="9312" y="18604"/>
                </a:cubicBezTo>
                <a:cubicBezTo>
                  <a:pt x="9237" y="18670"/>
                  <a:pt x="9194" y="18685"/>
                  <a:pt x="9164" y="18685"/>
                </a:cubicBezTo>
                <a:cubicBezTo>
                  <a:pt x="9142" y="18685"/>
                  <a:pt x="9127" y="18677"/>
                  <a:pt x="9113" y="18677"/>
                </a:cubicBezTo>
                <a:cubicBezTo>
                  <a:pt x="9101" y="18677"/>
                  <a:pt x="9089" y="18682"/>
                  <a:pt x="9074" y="18703"/>
                </a:cubicBezTo>
                <a:cubicBezTo>
                  <a:pt x="9070" y="18700"/>
                  <a:pt x="9067" y="18698"/>
                  <a:pt x="9063" y="18698"/>
                </a:cubicBezTo>
                <a:cubicBezTo>
                  <a:pt x="9046" y="18698"/>
                  <a:pt x="9024" y="18740"/>
                  <a:pt x="8974" y="18823"/>
                </a:cubicBezTo>
                <a:lnTo>
                  <a:pt x="8636" y="19260"/>
                </a:lnTo>
                <a:lnTo>
                  <a:pt x="8895" y="19161"/>
                </a:lnTo>
                <a:lnTo>
                  <a:pt x="8895" y="19161"/>
                </a:lnTo>
                <a:cubicBezTo>
                  <a:pt x="8817" y="19363"/>
                  <a:pt x="8666" y="19517"/>
                  <a:pt x="8737" y="19517"/>
                </a:cubicBezTo>
                <a:cubicBezTo>
                  <a:pt x="8754" y="19517"/>
                  <a:pt x="8783" y="19509"/>
                  <a:pt x="8827" y="19491"/>
                </a:cubicBezTo>
                <a:lnTo>
                  <a:pt x="8827" y="19491"/>
                </a:lnTo>
                <a:cubicBezTo>
                  <a:pt x="8381" y="19699"/>
                  <a:pt x="7537" y="21134"/>
                  <a:pt x="7343" y="21270"/>
                </a:cubicBezTo>
                <a:cubicBezTo>
                  <a:pt x="7223" y="21628"/>
                  <a:pt x="7024" y="21907"/>
                  <a:pt x="6746" y="22245"/>
                </a:cubicBezTo>
                <a:cubicBezTo>
                  <a:pt x="6772" y="22224"/>
                  <a:pt x="6804" y="22212"/>
                  <a:pt x="6832" y="22212"/>
                </a:cubicBezTo>
                <a:cubicBezTo>
                  <a:pt x="6911" y="22212"/>
                  <a:pt x="6961" y="22299"/>
                  <a:pt x="6786" y="22504"/>
                </a:cubicBezTo>
                <a:cubicBezTo>
                  <a:pt x="6749" y="22450"/>
                  <a:pt x="6710" y="22427"/>
                  <a:pt x="6668" y="22427"/>
                </a:cubicBezTo>
                <a:cubicBezTo>
                  <a:pt x="6470" y="22427"/>
                  <a:pt x="6218" y="22943"/>
                  <a:pt x="5902" y="23051"/>
                </a:cubicBezTo>
                <a:lnTo>
                  <a:pt x="5902" y="23051"/>
                </a:lnTo>
                <a:cubicBezTo>
                  <a:pt x="5905" y="23051"/>
                  <a:pt x="5908" y="23051"/>
                  <a:pt x="5910" y="23051"/>
                </a:cubicBezTo>
                <a:cubicBezTo>
                  <a:pt x="6058" y="23051"/>
                  <a:pt x="5456" y="23764"/>
                  <a:pt x="5642" y="23764"/>
                </a:cubicBezTo>
                <a:cubicBezTo>
                  <a:pt x="5662" y="23764"/>
                  <a:pt x="5691" y="23755"/>
                  <a:pt x="5731" y="23737"/>
                </a:cubicBezTo>
                <a:lnTo>
                  <a:pt x="5731" y="23737"/>
                </a:lnTo>
                <a:cubicBezTo>
                  <a:pt x="5670" y="23811"/>
                  <a:pt x="5635" y="23833"/>
                  <a:pt x="5610" y="23833"/>
                </a:cubicBezTo>
                <a:cubicBezTo>
                  <a:pt x="5571" y="23833"/>
                  <a:pt x="5557" y="23778"/>
                  <a:pt x="5505" y="23778"/>
                </a:cubicBezTo>
                <a:cubicBezTo>
                  <a:pt x="5483" y="23778"/>
                  <a:pt x="5454" y="23788"/>
                  <a:pt x="5413" y="23817"/>
                </a:cubicBezTo>
                <a:cubicBezTo>
                  <a:pt x="5094" y="24493"/>
                  <a:pt x="4398" y="25090"/>
                  <a:pt x="3901" y="25846"/>
                </a:cubicBezTo>
                <a:cubicBezTo>
                  <a:pt x="3940" y="25886"/>
                  <a:pt x="4080" y="25806"/>
                  <a:pt x="4020" y="26005"/>
                </a:cubicBezTo>
                <a:lnTo>
                  <a:pt x="3562" y="26264"/>
                </a:lnTo>
                <a:cubicBezTo>
                  <a:pt x="3463" y="26423"/>
                  <a:pt x="3682" y="26562"/>
                  <a:pt x="3363" y="26722"/>
                </a:cubicBezTo>
                <a:cubicBezTo>
                  <a:pt x="3387" y="26722"/>
                  <a:pt x="3414" y="26715"/>
                  <a:pt x="3434" y="26715"/>
                </a:cubicBezTo>
                <a:cubicBezTo>
                  <a:pt x="3464" y="26715"/>
                  <a:pt x="3479" y="26730"/>
                  <a:pt x="3443" y="26801"/>
                </a:cubicBezTo>
                <a:cubicBezTo>
                  <a:pt x="2846" y="27438"/>
                  <a:pt x="2369" y="28194"/>
                  <a:pt x="1871" y="28930"/>
                </a:cubicBezTo>
                <a:cubicBezTo>
                  <a:pt x="1632" y="29308"/>
                  <a:pt x="1374" y="29686"/>
                  <a:pt x="1095" y="30024"/>
                </a:cubicBezTo>
                <a:lnTo>
                  <a:pt x="896" y="30283"/>
                </a:lnTo>
                <a:lnTo>
                  <a:pt x="657" y="30581"/>
                </a:lnTo>
                <a:cubicBezTo>
                  <a:pt x="459" y="30820"/>
                  <a:pt x="240" y="31059"/>
                  <a:pt x="1" y="31318"/>
                </a:cubicBezTo>
                <a:lnTo>
                  <a:pt x="1" y="31457"/>
                </a:lnTo>
                <a:cubicBezTo>
                  <a:pt x="21" y="31357"/>
                  <a:pt x="21" y="31318"/>
                  <a:pt x="41" y="31318"/>
                </a:cubicBezTo>
                <a:lnTo>
                  <a:pt x="61" y="31318"/>
                </a:lnTo>
                <a:cubicBezTo>
                  <a:pt x="80" y="31337"/>
                  <a:pt x="100" y="31457"/>
                  <a:pt x="120" y="31576"/>
                </a:cubicBezTo>
                <a:cubicBezTo>
                  <a:pt x="120" y="31527"/>
                  <a:pt x="133" y="31513"/>
                  <a:pt x="151" y="31513"/>
                </a:cubicBezTo>
                <a:cubicBezTo>
                  <a:pt x="178" y="31513"/>
                  <a:pt x="219" y="31544"/>
                  <a:pt x="254" y="31544"/>
                </a:cubicBezTo>
                <a:cubicBezTo>
                  <a:pt x="263" y="31544"/>
                  <a:pt x="271" y="31542"/>
                  <a:pt x="279" y="31536"/>
                </a:cubicBezTo>
                <a:lnTo>
                  <a:pt x="279" y="31536"/>
                </a:lnTo>
                <a:cubicBezTo>
                  <a:pt x="240" y="31636"/>
                  <a:pt x="200" y="31716"/>
                  <a:pt x="180" y="31815"/>
                </a:cubicBezTo>
                <a:lnTo>
                  <a:pt x="160" y="31875"/>
                </a:lnTo>
                <a:lnTo>
                  <a:pt x="160" y="31914"/>
                </a:lnTo>
                <a:lnTo>
                  <a:pt x="180" y="31914"/>
                </a:lnTo>
                <a:cubicBezTo>
                  <a:pt x="200" y="31914"/>
                  <a:pt x="220" y="31954"/>
                  <a:pt x="260" y="31974"/>
                </a:cubicBezTo>
                <a:cubicBezTo>
                  <a:pt x="279" y="32014"/>
                  <a:pt x="319" y="32054"/>
                  <a:pt x="359" y="32094"/>
                </a:cubicBezTo>
                <a:cubicBezTo>
                  <a:pt x="459" y="32113"/>
                  <a:pt x="638" y="32253"/>
                  <a:pt x="777" y="32472"/>
                </a:cubicBezTo>
                <a:cubicBezTo>
                  <a:pt x="896" y="32531"/>
                  <a:pt x="1016" y="32611"/>
                  <a:pt x="1115" y="32651"/>
                </a:cubicBezTo>
                <a:cubicBezTo>
                  <a:pt x="1150" y="32674"/>
                  <a:pt x="1185" y="32684"/>
                  <a:pt x="1216" y="32684"/>
                </a:cubicBezTo>
                <a:cubicBezTo>
                  <a:pt x="1238" y="32684"/>
                  <a:pt x="1258" y="32679"/>
                  <a:pt x="1274" y="32671"/>
                </a:cubicBezTo>
                <a:lnTo>
                  <a:pt x="1035" y="32551"/>
                </a:lnTo>
                <a:lnTo>
                  <a:pt x="1035" y="32551"/>
                </a:lnTo>
                <a:cubicBezTo>
                  <a:pt x="1058" y="32555"/>
                  <a:pt x="1078" y="32557"/>
                  <a:pt x="1096" y="32557"/>
                </a:cubicBezTo>
                <a:cubicBezTo>
                  <a:pt x="1259" y="32557"/>
                  <a:pt x="1189" y="32397"/>
                  <a:pt x="1135" y="32253"/>
                </a:cubicBezTo>
                <a:cubicBezTo>
                  <a:pt x="1135" y="32233"/>
                  <a:pt x="1135" y="32213"/>
                  <a:pt x="1135" y="32193"/>
                </a:cubicBezTo>
                <a:cubicBezTo>
                  <a:pt x="1453" y="32392"/>
                  <a:pt x="1752" y="32611"/>
                  <a:pt x="1752" y="32611"/>
                </a:cubicBezTo>
                <a:cubicBezTo>
                  <a:pt x="1911" y="32054"/>
                  <a:pt x="4557" y="28512"/>
                  <a:pt x="8039" y="24016"/>
                </a:cubicBezTo>
                <a:cubicBezTo>
                  <a:pt x="8039" y="24036"/>
                  <a:pt x="8039" y="24036"/>
                  <a:pt x="8039" y="24055"/>
                </a:cubicBezTo>
                <a:lnTo>
                  <a:pt x="8079" y="24075"/>
                </a:lnTo>
                <a:cubicBezTo>
                  <a:pt x="8160" y="23978"/>
                  <a:pt x="8201" y="23880"/>
                  <a:pt x="8171" y="23880"/>
                </a:cubicBezTo>
                <a:cubicBezTo>
                  <a:pt x="8164" y="23880"/>
                  <a:pt x="8153" y="23885"/>
                  <a:pt x="8138" y="23896"/>
                </a:cubicBezTo>
                <a:cubicBezTo>
                  <a:pt x="8218" y="23797"/>
                  <a:pt x="8318" y="23677"/>
                  <a:pt x="8397" y="23558"/>
                </a:cubicBezTo>
                <a:lnTo>
                  <a:pt x="8397" y="23558"/>
                </a:lnTo>
                <a:cubicBezTo>
                  <a:pt x="8339" y="23747"/>
                  <a:pt x="8525" y="23830"/>
                  <a:pt x="8745" y="23830"/>
                </a:cubicBezTo>
                <a:cubicBezTo>
                  <a:pt x="8827" y="23830"/>
                  <a:pt x="8913" y="23818"/>
                  <a:pt x="8994" y="23797"/>
                </a:cubicBezTo>
                <a:cubicBezTo>
                  <a:pt x="8954" y="23757"/>
                  <a:pt x="8914" y="23737"/>
                  <a:pt x="9054" y="23459"/>
                </a:cubicBezTo>
                <a:lnTo>
                  <a:pt x="9054" y="23459"/>
                </a:lnTo>
                <a:cubicBezTo>
                  <a:pt x="8978" y="23504"/>
                  <a:pt x="8716" y="23736"/>
                  <a:pt x="8632" y="23736"/>
                </a:cubicBezTo>
                <a:cubicBezTo>
                  <a:pt x="8606" y="23736"/>
                  <a:pt x="8597" y="23714"/>
                  <a:pt x="8616" y="23658"/>
                </a:cubicBezTo>
                <a:cubicBezTo>
                  <a:pt x="8835" y="23299"/>
                  <a:pt x="8855" y="23419"/>
                  <a:pt x="9014" y="23299"/>
                </a:cubicBezTo>
                <a:lnTo>
                  <a:pt x="9014" y="23299"/>
                </a:lnTo>
                <a:cubicBezTo>
                  <a:pt x="9006" y="23301"/>
                  <a:pt x="8999" y="23302"/>
                  <a:pt x="8993" y="23302"/>
                </a:cubicBezTo>
                <a:cubicBezTo>
                  <a:pt x="8857" y="23302"/>
                  <a:pt x="9090" y="22895"/>
                  <a:pt x="9014" y="22762"/>
                </a:cubicBezTo>
                <a:cubicBezTo>
                  <a:pt x="9511" y="22145"/>
                  <a:pt x="10009" y="21509"/>
                  <a:pt x="10506" y="20852"/>
                </a:cubicBezTo>
                <a:cubicBezTo>
                  <a:pt x="10520" y="20866"/>
                  <a:pt x="10524" y="20880"/>
                  <a:pt x="10540" y="20880"/>
                </a:cubicBezTo>
                <a:cubicBezTo>
                  <a:pt x="10546" y="20880"/>
                  <a:pt x="10554" y="20878"/>
                  <a:pt x="10566" y="20872"/>
                </a:cubicBezTo>
                <a:lnTo>
                  <a:pt x="10685" y="20693"/>
                </a:lnTo>
                <a:cubicBezTo>
                  <a:pt x="10705" y="20684"/>
                  <a:pt x="10720" y="20680"/>
                  <a:pt x="10731" y="20680"/>
                </a:cubicBezTo>
                <a:cubicBezTo>
                  <a:pt x="10826" y="20680"/>
                  <a:pt x="10647" y="20970"/>
                  <a:pt x="10701" y="20970"/>
                </a:cubicBezTo>
                <a:cubicBezTo>
                  <a:pt x="10712" y="20970"/>
                  <a:pt x="10732" y="20959"/>
                  <a:pt x="10765" y="20932"/>
                </a:cubicBezTo>
                <a:lnTo>
                  <a:pt x="10765" y="20932"/>
                </a:lnTo>
                <a:cubicBezTo>
                  <a:pt x="10645" y="21210"/>
                  <a:pt x="10526" y="21549"/>
                  <a:pt x="10228" y="21847"/>
                </a:cubicBezTo>
                <a:lnTo>
                  <a:pt x="10055" y="21809"/>
                </a:lnTo>
                <a:lnTo>
                  <a:pt x="10055" y="21809"/>
                </a:lnTo>
                <a:cubicBezTo>
                  <a:pt x="10056" y="21809"/>
                  <a:pt x="10056" y="21809"/>
                  <a:pt x="10056" y="21809"/>
                </a:cubicBezTo>
                <a:cubicBezTo>
                  <a:pt x="10108" y="21809"/>
                  <a:pt x="10289" y="21642"/>
                  <a:pt x="10327" y="21529"/>
                </a:cubicBezTo>
                <a:lnTo>
                  <a:pt x="10327" y="21529"/>
                </a:lnTo>
                <a:cubicBezTo>
                  <a:pt x="10267" y="21708"/>
                  <a:pt x="9750" y="21907"/>
                  <a:pt x="9810" y="22185"/>
                </a:cubicBezTo>
                <a:lnTo>
                  <a:pt x="10068" y="22026"/>
                </a:lnTo>
                <a:lnTo>
                  <a:pt x="10068" y="22026"/>
                </a:lnTo>
                <a:cubicBezTo>
                  <a:pt x="9949" y="22305"/>
                  <a:pt x="9850" y="22722"/>
                  <a:pt x="9591" y="22981"/>
                </a:cubicBezTo>
                <a:cubicBezTo>
                  <a:pt x="9810" y="22941"/>
                  <a:pt x="9631" y="22901"/>
                  <a:pt x="9929" y="22802"/>
                </a:cubicBezTo>
                <a:lnTo>
                  <a:pt x="9929" y="22802"/>
                </a:lnTo>
                <a:cubicBezTo>
                  <a:pt x="9921" y="22803"/>
                  <a:pt x="9914" y="22803"/>
                  <a:pt x="9908" y="22803"/>
                </a:cubicBezTo>
                <a:cubicBezTo>
                  <a:pt x="9676" y="22803"/>
                  <a:pt x="10381" y="22169"/>
                  <a:pt x="10185" y="22169"/>
                </a:cubicBezTo>
                <a:cubicBezTo>
                  <a:pt x="10177" y="22169"/>
                  <a:pt x="10169" y="22170"/>
                  <a:pt x="10160" y="22171"/>
                </a:cubicBezTo>
                <a:lnTo>
                  <a:pt x="10160" y="22171"/>
                </a:lnTo>
                <a:cubicBezTo>
                  <a:pt x="10452" y="22083"/>
                  <a:pt x="10505" y="21877"/>
                  <a:pt x="10844" y="21708"/>
                </a:cubicBezTo>
                <a:cubicBezTo>
                  <a:pt x="10785" y="21688"/>
                  <a:pt x="10685" y="21748"/>
                  <a:pt x="10904" y="21509"/>
                </a:cubicBezTo>
                <a:cubicBezTo>
                  <a:pt x="10904" y="21489"/>
                  <a:pt x="10904" y="21449"/>
                  <a:pt x="10904" y="21429"/>
                </a:cubicBezTo>
                <a:cubicBezTo>
                  <a:pt x="10844" y="21469"/>
                  <a:pt x="10785" y="21509"/>
                  <a:pt x="10745" y="21509"/>
                </a:cubicBezTo>
                <a:cubicBezTo>
                  <a:pt x="10745" y="21310"/>
                  <a:pt x="11043" y="20912"/>
                  <a:pt x="11103" y="20753"/>
                </a:cubicBezTo>
                <a:cubicBezTo>
                  <a:pt x="11135" y="20720"/>
                  <a:pt x="11153" y="20708"/>
                  <a:pt x="11161" y="20708"/>
                </a:cubicBezTo>
                <a:cubicBezTo>
                  <a:pt x="11186" y="20708"/>
                  <a:pt x="11143" y="20802"/>
                  <a:pt x="11177" y="20802"/>
                </a:cubicBezTo>
                <a:cubicBezTo>
                  <a:pt x="11183" y="20802"/>
                  <a:pt x="11191" y="20799"/>
                  <a:pt x="11202" y="20792"/>
                </a:cubicBezTo>
                <a:lnTo>
                  <a:pt x="11302" y="20534"/>
                </a:lnTo>
                <a:cubicBezTo>
                  <a:pt x="11311" y="20539"/>
                  <a:pt x="11322" y="20542"/>
                  <a:pt x="11335" y="20542"/>
                </a:cubicBezTo>
                <a:cubicBezTo>
                  <a:pt x="11408" y="20542"/>
                  <a:pt x="11530" y="20465"/>
                  <a:pt x="11584" y="20465"/>
                </a:cubicBezTo>
                <a:cubicBezTo>
                  <a:pt x="11624" y="20465"/>
                  <a:pt x="11625" y="20507"/>
                  <a:pt x="11541" y="20653"/>
                </a:cubicBezTo>
                <a:lnTo>
                  <a:pt x="11779" y="20355"/>
                </a:lnTo>
                <a:cubicBezTo>
                  <a:pt x="11978" y="20216"/>
                  <a:pt x="12197" y="19977"/>
                  <a:pt x="12277" y="19778"/>
                </a:cubicBezTo>
                <a:cubicBezTo>
                  <a:pt x="12387" y="19684"/>
                  <a:pt x="12447" y="19466"/>
                  <a:pt x="12458" y="19466"/>
                </a:cubicBezTo>
                <a:cubicBezTo>
                  <a:pt x="12461" y="19466"/>
                  <a:pt x="12460" y="19481"/>
                  <a:pt x="12456" y="19519"/>
                </a:cubicBezTo>
                <a:lnTo>
                  <a:pt x="12774" y="18982"/>
                </a:lnTo>
                <a:lnTo>
                  <a:pt x="12794" y="19002"/>
                </a:lnTo>
                <a:cubicBezTo>
                  <a:pt x="13192" y="18524"/>
                  <a:pt x="13431" y="17888"/>
                  <a:pt x="14028" y="17470"/>
                </a:cubicBezTo>
                <a:cubicBezTo>
                  <a:pt x="14127" y="17291"/>
                  <a:pt x="14247" y="17092"/>
                  <a:pt x="14485" y="16853"/>
                </a:cubicBezTo>
                <a:lnTo>
                  <a:pt x="14605" y="16853"/>
                </a:lnTo>
                <a:cubicBezTo>
                  <a:pt x="14744" y="16634"/>
                  <a:pt x="15182" y="16296"/>
                  <a:pt x="15162" y="16137"/>
                </a:cubicBezTo>
                <a:cubicBezTo>
                  <a:pt x="15560" y="16097"/>
                  <a:pt x="16017" y="15182"/>
                  <a:pt x="16336" y="14844"/>
                </a:cubicBezTo>
                <a:lnTo>
                  <a:pt x="16256" y="14744"/>
                </a:lnTo>
                <a:cubicBezTo>
                  <a:pt x="16455" y="14485"/>
                  <a:pt x="16614" y="14227"/>
                  <a:pt x="16813" y="13889"/>
                </a:cubicBezTo>
                <a:lnTo>
                  <a:pt x="16714" y="13829"/>
                </a:lnTo>
                <a:cubicBezTo>
                  <a:pt x="16853" y="13491"/>
                  <a:pt x="17331" y="13192"/>
                  <a:pt x="17649" y="12754"/>
                </a:cubicBezTo>
                <a:lnTo>
                  <a:pt x="17649" y="12754"/>
                </a:lnTo>
                <a:cubicBezTo>
                  <a:pt x="17669" y="12814"/>
                  <a:pt x="17569" y="12914"/>
                  <a:pt x="17490" y="12973"/>
                </a:cubicBezTo>
                <a:cubicBezTo>
                  <a:pt x="18106" y="12635"/>
                  <a:pt x="18186" y="11780"/>
                  <a:pt x="18703" y="11441"/>
                </a:cubicBezTo>
                <a:cubicBezTo>
                  <a:pt x="18763" y="11302"/>
                  <a:pt x="18843" y="11222"/>
                  <a:pt x="18942" y="11163"/>
                </a:cubicBezTo>
                <a:lnTo>
                  <a:pt x="18942" y="11163"/>
                </a:lnTo>
                <a:cubicBezTo>
                  <a:pt x="18922" y="11183"/>
                  <a:pt x="18922" y="11183"/>
                  <a:pt x="18922" y="11203"/>
                </a:cubicBezTo>
                <a:cubicBezTo>
                  <a:pt x="18922" y="11183"/>
                  <a:pt x="18942" y="11163"/>
                  <a:pt x="18962" y="11143"/>
                </a:cubicBezTo>
                <a:cubicBezTo>
                  <a:pt x="19022" y="11103"/>
                  <a:pt x="19081" y="11083"/>
                  <a:pt x="19141" y="11023"/>
                </a:cubicBezTo>
                <a:lnTo>
                  <a:pt x="19141" y="11023"/>
                </a:lnTo>
                <a:cubicBezTo>
                  <a:pt x="19081" y="11063"/>
                  <a:pt x="19022" y="11083"/>
                  <a:pt x="18982" y="11123"/>
                </a:cubicBezTo>
                <a:cubicBezTo>
                  <a:pt x="19042" y="11043"/>
                  <a:pt x="19141" y="10884"/>
                  <a:pt x="19221" y="10745"/>
                </a:cubicBezTo>
                <a:lnTo>
                  <a:pt x="19360" y="10765"/>
                </a:lnTo>
                <a:cubicBezTo>
                  <a:pt x="19380" y="10745"/>
                  <a:pt x="19380" y="10745"/>
                  <a:pt x="19380" y="10725"/>
                </a:cubicBezTo>
                <a:cubicBezTo>
                  <a:pt x="19496" y="10642"/>
                  <a:pt x="19446" y="10601"/>
                  <a:pt x="19357" y="10601"/>
                </a:cubicBezTo>
                <a:cubicBezTo>
                  <a:pt x="19339" y="10601"/>
                  <a:pt x="19320" y="10602"/>
                  <a:pt x="19300" y="10606"/>
                </a:cubicBezTo>
                <a:cubicBezTo>
                  <a:pt x="19320" y="10526"/>
                  <a:pt x="19360" y="10446"/>
                  <a:pt x="19380" y="10387"/>
                </a:cubicBezTo>
                <a:cubicBezTo>
                  <a:pt x="19385" y="10387"/>
                  <a:pt x="19391" y="10387"/>
                  <a:pt x="19396" y="10387"/>
                </a:cubicBezTo>
                <a:cubicBezTo>
                  <a:pt x="19618" y="10387"/>
                  <a:pt x="19605" y="9989"/>
                  <a:pt x="19877" y="9989"/>
                </a:cubicBezTo>
                <a:cubicBezTo>
                  <a:pt x="19877" y="9850"/>
                  <a:pt x="20275" y="9352"/>
                  <a:pt x="20235" y="9113"/>
                </a:cubicBezTo>
                <a:cubicBezTo>
                  <a:pt x="20235" y="9094"/>
                  <a:pt x="20235" y="9074"/>
                  <a:pt x="20215" y="9054"/>
                </a:cubicBezTo>
                <a:lnTo>
                  <a:pt x="20215" y="9054"/>
                </a:lnTo>
                <a:cubicBezTo>
                  <a:pt x="20255" y="9074"/>
                  <a:pt x="20295" y="9054"/>
                  <a:pt x="20235" y="9113"/>
                </a:cubicBezTo>
                <a:cubicBezTo>
                  <a:pt x="20375" y="8994"/>
                  <a:pt x="20514" y="8855"/>
                  <a:pt x="20574" y="8696"/>
                </a:cubicBezTo>
                <a:lnTo>
                  <a:pt x="20753" y="8715"/>
                </a:lnTo>
                <a:lnTo>
                  <a:pt x="20832" y="8278"/>
                </a:lnTo>
                <a:cubicBezTo>
                  <a:pt x="20946" y="8212"/>
                  <a:pt x="21028" y="8168"/>
                  <a:pt x="21076" y="8168"/>
                </a:cubicBezTo>
                <a:cubicBezTo>
                  <a:pt x="21130" y="8168"/>
                  <a:pt x="21142" y="8221"/>
                  <a:pt x="21111" y="8357"/>
                </a:cubicBezTo>
                <a:cubicBezTo>
                  <a:pt x="21330" y="7780"/>
                  <a:pt x="21369" y="7940"/>
                  <a:pt x="21529" y="7422"/>
                </a:cubicBezTo>
                <a:lnTo>
                  <a:pt x="21588" y="7502"/>
                </a:lnTo>
                <a:cubicBezTo>
                  <a:pt x="21708" y="7363"/>
                  <a:pt x="21787" y="7044"/>
                  <a:pt x="21907" y="7024"/>
                </a:cubicBezTo>
                <a:cubicBezTo>
                  <a:pt x="22324" y="6825"/>
                  <a:pt x="23200" y="5472"/>
                  <a:pt x="23976" y="4776"/>
                </a:cubicBezTo>
                <a:cubicBezTo>
                  <a:pt x="23618" y="4736"/>
                  <a:pt x="24394" y="4478"/>
                  <a:pt x="24235" y="4299"/>
                </a:cubicBezTo>
                <a:cubicBezTo>
                  <a:pt x="24284" y="4299"/>
                  <a:pt x="24339" y="4279"/>
                  <a:pt x="24374" y="4279"/>
                </a:cubicBezTo>
                <a:cubicBezTo>
                  <a:pt x="24409" y="4279"/>
                  <a:pt x="24424" y="4299"/>
                  <a:pt x="24394" y="4378"/>
                </a:cubicBezTo>
                <a:cubicBezTo>
                  <a:pt x="24672" y="3920"/>
                  <a:pt x="24991" y="3841"/>
                  <a:pt x="25070" y="3423"/>
                </a:cubicBezTo>
                <a:cubicBezTo>
                  <a:pt x="25145" y="3423"/>
                  <a:pt x="25079" y="3564"/>
                  <a:pt x="25137" y="3564"/>
                </a:cubicBezTo>
                <a:cubicBezTo>
                  <a:pt x="25141" y="3564"/>
                  <a:pt x="25145" y="3564"/>
                  <a:pt x="25150" y="3562"/>
                </a:cubicBezTo>
                <a:cubicBezTo>
                  <a:pt x="25150" y="3523"/>
                  <a:pt x="25190" y="3383"/>
                  <a:pt x="25269" y="3383"/>
                </a:cubicBezTo>
                <a:cubicBezTo>
                  <a:pt x="25274" y="3382"/>
                  <a:pt x="25279" y="3381"/>
                  <a:pt x="25282" y="3381"/>
                </a:cubicBezTo>
                <a:cubicBezTo>
                  <a:pt x="25319" y="3381"/>
                  <a:pt x="25266" y="3472"/>
                  <a:pt x="25229" y="3562"/>
                </a:cubicBezTo>
                <a:cubicBezTo>
                  <a:pt x="25568" y="3125"/>
                  <a:pt x="25428" y="2946"/>
                  <a:pt x="25289" y="2786"/>
                </a:cubicBezTo>
                <a:cubicBezTo>
                  <a:pt x="25349" y="2747"/>
                  <a:pt x="25408" y="2707"/>
                  <a:pt x="25468" y="2647"/>
                </a:cubicBezTo>
                <a:cubicBezTo>
                  <a:pt x="25508" y="2607"/>
                  <a:pt x="25568" y="2548"/>
                  <a:pt x="25587" y="2508"/>
                </a:cubicBezTo>
                <a:cubicBezTo>
                  <a:pt x="25667" y="2408"/>
                  <a:pt x="25687" y="2309"/>
                  <a:pt x="25707" y="2190"/>
                </a:cubicBezTo>
                <a:cubicBezTo>
                  <a:pt x="25778" y="2149"/>
                  <a:pt x="25870" y="2087"/>
                  <a:pt x="25908" y="2087"/>
                </a:cubicBezTo>
                <a:cubicBezTo>
                  <a:pt x="25945" y="2087"/>
                  <a:pt x="25933" y="2144"/>
                  <a:pt x="25806" y="2329"/>
                </a:cubicBezTo>
                <a:cubicBezTo>
                  <a:pt x="25866" y="2249"/>
                  <a:pt x="26065" y="2030"/>
                  <a:pt x="26244" y="1811"/>
                </a:cubicBezTo>
                <a:cubicBezTo>
                  <a:pt x="26184" y="1712"/>
                  <a:pt x="26105" y="1632"/>
                  <a:pt x="26025" y="1533"/>
                </a:cubicBezTo>
                <a:cubicBezTo>
                  <a:pt x="25985" y="1493"/>
                  <a:pt x="25966" y="1453"/>
                  <a:pt x="25926" y="1394"/>
                </a:cubicBezTo>
                <a:cubicBezTo>
                  <a:pt x="25886" y="1354"/>
                  <a:pt x="25826" y="1294"/>
                  <a:pt x="25786" y="1254"/>
                </a:cubicBezTo>
                <a:cubicBezTo>
                  <a:pt x="25747" y="1215"/>
                  <a:pt x="25707" y="1155"/>
                  <a:pt x="25667" y="1115"/>
                </a:cubicBezTo>
                <a:cubicBezTo>
                  <a:pt x="25607" y="1075"/>
                  <a:pt x="25607" y="1075"/>
                  <a:pt x="25587" y="1055"/>
                </a:cubicBezTo>
                <a:cubicBezTo>
                  <a:pt x="25548" y="1036"/>
                  <a:pt x="25528" y="1036"/>
                  <a:pt x="25488" y="1036"/>
                </a:cubicBezTo>
                <a:cubicBezTo>
                  <a:pt x="25488" y="1036"/>
                  <a:pt x="25488" y="996"/>
                  <a:pt x="25468" y="976"/>
                </a:cubicBezTo>
                <a:cubicBezTo>
                  <a:pt x="25448" y="956"/>
                  <a:pt x="25428" y="936"/>
                  <a:pt x="25389" y="896"/>
                </a:cubicBezTo>
                <a:cubicBezTo>
                  <a:pt x="25329" y="817"/>
                  <a:pt x="25249" y="737"/>
                  <a:pt x="25209" y="717"/>
                </a:cubicBezTo>
                <a:cubicBezTo>
                  <a:pt x="25030" y="478"/>
                  <a:pt x="24931" y="339"/>
                  <a:pt x="24812" y="220"/>
                </a:cubicBezTo>
                <a:cubicBezTo>
                  <a:pt x="24772" y="160"/>
                  <a:pt x="24712" y="100"/>
                  <a:pt x="24652" y="21"/>
                </a:cubicBezTo>
                <a:cubicBezTo>
                  <a:pt x="24652" y="21"/>
                  <a:pt x="24652" y="1"/>
                  <a:pt x="2463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9"/>
          <p:cNvSpPr/>
          <p:nvPr/>
        </p:nvSpPr>
        <p:spPr>
          <a:xfrm>
            <a:off x="7319300" y="1068675"/>
            <a:ext cx="878768" cy="757581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3" name="Google Shape;733;p9"/>
          <p:cNvGrpSpPr/>
          <p:nvPr/>
        </p:nvGrpSpPr>
        <p:grpSpPr>
          <a:xfrm rot="-5400000">
            <a:off x="7213166" y="3208384"/>
            <a:ext cx="1305035" cy="664791"/>
            <a:chOff x="2094425" y="748900"/>
            <a:chExt cx="887900" cy="452300"/>
          </a:xfrm>
        </p:grpSpPr>
        <p:sp>
          <p:nvSpPr>
            <p:cNvPr id="734" name="Google Shape;734;p9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8" name="Google Shape;738;p9"/>
          <p:cNvSpPr/>
          <p:nvPr/>
        </p:nvSpPr>
        <p:spPr>
          <a:xfrm rot="-1472198">
            <a:off x="1016804" y="1972493"/>
            <a:ext cx="1026939" cy="1198498"/>
          </a:xfrm>
          <a:custGeom>
            <a:avLst/>
            <a:gdLst/>
            <a:ahLst/>
            <a:cxnLst/>
            <a:rect l="l" t="t" r="r" b="b"/>
            <a:pathLst>
              <a:path w="23339" h="27238" extrusionOk="0">
                <a:moveTo>
                  <a:pt x="7819" y="15440"/>
                </a:moveTo>
                <a:cubicBezTo>
                  <a:pt x="7814" y="15449"/>
                  <a:pt x="7810" y="15458"/>
                  <a:pt x="7806" y="15466"/>
                </a:cubicBezTo>
                <a:lnTo>
                  <a:pt x="7806" y="15466"/>
                </a:lnTo>
                <a:lnTo>
                  <a:pt x="7819" y="15440"/>
                </a:lnTo>
                <a:close/>
                <a:moveTo>
                  <a:pt x="7502" y="21482"/>
                </a:moveTo>
                <a:lnTo>
                  <a:pt x="7501" y="21488"/>
                </a:lnTo>
                <a:cubicBezTo>
                  <a:pt x="7502" y="21486"/>
                  <a:pt x="7502" y="21484"/>
                  <a:pt x="7502" y="21482"/>
                </a:cubicBezTo>
                <a:close/>
                <a:moveTo>
                  <a:pt x="7402" y="21607"/>
                </a:moveTo>
                <a:cubicBezTo>
                  <a:pt x="7400" y="21608"/>
                  <a:pt x="7398" y="21609"/>
                  <a:pt x="7396" y="21610"/>
                </a:cubicBezTo>
                <a:lnTo>
                  <a:pt x="7396" y="21610"/>
                </a:lnTo>
                <a:cubicBezTo>
                  <a:pt x="7398" y="21609"/>
                  <a:pt x="7400" y="21608"/>
                  <a:pt x="7402" y="21607"/>
                </a:cubicBezTo>
                <a:close/>
                <a:moveTo>
                  <a:pt x="2105" y="22387"/>
                </a:moveTo>
                <a:cubicBezTo>
                  <a:pt x="2100" y="22400"/>
                  <a:pt x="2095" y="22413"/>
                  <a:pt x="2089" y="22423"/>
                </a:cubicBezTo>
                <a:cubicBezTo>
                  <a:pt x="2096" y="22410"/>
                  <a:pt x="2101" y="22398"/>
                  <a:pt x="2105" y="22387"/>
                </a:cubicBezTo>
                <a:close/>
                <a:moveTo>
                  <a:pt x="2845" y="26522"/>
                </a:moveTo>
                <a:lnTo>
                  <a:pt x="2845" y="26522"/>
                </a:lnTo>
                <a:cubicBezTo>
                  <a:pt x="2806" y="26621"/>
                  <a:pt x="2706" y="26701"/>
                  <a:pt x="2607" y="26760"/>
                </a:cubicBezTo>
                <a:cubicBezTo>
                  <a:pt x="2666" y="26661"/>
                  <a:pt x="2746" y="26581"/>
                  <a:pt x="2845" y="26522"/>
                </a:cubicBezTo>
                <a:close/>
                <a:moveTo>
                  <a:pt x="21627" y="0"/>
                </a:moveTo>
                <a:cubicBezTo>
                  <a:pt x="21568" y="40"/>
                  <a:pt x="21508" y="80"/>
                  <a:pt x="21468" y="139"/>
                </a:cubicBezTo>
                <a:cubicBezTo>
                  <a:pt x="21349" y="139"/>
                  <a:pt x="21548" y="40"/>
                  <a:pt x="21468" y="20"/>
                </a:cubicBezTo>
                <a:lnTo>
                  <a:pt x="21468" y="20"/>
                </a:lnTo>
                <a:cubicBezTo>
                  <a:pt x="21409" y="100"/>
                  <a:pt x="21329" y="179"/>
                  <a:pt x="21170" y="239"/>
                </a:cubicBezTo>
                <a:cubicBezTo>
                  <a:pt x="21110" y="299"/>
                  <a:pt x="21030" y="378"/>
                  <a:pt x="20931" y="458"/>
                </a:cubicBezTo>
                <a:lnTo>
                  <a:pt x="20951" y="418"/>
                </a:lnTo>
                <a:lnTo>
                  <a:pt x="20951" y="418"/>
                </a:lnTo>
                <a:cubicBezTo>
                  <a:pt x="20851" y="517"/>
                  <a:pt x="20772" y="617"/>
                  <a:pt x="20692" y="716"/>
                </a:cubicBezTo>
                <a:cubicBezTo>
                  <a:pt x="20633" y="796"/>
                  <a:pt x="20593" y="856"/>
                  <a:pt x="20533" y="915"/>
                </a:cubicBezTo>
                <a:cubicBezTo>
                  <a:pt x="20414" y="1035"/>
                  <a:pt x="20314" y="1134"/>
                  <a:pt x="20215" y="1234"/>
                </a:cubicBezTo>
                <a:cubicBezTo>
                  <a:pt x="19996" y="1453"/>
                  <a:pt x="19757" y="1651"/>
                  <a:pt x="19439" y="1990"/>
                </a:cubicBezTo>
                <a:lnTo>
                  <a:pt x="19578" y="2010"/>
                </a:lnTo>
                <a:cubicBezTo>
                  <a:pt x="19439" y="2149"/>
                  <a:pt x="19379" y="2149"/>
                  <a:pt x="19300" y="2209"/>
                </a:cubicBezTo>
                <a:cubicBezTo>
                  <a:pt x="19300" y="2257"/>
                  <a:pt x="19310" y="2276"/>
                  <a:pt x="19328" y="2276"/>
                </a:cubicBezTo>
                <a:cubicBezTo>
                  <a:pt x="19395" y="2276"/>
                  <a:pt x="19562" y="2013"/>
                  <a:pt x="19648" y="2013"/>
                </a:cubicBezTo>
                <a:cubicBezTo>
                  <a:pt x="19672" y="2013"/>
                  <a:pt x="19690" y="2034"/>
                  <a:pt x="19697" y="2089"/>
                </a:cubicBezTo>
                <a:cubicBezTo>
                  <a:pt x="19346" y="2109"/>
                  <a:pt x="18823" y="3085"/>
                  <a:pt x="18502" y="3085"/>
                </a:cubicBezTo>
                <a:cubicBezTo>
                  <a:pt x="18496" y="3085"/>
                  <a:pt x="18490" y="3085"/>
                  <a:pt x="18484" y="3084"/>
                </a:cubicBezTo>
                <a:lnTo>
                  <a:pt x="18484" y="3084"/>
                </a:lnTo>
                <a:cubicBezTo>
                  <a:pt x="18285" y="3303"/>
                  <a:pt x="18643" y="3104"/>
                  <a:pt x="18444" y="3323"/>
                </a:cubicBezTo>
                <a:lnTo>
                  <a:pt x="18344" y="3343"/>
                </a:lnTo>
                <a:lnTo>
                  <a:pt x="18364" y="3462"/>
                </a:lnTo>
                <a:cubicBezTo>
                  <a:pt x="18266" y="3561"/>
                  <a:pt x="18167" y="3600"/>
                  <a:pt x="18104" y="3600"/>
                </a:cubicBezTo>
                <a:cubicBezTo>
                  <a:pt x="18078" y="3600"/>
                  <a:pt x="18058" y="3593"/>
                  <a:pt x="18046" y="3581"/>
                </a:cubicBezTo>
                <a:cubicBezTo>
                  <a:pt x="18066" y="3542"/>
                  <a:pt x="18106" y="3462"/>
                  <a:pt x="18146" y="3422"/>
                </a:cubicBezTo>
                <a:lnTo>
                  <a:pt x="18146" y="3422"/>
                </a:lnTo>
                <a:cubicBezTo>
                  <a:pt x="17927" y="3542"/>
                  <a:pt x="17728" y="3940"/>
                  <a:pt x="17648" y="4019"/>
                </a:cubicBezTo>
                <a:lnTo>
                  <a:pt x="17847" y="3860"/>
                </a:lnTo>
                <a:lnTo>
                  <a:pt x="17847" y="3860"/>
                </a:lnTo>
                <a:cubicBezTo>
                  <a:pt x="17389" y="4517"/>
                  <a:pt x="16653" y="5213"/>
                  <a:pt x="16275" y="5929"/>
                </a:cubicBezTo>
                <a:lnTo>
                  <a:pt x="16355" y="5909"/>
                </a:lnTo>
                <a:lnTo>
                  <a:pt x="16355" y="5909"/>
                </a:lnTo>
                <a:cubicBezTo>
                  <a:pt x="16056" y="6446"/>
                  <a:pt x="15997" y="6247"/>
                  <a:pt x="15619" y="6785"/>
                </a:cubicBezTo>
                <a:lnTo>
                  <a:pt x="15619" y="6765"/>
                </a:lnTo>
                <a:cubicBezTo>
                  <a:pt x="15579" y="6904"/>
                  <a:pt x="15499" y="7043"/>
                  <a:pt x="15360" y="7183"/>
                </a:cubicBezTo>
                <a:cubicBezTo>
                  <a:pt x="15374" y="7142"/>
                  <a:pt x="15366" y="7128"/>
                  <a:pt x="15346" y="7128"/>
                </a:cubicBezTo>
                <a:cubicBezTo>
                  <a:pt x="15303" y="7128"/>
                  <a:pt x="15200" y="7200"/>
                  <a:pt x="15154" y="7200"/>
                </a:cubicBezTo>
                <a:cubicBezTo>
                  <a:pt x="15130" y="7200"/>
                  <a:pt x="15120" y="7181"/>
                  <a:pt x="15141" y="7123"/>
                </a:cubicBezTo>
                <a:lnTo>
                  <a:pt x="15141" y="7123"/>
                </a:lnTo>
                <a:cubicBezTo>
                  <a:pt x="14823" y="7700"/>
                  <a:pt x="15002" y="7421"/>
                  <a:pt x="14902" y="7899"/>
                </a:cubicBezTo>
                <a:lnTo>
                  <a:pt x="14763" y="7919"/>
                </a:lnTo>
                <a:cubicBezTo>
                  <a:pt x="14743" y="8078"/>
                  <a:pt x="14763" y="8118"/>
                  <a:pt x="14564" y="8396"/>
                </a:cubicBezTo>
                <a:cubicBezTo>
                  <a:pt x="14606" y="8305"/>
                  <a:pt x="14589" y="8286"/>
                  <a:pt x="14553" y="8286"/>
                </a:cubicBezTo>
                <a:cubicBezTo>
                  <a:pt x="14527" y="8286"/>
                  <a:pt x="14490" y="8296"/>
                  <a:pt x="14461" y="8296"/>
                </a:cubicBezTo>
                <a:cubicBezTo>
                  <a:pt x="14416" y="8296"/>
                  <a:pt x="14386" y="8273"/>
                  <a:pt x="14425" y="8158"/>
                </a:cubicBezTo>
                <a:lnTo>
                  <a:pt x="14425" y="8158"/>
                </a:lnTo>
                <a:cubicBezTo>
                  <a:pt x="13828" y="8536"/>
                  <a:pt x="13928" y="9073"/>
                  <a:pt x="13490" y="9113"/>
                </a:cubicBezTo>
                <a:cubicBezTo>
                  <a:pt x="13490" y="9203"/>
                  <a:pt x="13513" y="9238"/>
                  <a:pt x="13550" y="9238"/>
                </a:cubicBezTo>
                <a:cubicBezTo>
                  <a:pt x="13662" y="9238"/>
                  <a:pt x="13897" y="8906"/>
                  <a:pt x="13929" y="8906"/>
                </a:cubicBezTo>
                <a:cubicBezTo>
                  <a:pt x="13934" y="8906"/>
                  <a:pt x="13934" y="8914"/>
                  <a:pt x="13928" y="8933"/>
                </a:cubicBezTo>
                <a:cubicBezTo>
                  <a:pt x="13939" y="8929"/>
                  <a:pt x="13949" y="8927"/>
                  <a:pt x="13957" y="8927"/>
                </a:cubicBezTo>
                <a:cubicBezTo>
                  <a:pt x="14061" y="8927"/>
                  <a:pt x="13896" y="9263"/>
                  <a:pt x="13748" y="9411"/>
                </a:cubicBezTo>
                <a:cubicBezTo>
                  <a:pt x="13609" y="9570"/>
                  <a:pt x="13231" y="9471"/>
                  <a:pt x="12893" y="9908"/>
                </a:cubicBezTo>
                <a:cubicBezTo>
                  <a:pt x="12913" y="9869"/>
                  <a:pt x="12913" y="9849"/>
                  <a:pt x="12953" y="9809"/>
                </a:cubicBezTo>
                <a:lnTo>
                  <a:pt x="12953" y="9809"/>
                </a:lnTo>
                <a:cubicBezTo>
                  <a:pt x="12754" y="9928"/>
                  <a:pt x="12754" y="10167"/>
                  <a:pt x="12495" y="10306"/>
                </a:cubicBezTo>
                <a:cubicBezTo>
                  <a:pt x="12535" y="10505"/>
                  <a:pt x="12276" y="10545"/>
                  <a:pt x="12415" y="10704"/>
                </a:cubicBezTo>
                <a:lnTo>
                  <a:pt x="12714" y="10286"/>
                </a:lnTo>
                <a:lnTo>
                  <a:pt x="12714" y="10286"/>
                </a:lnTo>
                <a:cubicBezTo>
                  <a:pt x="12555" y="10545"/>
                  <a:pt x="12575" y="10903"/>
                  <a:pt x="12177" y="11202"/>
                </a:cubicBezTo>
                <a:cubicBezTo>
                  <a:pt x="12177" y="11142"/>
                  <a:pt x="12216" y="11003"/>
                  <a:pt x="12256" y="10903"/>
                </a:cubicBezTo>
                <a:lnTo>
                  <a:pt x="12256" y="10903"/>
                </a:lnTo>
                <a:cubicBezTo>
                  <a:pt x="12117" y="10983"/>
                  <a:pt x="12117" y="11142"/>
                  <a:pt x="11978" y="11202"/>
                </a:cubicBezTo>
                <a:cubicBezTo>
                  <a:pt x="11838" y="11042"/>
                  <a:pt x="12336" y="10704"/>
                  <a:pt x="12415" y="10366"/>
                </a:cubicBezTo>
                <a:lnTo>
                  <a:pt x="12415" y="10366"/>
                </a:lnTo>
                <a:cubicBezTo>
                  <a:pt x="12290" y="10413"/>
                  <a:pt x="12201" y="10721"/>
                  <a:pt x="12130" y="10721"/>
                </a:cubicBezTo>
                <a:cubicBezTo>
                  <a:pt x="12112" y="10721"/>
                  <a:pt x="12094" y="10699"/>
                  <a:pt x="12077" y="10645"/>
                </a:cubicBezTo>
                <a:lnTo>
                  <a:pt x="12077" y="10645"/>
                </a:lnTo>
                <a:cubicBezTo>
                  <a:pt x="12157" y="11003"/>
                  <a:pt x="11699" y="11042"/>
                  <a:pt x="11620" y="11480"/>
                </a:cubicBezTo>
                <a:lnTo>
                  <a:pt x="11540" y="11381"/>
                </a:lnTo>
                <a:cubicBezTo>
                  <a:pt x="11520" y="11421"/>
                  <a:pt x="11480" y="11560"/>
                  <a:pt x="11421" y="11639"/>
                </a:cubicBezTo>
                <a:lnTo>
                  <a:pt x="11421" y="11381"/>
                </a:lnTo>
                <a:cubicBezTo>
                  <a:pt x="11321" y="11719"/>
                  <a:pt x="10943" y="11759"/>
                  <a:pt x="10824" y="12037"/>
                </a:cubicBezTo>
                <a:cubicBezTo>
                  <a:pt x="10961" y="11864"/>
                  <a:pt x="11025" y="11814"/>
                  <a:pt x="11062" y="11814"/>
                </a:cubicBezTo>
                <a:cubicBezTo>
                  <a:pt x="11112" y="11814"/>
                  <a:pt x="11113" y="11906"/>
                  <a:pt x="11182" y="11906"/>
                </a:cubicBezTo>
                <a:cubicBezTo>
                  <a:pt x="11202" y="11906"/>
                  <a:pt x="11227" y="11898"/>
                  <a:pt x="11261" y="11878"/>
                </a:cubicBezTo>
                <a:lnTo>
                  <a:pt x="11261" y="11878"/>
                </a:lnTo>
                <a:cubicBezTo>
                  <a:pt x="10903" y="12555"/>
                  <a:pt x="10744" y="12037"/>
                  <a:pt x="10267" y="12654"/>
                </a:cubicBezTo>
                <a:cubicBezTo>
                  <a:pt x="10320" y="12587"/>
                  <a:pt x="10428" y="12511"/>
                  <a:pt x="10474" y="12511"/>
                </a:cubicBezTo>
                <a:cubicBezTo>
                  <a:pt x="10497" y="12511"/>
                  <a:pt x="10505" y="12529"/>
                  <a:pt x="10485" y="12574"/>
                </a:cubicBezTo>
                <a:cubicBezTo>
                  <a:pt x="10366" y="12694"/>
                  <a:pt x="10187" y="12813"/>
                  <a:pt x="10088" y="12853"/>
                </a:cubicBezTo>
                <a:cubicBezTo>
                  <a:pt x="9948" y="13024"/>
                  <a:pt x="9938" y="13064"/>
                  <a:pt x="9974" y="13064"/>
                </a:cubicBezTo>
                <a:cubicBezTo>
                  <a:pt x="10006" y="13064"/>
                  <a:pt x="10075" y="13032"/>
                  <a:pt x="10118" y="13032"/>
                </a:cubicBezTo>
                <a:cubicBezTo>
                  <a:pt x="10150" y="13032"/>
                  <a:pt x="10168" y="13050"/>
                  <a:pt x="10147" y="13112"/>
                </a:cubicBezTo>
                <a:cubicBezTo>
                  <a:pt x="9908" y="13151"/>
                  <a:pt x="10008" y="13350"/>
                  <a:pt x="9889" y="13569"/>
                </a:cubicBezTo>
                <a:lnTo>
                  <a:pt x="9789" y="13490"/>
                </a:lnTo>
                <a:lnTo>
                  <a:pt x="9789" y="13490"/>
                </a:lnTo>
                <a:cubicBezTo>
                  <a:pt x="9312" y="13927"/>
                  <a:pt x="9889" y="13788"/>
                  <a:pt x="9431" y="14166"/>
                </a:cubicBezTo>
                <a:lnTo>
                  <a:pt x="9451" y="13868"/>
                </a:lnTo>
                <a:lnTo>
                  <a:pt x="9292" y="14126"/>
                </a:lnTo>
                <a:lnTo>
                  <a:pt x="9232" y="13987"/>
                </a:lnTo>
                <a:cubicBezTo>
                  <a:pt x="9093" y="14305"/>
                  <a:pt x="9013" y="14365"/>
                  <a:pt x="8774" y="14584"/>
                </a:cubicBezTo>
                <a:cubicBezTo>
                  <a:pt x="8894" y="14584"/>
                  <a:pt x="8934" y="14763"/>
                  <a:pt x="8735" y="14982"/>
                </a:cubicBezTo>
                <a:cubicBezTo>
                  <a:pt x="8702" y="15000"/>
                  <a:pt x="8681" y="15006"/>
                  <a:pt x="8666" y="15006"/>
                </a:cubicBezTo>
                <a:cubicBezTo>
                  <a:pt x="8634" y="15006"/>
                  <a:pt x="8634" y="14976"/>
                  <a:pt x="8620" y="14976"/>
                </a:cubicBezTo>
                <a:cubicBezTo>
                  <a:pt x="8606" y="14976"/>
                  <a:pt x="8575" y="15009"/>
                  <a:pt x="8476" y="15141"/>
                </a:cubicBezTo>
                <a:cubicBezTo>
                  <a:pt x="8476" y="15022"/>
                  <a:pt x="8456" y="14882"/>
                  <a:pt x="8655" y="14823"/>
                </a:cubicBezTo>
                <a:cubicBezTo>
                  <a:pt x="8635" y="14783"/>
                  <a:pt x="8655" y="14703"/>
                  <a:pt x="8635" y="14664"/>
                </a:cubicBezTo>
                <a:cubicBezTo>
                  <a:pt x="8436" y="14763"/>
                  <a:pt x="8297" y="15042"/>
                  <a:pt x="8197" y="15161"/>
                </a:cubicBezTo>
                <a:cubicBezTo>
                  <a:pt x="8237" y="15121"/>
                  <a:pt x="8277" y="15062"/>
                  <a:pt x="8317" y="15062"/>
                </a:cubicBezTo>
                <a:lnTo>
                  <a:pt x="8078" y="15619"/>
                </a:lnTo>
                <a:cubicBezTo>
                  <a:pt x="8068" y="15621"/>
                  <a:pt x="8058" y="15622"/>
                  <a:pt x="8050" y="15622"/>
                </a:cubicBezTo>
                <a:cubicBezTo>
                  <a:pt x="7983" y="15622"/>
                  <a:pt x="8001" y="15551"/>
                  <a:pt x="8018" y="15479"/>
                </a:cubicBezTo>
                <a:lnTo>
                  <a:pt x="8018" y="15479"/>
                </a:lnTo>
                <a:cubicBezTo>
                  <a:pt x="7959" y="15579"/>
                  <a:pt x="7939" y="15678"/>
                  <a:pt x="7839" y="15818"/>
                </a:cubicBezTo>
                <a:cubicBezTo>
                  <a:pt x="7801" y="15722"/>
                  <a:pt x="7708" y="15663"/>
                  <a:pt x="7806" y="15466"/>
                </a:cubicBezTo>
                <a:lnTo>
                  <a:pt x="7806" y="15466"/>
                </a:lnTo>
                <a:lnTo>
                  <a:pt x="7561" y="15937"/>
                </a:lnTo>
                <a:cubicBezTo>
                  <a:pt x="7514" y="15937"/>
                  <a:pt x="7372" y="16021"/>
                  <a:pt x="7320" y="16021"/>
                </a:cubicBezTo>
                <a:cubicBezTo>
                  <a:pt x="7305" y="16021"/>
                  <a:pt x="7298" y="16014"/>
                  <a:pt x="7302" y="15997"/>
                </a:cubicBezTo>
                <a:lnTo>
                  <a:pt x="7302" y="15997"/>
                </a:lnTo>
                <a:cubicBezTo>
                  <a:pt x="7043" y="16196"/>
                  <a:pt x="6964" y="16693"/>
                  <a:pt x="6626" y="16952"/>
                </a:cubicBezTo>
                <a:cubicBezTo>
                  <a:pt x="6626" y="16991"/>
                  <a:pt x="6626" y="17031"/>
                  <a:pt x="6566" y="17111"/>
                </a:cubicBezTo>
                <a:cubicBezTo>
                  <a:pt x="6307" y="17389"/>
                  <a:pt x="5989" y="17549"/>
                  <a:pt x="5810" y="17986"/>
                </a:cubicBezTo>
                <a:lnTo>
                  <a:pt x="5492" y="18066"/>
                </a:lnTo>
                <a:cubicBezTo>
                  <a:pt x="5424" y="18167"/>
                  <a:pt x="5450" y="18186"/>
                  <a:pt x="5502" y="18186"/>
                </a:cubicBezTo>
                <a:cubicBezTo>
                  <a:pt x="5532" y="18186"/>
                  <a:pt x="5570" y="18180"/>
                  <a:pt x="5603" y="18180"/>
                </a:cubicBezTo>
                <a:cubicBezTo>
                  <a:pt x="5680" y="18180"/>
                  <a:pt x="5727" y="18214"/>
                  <a:pt x="5571" y="18444"/>
                </a:cubicBezTo>
                <a:cubicBezTo>
                  <a:pt x="5485" y="18574"/>
                  <a:pt x="5432" y="18612"/>
                  <a:pt x="5394" y="18612"/>
                </a:cubicBezTo>
                <a:cubicBezTo>
                  <a:pt x="5338" y="18612"/>
                  <a:pt x="5312" y="18531"/>
                  <a:pt x="5254" y="18531"/>
                </a:cubicBezTo>
                <a:cubicBezTo>
                  <a:pt x="5242" y="18531"/>
                  <a:pt x="5229" y="18534"/>
                  <a:pt x="5213" y="18543"/>
                </a:cubicBezTo>
                <a:cubicBezTo>
                  <a:pt x="5153" y="18762"/>
                  <a:pt x="5054" y="19160"/>
                  <a:pt x="4696" y="19359"/>
                </a:cubicBezTo>
                <a:cubicBezTo>
                  <a:pt x="4755" y="19240"/>
                  <a:pt x="4835" y="19180"/>
                  <a:pt x="4895" y="19081"/>
                </a:cubicBezTo>
                <a:lnTo>
                  <a:pt x="4895" y="19081"/>
                </a:lnTo>
                <a:lnTo>
                  <a:pt x="4636" y="19220"/>
                </a:lnTo>
                <a:cubicBezTo>
                  <a:pt x="4716" y="18932"/>
                  <a:pt x="4873" y="18773"/>
                  <a:pt x="4777" y="18773"/>
                </a:cubicBezTo>
                <a:cubicBezTo>
                  <a:pt x="4753" y="18773"/>
                  <a:pt x="4715" y="18782"/>
                  <a:pt x="4656" y="18802"/>
                </a:cubicBezTo>
                <a:cubicBezTo>
                  <a:pt x="4895" y="19081"/>
                  <a:pt x="3940" y="19697"/>
                  <a:pt x="4178" y="19956"/>
                </a:cubicBezTo>
                <a:lnTo>
                  <a:pt x="3999" y="20055"/>
                </a:lnTo>
                <a:cubicBezTo>
                  <a:pt x="4039" y="20016"/>
                  <a:pt x="4039" y="19996"/>
                  <a:pt x="4079" y="19956"/>
                </a:cubicBezTo>
                <a:lnTo>
                  <a:pt x="4079" y="19956"/>
                </a:lnTo>
                <a:cubicBezTo>
                  <a:pt x="3701" y="20135"/>
                  <a:pt x="4079" y="20334"/>
                  <a:pt x="3721" y="20672"/>
                </a:cubicBezTo>
                <a:cubicBezTo>
                  <a:pt x="3648" y="20733"/>
                  <a:pt x="3576" y="20778"/>
                  <a:pt x="3539" y="20778"/>
                </a:cubicBezTo>
                <a:cubicBezTo>
                  <a:pt x="3515" y="20778"/>
                  <a:pt x="3506" y="20759"/>
                  <a:pt x="3522" y="20712"/>
                </a:cubicBezTo>
                <a:lnTo>
                  <a:pt x="3522" y="20712"/>
                </a:lnTo>
                <a:lnTo>
                  <a:pt x="3343" y="21050"/>
                </a:lnTo>
                <a:cubicBezTo>
                  <a:pt x="3319" y="21082"/>
                  <a:pt x="3298" y="21095"/>
                  <a:pt x="3284" y="21095"/>
                </a:cubicBezTo>
                <a:cubicBezTo>
                  <a:pt x="3264" y="21095"/>
                  <a:pt x="3259" y="21066"/>
                  <a:pt x="3283" y="21030"/>
                </a:cubicBezTo>
                <a:lnTo>
                  <a:pt x="3283" y="21030"/>
                </a:lnTo>
                <a:lnTo>
                  <a:pt x="2965" y="21448"/>
                </a:lnTo>
                <a:lnTo>
                  <a:pt x="2945" y="21428"/>
                </a:lnTo>
                <a:cubicBezTo>
                  <a:pt x="2945" y="21528"/>
                  <a:pt x="2885" y="21727"/>
                  <a:pt x="2845" y="21826"/>
                </a:cubicBezTo>
                <a:cubicBezTo>
                  <a:pt x="2821" y="21842"/>
                  <a:pt x="2808" y="21849"/>
                  <a:pt x="2801" y="21849"/>
                </a:cubicBezTo>
                <a:cubicBezTo>
                  <a:pt x="2774" y="21849"/>
                  <a:pt x="2853" y="21747"/>
                  <a:pt x="2806" y="21747"/>
                </a:cubicBezTo>
                <a:lnTo>
                  <a:pt x="2666" y="22045"/>
                </a:lnTo>
                <a:cubicBezTo>
                  <a:pt x="2660" y="22046"/>
                  <a:pt x="2654" y="22046"/>
                  <a:pt x="2649" y="22046"/>
                </a:cubicBezTo>
                <a:cubicBezTo>
                  <a:pt x="2517" y="22046"/>
                  <a:pt x="2633" y="21820"/>
                  <a:pt x="2786" y="21667"/>
                </a:cubicBezTo>
                <a:cubicBezTo>
                  <a:pt x="2769" y="21666"/>
                  <a:pt x="2754" y="21666"/>
                  <a:pt x="2740" y="21666"/>
                </a:cubicBezTo>
                <a:cubicBezTo>
                  <a:pt x="2331" y="21666"/>
                  <a:pt x="2647" y="21937"/>
                  <a:pt x="2089" y="22264"/>
                </a:cubicBezTo>
                <a:lnTo>
                  <a:pt x="2248" y="22005"/>
                </a:lnTo>
                <a:cubicBezTo>
                  <a:pt x="1970" y="22005"/>
                  <a:pt x="1870" y="22244"/>
                  <a:pt x="1552" y="22403"/>
                </a:cubicBezTo>
                <a:cubicBezTo>
                  <a:pt x="1629" y="22390"/>
                  <a:pt x="1893" y="22271"/>
                  <a:pt x="2031" y="22271"/>
                </a:cubicBezTo>
                <a:cubicBezTo>
                  <a:pt x="2100" y="22271"/>
                  <a:pt x="2137" y="22301"/>
                  <a:pt x="2105" y="22387"/>
                </a:cubicBezTo>
                <a:lnTo>
                  <a:pt x="2105" y="22387"/>
                </a:lnTo>
                <a:cubicBezTo>
                  <a:pt x="2141" y="22299"/>
                  <a:pt x="2182" y="22164"/>
                  <a:pt x="2268" y="22164"/>
                </a:cubicBezTo>
                <a:cubicBezTo>
                  <a:pt x="2328" y="22344"/>
                  <a:pt x="2229" y="22344"/>
                  <a:pt x="2089" y="22423"/>
                </a:cubicBezTo>
                <a:cubicBezTo>
                  <a:pt x="2010" y="22483"/>
                  <a:pt x="1910" y="22562"/>
                  <a:pt x="1831" y="22761"/>
                </a:cubicBezTo>
                <a:cubicBezTo>
                  <a:pt x="1811" y="22746"/>
                  <a:pt x="1792" y="22738"/>
                  <a:pt x="1773" y="22738"/>
                </a:cubicBezTo>
                <a:cubicBezTo>
                  <a:pt x="1697" y="22738"/>
                  <a:pt x="1620" y="22856"/>
                  <a:pt x="1492" y="23000"/>
                </a:cubicBezTo>
                <a:lnTo>
                  <a:pt x="1393" y="22881"/>
                </a:lnTo>
                <a:cubicBezTo>
                  <a:pt x="1254" y="23100"/>
                  <a:pt x="1333" y="23139"/>
                  <a:pt x="1293" y="23299"/>
                </a:cubicBezTo>
                <a:cubicBezTo>
                  <a:pt x="1179" y="23401"/>
                  <a:pt x="1085" y="23432"/>
                  <a:pt x="1002" y="23432"/>
                </a:cubicBezTo>
                <a:cubicBezTo>
                  <a:pt x="941" y="23432"/>
                  <a:pt x="887" y="23415"/>
                  <a:pt x="836" y="23398"/>
                </a:cubicBezTo>
                <a:cubicBezTo>
                  <a:pt x="727" y="23514"/>
                  <a:pt x="745" y="23535"/>
                  <a:pt x="796" y="23535"/>
                </a:cubicBezTo>
                <a:cubicBezTo>
                  <a:pt x="826" y="23535"/>
                  <a:pt x="866" y="23528"/>
                  <a:pt x="900" y="23528"/>
                </a:cubicBezTo>
                <a:cubicBezTo>
                  <a:pt x="969" y="23528"/>
                  <a:pt x="1012" y="23557"/>
                  <a:pt x="876" y="23736"/>
                </a:cubicBezTo>
                <a:cubicBezTo>
                  <a:pt x="796" y="23776"/>
                  <a:pt x="736" y="23836"/>
                  <a:pt x="677" y="23895"/>
                </a:cubicBezTo>
                <a:cubicBezTo>
                  <a:pt x="657" y="23935"/>
                  <a:pt x="637" y="23955"/>
                  <a:pt x="597" y="23995"/>
                </a:cubicBezTo>
                <a:cubicBezTo>
                  <a:pt x="557" y="24035"/>
                  <a:pt x="517" y="24075"/>
                  <a:pt x="478" y="24134"/>
                </a:cubicBezTo>
                <a:cubicBezTo>
                  <a:pt x="398" y="24234"/>
                  <a:pt x="318" y="24333"/>
                  <a:pt x="239" y="24453"/>
                </a:cubicBezTo>
                <a:cubicBezTo>
                  <a:pt x="219" y="24512"/>
                  <a:pt x="120" y="24552"/>
                  <a:pt x="239" y="24651"/>
                </a:cubicBezTo>
                <a:cubicBezTo>
                  <a:pt x="279" y="24691"/>
                  <a:pt x="318" y="24731"/>
                  <a:pt x="358" y="24771"/>
                </a:cubicBezTo>
                <a:cubicBezTo>
                  <a:pt x="378" y="24811"/>
                  <a:pt x="338" y="24831"/>
                  <a:pt x="338" y="24850"/>
                </a:cubicBezTo>
                <a:cubicBezTo>
                  <a:pt x="288" y="24926"/>
                  <a:pt x="266" y="24949"/>
                  <a:pt x="257" y="24949"/>
                </a:cubicBezTo>
                <a:cubicBezTo>
                  <a:pt x="240" y="24949"/>
                  <a:pt x="265" y="24875"/>
                  <a:pt x="254" y="24875"/>
                </a:cubicBezTo>
                <a:cubicBezTo>
                  <a:pt x="252" y="24875"/>
                  <a:pt x="247" y="24880"/>
                  <a:pt x="239" y="24890"/>
                </a:cubicBezTo>
                <a:cubicBezTo>
                  <a:pt x="219" y="24970"/>
                  <a:pt x="199" y="25030"/>
                  <a:pt x="179" y="25089"/>
                </a:cubicBezTo>
                <a:cubicBezTo>
                  <a:pt x="168" y="25113"/>
                  <a:pt x="156" y="25122"/>
                  <a:pt x="148" y="25122"/>
                </a:cubicBezTo>
                <a:cubicBezTo>
                  <a:pt x="143" y="25122"/>
                  <a:pt x="139" y="25117"/>
                  <a:pt x="139" y="25109"/>
                </a:cubicBezTo>
                <a:lnTo>
                  <a:pt x="139" y="25109"/>
                </a:lnTo>
                <a:cubicBezTo>
                  <a:pt x="80" y="25248"/>
                  <a:pt x="179" y="25149"/>
                  <a:pt x="80" y="25288"/>
                </a:cubicBezTo>
                <a:cubicBezTo>
                  <a:pt x="80" y="25308"/>
                  <a:pt x="60" y="25308"/>
                  <a:pt x="40" y="25328"/>
                </a:cubicBezTo>
                <a:cubicBezTo>
                  <a:pt x="40" y="25348"/>
                  <a:pt x="40" y="25348"/>
                  <a:pt x="40" y="25348"/>
                </a:cubicBezTo>
                <a:cubicBezTo>
                  <a:pt x="20" y="25368"/>
                  <a:pt x="20" y="25368"/>
                  <a:pt x="20" y="25368"/>
                </a:cubicBezTo>
                <a:lnTo>
                  <a:pt x="0" y="25368"/>
                </a:lnTo>
                <a:lnTo>
                  <a:pt x="20" y="25388"/>
                </a:lnTo>
                <a:cubicBezTo>
                  <a:pt x="40" y="25427"/>
                  <a:pt x="60" y="25467"/>
                  <a:pt x="80" y="25527"/>
                </a:cubicBezTo>
                <a:cubicBezTo>
                  <a:pt x="120" y="25646"/>
                  <a:pt x="100" y="25825"/>
                  <a:pt x="159" y="25965"/>
                </a:cubicBezTo>
                <a:cubicBezTo>
                  <a:pt x="259" y="26004"/>
                  <a:pt x="358" y="26044"/>
                  <a:pt x="458" y="26064"/>
                </a:cubicBezTo>
                <a:cubicBezTo>
                  <a:pt x="537" y="26164"/>
                  <a:pt x="318" y="26104"/>
                  <a:pt x="279" y="26164"/>
                </a:cubicBezTo>
                <a:cubicBezTo>
                  <a:pt x="1094" y="26442"/>
                  <a:pt x="995" y="26422"/>
                  <a:pt x="1453" y="26462"/>
                </a:cubicBezTo>
                <a:cubicBezTo>
                  <a:pt x="1512" y="26542"/>
                  <a:pt x="1671" y="26661"/>
                  <a:pt x="1811" y="26780"/>
                </a:cubicBezTo>
                <a:cubicBezTo>
                  <a:pt x="1652" y="26621"/>
                  <a:pt x="1711" y="26581"/>
                  <a:pt x="1831" y="26562"/>
                </a:cubicBezTo>
                <a:cubicBezTo>
                  <a:pt x="1950" y="26542"/>
                  <a:pt x="2109" y="26542"/>
                  <a:pt x="2229" y="26542"/>
                </a:cubicBezTo>
                <a:cubicBezTo>
                  <a:pt x="2229" y="26542"/>
                  <a:pt x="2209" y="26522"/>
                  <a:pt x="2209" y="26502"/>
                </a:cubicBezTo>
                <a:lnTo>
                  <a:pt x="2209" y="26502"/>
                </a:lnTo>
                <a:lnTo>
                  <a:pt x="2288" y="26542"/>
                </a:lnTo>
                <a:lnTo>
                  <a:pt x="2229" y="26542"/>
                </a:lnTo>
                <a:cubicBezTo>
                  <a:pt x="2248" y="26562"/>
                  <a:pt x="2268" y="26601"/>
                  <a:pt x="2288" y="26621"/>
                </a:cubicBezTo>
                <a:cubicBezTo>
                  <a:pt x="2308" y="26601"/>
                  <a:pt x="2328" y="26581"/>
                  <a:pt x="2348" y="26581"/>
                </a:cubicBezTo>
                <a:lnTo>
                  <a:pt x="2408" y="26621"/>
                </a:lnTo>
                <a:cubicBezTo>
                  <a:pt x="2408" y="26621"/>
                  <a:pt x="2447" y="26562"/>
                  <a:pt x="2507" y="26502"/>
                </a:cubicBezTo>
                <a:lnTo>
                  <a:pt x="2507" y="26502"/>
                </a:lnTo>
                <a:cubicBezTo>
                  <a:pt x="2527" y="26562"/>
                  <a:pt x="2507" y="26661"/>
                  <a:pt x="2467" y="26800"/>
                </a:cubicBezTo>
                <a:lnTo>
                  <a:pt x="2447" y="26800"/>
                </a:lnTo>
                <a:cubicBezTo>
                  <a:pt x="2447" y="26800"/>
                  <a:pt x="2427" y="26780"/>
                  <a:pt x="2427" y="26780"/>
                </a:cubicBezTo>
                <a:lnTo>
                  <a:pt x="2368" y="26721"/>
                </a:lnTo>
                <a:lnTo>
                  <a:pt x="2288" y="26621"/>
                </a:lnTo>
                <a:cubicBezTo>
                  <a:pt x="2189" y="26681"/>
                  <a:pt x="2069" y="26741"/>
                  <a:pt x="2089" y="26860"/>
                </a:cubicBezTo>
                <a:cubicBezTo>
                  <a:pt x="2109" y="26860"/>
                  <a:pt x="2189" y="26880"/>
                  <a:pt x="2268" y="26900"/>
                </a:cubicBezTo>
                <a:cubicBezTo>
                  <a:pt x="2229" y="26920"/>
                  <a:pt x="2209" y="26940"/>
                  <a:pt x="2229" y="26959"/>
                </a:cubicBezTo>
                <a:cubicBezTo>
                  <a:pt x="2238" y="26979"/>
                  <a:pt x="2258" y="26984"/>
                  <a:pt x="2286" y="26984"/>
                </a:cubicBezTo>
                <a:cubicBezTo>
                  <a:pt x="2313" y="26984"/>
                  <a:pt x="2348" y="26979"/>
                  <a:pt x="2388" y="26979"/>
                </a:cubicBezTo>
                <a:lnTo>
                  <a:pt x="2467" y="27139"/>
                </a:lnTo>
                <a:lnTo>
                  <a:pt x="2507" y="27218"/>
                </a:lnTo>
                <a:cubicBezTo>
                  <a:pt x="2527" y="27238"/>
                  <a:pt x="2547" y="27238"/>
                  <a:pt x="2547" y="27238"/>
                </a:cubicBezTo>
                <a:lnTo>
                  <a:pt x="2547" y="27119"/>
                </a:lnTo>
                <a:cubicBezTo>
                  <a:pt x="2766" y="26959"/>
                  <a:pt x="2985" y="26760"/>
                  <a:pt x="3203" y="26542"/>
                </a:cubicBezTo>
                <a:cubicBezTo>
                  <a:pt x="3243" y="26462"/>
                  <a:pt x="3283" y="26382"/>
                  <a:pt x="3323" y="26323"/>
                </a:cubicBezTo>
                <a:lnTo>
                  <a:pt x="3363" y="26144"/>
                </a:lnTo>
                <a:cubicBezTo>
                  <a:pt x="3382" y="26024"/>
                  <a:pt x="3422" y="25905"/>
                  <a:pt x="3462" y="25786"/>
                </a:cubicBezTo>
                <a:cubicBezTo>
                  <a:pt x="3542" y="25527"/>
                  <a:pt x="3641" y="25268"/>
                  <a:pt x="3840" y="24990"/>
                </a:cubicBezTo>
                <a:cubicBezTo>
                  <a:pt x="3840" y="25209"/>
                  <a:pt x="3979" y="25169"/>
                  <a:pt x="4099" y="25268"/>
                </a:cubicBezTo>
                <a:cubicBezTo>
                  <a:pt x="3860" y="25308"/>
                  <a:pt x="3800" y="25726"/>
                  <a:pt x="3542" y="25985"/>
                </a:cubicBezTo>
                <a:cubicBezTo>
                  <a:pt x="3599" y="25927"/>
                  <a:pt x="3639" y="25907"/>
                  <a:pt x="3666" y="25907"/>
                </a:cubicBezTo>
                <a:cubicBezTo>
                  <a:pt x="3704" y="25907"/>
                  <a:pt x="3713" y="25949"/>
                  <a:pt x="3701" y="25985"/>
                </a:cubicBezTo>
                <a:lnTo>
                  <a:pt x="3999" y="25388"/>
                </a:lnTo>
                <a:cubicBezTo>
                  <a:pt x="4024" y="25412"/>
                  <a:pt x="4047" y="25422"/>
                  <a:pt x="4070" y="25422"/>
                </a:cubicBezTo>
                <a:cubicBezTo>
                  <a:pt x="4142" y="25422"/>
                  <a:pt x="4213" y="25328"/>
                  <a:pt x="4318" y="25268"/>
                </a:cubicBezTo>
                <a:cubicBezTo>
                  <a:pt x="4039" y="25189"/>
                  <a:pt x="4497" y="24791"/>
                  <a:pt x="4616" y="24532"/>
                </a:cubicBezTo>
                <a:lnTo>
                  <a:pt x="4616" y="24532"/>
                </a:lnTo>
                <a:cubicBezTo>
                  <a:pt x="4696" y="24592"/>
                  <a:pt x="4716" y="24691"/>
                  <a:pt x="4497" y="24910"/>
                </a:cubicBezTo>
                <a:cubicBezTo>
                  <a:pt x="4875" y="24791"/>
                  <a:pt x="4556" y="24373"/>
                  <a:pt x="4895" y="24214"/>
                </a:cubicBezTo>
                <a:lnTo>
                  <a:pt x="4895" y="24214"/>
                </a:lnTo>
                <a:cubicBezTo>
                  <a:pt x="4855" y="24273"/>
                  <a:pt x="4815" y="24313"/>
                  <a:pt x="4835" y="24353"/>
                </a:cubicBezTo>
                <a:cubicBezTo>
                  <a:pt x="4885" y="24202"/>
                  <a:pt x="5132" y="23968"/>
                  <a:pt x="5198" y="23968"/>
                </a:cubicBezTo>
                <a:cubicBezTo>
                  <a:pt x="5210" y="23968"/>
                  <a:pt x="5216" y="23976"/>
                  <a:pt x="5213" y="23995"/>
                </a:cubicBezTo>
                <a:lnTo>
                  <a:pt x="5173" y="24055"/>
                </a:lnTo>
                <a:cubicBezTo>
                  <a:pt x="5531" y="23696"/>
                  <a:pt x="6188" y="22881"/>
                  <a:pt x="6068" y="22662"/>
                </a:cubicBezTo>
                <a:lnTo>
                  <a:pt x="6068" y="22662"/>
                </a:lnTo>
                <a:cubicBezTo>
                  <a:pt x="6108" y="22682"/>
                  <a:pt x="6228" y="22901"/>
                  <a:pt x="6248" y="22940"/>
                </a:cubicBezTo>
                <a:lnTo>
                  <a:pt x="6267" y="22125"/>
                </a:lnTo>
                <a:cubicBezTo>
                  <a:pt x="6327" y="22045"/>
                  <a:pt x="6387" y="21985"/>
                  <a:pt x="6447" y="21906"/>
                </a:cubicBezTo>
                <a:cubicBezTo>
                  <a:pt x="6645" y="22005"/>
                  <a:pt x="6864" y="22125"/>
                  <a:pt x="6725" y="22403"/>
                </a:cubicBezTo>
                <a:cubicBezTo>
                  <a:pt x="6825" y="22324"/>
                  <a:pt x="6944" y="22224"/>
                  <a:pt x="7063" y="21985"/>
                </a:cubicBezTo>
                <a:lnTo>
                  <a:pt x="7063" y="21985"/>
                </a:lnTo>
                <a:cubicBezTo>
                  <a:pt x="7044" y="22000"/>
                  <a:pt x="7015" y="22006"/>
                  <a:pt x="6982" y="22006"/>
                </a:cubicBezTo>
                <a:cubicBezTo>
                  <a:pt x="6878" y="22006"/>
                  <a:pt x="6739" y="21942"/>
                  <a:pt x="6785" y="21866"/>
                </a:cubicBezTo>
                <a:cubicBezTo>
                  <a:pt x="7141" y="21767"/>
                  <a:pt x="7005" y="21786"/>
                  <a:pt x="7396" y="21610"/>
                </a:cubicBezTo>
                <a:lnTo>
                  <a:pt x="7396" y="21610"/>
                </a:lnTo>
                <a:cubicBezTo>
                  <a:pt x="7387" y="21614"/>
                  <a:pt x="7378" y="21615"/>
                  <a:pt x="7369" y="21615"/>
                </a:cubicBezTo>
                <a:cubicBezTo>
                  <a:pt x="7260" y="21615"/>
                  <a:pt x="7155" y="21356"/>
                  <a:pt x="7282" y="21229"/>
                </a:cubicBezTo>
                <a:lnTo>
                  <a:pt x="7282" y="21229"/>
                </a:lnTo>
                <a:cubicBezTo>
                  <a:pt x="7302" y="21268"/>
                  <a:pt x="7510" y="21401"/>
                  <a:pt x="7502" y="21482"/>
                </a:cubicBezTo>
                <a:lnTo>
                  <a:pt x="7502" y="21482"/>
                </a:lnTo>
                <a:lnTo>
                  <a:pt x="7595" y="20940"/>
                </a:lnTo>
                <a:lnTo>
                  <a:pt x="7595" y="20940"/>
                </a:lnTo>
                <a:cubicBezTo>
                  <a:pt x="7591" y="21036"/>
                  <a:pt x="7714" y="21075"/>
                  <a:pt x="7829" y="21075"/>
                </a:cubicBezTo>
                <a:cubicBezTo>
                  <a:pt x="7853" y="21075"/>
                  <a:pt x="7877" y="21073"/>
                  <a:pt x="7899" y="21070"/>
                </a:cubicBezTo>
                <a:cubicBezTo>
                  <a:pt x="7819" y="21070"/>
                  <a:pt x="8177" y="20752"/>
                  <a:pt x="8257" y="20632"/>
                </a:cubicBezTo>
                <a:lnTo>
                  <a:pt x="8257" y="20632"/>
                </a:lnTo>
                <a:lnTo>
                  <a:pt x="8058" y="20732"/>
                </a:lnTo>
                <a:cubicBezTo>
                  <a:pt x="8456" y="20334"/>
                  <a:pt x="8098" y="20055"/>
                  <a:pt x="8476" y="19638"/>
                </a:cubicBezTo>
                <a:cubicBezTo>
                  <a:pt x="8476" y="19712"/>
                  <a:pt x="8576" y="19887"/>
                  <a:pt x="8710" y="19887"/>
                </a:cubicBezTo>
                <a:cubicBezTo>
                  <a:pt x="8755" y="19887"/>
                  <a:pt x="8804" y="19867"/>
                  <a:pt x="8854" y="19817"/>
                </a:cubicBezTo>
                <a:cubicBezTo>
                  <a:pt x="8854" y="19717"/>
                  <a:pt x="8794" y="19459"/>
                  <a:pt x="8794" y="19180"/>
                </a:cubicBezTo>
                <a:cubicBezTo>
                  <a:pt x="8914" y="19021"/>
                  <a:pt x="9053" y="18862"/>
                  <a:pt x="9192" y="18703"/>
                </a:cubicBezTo>
                <a:lnTo>
                  <a:pt x="9192" y="18703"/>
                </a:lnTo>
                <a:cubicBezTo>
                  <a:pt x="9172" y="19041"/>
                  <a:pt x="9133" y="19399"/>
                  <a:pt x="9073" y="19618"/>
                </a:cubicBezTo>
                <a:cubicBezTo>
                  <a:pt x="9272" y="19518"/>
                  <a:pt x="9192" y="19658"/>
                  <a:pt x="9391" y="19399"/>
                </a:cubicBezTo>
                <a:cubicBezTo>
                  <a:pt x="9396" y="19398"/>
                  <a:pt x="9400" y="19398"/>
                  <a:pt x="9404" y="19398"/>
                </a:cubicBezTo>
                <a:cubicBezTo>
                  <a:pt x="9500" y="19398"/>
                  <a:pt x="9369" y="19621"/>
                  <a:pt x="9312" y="19697"/>
                </a:cubicBezTo>
                <a:lnTo>
                  <a:pt x="9829" y="19160"/>
                </a:lnTo>
                <a:cubicBezTo>
                  <a:pt x="9670" y="19081"/>
                  <a:pt x="10048" y="18623"/>
                  <a:pt x="9928" y="18563"/>
                </a:cubicBezTo>
                <a:lnTo>
                  <a:pt x="9928" y="18563"/>
                </a:lnTo>
                <a:lnTo>
                  <a:pt x="9550" y="19280"/>
                </a:lnTo>
                <a:cubicBezTo>
                  <a:pt x="9391" y="19180"/>
                  <a:pt x="9471" y="18603"/>
                  <a:pt x="9829" y="18225"/>
                </a:cubicBezTo>
                <a:cubicBezTo>
                  <a:pt x="9837" y="18223"/>
                  <a:pt x="9845" y="18222"/>
                  <a:pt x="9852" y="18222"/>
                </a:cubicBezTo>
                <a:cubicBezTo>
                  <a:pt x="9971" y="18222"/>
                  <a:pt x="9992" y="18506"/>
                  <a:pt x="10048" y="18543"/>
                </a:cubicBezTo>
                <a:cubicBezTo>
                  <a:pt x="10048" y="18444"/>
                  <a:pt x="10286" y="18086"/>
                  <a:pt x="10346" y="18086"/>
                </a:cubicBezTo>
                <a:lnTo>
                  <a:pt x="10267" y="18305"/>
                </a:lnTo>
                <a:cubicBezTo>
                  <a:pt x="10505" y="18126"/>
                  <a:pt x="10406" y="17807"/>
                  <a:pt x="10744" y="17648"/>
                </a:cubicBezTo>
                <a:cubicBezTo>
                  <a:pt x="10844" y="17568"/>
                  <a:pt x="11162" y="17529"/>
                  <a:pt x="11082" y="17449"/>
                </a:cubicBezTo>
                <a:cubicBezTo>
                  <a:pt x="10923" y="17449"/>
                  <a:pt x="10665" y="17330"/>
                  <a:pt x="10485" y="17171"/>
                </a:cubicBezTo>
                <a:cubicBezTo>
                  <a:pt x="10585" y="17071"/>
                  <a:pt x="10665" y="16972"/>
                  <a:pt x="10764" y="16852"/>
                </a:cubicBezTo>
                <a:lnTo>
                  <a:pt x="10804" y="16912"/>
                </a:lnTo>
                <a:lnTo>
                  <a:pt x="10844" y="16852"/>
                </a:lnTo>
                <a:lnTo>
                  <a:pt x="10804" y="16812"/>
                </a:lnTo>
                <a:cubicBezTo>
                  <a:pt x="10883" y="16713"/>
                  <a:pt x="10983" y="16613"/>
                  <a:pt x="11062" y="16494"/>
                </a:cubicBezTo>
                <a:cubicBezTo>
                  <a:pt x="11198" y="16572"/>
                  <a:pt x="11126" y="16933"/>
                  <a:pt x="11288" y="16933"/>
                </a:cubicBezTo>
                <a:cubicBezTo>
                  <a:pt x="11292" y="16933"/>
                  <a:pt x="11297" y="16932"/>
                  <a:pt x="11301" y="16932"/>
                </a:cubicBezTo>
                <a:cubicBezTo>
                  <a:pt x="11261" y="16892"/>
                  <a:pt x="11281" y="16773"/>
                  <a:pt x="11301" y="16713"/>
                </a:cubicBezTo>
                <a:cubicBezTo>
                  <a:pt x="11318" y="16704"/>
                  <a:pt x="11332" y="16701"/>
                  <a:pt x="11343" y="16701"/>
                </a:cubicBezTo>
                <a:cubicBezTo>
                  <a:pt x="11383" y="16701"/>
                  <a:pt x="11397" y="16739"/>
                  <a:pt x="11426" y="16739"/>
                </a:cubicBezTo>
                <a:cubicBezTo>
                  <a:pt x="11448" y="16739"/>
                  <a:pt x="11480" y="16716"/>
                  <a:pt x="11540" y="16633"/>
                </a:cubicBezTo>
                <a:cubicBezTo>
                  <a:pt x="11468" y="16518"/>
                  <a:pt x="11699" y="16350"/>
                  <a:pt x="11680" y="16350"/>
                </a:cubicBezTo>
                <a:cubicBezTo>
                  <a:pt x="11673" y="16350"/>
                  <a:pt x="11629" y="16374"/>
                  <a:pt x="11520" y="16434"/>
                </a:cubicBezTo>
                <a:cubicBezTo>
                  <a:pt x="11639" y="16196"/>
                  <a:pt x="11719" y="16255"/>
                  <a:pt x="11918" y="15997"/>
                </a:cubicBezTo>
                <a:cubicBezTo>
                  <a:pt x="11819" y="15997"/>
                  <a:pt x="11799" y="15798"/>
                  <a:pt x="11838" y="15599"/>
                </a:cubicBezTo>
                <a:cubicBezTo>
                  <a:pt x="11898" y="15499"/>
                  <a:pt x="11978" y="15420"/>
                  <a:pt x="12057" y="15320"/>
                </a:cubicBezTo>
                <a:lnTo>
                  <a:pt x="12077" y="15320"/>
                </a:lnTo>
                <a:cubicBezTo>
                  <a:pt x="12435" y="14922"/>
                  <a:pt x="12694" y="14743"/>
                  <a:pt x="13012" y="14365"/>
                </a:cubicBezTo>
                <a:cubicBezTo>
                  <a:pt x="13068" y="14351"/>
                  <a:pt x="13184" y="14278"/>
                  <a:pt x="13240" y="14278"/>
                </a:cubicBezTo>
                <a:cubicBezTo>
                  <a:pt x="13264" y="14278"/>
                  <a:pt x="13277" y="14290"/>
                  <a:pt x="13271" y="14325"/>
                </a:cubicBezTo>
                <a:cubicBezTo>
                  <a:pt x="13291" y="14246"/>
                  <a:pt x="13291" y="14166"/>
                  <a:pt x="13390" y="14047"/>
                </a:cubicBezTo>
                <a:cubicBezTo>
                  <a:pt x="13436" y="14027"/>
                  <a:pt x="13465" y="14018"/>
                  <a:pt x="13481" y="14018"/>
                </a:cubicBezTo>
                <a:cubicBezTo>
                  <a:pt x="13568" y="14018"/>
                  <a:pt x="13283" y="14272"/>
                  <a:pt x="13424" y="14272"/>
                </a:cubicBezTo>
                <a:cubicBezTo>
                  <a:pt x="13436" y="14272"/>
                  <a:pt x="13451" y="14270"/>
                  <a:pt x="13470" y="14266"/>
                </a:cubicBezTo>
                <a:cubicBezTo>
                  <a:pt x="13410" y="14186"/>
                  <a:pt x="13629" y="13868"/>
                  <a:pt x="13729" y="13649"/>
                </a:cubicBezTo>
                <a:cubicBezTo>
                  <a:pt x="13721" y="13647"/>
                  <a:pt x="13712" y="13646"/>
                  <a:pt x="13704" y="13646"/>
                </a:cubicBezTo>
                <a:cubicBezTo>
                  <a:pt x="13534" y="13646"/>
                  <a:pt x="13366" y="14037"/>
                  <a:pt x="13271" y="14246"/>
                </a:cubicBezTo>
                <a:cubicBezTo>
                  <a:pt x="13211" y="14186"/>
                  <a:pt x="13191" y="14107"/>
                  <a:pt x="13171" y="13987"/>
                </a:cubicBezTo>
                <a:cubicBezTo>
                  <a:pt x="13530" y="13569"/>
                  <a:pt x="13888" y="13151"/>
                  <a:pt x="14226" y="12754"/>
                </a:cubicBezTo>
                <a:cubicBezTo>
                  <a:pt x="14524" y="12515"/>
                  <a:pt x="15062" y="11759"/>
                  <a:pt x="15479" y="11401"/>
                </a:cubicBezTo>
                <a:cubicBezTo>
                  <a:pt x="15499" y="11321"/>
                  <a:pt x="15559" y="11222"/>
                  <a:pt x="15539" y="11162"/>
                </a:cubicBezTo>
                <a:cubicBezTo>
                  <a:pt x="15997" y="10625"/>
                  <a:pt x="16454" y="10087"/>
                  <a:pt x="16872" y="9570"/>
                </a:cubicBezTo>
                <a:cubicBezTo>
                  <a:pt x="16892" y="9590"/>
                  <a:pt x="16912" y="9590"/>
                  <a:pt x="16932" y="9610"/>
                </a:cubicBezTo>
                <a:lnTo>
                  <a:pt x="17051" y="9351"/>
                </a:lnTo>
                <a:cubicBezTo>
                  <a:pt x="17051" y="9351"/>
                  <a:pt x="17071" y="9331"/>
                  <a:pt x="17071" y="9331"/>
                </a:cubicBezTo>
                <a:cubicBezTo>
                  <a:pt x="17088" y="9348"/>
                  <a:pt x="17077" y="9420"/>
                  <a:pt x="17107" y="9420"/>
                </a:cubicBezTo>
                <a:cubicBezTo>
                  <a:pt x="17113" y="9420"/>
                  <a:pt x="17121" y="9418"/>
                  <a:pt x="17131" y="9411"/>
                </a:cubicBezTo>
                <a:cubicBezTo>
                  <a:pt x="17111" y="9371"/>
                  <a:pt x="17111" y="9331"/>
                  <a:pt x="17131" y="9272"/>
                </a:cubicBezTo>
                <a:cubicBezTo>
                  <a:pt x="17230" y="9152"/>
                  <a:pt x="17310" y="9033"/>
                  <a:pt x="17409" y="8914"/>
                </a:cubicBezTo>
                <a:lnTo>
                  <a:pt x="17429" y="8914"/>
                </a:lnTo>
                <a:cubicBezTo>
                  <a:pt x="17429" y="8894"/>
                  <a:pt x="17429" y="8894"/>
                  <a:pt x="17429" y="8894"/>
                </a:cubicBezTo>
                <a:cubicBezTo>
                  <a:pt x="17509" y="8794"/>
                  <a:pt x="17588" y="8695"/>
                  <a:pt x="17668" y="8615"/>
                </a:cubicBezTo>
                <a:cubicBezTo>
                  <a:pt x="17668" y="8595"/>
                  <a:pt x="17688" y="8595"/>
                  <a:pt x="17708" y="8575"/>
                </a:cubicBezTo>
                <a:cubicBezTo>
                  <a:pt x="17708" y="8555"/>
                  <a:pt x="17748" y="8536"/>
                  <a:pt x="17748" y="8496"/>
                </a:cubicBezTo>
                <a:cubicBezTo>
                  <a:pt x="20255" y="5472"/>
                  <a:pt x="22264" y="2905"/>
                  <a:pt x="23040" y="1711"/>
                </a:cubicBezTo>
                <a:lnTo>
                  <a:pt x="23179" y="1651"/>
                </a:lnTo>
                <a:cubicBezTo>
                  <a:pt x="23159" y="1651"/>
                  <a:pt x="23120" y="1632"/>
                  <a:pt x="23100" y="1632"/>
                </a:cubicBezTo>
                <a:cubicBezTo>
                  <a:pt x="23199" y="1453"/>
                  <a:pt x="23279" y="1313"/>
                  <a:pt x="23338" y="1214"/>
                </a:cubicBezTo>
                <a:cubicBezTo>
                  <a:pt x="23338" y="1214"/>
                  <a:pt x="23060" y="1114"/>
                  <a:pt x="22742" y="975"/>
                </a:cubicBezTo>
                <a:cubicBezTo>
                  <a:pt x="22662" y="836"/>
                  <a:pt x="22602" y="677"/>
                  <a:pt x="22682" y="577"/>
                </a:cubicBezTo>
                <a:lnTo>
                  <a:pt x="22682" y="577"/>
                </a:lnTo>
                <a:cubicBezTo>
                  <a:pt x="22664" y="583"/>
                  <a:pt x="22647" y="585"/>
                  <a:pt x="22629" y="585"/>
                </a:cubicBezTo>
                <a:cubicBezTo>
                  <a:pt x="22587" y="585"/>
                  <a:pt x="22545" y="571"/>
                  <a:pt x="22503" y="557"/>
                </a:cubicBezTo>
                <a:cubicBezTo>
                  <a:pt x="22483" y="537"/>
                  <a:pt x="22463" y="537"/>
                  <a:pt x="22423" y="517"/>
                </a:cubicBezTo>
                <a:lnTo>
                  <a:pt x="22403" y="497"/>
                </a:lnTo>
                <a:lnTo>
                  <a:pt x="22383" y="478"/>
                </a:lnTo>
                <a:lnTo>
                  <a:pt x="22324" y="438"/>
                </a:lnTo>
                <a:cubicBezTo>
                  <a:pt x="22145" y="338"/>
                  <a:pt x="21906" y="179"/>
                  <a:pt x="21747" y="80"/>
                </a:cubicBezTo>
                <a:cubicBezTo>
                  <a:pt x="21727" y="60"/>
                  <a:pt x="21687" y="60"/>
                  <a:pt x="21667" y="40"/>
                </a:cubicBezTo>
                <a:cubicBezTo>
                  <a:pt x="21647" y="20"/>
                  <a:pt x="21647" y="0"/>
                  <a:pt x="2162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9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9"/>
          <p:cNvSpPr txBox="1">
            <a:spLocks noGrp="1"/>
          </p:cNvSpPr>
          <p:nvPr>
            <p:ph type="title"/>
          </p:nvPr>
        </p:nvSpPr>
        <p:spPr>
          <a:xfrm>
            <a:off x="2530050" y="1758975"/>
            <a:ext cx="4083900" cy="8418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72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741" name="Google Shape;741;p9"/>
          <p:cNvSpPr txBox="1">
            <a:spLocks noGrp="1"/>
          </p:cNvSpPr>
          <p:nvPr>
            <p:ph type="subTitle" idx="1"/>
          </p:nvPr>
        </p:nvSpPr>
        <p:spPr>
          <a:xfrm>
            <a:off x="2530050" y="2600775"/>
            <a:ext cx="4083900" cy="118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4" name="Google Shape;744;p10"/>
          <p:cNvGrpSpPr/>
          <p:nvPr/>
        </p:nvGrpSpPr>
        <p:grpSpPr>
          <a:xfrm>
            <a:off x="-34725" y="-100"/>
            <a:ext cx="9201600" cy="5152906"/>
            <a:chOff x="-34725" y="-100"/>
            <a:chExt cx="9201600" cy="5152906"/>
          </a:xfrm>
        </p:grpSpPr>
        <p:sp>
          <p:nvSpPr>
            <p:cNvPr id="745" name="Google Shape;745;p10"/>
            <p:cNvSpPr/>
            <p:nvPr/>
          </p:nvSpPr>
          <p:spPr>
            <a:xfrm>
              <a:off x="-22925" y="4762500"/>
              <a:ext cx="9177900" cy="390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0"/>
            <p:cNvSpPr/>
            <p:nvPr/>
          </p:nvSpPr>
          <p:spPr>
            <a:xfrm>
              <a:off x="-22925" y="0"/>
              <a:ext cx="9177900" cy="51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0"/>
            <p:cNvSpPr/>
            <p:nvPr/>
          </p:nvSpPr>
          <p:spPr>
            <a:xfrm>
              <a:off x="8555475" y="0"/>
              <a:ext cx="611400" cy="515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0"/>
            <p:cNvSpPr/>
            <p:nvPr/>
          </p:nvSpPr>
          <p:spPr>
            <a:xfrm>
              <a:off x="-34725" y="-100"/>
              <a:ext cx="635400" cy="515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0"/>
            <p:cNvSpPr/>
            <p:nvPr/>
          </p:nvSpPr>
          <p:spPr>
            <a:xfrm>
              <a:off x="8543401" y="849875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0"/>
            <p:cNvSpPr/>
            <p:nvPr/>
          </p:nvSpPr>
          <p:spPr>
            <a:xfrm>
              <a:off x="8543401" y="1197797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0"/>
            <p:cNvSpPr/>
            <p:nvPr/>
          </p:nvSpPr>
          <p:spPr>
            <a:xfrm>
              <a:off x="8543401" y="1554493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0"/>
            <p:cNvSpPr/>
            <p:nvPr/>
          </p:nvSpPr>
          <p:spPr>
            <a:xfrm>
              <a:off x="8543401" y="1880582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0"/>
            <p:cNvSpPr/>
            <p:nvPr/>
          </p:nvSpPr>
          <p:spPr>
            <a:xfrm>
              <a:off x="8543401" y="2228505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0"/>
            <p:cNvSpPr/>
            <p:nvPr/>
          </p:nvSpPr>
          <p:spPr>
            <a:xfrm>
              <a:off x="8543401" y="2576360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0"/>
            <p:cNvSpPr/>
            <p:nvPr/>
          </p:nvSpPr>
          <p:spPr>
            <a:xfrm>
              <a:off x="8543401" y="2902449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0"/>
            <p:cNvSpPr/>
            <p:nvPr/>
          </p:nvSpPr>
          <p:spPr>
            <a:xfrm>
              <a:off x="8543401" y="3250037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0"/>
            <p:cNvSpPr/>
            <p:nvPr/>
          </p:nvSpPr>
          <p:spPr>
            <a:xfrm>
              <a:off x="8543401" y="3597959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0"/>
            <p:cNvSpPr/>
            <p:nvPr/>
          </p:nvSpPr>
          <p:spPr>
            <a:xfrm>
              <a:off x="8543401" y="3924048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0"/>
            <p:cNvSpPr/>
            <p:nvPr/>
          </p:nvSpPr>
          <p:spPr>
            <a:xfrm>
              <a:off x="8543401" y="4271636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0"/>
            <p:cNvSpPr/>
            <p:nvPr/>
          </p:nvSpPr>
          <p:spPr>
            <a:xfrm>
              <a:off x="8543401" y="4619558"/>
              <a:ext cx="61145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0"/>
            <p:cNvSpPr/>
            <p:nvPr/>
          </p:nvSpPr>
          <p:spPr>
            <a:xfrm>
              <a:off x="650675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0"/>
            <p:cNvSpPr/>
            <p:nvPr/>
          </p:nvSpPr>
          <p:spPr>
            <a:xfrm>
              <a:off x="998598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0"/>
            <p:cNvSpPr/>
            <p:nvPr/>
          </p:nvSpPr>
          <p:spPr>
            <a:xfrm>
              <a:off x="1346520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0"/>
            <p:cNvSpPr/>
            <p:nvPr/>
          </p:nvSpPr>
          <p:spPr>
            <a:xfrm>
              <a:off x="1672275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0"/>
            <p:cNvSpPr/>
            <p:nvPr/>
          </p:nvSpPr>
          <p:spPr>
            <a:xfrm>
              <a:off x="2020198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0"/>
            <p:cNvSpPr/>
            <p:nvPr/>
          </p:nvSpPr>
          <p:spPr>
            <a:xfrm>
              <a:off x="2368120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0"/>
            <p:cNvSpPr/>
            <p:nvPr/>
          </p:nvSpPr>
          <p:spPr>
            <a:xfrm>
              <a:off x="2694143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0"/>
            <p:cNvSpPr/>
            <p:nvPr/>
          </p:nvSpPr>
          <p:spPr>
            <a:xfrm>
              <a:off x="3041731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0"/>
            <p:cNvSpPr/>
            <p:nvPr/>
          </p:nvSpPr>
          <p:spPr>
            <a:xfrm>
              <a:off x="3389653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0"/>
            <p:cNvSpPr/>
            <p:nvPr/>
          </p:nvSpPr>
          <p:spPr>
            <a:xfrm>
              <a:off x="3715743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0"/>
            <p:cNvSpPr/>
            <p:nvPr/>
          </p:nvSpPr>
          <p:spPr>
            <a:xfrm>
              <a:off x="4063331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0"/>
            <p:cNvSpPr/>
            <p:nvPr/>
          </p:nvSpPr>
          <p:spPr>
            <a:xfrm>
              <a:off x="4411253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0"/>
            <p:cNvSpPr/>
            <p:nvPr/>
          </p:nvSpPr>
          <p:spPr>
            <a:xfrm>
              <a:off x="4732588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0"/>
            <p:cNvSpPr/>
            <p:nvPr/>
          </p:nvSpPr>
          <p:spPr>
            <a:xfrm>
              <a:off x="5058677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0"/>
            <p:cNvSpPr/>
            <p:nvPr/>
          </p:nvSpPr>
          <p:spPr>
            <a:xfrm>
              <a:off x="5406600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0"/>
            <p:cNvSpPr/>
            <p:nvPr/>
          </p:nvSpPr>
          <p:spPr>
            <a:xfrm>
              <a:off x="5754188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0"/>
            <p:cNvSpPr/>
            <p:nvPr/>
          </p:nvSpPr>
          <p:spPr>
            <a:xfrm>
              <a:off x="6080277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0"/>
            <p:cNvSpPr/>
            <p:nvPr/>
          </p:nvSpPr>
          <p:spPr>
            <a:xfrm>
              <a:off x="6428200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0"/>
            <p:cNvSpPr/>
            <p:nvPr/>
          </p:nvSpPr>
          <p:spPr>
            <a:xfrm>
              <a:off x="6775788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0"/>
            <p:cNvSpPr/>
            <p:nvPr/>
          </p:nvSpPr>
          <p:spPr>
            <a:xfrm>
              <a:off x="7101877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0"/>
            <p:cNvSpPr/>
            <p:nvPr/>
          </p:nvSpPr>
          <p:spPr>
            <a:xfrm>
              <a:off x="7449800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0"/>
            <p:cNvSpPr/>
            <p:nvPr/>
          </p:nvSpPr>
          <p:spPr>
            <a:xfrm>
              <a:off x="7797388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0"/>
            <p:cNvSpPr/>
            <p:nvPr/>
          </p:nvSpPr>
          <p:spPr>
            <a:xfrm>
              <a:off x="8123410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0"/>
            <p:cNvSpPr/>
            <p:nvPr/>
          </p:nvSpPr>
          <p:spPr>
            <a:xfrm>
              <a:off x="8471333" y="4762504"/>
              <a:ext cx="67" cy="390302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0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0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0"/>
            <p:cNvSpPr/>
            <p:nvPr/>
          </p:nvSpPr>
          <p:spPr>
            <a:xfrm>
              <a:off x="650675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0"/>
            <p:cNvSpPr/>
            <p:nvPr/>
          </p:nvSpPr>
          <p:spPr>
            <a:xfrm>
              <a:off x="998598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0"/>
            <p:cNvSpPr/>
            <p:nvPr/>
          </p:nvSpPr>
          <p:spPr>
            <a:xfrm>
              <a:off x="1346520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0"/>
            <p:cNvSpPr/>
            <p:nvPr/>
          </p:nvSpPr>
          <p:spPr>
            <a:xfrm>
              <a:off x="1672275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0"/>
            <p:cNvSpPr/>
            <p:nvPr/>
          </p:nvSpPr>
          <p:spPr>
            <a:xfrm>
              <a:off x="2020198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0"/>
            <p:cNvSpPr/>
            <p:nvPr/>
          </p:nvSpPr>
          <p:spPr>
            <a:xfrm>
              <a:off x="2368120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0"/>
            <p:cNvSpPr/>
            <p:nvPr/>
          </p:nvSpPr>
          <p:spPr>
            <a:xfrm>
              <a:off x="2694143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0"/>
            <p:cNvSpPr/>
            <p:nvPr/>
          </p:nvSpPr>
          <p:spPr>
            <a:xfrm>
              <a:off x="3041731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0"/>
            <p:cNvSpPr/>
            <p:nvPr/>
          </p:nvSpPr>
          <p:spPr>
            <a:xfrm>
              <a:off x="3389653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0"/>
            <p:cNvSpPr/>
            <p:nvPr/>
          </p:nvSpPr>
          <p:spPr>
            <a:xfrm>
              <a:off x="3715743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0"/>
            <p:cNvSpPr/>
            <p:nvPr/>
          </p:nvSpPr>
          <p:spPr>
            <a:xfrm>
              <a:off x="4063331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0"/>
            <p:cNvSpPr/>
            <p:nvPr/>
          </p:nvSpPr>
          <p:spPr>
            <a:xfrm>
              <a:off x="4411253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0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0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-23004" y="849875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0"/>
            <p:cNvSpPr/>
            <p:nvPr/>
          </p:nvSpPr>
          <p:spPr>
            <a:xfrm>
              <a:off x="-23004" y="1197797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0"/>
            <p:cNvSpPr/>
            <p:nvPr/>
          </p:nvSpPr>
          <p:spPr>
            <a:xfrm>
              <a:off x="-23004" y="1554493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0"/>
            <p:cNvSpPr/>
            <p:nvPr/>
          </p:nvSpPr>
          <p:spPr>
            <a:xfrm>
              <a:off x="-23004" y="1880582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0"/>
            <p:cNvSpPr/>
            <p:nvPr/>
          </p:nvSpPr>
          <p:spPr>
            <a:xfrm>
              <a:off x="-23004" y="2228505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0"/>
            <p:cNvSpPr/>
            <p:nvPr/>
          </p:nvSpPr>
          <p:spPr>
            <a:xfrm>
              <a:off x="-23004" y="2576360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0"/>
            <p:cNvSpPr/>
            <p:nvPr/>
          </p:nvSpPr>
          <p:spPr>
            <a:xfrm>
              <a:off x="-23004" y="2902449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0"/>
            <p:cNvSpPr/>
            <p:nvPr/>
          </p:nvSpPr>
          <p:spPr>
            <a:xfrm>
              <a:off x="-23004" y="3250037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0"/>
            <p:cNvSpPr/>
            <p:nvPr/>
          </p:nvSpPr>
          <p:spPr>
            <a:xfrm>
              <a:off x="-23004" y="3597959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0"/>
            <p:cNvSpPr/>
            <p:nvPr/>
          </p:nvSpPr>
          <p:spPr>
            <a:xfrm>
              <a:off x="-23004" y="3924048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0"/>
            <p:cNvSpPr/>
            <p:nvPr/>
          </p:nvSpPr>
          <p:spPr>
            <a:xfrm>
              <a:off x="-23004" y="4271636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0"/>
            <p:cNvSpPr/>
            <p:nvPr/>
          </p:nvSpPr>
          <p:spPr>
            <a:xfrm>
              <a:off x="-23004" y="4619558"/>
              <a:ext cx="623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0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0"/>
            <p:cNvSpPr/>
            <p:nvPr/>
          </p:nvSpPr>
          <p:spPr>
            <a:xfrm>
              <a:off x="4732588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0"/>
            <p:cNvSpPr/>
            <p:nvPr/>
          </p:nvSpPr>
          <p:spPr>
            <a:xfrm>
              <a:off x="5058677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0"/>
            <p:cNvSpPr/>
            <p:nvPr/>
          </p:nvSpPr>
          <p:spPr>
            <a:xfrm>
              <a:off x="5406600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0"/>
            <p:cNvSpPr/>
            <p:nvPr/>
          </p:nvSpPr>
          <p:spPr>
            <a:xfrm>
              <a:off x="5754188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0"/>
            <p:cNvSpPr/>
            <p:nvPr/>
          </p:nvSpPr>
          <p:spPr>
            <a:xfrm>
              <a:off x="6080277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0"/>
            <p:cNvSpPr/>
            <p:nvPr/>
          </p:nvSpPr>
          <p:spPr>
            <a:xfrm>
              <a:off x="6428200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0"/>
            <p:cNvSpPr/>
            <p:nvPr/>
          </p:nvSpPr>
          <p:spPr>
            <a:xfrm>
              <a:off x="6775788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0"/>
            <p:cNvSpPr/>
            <p:nvPr/>
          </p:nvSpPr>
          <p:spPr>
            <a:xfrm>
              <a:off x="7101877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0"/>
            <p:cNvSpPr/>
            <p:nvPr/>
          </p:nvSpPr>
          <p:spPr>
            <a:xfrm>
              <a:off x="7449800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0"/>
            <p:cNvSpPr/>
            <p:nvPr/>
          </p:nvSpPr>
          <p:spPr>
            <a:xfrm>
              <a:off x="7797388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0"/>
            <p:cNvSpPr/>
            <p:nvPr/>
          </p:nvSpPr>
          <p:spPr>
            <a:xfrm>
              <a:off x="8123410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0"/>
            <p:cNvSpPr/>
            <p:nvPr/>
          </p:nvSpPr>
          <p:spPr>
            <a:xfrm>
              <a:off x="8471333" y="0"/>
              <a:ext cx="67" cy="633236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0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0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0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0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0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0"/>
          <p:cNvGrpSpPr/>
          <p:nvPr/>
        </p:nvGrpSpPr>
        <p:grpSpPr>
          <a:xfrm>
            <a:off x="600600" y="519298"/>
            <a:ext cx="1404512" cy="1580204"/>
            <a:chOff x="600600" y="519298"/>
            <a:chExt cx="1404512" cy="1580204"/>
          </a:xfrm>
        </p:grpSpPr>
        <p:sp>
          <p:nvSpPr>
            <p:cNvPr id="832" name="Google Shape;832;p10"/>
            <p:cNvSpPr/>
            <p:nvPr/>
          </p:nvSpPr>
          <p:spPr>
            <a:xfrm>
              <a:off x="600600" y="519298"/>
              <a:ext cx="1278662" cy="1580204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0"/>
            <p:cNvSpPr/>
            <p:nvPr/>
          </p:nvSpPr>
          <p:spPr>
            <a:xfrm>
              <a:off x="894934" y="693195"/>
              <a:ext cx="1110178" cy="1295575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10"/>
          <p:cNvGrpSpPr/>
          <p:nvPr/>
        </p:nvGrpSpPr>
        <p:grpSpPr>
          <a:xfrm rot="5400000" flipH="1">
            <a:off x="5292919" y="404337"/>
            <a:ext cx="778246" cy="1330309"/>
            <a:chOff x="478350" y="474400"/>
            <a:chExt cx="344250" cy="588450"/>
          </a:xfrm>
        </p:grpSpPr>
        <p:sp>
          <p:nvSpPr>
            <p:cNvPr id="835" name="Google Shape;835;p10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0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7" name="Google Shape;837;p10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838" name="Google Shape;838;p10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9" name="Google Shape;839;p10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840" name="Google Shape;840;p10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841" name="Google Shape;841;p10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842" name="Google Shape;842;p10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843" name="Google Shape;843;p10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844" name="Google Shape;844;p10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845" name="Google Shape;845;p10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46" name="Google Shape;846;p10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847" name="Google Shape;847;p10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848" name="Google Shape;848;p10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849" name="Google Shape;849;p10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850" name="Google Shape;850;p10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851" name="Google Shape;851;p10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2" name="Google Shape;852;p10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53" name="Google Shape;853;p10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854" name="Google Shape;854;p10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855" name="Google Shape;855;p10"/>
          <p:cNvSpPr/>
          <p:nvPr/>
        </p:nvSpPr>
        <p:spPr>
          <a:xfrm rot="9890410">
            <a:off x="6413065" y="2951949"/>
            <a:ext cx="2325260" cy="1704008"/>
          </a:xfrm>
          <a:custGeom>
            <a:avLst/>
            <a:gdLst/>
            <a:ahLst/>
            <a:cxnLst/>
            <a:rect l="l" t="t" r="r" b="b"/>
            <a:pathLst>
              <a:path w="71687" h="52534" extrusionOk="0">
                <a:moveTo>
                  <a:pt x="45501" y="1"/>
                </a:moveTo>
                <a:cubicBezTo>
                  <a:pt x="44031" y="1"/>
                  <a:pt x="42548" y="114"/>
                  <a:pt x="41066" y="337"/>
                </a:cubicBezTo>
                <a:cubicBezTo>
                  <a:pt x="40808" y="377"/>
                  <a:pt x="40549" y="417"/>
                  <a:pt x="40290" y="476"/>
                </a:cubicBezTo>
                <a:cubicBezTo>
                  <a:pt x="32093" y="1929"/>
                  <a:pt x="24592" y="6127"/>
                  <a:pt x="18325" y="11499"/>
                </a:cubicBezTo>
                <a:cubicBezTo>
                  <a:pt x="10923" y="17826"/>
                  <a:pt x="0" y="29485"/>
                  <a:pt x="3701" y="40249"/>
                </a:cubicBezTo>
                <a:cubicBezTo>
                  <a:pt x="4358" y="42139"/>
                  <a:pt x="5353" y="43910"/>
                  <a:pt x="6626" y="45482"/>
                </a:cubicBezTo>
                <a:cubicBezTo>
                  <a:pt x="10032" y="49704"/>
                  <a:pt x="15304" y="52534"/>
                  <a:pt x="20694" y="52534"/>
                </a:cubicBezTo>
                <a:cubicBezTo>
                  <a:pt x="21349" y="52534"/>
                  <a:pt x="22006" y="52492"/>
                  <a:pt x="22662" y="52406"/>
                </a:cubicBezTo>
                <a:cubicBezTo>
                  <a:pt x="28711" y="51630"/>
                  <a:pt x="34202" y="47113"/>
                  <a:pt x="35794" y="41224"/>
                </a:cubicBezTo>
                <a:cubicBezTo>
                  <a:pt x="40385" y="43315"/>
                  <a:pt x="44956" y="44761"/>
                  <a:pt x="49574" y="44761"/>
                </a:cubicBezTo>
                <a:cubicBezTo>
                  <a:pt x="52821" y="44761"/>
                  <a:pt x="56092" y="44046"/>
                  <a:pt x="59411" y="42338"/>
                </a:cubicBezTo>
                <a:cubicBezTo>
                  <a:pt x="64385" y="39811"/>
                  <a:pt x="69498" y="34897"/>
                  <a:pt x="70433" y="29167"/>
                </a:cubicBezTo>
                <a:cubicBezTo>
                  <a:pt x="71687" y="21547"/>
                  <a:pt x="68841" y="13588"/>
                  <a:pt x="63768" y="7858"/>
                </a:cubicBezTo>
                <a:cubicBezTo>
                  <a:pt x="59042" y="2508"/>
                  <a:pt x="52421" y="1"/>
                  <a:pt x="455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0"/>
          <p:cNvSpPr txBox="1">
            <a:spLocks noGrp="1"/>
          </p:cNvSpPr>
          <p:nvPr>
            <p:ph type="title"/>
          </p:nvPr>
        </p:nvSpPr>
        <p:spPr>
          <a:xfrm>
            <a:off x="906450" y="3900025"/>
            <a:ext cx="7331100" cy="633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11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859" name="Google Shape;859;p11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1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1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1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1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1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7" name="Google Shape;917;p11"/>
          <p:cNvSpPr/>
          <p:nvPr/>
        </p:nvSpPr>
        <p:spPr>
          <a:xfrm>
            <a:off x="946050" y="1089175"/>
            <a:ext cx="7251900" cy="33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1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9" name="Google Shape;919;p11"/>
          <p:cNvGrpSpPr/>
          <p:nvPr/>
        </p:nvGrpSpPr>
        <p:grpSpPr>
          <a:xfrm>
            <a:off x="875100" y="2141450"/>
            <a:ext cx="7449534" cy="2329875"/>
            <a:chOff x="875100" y="2141450"/>
            <a:chExt cx="7449534" cy="2329875"/>
          </a:xfrm>
        </p:grpSpPr>
        <p:sp>
          <p:nvSpPr>
            <p:cNvPr id="920" name="Google Shape;920;p11"/>
            <p:cNvSpPr/>
            <p:nvPr/>
          </p:nvSpPr>
          <p:spPr>
            <a:xfrm>
              <a:off x="875100" y="3115925"/>
              <a:ext cx="7449534" cy="1263272"/>
            </a:xfrm>
            <a:custGeom>
              <a:avLst/>
              <a:gdLst/>
              <a:ahLst/>
              <a:cxnLst/>
              <a:rect l="l" t="t" r="r" b="b"/>
              <a:pathLst>
                <a:path w="92280" h="72187" extrusionOk="0">
                  <a:moveTo>
                    <a:pt x="73965" y="0"/>
                  </a:moveTo>
                  <a:cubicBezTo>
                    <a:pt x="71241" y="0"/>
                    <a:pt x="68528" y="633"/>
                    <a:pt x="66136" y="1964"/>
                  </a:cubicBezTo>
                  <a:cubicBezTo>
                    <a:pt x="62952" y="3754"/>
                    <a:pt x="60306" y="6580"/>
                    <a:pt x="56824" y="7674"/>
                  </a:cubicBezTo>
                  <a:cubicBezTo>
                    <a:pt x="55680" y="8036"/>
                    <a:pt x="54508" y="8192"/>
                    <a:pt x="53328" y="8192"/>
                  </a:cubicBezTo>
                  <a:cubicBezTo>
                    <a:pt x="50488" y="8192"/>
                    <a:pt x="47603" y="7286"/>
                    <a:pt x="44946" y="6162"/>
                  </a:cubicBezTo>
                  <a:cubicBezTo>
                    <a:pt x="41206" y="4570"/>
                    <a:pt x="37585" y="2501"/>
                    <a:pt x="33566" y="1844"/>
                  </a:cubicBezTo>
                  <a:cubicBezTo>
                    <a:pt x="32573" y="1682"/>
                    <a:pt x="31585" y="1606"/>
                    <a:pt x="30604" y="1606"/>
                  </a:cubicBezTo>
                  <a:cubicBezTo>
                    <a:pt x="25317" y="1606"/>
                    <a:pt x="20260" y="3836"/>
                    <a:pt x="15997" y="6958"/>
                  </a:cubicBezTo>
                  <a:cubicBezTo>
                    <a:pt x="11540" y="10221"/>
                    <a:pt x="8138" y="14856"/>
                    <a:pt x="5711" y="19910"/>
                  </a:cubicBezTo>
                  <a:cubicBezTo>
                    <a:pt x="4636" y="22119"/>
                    <a:pt x="3761" y="24426"/>
                    <a:pt x="3065" y="26734"/>
                  </a:cubicBezTo>
                  <a:cubicBezTo>
                    <a:pt x="1194" y="32962"/>
                    <a:pt x="1" y="40503"/>
                    <a:pt x="1950" y="46830"/>
                  </a:cubicBezTo>
                  <a:cubicBezTo>
                    <a:pt x="3025" y="50292"/>
                    <a:pt x="5154" y="53316"/>
                    <a:pt x="7462" y="56101"/>
                  </a:cubicBezTo>
                  <a:cubicBezTo>
                    <a:pt x="13430" y="63403"/>
                    <a:pt x="21150" y="69790"/>
                    <a:pt x="30382" y="71700"/>
                  </a:cubicBezTo>
                  <a:cubicBezTo>
                    <a:pt x="31973" y="72026"/>
                    <a:pt x="33611" y="72186"/>
                    <a:pt x="35253" y="72186"/>
                  </a:cubicBezTo>
                  <a:cubicBezTo>
                    <a:pt x="43141" y="72186"/>
                    <a:pt x="51141" y="68475"/>
                    <a:pt x="54616" y="61493"/>
                  </a:cubicBezTo>
                  <a:cubicBezTo>
                    <a:pt x="56128" y="58449"/>
                    <a:pt x="56725" y="55027"/>
                    <a:pt x="57899" y="51843"/>
                  </a:cubicBezTo>
                  <a:cubicBezTo>
                    <a:pt x="59948" y="46312"/>
                    <a:pt x="63828" y="41478"/>
                    <a:pt x="68802" y="38274"/>
                  </a:cubicBezTo>
                  <a:cubicBezTo>
                    <a:pt x="74532" y="34593"/>
                    <a:pt x="81675" y="32982"/>
                    <a:pt x="86370" y="28048"/>
                  </a:cubicBezTo>
                  <a:cubicBezTo>
                    <a:pt x="91802" y="22317"/>
                    <a:pt x="92279" y="12568"/>
                    <a:pt x="87445" y="6321"/>
                  </a:cubicBezTo>
                  <a:cubicBezTo>
                    <a:pt x="84285" y="2251"/>
                    <a:pt x="79103" y="0"/>
                    <a:pt x="73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1"/>
            <p:cNvSpPr/>
            <p:nvPr/>
          </p:nvSpPr>
          <p:spPr>
            <a:xfrm>
              <a:off x="946050" y="3372125"/>
              <a:ext cx="7251900" cy="109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1"/>
            <p:cNvSpPr/>
            <p:nvPr/>
          </p:nvSpPr>
          <p:spPr>
            <a:xfrm rot="2700000">
              <a:off x="1301006" y="2510697"/>
              <a:ext cx="1248769" cy="155514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1"/>
            <p:cNvSpPr/>
            <p:nvPr/>
          </p:nvSpPr>
          <p:spPr>
            <a:xfrm rot="3190588">
              <a:off x="2984816" y="2437407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1"/>
            <p:cNvSpPr/>
            <p:nvPr/>
          </p:nvSpPr>
          <p:spPr>
            <a:xfrm rot="7609412" flipH="1">
              <a:off x="4730016" y="2437394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1"/>
            <p:cNvSpPr/>
            <p:nvPr/>
          </p:nvSpPr>
          <p:spPr>
            <a:xfrm rot="3337315">
              <a:off x="6443445" y="2313459"/>
              <a:ext cx="1368488" cy="180411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1"/>
            <p:cNvSpPr/>
            <p:nvPr/>
          </p:nvSpPr>
          <p:spPr>
            <a:xfrm rot="3337232">
              <a:off x="6792150" y="2572869"/>
              <a:ext cx="1105604" cy="1457516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7" name="Google Shape;927;p11"/>
          <p:cNvSpPr/>
          <p:nvPr/>
        </p:nvSpPr>
        <p:spPr>
          <a:xfrm>
            <a:off x="7187025" y="718900"/>
            <a:ext cx="1010914" cy="1034850"/>
          </a:xfrm>
          <a:custGeom>
            <a:avLst/>
            <a:gdLst/>
            <a:ahLst/>
            <a:cxnLst/>
            <a:rect l="l" t="t" r="r" b="b"/>
            <a:pathLst>
              <a:path w="26861" h="27497" extrusionOk="0">
                <a:moveTo>
                  <a:pt x="26781" y="15479"/>
                </a:moveTo>
                <a:cubicBezTo>
                  <a:pt x="26721" y="14823"/>
                  <a:pt x="26701" y="14186"/>
                  <a:pt x="26582" y="13629"/>
                </a:cubicBezTo>
                <a:cubicBezTo>
                  <a:pt x="26542" y="13430"/>
                  <a:pt x="26443" y="13251"/>
                  <a:pt x="26403" y="13052"/>
                </a:cubicBezTo>
                <a:cubicBezTo>
                  <a:pt x="26224" y="12236"/>
                  <a:pt x="26164" y="11401"/>
                  <a:pt x="25945" y="10605"/>
                </a:cubicBezTo>
                <a:cubicBezTo>
                  <a:pt x="25866" y="10346"/>
                  <a:pt x="25726" y="10088"/>
                  <a:pt x="25647" y="9829"/>
                </a:cubicBezTo>
                <a:cubicBezTo>
                  <a:pt x="25567" y="9570"/>
                  <a:pt x="25567" y="9292"/>
                  <a:pt x="25488" y="9013"/>
                </a:cubicBezTo>
                <a:cubicBezTo>
                  <a:pt x="25408" y="8735"/>
                  <a:pt x="25289" y="8476"/>
                  <a:pt x="25189" y="8217"/>
                </a:cubicBezTo>
                <a:cubicBezTo>
                  <a:pt x="25070" y="7819"/>
                  <a:pt x="24851" y="7422"/>
                  <a:pt x="24712" y="7183"/>
                </a:cubicBezTo>
                <a:cubicBezTo>
                  <a:pt x="24592" y="6964"/>
                  <a:pt x="24553" y="6765"/>
                  <a:pt x="24473" y="6606"/>
                </a:cubicBezTo>
                <a:cubicBezTo>
                  <a:pt x="24334" y="6248"/>
                  <a:pt x="24095" y="5929"/>
                  <a:pt x="23896" y="5611"/>
                </a:cubicBezTo>
                <a:cubicBezTo>
                  <a:pt x="23836" y="5511"/>
                  <a:pt x="23856" y="5372"/>
                  <a:pt x="23797" y="5293"/>
                </a:cubicBezTo>
                <a:cubicBezTo>
                  <a:pt x="23737" y="5193"/>
                  <a:pt x="23598" y="5133"/>
                  <a:pt x="23538" y="5034"/>
                </a:cubicBezTo>
                <a:cubicBezTo>
                  <a:pt x="23538" y="5034"/>
                  <a:pt x="23538" y="4934"/>
                  <a:pt x="23498" y="4895"/>
                </a:cubicBezTo>
                <a:cubicBezTo>
                  <a:pt x="23319" y="4636"/>
                  <a:pt x="23160" y="4338"/>
                  <a:pt x="22961" y="4119"/>
                </a:cubicBezTo>
                <a:cubicBezTo>
                  <a:pt x="22881" y="4019"/>
                  <a:pt x="22782" y="3940"/>
                  <a:pt x="22702" y="3840"/>
                </a:cubicBezTo>
                <a:cubicBezTo>
                  <a:pt x="22603" y="3721"/>
                  <a:pt x="22523" y="3582"/>
                  <a:pt x="22503" y="3562"/>
                </a:cubicBezTo>
                <a:cubicBezTo>
                  <a:pt x="22424" y="3442"/>
                  <a:pt x="22284" y="3422"/>
                  <a:pt x="22185" y="3323"/>
                </a:cubicBezTo>
                <a:cubicBezTo>
                  <a:pt x="22145" y="3263"/>
                  <a:pt x="22165" y="3204"/>
                  <a:pt x="22145" y="3164"/>
                </a:cubicBezTo>
                <a:cubicBezTo>
                  <a:pt x="22105" y="3124"/>
                  <a:pt x="22006" y="3104"/>
                  <a:pt x="21966" y="3044"/>
                </a:cubicBezTo>
                <a:cubicBezTo>
                  <a:pt x="21707" y="2746"/>
                  <a:pt x="21409" y="2388"/>
                  <a:pt x="21051" y="2129"/>
                </a:cubicBezTo>
                <a:cubicBezTo>
                  <a:pt x="20951" y="2069"/>
                  <a:pt x="20832" y="2050"/>
                  <a:pt x="20752" y="1990"/>
                </a:cubicBezTo>
                <a:cubicBezTo>
                  <a:pt x="20633" y="1910"/>
                  <a:pt x="20553" y="1811"/>
                  <a:pt x="20454" y="1731"/>
                </a:cubicBezTo>
                <a:cubicBezTo>
                  <a:pt x="20255" y="1592"/>
                  <a:pt x="20056" y="1492"/>
                  <a:pt x="19837" y="1373"/>
                </a:cubicBezTo>
                <a:cubicBezTo>
                  <a:pt x="19419" y="1134"/>
                  <a:pt x="19002" y="955"/>
                  <a:pt x="18584" y="756"/>
                </a:cubicBezTo>
                <a:cubicBezTo>
                  <a:pt x="17768" y="398"/>
                  <a:pt x="16912" y="140"/>
                  <a:pt x="16077" y="40"/>
                </a:cubicBezTo>
                <a:cubicBezTo>
                  <a:pt x="15321" y="40"/>
                  <a:pt x="14604" y="0"/>
                  <a:pt x="13928" y="40"/>
                </a:cubicBezTo>
                <a:cubicBezTo>
                  <a:pt x="13829" y="40"/>
                  <a:pt x="13749" y="0"/>
                  <a:pt x="13649" y="20"/>
                </a:cubicBezTo>
                <a:cubicBezTo>
                  <a:pt x="13590" y="20"/>
                  <a:pt x="13510" y="80"/>
                  <a:pt x="13451" y="100"/>
                </a:cubicBezTo>
                <a:cubicBezTo>
                  <a:pt x="13271" y="120"/>
                  <a:pt x="13072" y="100"/>
                  <a:pt x="12913" y="120"/>
                </a:cubicBezTo>
                <a:cubicBezTo>
                  <a:pt x="12754" y="159"/>
                  <a:pt x="12595" y="219"/>
                  <a:pt x="12436" y="279"/>
                </a:cubicBezTo>
                <a:cubicBezTo>
                  <a:pt x="12356" y="299"/>
                  <a:pt x="12277" y="299"/>
                  <a:pt x="12197" y="319"/>
                </a:cubicBezTo>
                <a:cubicBezTo>
                  <a:pt x="12197" y="319"/>
                  <a:pt x="12157" y="418"/>
                  <a:pt x="12137" y="418"/>
                </a:cubicBezTo>
                <a:cubicBezTo>
                  <a:pt x="12098" y="458"/>
                  <a:pt x="12018" y="398"/>
                  <a:pt x="11978" y="418"/>
                </a:cubicBezTo>
                <a:cubicBezTo>
                  <a:pt x="11401" y="617"/>
                  <a:pt x="10765" y="756"/>
                  <a:pt x="10168" y="876"/>
                </a:cubicBezTo>
                <a:cubicBezTo>
                  <a:pt x="9790" y="955"/>
                  <a:pt x="9451" y="1055"/>
                  <a:pt x="9113" y="1174"/>
                </a:cubicBezTo>
                <a:cubicBezTo>
                  <a:pt x="6944" y="1393"/>
                  <a:pt x="5034" y="2030"/>
                  <a:pt x="3284" y="3960"/>
                </a:cubicBezTo>
                <a:cubicBezTo>
                  <a:pt x="3204" y="4039"/>
                  <a:pt x="3124" y="4139"/>
                  <a:pt x="3065" y="4238"/>
                </a:cubicBezTo>
                <a:cubicBezTo>
                  <a:pt x="3045" y="4218"/>
                  <a:pt x="3025" y="4198"/>
                  <a:pt x="3025" y="4198"/>
                </a:cubicBezTo>
                <a:cubicBezTo>
                  <a:pt x="2925" y="4079"/>
                  <a:pt x="2826" y="4159"/>
                  <a:pt x="2746" y="4178"/>
                </a:cubicBezTo>
                <a:cubicBezTo>
                  <a:pt x="2707" y="4198"/>
                  <a:pt x="2647" y="4238"/>
                  <a:pt x="2607" y="4278"/>
                </a:cubicBezTo>
                <a:cubicBezTo>
                  <a:pt x="2408" y="4417"/>
                  <a:pt x="2209" y="4636"/>
                  <a:pt x="2070" y="4895"/>
                </a:cubicBezTo>
                <a:cubicBezTo>
                  <a:pt x="2010" y="5034"/>
                  <a:pt x="2010" y="5153"/>
                  <a:pt x="1950" y="5293"/>
                </a:cubicBezTo>
                <a:cubicBezTo>
                  <a:pt x="1692" y="5790"/>
                  <a:pt x="1294" y="6287"/>
                  <a:pt x="1135" y="6765"/>
                </a:cubicBezTo>
                <a:cubicBezTo>
                  <a:pt x="1095" y="6964"/>
                  <a:pt x="1214" y="7262"/>
                  <a:pt x="956" y="7322"/>
                </a:cubicBezTo>
                <a:cubicBezTo>
                  <a:pt x="1055" y="7501"/>
                  <a:pt x="916" y="7800"/>
                  <a:pt x="816" y="8018"/>
                </a:cubicBezTo>
                <a:cubicBezTo>
                  <a:pt x="737" y="8138"/>
                  <a:pt x="677" y="8217"/>
                  <a:pt x="598" y="8277"/>
                </a:cubicBezTo>
                <a:cubicBezTo>
                  <a:pt x="538" y="9033"/>
                  <a:pt x="239" y="9789"/>
                  <a:pt x="160" y="10545"/>
                </a:cubicBezTo>
                <a:cubicBezTo>
                  <a:pt x="80" y="11301"/>
                  <a:pt x="1" y="12018"/>
                  <a:pt x="1" y="12674"/>
                </a:cubicBezTo>
                <a:cubicBezTo>
                  <a:pt x="21" y="13768"/>
                  <a:pt x="40" y="14743"/>
                  <a:pt x="200" y="15798"/>
                </a:cubicBezTo>
                <a:cubicBezTo>
                  <a:pt x="239" y="15957"/>
                  <a:pt x="319" y="16136"/>
                  <a:pt x="359" y="16315"/>
                </a:cubicBezTo>
                <a:cubicBezTo>
                  <a:pt x="418" y="16494"/>
                  <a:pt x="458" y="16673"/>
                  <a:pt x="518" y="16872"/>
                </a:cubicBezTo>
                <a:cubicBezTo>
                  <a:pt x="478" y="16912"/>
                  <a:pt x="498" y="16912"/>
                  <a:pt x="538" y="16932"/>
                </a:cubicBezTo>
                <a:cubicBezTo>
                  <a:pt x="598" y="17151"/>
                  <a:pt x="677" y="17370"/>
                  <a:pt x="757" y="17569"/>
                </a:cubicBezTo>
                <a:cubicBezTo>
                  <a:pt x="757" y="17608"/>
                  <a:pt x="757" y="17648"/>
                  <a:pt x="737" y="17688"/>
                </a:cubicBezTo>
                <a:cubicBezTo>
                  <a:pt x="777" y="17728"/>
                  <a:pt x="816" y="17768"/>
                  <a:pt x="836" y="17807"/>
                </a:cubicBezTo>
                <a:cubicBezTo>
                  <a:pt x="916" y="17986"/>
                  <a:pt x="1015" y="18185"/>
                  <a:pt x="1095" y="18364"/>
                </a:cubicBezTo>
                <a:cubicBezTo>
                  <a:pt x="1095" y="18364"/>
                  <a:pt x="1095" y="18384"/>
                  <a:pt x="1135" y="18424"/>
                </a:cubicBezTo>
                <a:cubicBezTo>
                  <a:pt x="1175" y="18504"/>
                  <a:pt x="1214" y="18583"/>
                  <a:pt x="1254" y="18683"/>
                </a:cubicBezTo>
                <a:cubicBezTo>
                  <a:pt x="1254" y="18742"/>
                  <a:pt x="1294" y="18802"/>
                  <a:pt x="1354" y="18842"/>
                </a:cubicBezTo>
                <a:cubicBezTo>
                  <a:pt x="1473" y="19041"/>
                  <a:pt x="1592" y="19220"/>
                  <a:pt x="1732" y="19419"/>
                </a:cubicBezTo>
                <a:cubicBezTo>
                  <a:pt x="3264" y="21588"/>
                  <a:pt x="5850" y="22841"/>
                  <a:pt x="8476" y="23299"/>
                </a:cubicBezTo>
                <a:cubicBezTo>
                  <a:pt x="10327" y="23637"/>
                  <a:pt x="12197" y="23617"/>
                  <a:pt x="14087" y="23518"/>
                </a:cubicBezTo>
                <a:cubicBezTo>
                  <a:pt x="13988" y="23537"/>
                  <a:pt x="13888" y="23557"/>
                  <a:pt x="13789" y="23577"/>
                </a:cubicBezTo>
                <a:cubicBezTo>
                  <a:pt x="13709" y="23597"/>
                  <a:pt x="13530" y="23617"/>
                  <a:pt x="13451" y="23657"/>
                </a:cubicBezTo>
                <a:cubicBezTo>
                  <a:pt x="13431" y="23657"/>
                  <a:pt x="13411" y="23756"/>
                  <a:pt x="13391" y="23756"/>
                </a:cubicBezTo>
                <a:cubicBezTo>
                  <a:pt x="13331" y="23776"/>
                  <a:pt x="13252" y="23717"/>
                  <a:pt x="13172" y="23717"/>
                </a:cubicBezTo>
                <a:cubicBezTo>
                  <a:pt x="12913" y="23717"/>
                  <a:pt x="12734" y="23736"/>
                  <a:pt x="12535" y="23736"/>
                </a:cubicBezTo>
                <a:cubicBezTo>
                  <a:pt x="12376" y="23736"/>
                  <a:pt x="12217" y="23796"/>
                  <a:pt x="12078" y="23677"/>
                </a:cubicBezTo>
                <a:cubicBezTo>
                  <a:pt x="11899" y="23717"/>
                  <a:pt x="11640" y="23796"/>
                  <a:pt x="11381" y="23836"/>
                </a:cubicBezTo>
                <a:cubicBezTo>
                  <a:pt x="11302" y="23856"/>
                  <a:pt x="11123" y="23876"/>
                  <a:pt x="11123" y="23876"/>
                </a:cubicBezTo>
                <a:cubicBezTo>
                  <a:pt x="11083" y="23876"/>
                  <a:pt x="11083" y="23836"/>
                  <a:pt x="11063" y="23836"/>
                </a:cubicBezTo>
                <a:cubicBezTo>
                  <a:pt x="10944" y="23856"/>
                  <a:pt x="10824" y="23915"/>
                  <a:pt x="10705" y="23915"/>
                </a:cubicBezTo>
                <a:cubicBezTo>
                  <a:pt x="10148" y="23955"/>
                  <a:pt x="9272" y="23537"/>
                  <a:pt x="9093" y="24194"/>
                </a:cubicBezTo>
                <a:cubicBezTo>
                  <a:pt x="9014" y="24492"/>
                  <a:pt x="9073" y="24711"/>
                  <a:pt x="9193" y="24851"/>
                </a:cubicBezTo>
                <a:cubicBezTo>
                  <a:pt x="9213" y="24890"/>
                  <a:pt x="9332" y="24871"/>
                  <a:pt x="9412" y="24930"/>
                </a:cubicBezTo>
                <a:cubicBezTo>
                  <a:pt x="9491" y="24970"/>
                  <a:pt x="9571" y="25010"/>
                  <a:pt x="9611" y="25109"/>
                </a:cubicBezTo>
                <a:cubicBezTo>
                  <a:pt x="10148" y="25109"/>
                  <a:pt x="10745" y="24990"/>
                  <a:pt x="11322" y="24950"/>
                </a:cubicBezTo>
                <a:cubicBezTo>
                  <a:pt x="11381" y="24930"/>
                  <a:pt x="11461" y="24890"/>
                  <a:pt x="11521" y="24890"/>
                </a:cubicBezTo>
                <a:cubicBezTo>
                  <a:pt x="11580" y="24890"/>
                  <a:pt x="11640" y="24950"/>
                  <a:pt x="11720" y="24950"/>
                </a:cubicBezTo>
                <a:cubicBezTo>
                  <a:pt x="11859" y="24930"/>
                  <a:pt x="12018" y="24851"/>
                  <a:pt x="12157" y="24851"/>
                </a:cubicBezTo>
                <a:cubicBezTo>
                  <a:pt x="12197" y="24831"/>
                  <a:pt x="12297" y="24890"/>
                  <a:pt x="12356" y="24890"/>
                </a:cubicBezTo>
                <a:cubicBezTo>
                  <a:pt x="12436" y="24890"/>
                  <a:pt x="12495" y="24851"/>
                  <a:pt x="12575" y="24831"/>
                </a:cubicBezTo>
                <a:cubicBezTo>
                  <a:pt x="12655" y="24831"/>
                  <a:pt x="12714" y="24890"/>
                  <a:pt x="12774" y="24890"/>
                </a:cubicBezTo>
                <a:cubicBezTo>
                  <a:pt x="13013" y="24871"/>
                  <a:pt x="13192" y="24751"/>
                  <a:pt x="13371" y="24910"/>
                </a:cubicBezTo>
                <a:cubicBezTo>
                  <a:pt x="13590" y="24811"/>
                  <a:pt x="13829" y="24771"/>
                  <a:pt x="14027" y="24731"/>
                </a:cubicBezTo>
                <a:cubicBezTo>
                  <a:pt x="14127" y="24691"/>
                  <a:pt x="14127" y="24731"/>
                  <a:pt x="14226" y="24711"/>
                </a:cubicBezTo>
                <a:cubicBezTo>
                  <a:pt x="14525" y="24652"/>
                  <a:pt x="14843" y="24532"/>
                  <a:pt x="15142" y="24492"/>
                </a:cubicBezTo>
                <a:cubicBezTo>
                  <a:pt x="15261" y="24473"/>
                  <a:pt x="15380" y="24532"/>
                  <a:pt x="15500" y="24512"/>
                </a:cubicBezTo>
                <a:cubicBezTo>
                  <a:pt x="15599" y="24512"/>
                  <a:pt x="15679" y="24413"/>
                  <a:pt x="15778" y="24393"/>
                </a:cubicBezTo>
                <a:cubicBezTo>
                  <a:pt x="16534" y="24154"/>
                  <a:pt x="17310" y="24274"/>
                  <a:pt x="18126" y="24055"/>
                </a:cubicBezTo>
                <a:cubicBezTo>
                  <a:pt x="18285" y="24015"/>
                  <a:pt x="18444" y="23935"/>
                  <a:pt x="18604" y="23876"/>
                </a:cubicBezTo>
                <a:cubicBezTo>
                  <a:pt x="18604" y="23876"/>
                  <a:pt x="18663" y="23935"/>
                  <a:pt x="18703" y="23915"/>
                </a:cubicBezTo>
                <a:cubicBezTo>
                  <a:pt x="18822" y="23896"/>
                  <a:pt x="19002" y="23836"/>
                  <a:pt x="19141" y="23796"/>
                </a:cubicBezTo>
                <a:cubicBezTo>
                  <a:pt x="20215" y="23458"/>
                  <a:pt x="21230" y="22960"/>
                  <a:pt x="22066" y="22264"/>
                </a:cubicBezTo>
                <a:cubicBezTo>
                  <a:pt x="22125" y="22204"/>
                  <a:pt x="22185" y="22165"/>
                  <a:pt x="22245" y="22105"/>
                </a:cubicBezTo>
                <a:cubicBezTo>
                  <a:pt x="22563" y="21806"/>
                  <a:pt x="22861" y="21448"/>
                  <a:pt x="23100" y="21170"/>
                </a:cubicBezTo>
                <a:cubicBezTo>
                  <a:pt x="23319" y="20931"/>
                  <a:pt x="23558" y="20414"/>
                  <a:pt x="23797" y="20175"/>
                </a:cubicBezTo>
                <a:cubicBezTo>
                  <a:pt x="23816" y="20155"/>
                  <a:pt x="23777" y="20115"/>
                  <a:pt x="23777" y="20076"/>
                </a:cubicBezTo>
                <a:cubicBezTo>
                  <a:pt x="24015" y="19598"/>
                  <a:pt x="24155" y="19041"/>
                  <a:pt x="24254" y="18782"/>
                </a:cubicBezTo>
                <a:cubicBezTo>
                  <a:pt x="24413" y="18364"/>
                  <a:pt x="24433" y="17867"/>
                  <a:pt x="24533" y="17390"/>
                </a:cubicBezTo>
                <a:cubicBezTo>
                  <a:pt x="24612" y="16872"/>
                  <a:pt x="24771" y="16375"/>
                  <a:pt x="24732" y="15798"/>
                </a:cubicBezTo>
                <a:cubicBezTo>
                  <a:pt x="24712" y="15559"/>
                  <a:pt x="24712" y="15440"/>
                  <a:pt x="24712" y="15320"/>
                </a:cubicBezTo>
                <a:cubicBezTo>
                  <a:pt x="24712" y="15082"/>
                  <a:pt x="24632" y="14843"/>
                  <a:pt x="24612" y="14604"/>
                </a:cubicBezTo>
                <a:cubicBezTo>
                  <a:pt x="24592" y="14505"/>
                  <a:pt x="24652" y="14425"/>
                  <a:pt x="24632" y="14326"/>
                </a:cubicBezTo>
                <a:cubicBezTo>
                  <a:pt x="24573" y="13589"/>
                  <a:pt x="24493" y="12833"/>
                  <a:pt x="24354" y="12097"/>
                </a:cubicBezTo>
                <a:cubicBezTo>
                  <a:pt x="24194" y="11361"/>
                  <a:pt x="24015" y="10665"/>
                  <a:pt x="23797" y="9988"/>
                </a:cubicBezTo>
                <a:cubicBezTo>
                  <a:pt x="23757" y="9909"/>
                  <a:pt x="23816" y="9809"/>
                  <a:pt x="23777" y="9749"/>
                </a:cubicBezTo>
                <a:cubicBezTo>
                  <a:pt x="23757" y="9670"/>
                  <a:pt x="23657" y="9630"/>
                  <a:pt x="23617" y="9550"/>
                </a:cubicBezTo>
                <a:cubicBezTo>
                  <a:pt x="23598" y="9511"/>
                  <a:pt x="23657" y="9471"/>
                  <a:pt x="23637" y="9431"/>
                </a:cubicBezTo>
                <a:cubicBezTo>
                  <a:pt x="23617" y="9312"/>
                  <a:pt x="23419" y="8954"/>
                  <a:pt x="23379" y="8914"/>
                </a:cubicBezTo>
                <a:cubicBezTo>
                  <a:pt x="23339" y="8874"/>
                  <a:pt x="23419" y="8854"/>
                  <a:pt x="23399" y="8834"/>
                </a:cubicBezTo>
                <a:cubicBezTo>
                  <a:pt x="23379" y="8774"/>
                  <a:pt x="23339" y="8774"/>
                  <a:pt x="23319" y="8755"/>
                </a:cubicBezTo>
                <a:cubicBezTo>
                  <a:pt x="23299" y="8695"/>
                  <a:pt x="23359" y="8655"/>
                  <a:pt x="23319" y="8615"/>
                </a:cubicBezTo>
                <a:cubicBezTo>
                  <a:pt x="23279" y="8456"/>
                  <a:pt x="23140" y="8337"/>
                  <a:pt x="23080" y="8197"/>
                </a:cubicBezTo>
                <a:cubicBezTo>
                  <a:pt x="23060" y="8158"/>
                  <a:pt x="23100" y="8118"/>
                  <a:pt x="23100" y="8098"/>
                </a:cubicBezTo>
                <a:cubicBezTo>
                  <a:pt x="23080" y="8058"/>
                  <a:pt x="23021" y="8058"/>
                  <a:pt x="23001" y="8018"/>
                </a:cubicBezTo>
                <a:cubicBezTo>
                  <a:pt x="22941" y="7879"/>
                  <a:pt x="22842" y="7740"/>
                  <a:pt x="22782" y="7581"/>
                </a:cubicBezTo>
                <a:cubicBezTo>
                  <a:pt x="22742" y="7501"/>
                  <a:pt x="22762" y="7402"/>
                  <a:pt x="22722" y="7322"/>
                </a:cubicBezTo>
                <a:cubicBezTo>
                  <a:pt x="22643" y="7163"/>
                  <a:pt x="22503" y="7043"/>
                  <a:pt x="22404" y="6884"/>
                </a:cubicBezTo>
                <a:cubicBezTo>
                  <a:pt x="22245" y="6626"/>
                  <a:pt x="22066" y="6307"/>
                  <a:pt x="21887" y="5969"/>
                </a:cubicBezTo>
                <a:cubicBezTo>
                  <a:pt x="21767" y="5790"/>
                  <a:pt x="21727" y="5591"/>
                  <a:pt x="21648" y="5472"/>
                </a:cubicBezTo>
                <a:cubicBezTo>
                  <a:pt x="21608" y="5412"/>
                  <a:pt x="21469" y="5392"/>
                  <a:pt x="21429" y="5332"/>
                </a:cubicBezTo>
                <a:cubicBezTo>
                  <a:pt x="21389" y="5273"/>
                  <a:pt x="21369" y="5153"/>
                  <a:pt x="21329" y="5094"/>
                </a:cubicBezTo>
                <a:cubicBezTo>
                  <a:pt x="21310" y="5054"/>
                  <a:pt x="21250" y="5094"/>
                  <a:pt x="21230" y="5034"/>
                </a:cubicBezTo>
                <a:cubicBezTo>
                  <a:pt x="21230" y="5014"/>
                  <a:pt x="21270" y="4915"/>
                  <a:pt x="21270" y="4895"/>
                </a:cubicBezTo>
                <a:cubicBezTo>
                  <a:pt x="21210" y="4815"/>
                  <a:pt x="21111" y="4775"/>
                  <a:pt x="21071" y="4716"/>
                </a:cubicBezTo>
                <a:cubicBezTo>
                  <a:pt x="20852" y="4457"/>
                  <a:pt x="20534" y="4298"/>
                  <a:pt x="20295" y="4079"/>
                </a:cubicBezTo>
                <a:cubicBezTo>
                  <a:pt x="20156" y="3960"/>
                  <a:pt x="20036" y="3840"/>
                  <a:pt x="19897" y="3721"/>
                </a:cubicBezTo>
                <a:cubicBezTo>
                  <a:pt x="19857" y="3701"/>
                  <a:pt x="19797" y="3701"/>
                  <a:pt x="19797" y="3701"/>
                </a:cubicBezTo>
                <a:cubicBezTo>
                  <a:pt x="19738" y="3661"/>
                  <a:pt x="19758" y="3601"/>
                  <a:pt x="19738" y="3582"/>
                </a:cubicBezTo>
                <a:cubicBezTo>
                  <a:pt x="19698" y="3542"/>
                  <a:pt x="19579" y="3422"/>
                  <a:pt x="19579" y="3422"/>
                </a:cubicBezTo>
                <a:cubicBezTo>
                  <a:pt x="19081" y="3005"/>
                  <a:pt x="18564" y="2666"/>
                  <a:pt x="18106" y="2189"/>
                </a:cubicBezTo>
                <a:cubicBezTo>
                  <a:pt x="18345" y="2209"/>
                  <a:pt x="18524" y="2328"/>
                  <a:pt x="18723" y="2447"/>
                </a:cubicBezTo>
                <a:cubicBezTo>
                  <a:pt x="19141" y="2706"/>
                  <a:pt x="19559" y="2925"/>
                  <a:pt x="19937" y="3184"/>
                </a:cubicBezTo>
                <a:cubicBezTo>
                  <a:pt x="20016" y="3243"/>
                  <a:pt x="20116" y="3323"/>
                  <a:pt x="20215" y="3383"/>
                </a:cubicBezTo>
                <a:cubicBezTo>
                  <a:pt x="20315" y="3422"/>
                  <a:pt x="20454" y="3422"/>
                  <a:pt x="20534" y="3482"/>
                </a:cubicBezTo>
                <a:cubicBezTo>
                  <a:pt x="20573" y="3522"/>
                  <a:pt x="20633" y="3562"/>
                  <a:pt x="20693" y="3601"/>
                </a:cubicBezTo>
                <a:cubicBezTo>
                  <a:pt x="20733" y="3641"/>
                  <a:pt x="20792" y="3681"/>
                  <a:pt x="20792" y="3681"/>
                </a:cubicBezTo>
                <a:cubicBezTo>
                  <a:pt x="20792" y="3701"/>
                  <a:pt x="20772" y="3761"/>
                  <a:pt x="20812" y="3800"/>
                </a:cubicBezTo>
                <a:cubicBezTo>
                  <a:pt x="20852" y="3820"/>
                  <a:pt x="20971" y="3820"/>
                  <a:pt x="21011" y="3860"/>
                </a:cubicBezTo>
                <a:cubicBezTo>
                  <a:pt x="21031" y="3880"/>
                  <a:pt x="20991" y="3920"/>
                  <a:pt x="21011" y="3940"/>
                </a:cubicBezTo>
                <a:cubicBezTo>
                  <a:pt x="21031" y="3979"/>
                  <a:pt x="21071" y="3960"/>
                  <a:pt x="21111" y="3999"/>
                </a:cubicBezTo>
                <a:cubicBezTo>
                  <a:pt x="21310" y="4198"/>
                  <a:pt x="21389" y="4497"/>
                  <a:pt x="21668" y="4656"/>
                </a:cubicBezTo>
                <a:cubicBezTo>
                  <a:pt x="21707" y="5133"/>
                  <a:pt x="22105" y="5492"/>
                  <a:pt x="22404" y="5949"/>
                </a:cubicBezTo>
                <a:cubicBezTo>
                  <a:pt x="22503" y="6069"/>
                  <a:pt x="22603" y="6208"/>
                  <a:pt x="22682" y="6347"/>
                </a:cubicBezTo>
                <a:cubicBezTo>
                  <a:pt x="22702" y="6407"/>
                  <a:pt x="22643" y="6486"/>
                  <a:pt x="22662" y="6546"/>
                </a:cubicBezTo>
                <a:cubicBezTo>
                  <a:pt x="22682" y="6606"/>
                  <a:pt x="22782" y="6665"/>
                  <a:pt x="22802" y="6725"/>
                </a:cubicBezTo>
                <a:cubicBezTo>
                  <a:pt x="22921" y="6984"/>
                  <a:pt x="23060" y="7223"/>
                  <a:pt x="23200" y="7481"/>
                </a:cubicBezTo>
                <a:cubicBezTo>
                  <a:pt x="23419" y="7939"/>
                  <a:pt x="23498" y="8317"/>
                  <a:pt x="23677" y="8655"/>
                </a:cubicBezTo>
                <a:cubicBezTo>
                  <a:pt x="23856" y="9013"/>
                  <a:pt x="24035" y="9332"/>
                  <a:pt x="24155" y="9670"/>
                </a:cubicBezTo>
                <a:cubicBezTo>
                  <a:pt x="24155" y="9729"/>
                  <a:pt x="24115" y="9809"/>
                  <a:pt x="24135" y="9849"/>
                </a:cubicBezTo>
                <a:cubicBezTo>
                  <a:pt x="24155" y="9928"/>
                  <a:pt x="24214" y="9948"/>
                  <a:pt x="24234" y="10008"/>
                </a:cubicBezTo>
                <a:cubicBezTo>
                  <a:pt x="24274" y="10127"/>
                  <a:pt x="24234" y="10267"/>
                  <a:pt x="24274" y="10366"/>
                </a:cubicBezTo>
                <a:cubicBezTo>
                  <a:pt x="24274" y="10426"/>
                  <a:pt x="24374" y="10426"/>
                  <a:pt x="24393" y="10486"/>
                </a:cubicBezTo>
                <a:cubicBezTo>
                  <a:pt x="24433" y="10525"/>
                  <a:pt x="24374" y="10605"/>
                  <a:pt x="24393" y="10645"/>
                </a:cubicBezTo>
                <a:cubicBezTo>
                  <a:pt x="24393" y="10704"/>
                  <a:pt x="24413" y="10724"/>
                  <a:pt x="24413" y="10784"/>
                </a:cubicBezTo>
                <a:cubicBezTo>
                  <a:pt x="24433" y="11102"/>
                  <a:pt x="24672" y="11202"/>
                  <a:pt x="24752" y="11421"/>
                </a:cubicBezTo>
                <a:cubicBezTo>
                  <a:pt x="24831" y="11659"/>
                  <a:pt x="24851" y="11898"/>
                  <a:pt x="24891" y="12157"/>
                </a:cubicBezTo>
                <a:cubicBezTo>
                  <a:pt x="24931" y="12475"/>
                  <a:pt x="25030" y="12853"/>
                  <a:pt x="24970" y="13072"/>
                </a:cubicBezTo>
                <a:cubicBezTo>
                  <a:pt x="24871" y="13410"/>
                  <a:pt x="25070" y="13729"/>
                  <a:pt x="25130" y="14047"/>
                </a:cubicBezTo>
                <a:cubicBezTo>
                  <a:pt x="25189" y="14266"/>
                  <a:pt x="25150" y="14524"/>
                  <a:pt x="25150" y="14664"/>
                </a:cubicBezTo>
                <a:cubicBezTo>
                  <a:pt x="25150" y="14723"/>
                  <a:pt x="25209" y="14783"/>
                  <a:pt x="25209" y="14863"/>
                </a:cubicBezTo>
                <a:cubicBezTo>
                  <a:pt x="25209" y="14982"/>
                  <a:pt x="25229" y="15101"/>
                  <a:pt x="25229" y="15221"/>
                </a:cubicBezTo>
                <a:cubicBezTo>
                  <a:pt x="25249" y="15360"/>
                  <a:pt x="25309" y="15499"/>
                  <a:pt x="25249" y="15639"/>
                </a:cubicBezTo>
                <a:cubicBezTo>
                  <a:pt x="25269" y="15778"/>
                  <a:pt x="25408" y="15838"/>
                  <a:pt x="25428" y="15977"/>
                </a:cubicBezTo>
                <a:cubicBezTo>
                  <a:pt x="25309" y="16136"/>
                  <a:pt x="25468" y="16335"/>
                  <a:pt x="25468" y="16474"/>
                </a:cubicBezTo>
                <a:cubicBezTo>
                  <a:pt x="25468" y="16534"/>
                  <a:pt x="25408" y="16594"/>
                  <a:pt x="25408" y="16653"/>
                </a:cubicBezTo>
                <a:cubicBezTo>
                  <a:pt x="25428" y="16852"/>
                  <a:pt x="25488" y="17071"/>
                  <a:pt x="25488" y="17230"/>
                </a:cubicBezTo>
                <a:cubicBezTo>
                  <a:pt x="25488" y="17270"/>
                  <a:pt x="25428" y="17350"/>
                  <a:pt x="25428" y="17390"/>
                </a:cubicBezTo>
                <a:cubicBezTo>
                  <a:pt x="25408" y="17668"/>
                  <a:pt x="25428" y="17947"/>
                  <a:pt x="25388" y="18245"/>
                </a:cubicBezTo>
                <a:cubicBezTo>
                  <a:pt x="25368" y="18524"/>
                  <a:pt x="25329" y="18862"/>
                  <a:pt x="25249" y="19160"/>
                </a:cubicBezTo>
                <a:cubicBezTo>
                  <a:pt x="25150" y="19598"/>
                  <a:pt x="24970" y="19996"/>
                  <a:pt x="24851" y="20394"/>
                </a:cubicBezTo>
                <a:cubicBezTo>
                  <a:pt x="24851" y="20394"/>
                  <a:pt x="24771" y="20414"/>
                  <a:pt x="24752" y="20473"/>
                </a:cubicBezTo>
                <a:cubicBezTo>
                  <a:pt x="24712" y="20613"/>
                  <a:pt x="24712" y="20812"/>
                  <a:pt x="24652" y="20931"/>
                </a:cubicBezTo>
                <a:cubicBezTo>
                  <a:pt x="24592" y="21110"/>
                  <a:pt x="24433" y="21229"/>
                  <a:pt x="24453" y="21428"/>
                </a:cubicBezTo>
                <a:cubicBezTo>
                  <a:pt x="24354" y="21627"/>
                  <a:pt x="24155" y="21747"/>
                  <a:pt x="24075" y="21906"/>
                </a:cubicBezTo>
                <a:cubicBezTo>
                  <a:pt x="24035" y="21966"/>
                  <a:pt x="24055" y="22045"/>
                  <a:pt x="23996" y="22105"/>
                </a:cubicBezTo>
                <a:cubicBezTo>
                  <a:pt x="23916" y="22165"/>
                  <a:pt x="23836" y="22165"/>
                  <a:pt x="23757" y="22224"/>
                </a:cubicBezTo>
                <a:cubicBezTo>
                  <a:pt x="23578" y="22324"/>
                  <a:pt x="23518" y="22463"/>
                  <a:pt x="23419" y="22582"/>
                </a:cubicBezTo>
                <a:cubicBezTo>
                  <a:pt x="23339" y="22722"/>
                  <a:pt x="23200" y="22881"/>
                  <a:pt x="23040" y="23000"/>
                </a:cubicBezTo>
                <a:cubicBezTo>
                  <a:pt x="22643" y="23319"/>
                  <a:pt x="22105" y="23557"/>
                  <a:pt x="21747" y="23756"/>
                </a:cubicBezTo>
                <a:cubicBezTo>
                  <a:pt x="21688" y="23816"/>
                  <a:pt x="21648" y="23816"/>
                  <a:pt x="21568" y="23856"/>
                </a:cubicBezTo>
                <a:cubicBezTo>
                  <a:pt x="21409" y="23935"/>
                  <a:pt x="21270" y="24055"/>
                  <a:pt x="21130" y="24114"/>
                </a:cubicBezTo>
                <a:cubicBezTo>
                  <a:pt x="20772" y="24254"/>
                  <a:pt x="20414" y="24274"/>
                  <a:pt x="20096" y="24373"/>
                </a:cubicBezTo>
                <a:cubicBezTo>
                  <a:pt x="19897" y="24433"/>
                  <a:pt x="19718" y="24572"/>
                  <a:pt x="19519" y="24612"/>
                </a:cubicBezTo>
                <a:cubicBezTo>
                  <a:pt x="19280" y="24691"/>
                  <a:pt x="19021" y="24691"/>
                  <a:pt x="18803" y="24711"/>
                </a:cubicBezTo>
                <a:cubicBezTo>
                  <a:pt x="18743" y="24771"/>
                  <a:pt x="18624" y="24791"/>
                  <a:pt x="18584" y="24910"/>
                </a:cubicBezTo>
                <a:cubicBezTo>
                  <a:pt x="18504" y="24930"/>
                  <a:pt x="18484" y="24811"/>
                  <a:pt x="18405" y="24831"/>
                </a:cubicBezTo>
                <a:cubicBezTo>
                  <a:pt x="18405" y="24831"/>
                  <a:pt x="18345" y="24930"/>
                  <a:pt x="18345" y="24930"/>
                </a:cubicBezTo>
                <a:cubicBezTo>
                  <a:pt x="18305" y="24950"/>
                  <a:pt x="18246" y="24950"/>
                  <a:pt x="18206" y="24950"/>
                </a:cubicBezTo>
                <a:cubicBezTo>
                  <a:pt x="18007" y="24990"/>
                  <a:pt x="17768" y="24930"/>
                  <a:pt x="17629" y="25030"/>
                </a:cubicBezTo>
                <a:cubicBezTo>
                  <a:pt x="16912" y="25408"/>
                  <a:pt x="16077" y="25308"/>
                  <a:pt x="15420" y="25646"/>
                </a:cubicBezTo>
                <a:cubicBezTo>
                  <a:pt x="15042" y="25706"/>
                  <a:pt x="14425" y="25786"/>
                  <a:pt x="14067" y="26044"/>
                </a:cubicBezTo>
                <a:cubicBezTo>
                  <a:pt x="13709" y="25945"/>
                  <a:pt x="13351" y="26124"/>
                  <a:pt x="12993" y="26204"/>
                </a:cubicBezTo>
                <a:cubicBezTo>
                  <a:pt x="12774" y="26243"/>
                  <a:pt x="12555" y="26223"/>
                  <a:pt x="12336" y="26263"/>
                </a:cubicBezTo>
                <a:cubicBezTo>
                  <a:pt x="12297" y="26263"/>
                  <a:pt x="12177" y="26363"/>
                  <a:pt x="12157" y="26363"/>
                </a:cubicBezTo>
                <a:cubicBezTo>
                  <a:pt x="12137" y="26363"/>
                  <a:pt x="12137" y="26303"/>
                  <a:pt x="12098" y="26323"/>
                </a:cubicBezTo>
                <a:cubicBezTo>
                  <a:pt x="11978" y="26343"/>
                  <a:pt x="11899" y="26403"/>
                  <a:pt x="11779" y="26422"/>
                </a:cubicBezTo>
                <a:cubicBezTo>
                  <a:pt x="11620" y="26442"/>
                  <a:pt x="11441" y="26422"/>
                  <a:pt x="11282" y="26422"/>
                </a:cubicBezTo>
                <a:cubicBezTo>
                  <a:pt x="11083" y="26403"/>
                  <a:pt x="10904" y="26343"/>
                  <a:pt x="10725" y="26343"/>
                </a:cubicBezTo>
                <a:cubicBezTo>
                  <a:pt x="10347" y="26363"/>
                  <a:pt x="9949" y="26661"/>
                  <a:pt x="9571" y="26482"/>
                </a:cubicBezTo>
                <a:cubicBezTo>
                  <a:pt x="9412" y="26582"/>
                  <a:pt x="9292" y="26522"/>
                  <a:pt x="9173" y="26442"/>
                </a:cubicBezTo>
                <a:cubicBezTo>
                  <a:pt x="8874" y="26582"/>
                  <a:pt x="8576" y="26522"/>
                  <a:pt x="8297" y="26522"/>
                </a:cubicBezTo>
                <a:cubicBezTo>
                  <a:pt x="8118" y="26522"/>
                  <a:pt x="7979" y="26562"/>
                  <a:pt x="7820" y="26562"/>
                </a:cubicBezTo>
                <a:cubicBezTo>
                  <a:pt x="7661" y="26542"/>
                  <a:pt x="7621" y="26462"/>
                  <a:pt x="7502" y="26502"/>
                </a:cubicBezTo>
                <a:cubicBezTo>
                  <a:pt x="7362" y="26542"/>
                  <a:pt x="6885" y="26403"/>
                  <a:pt x="6765" y="26383"/>
                </a:cubicBezTo>
                <a:cubicBezTo>
                  <a:pt x="6686" y="26383"/>
                  <a:pt x="6626" y="26403"/>
                  <a:pt x="6586" y="26383"/>
                </a:cubicBezTo>
                <a:cubicBezTo>
                  <a:pt x="6566" y="26383"/>
                  <a:pt x="6566" y="26323"/>
                  <a:pt x="6566" y="26323"/>
                </a:cubicBezTo>
                <a:cubicBezTo>
                  <a:pt x="6328" y="26303"/>
                  <a:pt x="5890" y="26243"/>
                  <a:pt x="5790" y="26263"/>
                </a:cubicBezTo>
                <a:cubicBezTo>
                  <a:pt x="5651" y="26323"/>
                  <a:pt x="5512" y="26184"/>
                  <a:pt x="5412" y="26144"/>
                </a:cubicBezTo>
                <a:cubicBezTo>
                  <a:pt x="4935" y="25965"/>
                  <a:pt x="4636" y="25925"/>
                  <a:pt x="4219" y="25925"/>
                </a:cubicBezTo>
                <a:cubicBezTo>
                  <a:pt x="4119" y="25885"/>
                  <a:pt x="4079" y="25845"/>
                  <a:pt x="4040" y="25786"/>
                </a:cubicBezTo>
                <a:cubicBezTo>
                  <a:pt x="3980" y="25686"/>
                  <a:pt x="3841" y="25925"/>
                  <a:pt x="3861" y="25766"/>
                </a:cubicBezTo>
                <a:cubicBezTo>
                  <a:pt x="3662" y="25746"/>
                  <a:pt x="3642" y="25666"/>
                  <a:pt x="3443" y="25567"/>
                </a:cubicBezTo>
                <a:cubicBezTo>
                  <a:pt x="3343" y="25746"/>
                  <a:pt x="3204" y="25487"/>
                  <a:pt x="3204" y="25487"/>
                </a:cubicBezTo>
                <a:cubicBezTo>
                  <a:pt x="3144" y="25447"/>
                  <a:pt x="3085" y="25507"/>
                  <a:pt x="3065" y="25487"/>
                </a:cubicBezTo>
                <a:cubicBezTo>
                  <a:pt x="2905" y="25388"/>
                  <a:pt x="2806" y="25209"/>
                  <a:pt x="2647" y="25129"/>
                </a:cubicBezTo>
                <a:cubicBezTo>
                  <a:pt x="2527" y="25089"/>
                  <a:pt x="2408" y="25109"/>
                  <a:pt x="2269" y="25089"/>
                </a:cubicBezTo>
                <a:cubicBezTo>
                  <a:pt x="1931" y="25030"/>
                  <a:pt x="1493" y="24791"/>
                  <a:pt x="1075" y="24552"/>
                </a:cubicBezTo>
                <a:cubicBezTo>
                  <a:pt x="916" y="24691"/>
                  <a:pt x="1155" y="24751"/>
                  <a:pt x="1214" y="24831"/>
                </a:cubicBezTo>
                <a:cubicBezTo>
                  <a:pt x="1354" y="25010"/>
                  <a:pt x="1473" y="25109"/>
                  <a:pt x="1592" y="25169"/>
                </a:cubicBezTo>
                <a:cubicBezTo>
                  <a:pt x="1672" y="25189"/>
                  <a:pt x="1692" y="25288"/>
                  <a:pt x="1712" y="25308"/>
                </a:cubicBezTo>
                <a:cubicBezTo>
                  <a:pt x="2030" y="25567"/>
                  <a:pt x="2508" y="25865"/>
                  <a:pt x="2806" y="25945"/>
                </a:cubicBezTo>
                <a:cubicBezTo>
                  <a:pt x="3284" y="26104"/>
                  <a:pt x="3681" y="26343"/>
                  <a:pt x="4139" y="26522"/>
                </a:cubicBezTo>
                <a:cubicBezTo>
                  <a:pt x="4378" y="26601"/>
                  <a:pt x="4676" y="26701"/>
                  <a:pt x="4855" y="26721"/>
                </a:cubicBezTo>
                <a:cubicBezTo>
                  <a:pt x="4935" y="26741"/>
                  <a:pt x="4955" y="26820"/>
                  <a:pt x="4995" y="26840"/>
                </a:cubicBezTo>
                <a:cubicBezTo>
                  <a:pt x="5174" y="26900"/>
                  <a:pt x="5412" y="26940"/>
                  <a:pt x="5611" y="26980"/>
                </a:cubicBezTo>
                <a:cubicBezTo>
                  <a:pt x="5850" y="27039"/>
                  <a:pt x="6089" y="27099"/>
                  <a:pt x="6228" y="27119"/>
                </a:cubicBezTo>
                <a:cubicBezTo>
                  <a:pt x="6268" y="27119"/>
                  <a:pt x="6268" y="27178"/>
                  <a:pt x="6268" y="27178"/>
                </a:cubicBezTo>
                <a:cubicBezTo>
                  <a:pt x="6507" y="27258"/>
                  <a:pt x="6606" y="27159"/>
                  <a:pt x="6765" y="27198"/>
                </a:cubicBezTo>
                <a:cubicBezTo>
                  <a:pt x="6765" y="27198"/>
                  <a:pt x="6825" y="27258"/>
                  <a:pt x="6885" y="27278"/>
                </a:cubicBezTo>
                <a:cubicBezTo>
                  <a:pt x="6964" y="27298"/>
                  <a:pt x="7024" y="27258"/>
                  <a:pt x="7064" y="27258"/>
                </a:cubicBezTo>
                <a:cubicBezTo>
                  <a:pt x="7322" y="27298"/>
                  <a:pt x="7581" y="27397"/>
                  <a:pt x="7820" y="27417"/>
                </a:cubicBezTo>
                <a:cubicBezTo>
                  <a:pt x="8019" y="27417"/>
                  <a:pt x="8258" y="27338"/>
                  <a:pt x="8437" y="27358"/>
                </a:cubicBezTo>
                <a:cubicBezTo>
                  <a:pt x="8556" y="27358"/>
                  <a:pt x="8596" y="27417"/>
                  <a:pt x="8636" y="27437"/>
                </a:cubicBezTo>
                <a:cubicBezTo>
                  <a:pt x="8656" y="27437"/>
                  <a:pt x="8675" y="27377"/>
                  <a:pt x="8675" y="27377"/>
                </a:cubicBezTo>
                <a:cubicBezTo>
                  <a:pt x="9034" y="27417"/>
                  <a:pt x="9451" y="27457"/>
                  <a:pt x="9670" y="27497"/>
                </a:cubicBezTo>
                <a:cubicBezTo>
                  <a:pt x="9730" y="27497"/>
                  <a:pt x="9750" y="27457"/>
                  <a:pt x="9790" y="27457"/>
                </a:cubicBezTo>
                <a:cubicBezTo>
                  <a:pt x="10008" y="27417"/>
                  <a:pt x="10148" y="27437"/>
                  <a:pt x="10367" y="27437"/>
                </a:cubicBezTo>
                <a:cubicBezTo>
                  <a:pt x="10585" y="27437"/>
                  <a:pt x="10904" y="27377"/>
                  <a:pt x="11162" y="27358"/>
                </a:cubicBezTo>
                <a:cubicBezTo>
                  <a:pt x="11222" y="27358"/>
                  <a:pt x="11302" y="27377"/>
                  <a:pt x="11381" y="27377"/>
                </a:cubicBezTo>
                <a:cubicBezTo>
                  <a:pt x="12018" y="27318"/>
                  <a:pt x="12973" y="27318"/>
                  <a:pt x="13649" y="27178"/>
                </a:cubicBezTo>
                <a:cubicBezTo>
                  <a:pt x="14346" y="27039"/>
                  <a:pt x="14983" y="26860"/>
                  <a:pt x="15599" y="26741"/>
                </a:cubicBezTo>
                <a:cubicBezTo>
                  <a:pt x="15957" y="26661"/>
                  <a:pt x="16256" y="26562"/>
                  <a:pt x="16554" y="26502"/>
                </a:cubicBezTo>
                <a:cubicBezTo>
                  <a:pt x="16952" y="26422"/>
                  <a:pt x="17390" y="26442"/>
                  <a:pt x="17828" y="26323"/>
                </a:cubicBezTo>
                <a:cubicBezTo>
                  <a:pt x="17967" y="26283"/>
                  <a:pt x="18106" y="26223"/>
                  <a:pt x="18246" y="26164"/>
                </a:cubicBezTo>
                <a:cubicBezTo>
                  <a:pt x="18763" y="26005"/>
                  <a:pt x="19101" y="25905"/>
                  <a:pt x="19539" y="25806"/>
                </a:cubicBezTo>
                <a:lnTo>
                  <a:pt x="20116" y="25666"/>
                </a:lnTo>
                <a:cubicBezTo>
                  <a:pt x="20315" y="25607"/>
                  <a:pt x="20534" y="25547"/>
                  <a:pt x="20733" y="25487"/>
                </a:cubicBezTo>
                <a:cubicBezTo>
                  <a:pt x="21130" y="25348"/>
                  <a:pt x="21528" y="25209"/>
                  <a:pt x="21906" y="25030"/>
                </a:cubicBezTo>
                <a:cubicBezTo>
                  <a:pt x="22583" y="24751"/>
                  <a:pt x="23220" y="24333"/>
                  <a:pt x="23797" y="23856"/>
                </a:cubicBezTo>
                <a:cubicBezTo>
                  <a:pt x="24433" y="23279"/>
                  <a:pt x="25010" y="22602"/>
                  <a:pt x="25468" y="21866"/>
                </a:cubicBezTo>
                <a:cubicBezTo>
                  <a:pt x="26105" y="20891"/>
                  <a:pt x="26542" y="19697"/>
                  <a:pt x="26662" y="18563"/>
                </a:cubicBezTo>
                <a:cubicBezTo>
                  <a:pt x="26761" y="17608"/>
                  <a:pt x="26861" y="16474"/>
                  <a:pt x="26781" y="1547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11"/>
          <p:cNvSpPr/>
          <p:nvPr/>
        </p:nvSpPr>
        <p:spPr>
          <a:xfrm rot="6525556">
            <a:off x="634440" y="942996"/>
            <a:ext cx="1792216" cy="1313380"/>
          </a:xfrm>
          <a:custGeom>
            <a:avLst/>
            <a:gdLst/>
            <a:ahLst/>
            <a:cxnLst/>
            <a:rect l="l" t="t" r="r" b="b"/>
            <a:pathLst>
              <a:path w="71687" h="52534" extrusionOk="0">
                <a:moveTo>
                  <a:pt x="45501" y="1"/>
                </a:moveTo>
                <a:cubicBezTo>
                  <a:pt x="44031" y="1"/>
                  <a:pt x="42548" y="114"/>
                  <a:pt x="41066" y="337"/>
                </a:cubicBezTo>
                <a:cubicBezTo>
                  <a:pt x="40808" y="377"/>
                  <a:pt x="40549" y="417"/>
                  <a:pt x="40290" y="476"/>
                </a:cubicBezTo>
                <a:cubicBezTo>
                  <a:pt x="32093" y="1929"/>
                  <a:pt x="24592" y="6127"/>
                  <a:pt x="18325" y="11499"/>
                </a:cubicBezTo>
                <a:cubicBezTo>
                  <a:pt x="10923" y="17826"/>
                  <a:pt x="0" y="29485"/>
                  <a:pt x="3701" y="40249"/>
                </a:cubicBezTo>
                <a:cubicBezTo>
                  <a:pt x="4358" y="42139"/>
                  <a:pt x="5353" y="43910"/>
                  <a:pt x="6626" y="45482"/>
                </a:cubicBezTo>
                <a:cubicBezTo>
                  <a:pt x="10032" y="49704"/>
                  <a:pt x="15304" y="52534"/>
                  <a:pt x="20694" y="52534"/>
                </a:cubicBezTo>
                <a:cubicBezTo>
                  <a:pt x="21349" y="52534"/>
                  <a:pt x="22006" y="52492"/>
                  <a:pt x="22662" y="52406"/>
                </a:cubicBezTo>
                <a:cubicBezTo>
                  <a:pt x="28711" y="51630"/>
                  <a:pt x="34202" y="47113"/>
                  <a:pt x="35794" y="41224"/>
                </a:cubicBezTo>
                <a:cubicBezTo>
                  <a:pt x="40385" y="43315"/>
                  <a:pt x="44956" y="44761"/>
                  <a:pt x="49574" y="44761"/>
                </a:cubicBezTo>
                <a:cubicBezTo>
                  <a:pt x="52821" y="44761"/>
                  <a:pt x="56092" y="44046"/>
                  <a:pt x="59411" y="42338"/>
                </a:cubicBezTo>
                <a:cubicBezTo>
                  <a:pt x="64385" y="39811"/>
                  <a:pt x="69498" y="34897"/>
                  <a:pt x="70433" y="29167"/>
                </a:cubicBezTo>
                <a:cubicBezTo>
                  <a:pt x="71687" y="21547"/>
                  <a:pt x="68841" y="13588"/>
                  <a:pt x="63768" y="7858"/>
                </a:cubicBezTo>
                <a:cubicBezTo>
                  <a:pt x="59042" y="2508"/>
                  <a:pt x="52421" y="1"/>
                  <a:pt x="455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11"/>
          <p:cNvSpPr/>
          <p:nvPr/>
        </p:nvSpPr>
        <p:spPr>
          <a:xfrm rot="789901">
            <a:off x="1078312" y="595796"/>
            <a:ext cx="1036557" cy="1281072"/>
          </a:xfrm>
          <a:custGeom>
            <a:avLst/>
            <a:gdLst/>
            <a:ahLst/>
            <a:cxnLst/>
            <a:rect l="l" t="t" r="r" b="b"/>
            <a:pathLst>
              <a:path w="26881" h="33222" extrusionOk="0">
                <a:moveTo>
                  <a:pt x="9335" y="18405"/>
                </a:moveTo>
                <a:cubicBezTo>
                  <a:pt x="9327" y="18416"/>
                  <a:pt x="9319" y="18428"/>
                  <a:pt x="9312" y="18439"/>
                </a:cubicBezTo>
                <a:cubicBezTo>
                  <a:pt x="9319" y="18429"/>
                  <a:pt x="9327" y="18417"/>
                  <a:pt x="9335" y="18405"/>
                </a:cubicBezTo>
                <a:close/>
                <a:moveTo>
                  <a:pt x="8914" y="18817"/>
                </a:moveTo>
                <a:lnTo>
                  <a:pt x="8914" y="18817"/>
                </a:lnTo>
                <a:cubicBezTo>
                  <a:pt x="8904" y="18836"/>
                  <a:pt x="8895" y="18854"/>
                  <a:pt x="8887" y="18871"/>
                </a:cubicBezTo>
                <a:lnTo>
                  <a:pt x="8887" y="18871"/>
                </a:lnTo>
                <a:lnTo>
                  <a:pt x="8914" y="18817"/>
                </a:lnTo>
                <a:close/>
                <a:moveTo>
                  <a:pt x="7761" y="25656"/>
                </a:moveTo>
                <a:lnTo>
                  <a:pt x="7760" y="25661"/>
                </a:lnTo>
                <a:cubicBezTo>
                  <a:pt x="7760" y="25660"/>
                  <a:pt x="7761" y="25658"/>
                  <a:pt x="7761" y="25656"/>
                </a:cubicBezTo>
                <a:close/>
                <a:moveTo>
                  <a:pt x="7641" y="25801"/>
                </a:moveTo>
                <a:lnTo>
                  <a:pt x="7641" y="25801"/>
                </a:lnTo>
                <a:cubicBezTo>
                  <a:pt x="7633" y="25805"/>
                  <a:pt x="7626" y="25810"/>
                  <a:pt x="7619" y="25814"/>
                </a:cubicBezTo>
                <a:lnTo>
                  <a:pt x="7619" y="25814"/>
                </a:lnTo>
                <a:cubicBezTo>
                  <a:pt x="7626" y="25811"/>
                  <a:pt x="7633" y="25807"/>
                  <a:pt x="7641" y="25801"/>
                </a:cubicBezTo>
                <a:close/>
                <a:moveTo>
                  <a:pt x="2945" y="27653"/>
                </a:moveTo>
                <a:cubicBezTo>
                  <a:pt x="2938" y="27674"/>
                  <a:pt x="2932" y="27694"/>
                  <a:pt x="2925" y="27711"/>
                </a:cubicBezTo>
                <a:cubicBezTo>
                  <a:pt x="2934" y="27689"/>
                  <a:pt x="2941" y="27670"/>
                  <a:pt x="2945" y="27653"/>
                </a:cubicBezTo>
                <a:close/>
                <a:moveTo>
                  <a:pt x="3400" y="31173"/>
                </a:moveTo>
                <a:cubicBezTo>
                  <a:pt x="3395" y="31179"/>
                  <a:pt x="3389" y="31186"/>
                  <a:pt x="3383" y="31192"/>
                </a:cubicBezTo>
                <a:cubicBezTo>
                  <a:pt x="3389" y="31186"/>
                  <a:pt x="3395" y="31180"/>
                  <a:pt x="3400" y="31173"/>
                </a:cubicBezTo>
                <a:close/>
                <a:moveTo>
                  <a:pt x="2686" y="31829"/>
                </a:moveTo>
                <a:cubicBezTo>
                  <a:pt x="2666" y="31909"/>
                  <a:pt x="2587" y="31988"/>
                  <a:pt x="2468" y="32068"/>
                </a:cubicBezTo>
                <a:cubicBezTo>
                  <a:pt x="2507" y="31968"/>
                  <a:pt x="2587" y="31889"/>
                  <a:pt x="2686" y="31829"/>
                </a:cubicBezTo>
                <a:close/>
                <a:moveTo>
                  <a:pt x="2249" y="31929"/>
                </a:moveTo>
                <a:cubicBezTo>
                  <a:pt x="2288" y="31968"/>
                  <a:pt x="2308" y="32048"/>
                  <a:pt x="2288" y="32147"/>
                </a:cubicBezTo>
                <a:cubicBezTo>
                  <a:pt x="2229" y="32187"/>
                  <a:pt x="2149" y="32227"/>
                  <a:pt x="2090" y="32247"/>
                </a:cubicBezTo>
                <a:cubicBezTo>
                  <a:pt x="2090" y="32207"/>
                  <a:pt x="2090" y="32187"/>
                  <a:pt x="2090" y="32147"/>
                </a:cubicBezTo>
                <a:cubicBezTo>
                  <a:pt x="2149" y="32088"/>
                  <a:pt x="2189" y="32008"/>
                  <a:pt x="2249" y="31929"/>
                </a:cubicBezTo>
                <a:close/>
                <a:moveTo>
                  <a:pt x="25318" y="0"/>
                </a:moveTo>
                <a:cubicBezTo>
                  <a:pt x="25303" y="0"/>
                  <a:pt x="25289" y="5"/>
                  <a:pt x="25269" y="15"/>
                </a:cubicBezTo>
                <a:cubicBezTo>
                  <a:pt x="25265" y="11"/>
                  <a:pt x="25261" y="10"/>
                  <a:pt x="25257" y="10"/>
                </a:cubicBezTo>
                <a:cubicBezTo>
                  <a:pt x="25241" y="10"/>
                  <a:pt x="25225" y="39"/>
                  <a:pt x="25209" y="55"/>
                </a:cubicBezTo>
                <a:lnTo>
                  <a:pt x="25149" y="115"/>
                </a:lnTo>
                <a:cubicBezTo>
                  <a:pt x="25070" y="214"/>
                  <a:pt x="24990" y="333"/>
                  <a:pt x="24911" y="473"/>
                </a:cubicBezTo>
                <a:cubicBezTo>
                  <a:pt x="24897" y="478"/>
                  <a:pt x="24887" y="481"/>
                  <a:pt x="24880" y="481"/>
                </a:cubicBezTo>
                <a:cubicBezTo>
                  <a:pt x="24814" y="481"/>
                  <a:pt x="25002" y="254"/>
                  <a:pt x="24930" y="254"/>
                </a:cubicBezTo>
                <a:cubicBezTo>
                  <a:pt x="24791" y="532"/>
                  <a:pt x="24632" y="711"/>
                  <a:pt x="24274" y="1010"/>
                </a:cubicBezTo>
                <a:lnTo>
                  <a:pt x="24294" y="930"/>
                </a:lnTo>
                <a:lnTo>
                  <a:pt x="24294" y="930"/>
                </a:lnTo>
                <a:cubicBezTo>
                  <a:pt x="24035" y="1209"/>
                  <a:pt x="23936" y="1308"/>
                  <a:pt x="23796" y="1448"/>
                </a:cubicBezTo>
                <a:cubicBezTo>
                  <a:pt x="23657" y="1587"/>
                  <a:pt x="23518" y="1706"/>
                  <a:pt x="23379" y="1806"/>
                </a:cubicBezTo>
                <a:cubicBezTo>
                  <a:pt x="23100" y="2044"/>
                  <a:pt x="22821" y="2283"/>
                  <a:pt x="22423" y="2641"/>
                </a:cubicBezTo>
                <a:lnTo>
                  <a:pt x="22563" y="2681"/>
                </a:lnTo>
                <a:cubicBezTo>
                  <a:pt x="22404" y="2840"/>
                  <a:pt x="22344" y="2840"/>
                  <a:pt x="22244" y="2900"/>
                </a:cubicBezTo>
                <a:cubicBezTo>
                  <a:pt x="22237" y="2956"/>
                  <a:pt x="22247" y="2978"/>
                  <a:pt x="22268" y="2978"/>
                </a:cubicBezTo>
                <a:cubicBezTo>
                  <a:pt x="22344" y="2978"/>
                  <a:pt x="22566" y="2682"/>
                  <a:pt x="22650" y="2682"/>
                </a:cubicBezTo>
                <a:cubicBezTo>
                  <a:pt x="22673" y="2682"/>
                  <a:pt x="22686" y="2705"/>
                  <a:pt x="22682" y="2761"/>
                </a:cubicBezTo>
                <a:cubicBezTo>
                  <a:pt x="22291" y="2800"/>
                  <a:pt x="21593" y="3896"/>
                  <a:pt x="21248" y="3896"/>
                </a:cubicBezTo>
                <a:cubicBezTo>
                  <a:pt x="21241" y="3896"/>
                  <a:pt x="21236" y="3896"/>
                  <a:pt x="21230" y="3895"/>
                </a:cubicBezTo>
                <a:lnTo>
                  <a:pt x="21230" y="3895"/>
                </a:lnTo>
                <a:cubicBezTo>
                  <a:pt x="20991" y="4153"/>
                  <a:pt x="21389" y="3915"/>
                  <a:pt x="21150" y="4173"/>
                </a:cubicBezTo>
                <a:lnTo>
                  <a:pt x="21031" y="4193"/>
                </a:lnTo>
                <a:lnTo>
                  <a:pt x="21051" y="4333"/>
                </a:lnTo>
                <a:cubicBezTo>
                  <a:pt x="20922" y="4447"/>
                  <a:pt x="20814" y="4489"/>
                  <a:pt x="20741" y="4489"/>
                </a:cubicBezTo>
                <a:cubicBezTo>
                  <a:pt x="20712" y="4489"/>
                  <a:pt x="20689" y="4483"/>
                  <a:pt x="20673" y="4472"/>
                </a:cubicBezTo>
                <a:cubicBezTo>
                  <a:pt x="20712" y="4432"/>
                  <a:pt x="20772" y="4333"/>
                  <a:pt x="20812" y="4293"/>
                </a:cubicBezTo>
                <a:lnTo>
                  <a:pt x="20812" y="4293"/>
                </a:lnTo>
                <a:cubicBezTo>
                  <a:pt x="20553" y="4432"/>
                  <a:pt x="20295" y="4870"/>
                  <a:pt x="20195" y="4989"/>
                </a:cubicBezTo>
                <a:lnTo>
                  <a:pt x="20434" y="4790"/>
                </a:lnTo>
                <a:lnTo>
                  <a:pt x="20434" y="4790"/>
                </a:lnTo>
                <a:cubicBezTo>
                  <a:pt x="20135" y="5168"/>
                  <a:pt x="19777" y="5566"/>
                  <a:pt x="19419" y="5964"/>
                </a:cubicBezTo>
                <a:cubicBezTo>
                  <a:pt x="19081" y="6362"/>
                  <a:pt x="18743" y="6780"/>
                  <a:pt x="18504" y="7178"/>
                </a:cubicBezTo>
                <a:lnTo>
                  <a:pt x="18584" y="7178"/>
                </a:lnTo>
                <a:cubicBezTo>
                  <a:pt x="18205" y="7775"/>
                  <a:pt x="18166" y="7556"/>
                  <a:pt x="17708" y="8192"/>
                </a:cubicBezTo>
                <a:lnTo>
                  <a:pt x="17708" y="8153"/>
                </a:lnTo>
                <a:cubicBezTo>
                  <a:pt x="17648" y="8312"/>
                  <a:pt x="17549" y="8491"/>
                  <a:pt x="17410" y="8650"/>
                </a:cubicBezTo>
                <a:cubicBezTo>
                  <a:pt x="17422" y="8607"/>
                  <a:pt x="17414" y="8592"/>
                  <a:pt x="17394" y="8592"/>
                </a:cubicBezTo>
                <a:cubicBezTo>
                  <a:pt x="17345" y="8592"/>
                  <a:pt x="17221" y="8689"/>
                  <a:pt x="17174" y="8689"/>
                </a:cubicBezTo>
                <a:cubicBezTo>
                  <a:pt x="17152" y="8689"/>
                  <a:pt x="17146" y="8669"/>
                  <a:pt x="17171" y="8610"/>
                </a:cubicBezTo>
                <a:lnTo>
                  <a:pt x="17171" y="8610"/>
                </a:lnTo>
                <a:cubicBezTo>
                  <a:pt x="16773" y="9267"/>
                  <a:pt x="16992" y="8968"/>
                  <a:pt x="16833" y="9486"/>
                </a:cubicBezTo>
                <a:lnTo>
                  <a:pt x="16693" y="9525"/>
                </a:lnTo>
                <a:cubicBezTo>
                  <a:pt x="16634" y="9705"/>
                  <a:pt x="16673" y="9744"/>
                  <a:pt x="16435" y="10063"/>
                </a:cubicBezTo>
                <a:cubicBezTo>
                  <a:pt x="16479" y="9968"/>
                  <a:pt x="16467" y="9943"/>
                  <a:pt x="16435" y="9943"/>
                </a:cubicBezTo>
                <a:cubicBezTo>
                  <a:pt x="16401" y="9943"/>
                  <a:pt x="16346" y="9970"/>
                  <a:pt x="16311" y="9970"/>
                </a:cubicBezTo>
                <a:cubicBezTo>
                  <a:pt x="16274" y="9970"/>
                  <a:pt x="16260" y="9941"/>
                  <a:pt x="16315" y="9824"/>
                </a:cubicBezTo>
                <a:lnTo>
                  <a:pt x="16315" y="9824"/>
                </a:lnTo>
                <a:cubicBezTo>
                  <a:pt x="15619" y="10321"/>
                  <a:pt x="15718" y="10898"/>
                  <a:pt x="15221" y="10998"/>
                </a:cubicBezTo>
                <a:cubicBezTo>
                  <a:pt x="15217" y="11091"/>
                  <a:pt x="15239" y="11128"/>
                  <a:pt x="15275" y="11128"/>
                </a:cubicBezTo>
                <a:cubicBezTo>
                  <a:pt x="15398" y="11128"/>
                  <a:pt x="15690" y="10710"/>
                  <a:pt x="15709" y="10710"/>
                </a:cubicBezTo>
                <a:cubicBezTo>
                  <a:pt x="15712" y="10710"/>
                  <a:pt x="15709" y="10719"/>
                  <a:pt x="15699" y="10739"/>
                </a:cubicBezTo>
                <a:cubicBezTo>
                  <a:pt x="15713" y="10733"/>
                  <a:pt x="15725" y="10730"/>
                  <a:pt x="15735" y="10730"/>
                </a:cubicBezTo>
                <a:cubicBezTo>
                  <a:pt x="15842" y="10730"/>
                  <a:pt x="15644" y="11112"/>
                  <a:pt x="15480" y="11276"/>
                </a:cubicBezTo>
                <a:cubicBezTo>
                  <a:pt x="15321" y="11475"/>
                  <a:pt x="14942" y="11416"/>
                  <a:pt x="14525" y="11933"/>
                </a:cubicBezTo>
                <a:cubicBezTo>
                  <a:pt x="14564" y="11873"/>
                  <a:pt x="14564" y="11873"/>
                  <a:pt x="14604" y="11814"/>
                </a:cubicBezTo>
                <a:lnTo>
                  <a:pt x="14604" y="11814"/>
                </a:lnTo>
                <a:cubicBezTo>
                  <a:pt x="14385" y="11973"/>
                  <a:pt x="14365" y="12251"/>
                  <a:pt x="14087" y="12410"/>
                </a:cubicBezTo>
                <a:cubicBezTo>
                  <a:pt x="14107" y="12649"/>
                  <a:pt x="13848" y="12709"/>
                  <a:pt x="13968" y="12888"/>
                </a:cubicBezTo>
                <a:lnTo>
                  <a:pt x="14306" y="12391"/>
                </a:lnTo>
                <a:lnTo>
                  <a:pt x="14306" y="12391"/>
                </a:lnTo>
                <a:cubicBezTo>
                  <a:pt x="14147" y="12689"/>
                  <a:pt x="14127" y="13087"/>
                  <a:pt x="13689" y="13465"/>
                </a:cubicBezTo>
                <a:cubicBezTo>
                  <a:pt x="13689" y="13405"/>
                  <a:pt x="13749" y="13226"/>
                  <a:pt x="13789" y="13127"/>
                </a:cubicBezTo>
                <a:lnTo>
                  <a:pt x="13789" y="13127"/>
                </a:lnTo>
                <a:cubicBezTo>
                  <a:pt x="13649" y="13206"/>
                  <a:pt x="13629" y="13405"/>
                  <a:pt x="13470" y="13485"/>
                </a:cubicBezTo>
                <a:cubicBezTo>
                  <a:pt x="13351" y="13326"/>
                  <a:pt x="13888" y="12888"/>
                  <a:pt x="13987" y="12490"/>
                </a:cubicBezTo>
                <a:lnTo>
                  <a:pt x="13987" y="12490"/>
                </a:lnTo>
                <a:cubicBezTo>
                  <a:pt x="13846" y="12569"/>
                  <a:pt x="13741" y="12935"/>
                  <a:pt x="13674" y="12935"/>
                </a:cubicBezTo>
                <a:cubicBezTo>
                  <a:pt x="13657" y="12935"/>
                  <a:pt x="13642" y="12910"/>
                  <a:pt x="13629" y="12848"/>
                </a:cubicBezTo>
                <a:lnTo>
                  <a:pt x="13629" y="12848"/>
                </a:lnTo>
                <a:cubicBezTo>
                  <a:pt x="13689" y="13246"/>
                  <a:pt x="13192" y="13346"/>
                  <a:pt x="13092" y="13823"/>
                </a:cubicBezTo>
                <a:lnTo>
                  <a:pt x="13013" y="13724"/>
                </a:lnTo>
                <a:cubicBezTo>
                  <a:pt x="12993" y="13803"/>
                  <a:pt x="12933" y="13942"/>
                  <a:pt x="12853" y="14042"/>
                </a:cubicBezTo>
                <a:lnTo>
                  <a:pt x="12873" y="13763"/>
                </a:lnTo>
                <a:lnTo>
                  <a:pt x="12873" y="13763"/>
                </a:lnTo>
                <a:cubicBezTo>
                  <a:pt x="12754" y="14141"/>
                  <a:pt x="12356" y="14241"/>
                  <a:pt x="12197" y="14559"/>
                </a:cubicBezTo>
                <a:cubicBezTo>
                  <a:pt x="12360" y="14344"/>
                  <a:pt x="12432" y="14284"/>
                  <a:pt x="12472" y="14284"/>
                </a:cubicBezTo>
                <a:cubicBezTo>
                  <a:pt x="12521" y="14284"/>
                  <a:pt x="12519" y="14379"/>
                  <a:pt x="12584" y="14379"/>
                </a:cubicBezTo>
                <a:cubicBezTo>
                  <a:pt x="12605" y="14379"/>
                  <a:pt x="12634" y="14368"/>
                  <a:pt x="12674" y="14340"/>
                </a:cubicBezTo>
                <a:lnTo>
                  <a:pt x="12674" y="14340"/>
                </a:lnTo>
                <a:cubicBezTo>
                  <a:pt x="12256" y="15136"/>
                  <a:pt x="12097" y="14559"/>
                  <a:pt x="11560" y="15335"/>
                </a:cubicBezTo>
                <a:cubicBezTo>
                  <a:pt x="11629" y="15252"/>
                  <a:pt x="11766" y="15140"/>
                  <a:pt x="11816" y="15140"/>
                </a:cubicBezTo>
                <a:cubicBezTo>
                  <a:pt x="11838" y="15140"/>
                  <a:pt x="11843" y="15161"/>
                  <a:pt x="11819" y="15216"/>
                </a:cubicBezTo>
                <a:cubicBezTo>
                  <a:pt x="11699" y="15355"/>
                  <a:pt x="11500" y="15534"/>
                  <a:pt x="11381" y="15574"/>
                </a:cubicBezTo>
                <a:cubicBezTo>
                  <a:pt x="11241" y="15780"/>
                  <a:pt x="11227" y="15833"/>
                  <a:pt x="11259" y="15833"/>
                </a:cubicBezTo>
                <a:cubicBezTo>
                  <a:pt x="11293" y="15833"/>
                  <a:pt x="11384" y="15769"/>
                  <a:pt x="11428" y="15769"/>
                </a:cubicBezTo>
                <a:cubicBezTo>
                  <a:pt x="11453" y="15769"/>
                  <a:pt x="11463" y="15789"/>
                  <a:pt x="11441" y="15852"/>
                </a:cubicBezTo>
                <a:cubicBezTo>
                  <a:pt x="11182" y="15932"/>
                  <a:pt x="11282" y="16151"/>
                  <a:pt x="11142" y="16410"/>
                </a:cubicBezTo>
                <a:lnTo>
                  <a:pt x="11043" y="16330"/>
                </a:lnTo>
                <a:lnTo>
                  <a:pt x="11043" y="16330"/>
                </a:lnTo>
                <a:cubicBezTo>
                  <a:pt x="10526" y="16887"/>
                  <a:pt x="11142" y="16648"/>
                  <a:pt x="10645" y="17146"/>
                </a:cubicBezTo>
                <a:lnTo>
                  <a:pt x="10685" y="16807"/>
                </a:lnTo>
                <a:lnTo>
                  <a:pt x="10685" y="16807"/>
                </a:lnTo>
                <a:lnTo>
                  <a:pt x="10506" y="17106"/>
                </a:lnTo>
                <a:lnTo>
                  <a:pt x="10426" y="16967"/>
                </a:lnTo>
                <a:cubicBezTo>
                  <a:pt x="10287" y="17345"/>
                  <a:pt x="10187" y="17424"/>
                  <a:pt x="9929" y="17703"/>
                </a:cubicBezTo>
                <a:cubicBezTo>
                  <a:pt x="9934" y="17702"/>
                  <a:pt x="9939" y="17701"/>
                  <a:pt x="9945" y="17701"/>
                </a:cubicBezTo>
                <a:cubicBezTo>
                  <a:pt x="10051" y="17701"/>
                  <a:pt x="10079" y="17894"/>
                  <a:pt x="9889" y="18141"/>
                </a:cubicBezTo>
                <a:cubicBezTo>
                  <a:pt x="9848" y="18169"/>
                  <a:pt x="9823" y="18179"/>
                  <a:pt x="9807" y="18179"/>
                </a:cubicBezTo>
                <a:cubicBezTo>
                  <a:pt x="9778" y="18179"/>
                  <a:pt x="9778" y="18150"/>
                  <a:pt x="9766" y="18150"/>
                </a:cubicBezTo>
                <a:cubicBezTo>
                  <a:pt x="9751" y="18150"/>
                  <a:pt x="9721" y="18189"/>
                  <a:pt x="9610" y="18359"/>
                </a:cubicBezTo>
                <a:cubicBezTo>
                  <a:pt x="9610" y="18240"/>
                  <a:pt x="9590" y="18081"/>
                  <a:pt x="9809" y="17981"/>
                </a:cubicBezTo>
                <a:cubicBezTo>
                  <a:pt x="9789" y="17942"/>
                  <a:pt x="9809" y="17842"/>
                  <a:pt x="9789" y="17802"/>
                </a:cubicBezTo>
                <a:cubicBezTo>
                  <a:pt x="9587" y="17931"/>
                  <a:pt x="9435" y="18248"/>
                  <a:pt x="9335" y="18405"/>
                </a:cubicBezTo>
                <a:lnTo>
                  <a:pt x="9335" y="18405"/>
                </a:lnTo>
                <a:cubicBezTo>
                  <a:pt x="9367" y="18358"/>
                  <a:pt x="9399" y="18316"/>
                  <a:pt x="9431" y="18300"/>
                </a:cubicBezTo>
                <a:lnTo>
                  <a:pt x="9431" y="18300"/>
                </a:lnTo>
                <a:lnTo>
                  <a:pt x="9173" y="18956"/>
                </a:lnTo>
                <a:cubicBezTo>
                  <a:pt x="9151" y="18969"/>
                  <a:pt x="9136" y="18974"/>
                  <a:pt x="9124" y="18974"/>
                </a:cubicBezTo>
                <a:cubicBezTo>
                  <a:pt x="9082" y="18974"/>
                  <a:pt x="9097" y="18900"/>
                  <a:pt x="9113" y="18837"/>
                </a:cubicBezTo>
                <a:lnTo>
                  <a:pt x="9113" y="18837"/>
                </a:lnTo>
                <a:cubicBezTo>
                  <a:pt x="9033" y="18956"/>
                  <a:pt x="9033" y="19076"/>
                  <a:pt x="8914" y="19235"/>
                </a:cubicBezTo>
                <a:cubicBezTo>
                  <a:pt x="8877" y="19143"/>
                  <a:pt x="8789" y="19085"/>
                  <a:pt x="8887" y="18871"/>
                </a:cubicBezTo>
                <a:lnTo>
                  <a:pt x="8887" y="18871"/>
                </a:lnTo>
                <a:lnTo>
                  <a:pt x="8615" y="19414"/>
                </a:lnTo>
                <a:cubicBezTo>
                  <a:pt x="8567" y="19430"/>
                  <a:pt x="8397" y="19554"/>
                  <a:pt x="8349" y="19554"/>
                </a:cubicBezTo>
                <a:cubicBezTo>
                  <a:pt x="8338" y="19554"/>
                  <a:pt x="8333" y="19548"/>
                  <a:pt x="8337" y="19533"/>
                </a:cubicBezTo>
                <a:lnTo>
                  <a:pt x="8337" y="19533"/>
                </a:lnTo>
                <a:cubicBezTo>
                  <a:pt x="8078" y="19792"/>
                  <a:pt x="7979" y="20369"/>
                  <a:pt x="7621" y="20707"/>
                </a:cubicBezTo>
                <a:cubicBezTo>
                  <a:pt x="7621" y="20747"/>
                  <a:pt x="7601" y="20787"/>
                  <a:pt x="7561" y="20886"/>
                </a:cubicBezTo>
                <a:cubicBezTo>
                  <a:pt x="7282" y="21244"/>
                  <a:pt x="6944" y="21483"/>
                  <a:pt x="6745" y="22020"/>
                </a:cubicBezTo>
                <a:lnTo>
                  <a:pt x="6427" y="22160"/>
                </a:lnTo>
                <a:cubicBezTo>
                  <a:pt x="6363" y="22264"/>
                  <a:pt x="6372" y="22291"/>
                  <a:pt x="6408" y="22291"/>
                </a:cubicBezTo>
                <a:cubicBezTo>
                  <a:pt x="6446" y="22291"/>
                  <a:pt x="6512" y="22263"/>
                  <a:pt x="6558" y="22263"/>
                </a:cubicBezTo>
                <a:cubicBezTo>
                  <a:pt x="6620" y="22263"/>
                  <a:pt x="6644" y="22314"/>
                  <a:pt x="6506" y="22557"/>
                </a:cubicBezTo>
                <a:cubicBezTo>
                  <a:pt x="6413" y="22729"/>
                  <a:pt x="6356" y="22775"/>
                  <a:pt x="6313" y="22775"/>
                </a:cubicBezTo>
                <a:cubicBezTo>
                  <a:pt x="6263" y="22775"/>
                  <a:pt x="6231" y="22712"/>
                  <a:pt x="6183" y="22712"/>
                </a:cubicBezTo>
                <a:cubicBezTo>
                  <a:pt x="6167" y="22712"/>
                  <a:pt x="6149" y="22719"/>
                  <a:pt x="6128" y="22737"/>
                </a:cubicBezTo>
                <a:cubicBezTo>
                  <a:pt x="6069" y="22995"/>
                  <a:pt x="5969" y="23453"/>
                  <a:pt x="5591" y="23731"/>
                </a:cubicBezTo>
                <a:cubicBezTo>
                  <a:pt x="5651" y="23592"/>
                  <a:pt x="5731" y="23513"/>
                  <a:pt x="5810" y="23393"/>
                </a:cubicBezTo>
                <a:lnTo>
                  <a:pt x="5810" y="23393"/>
                </a:lnTo>
                <a:lnTo>
                  <a:pt x="5512" y="23612"/>
                </a:lnTo>
                <a:cubicBezTo>
                  <a:pt x="5587" y="23278"/>
                  <a:pt x="5744" y="23072"/>
                  <a:pt x="5673" y="23072"/>
                </a:cubicBezTo>
                <a:cubicBezTo>
                  <a:pt x="5651" y="23072"/>
                  <a:pt x="5607" y="23092"/>
                  <a:pt x="5532" y="23134"/>
                </a:cubicBezTo>
                <a:cubicBezTo>
                  <a:pt x="5810" y="23393"/>
                  <a:pt x="4795" y="24269"/>
                  <a:pt x="5054" y="24507"/>
                </a:cubicBezTo>
                <a:lnTo>
                  <a:pt x="4875" y="24666"/>
                </a:lnTo>
                <a:cubicBezTo>
                  <a:pt x="4915" y="24607"/>
                  <a:pt x="4895" y="24587"/>
                  <a:pt x="4935" y="24527"/>
                </a:cubicBezTo>
                <a:lnTo>
                  <a:pt x="4935" y="24527"/>
                </a:lnTo>
                <a:cubicBezTo>
                  <a:pt x="4537" y="24806"/>
                  <a:pt x="4955" y="24945"/>
                  <a:pt x="4596" y="25403"/>
                </a:cubicBezTo>
                <a:cubicBezTo>
                  <a:pt x="4504" y="25495"/>
                  <a:pt x="4421" y="25569"/>
                  <a:pt x="4387" y="25569"/>
                </a:cubicBezTo>
                <a:cubicBezTo>
                  <a:pt x="4369" y="25569"/>
                  <a:pt x="4364" y="25549"/>
                  <a:pt x="4378" y="25502"/>
                </a:cubicBezTo>
                <a:lnTo>
                  <a:pt x="4378" y="25502"/>
                </a:lnTo>
                <a:lnTo>
                  <a:pt x="4199" y="25920"/>
                </a:lnTo>
                <a:cubicBezTo>
                  <a:pt x="4172" y="25955"/>
                  <a:pt x="4150" y="25971"/>
                  <a:pt x="4137" y="25971"/>
                </a:cubicBezTo>
                <a:cubicBezTo>
                  <a:pt x="4119" y="25971"/>
                  <a:pt x="4116" y="25945"/>
                  <a:pt x="4139" y="25900"/>
                </a:cubicBezTo>
                <a:lnTo>
                  <a:pt x="4139" y="25900"/>
                </a:lnTo>
                <a:lnTo>
                  <a:pt x="3820" y="26437"/>
                </a:lnTo>
                <a:lnTo>
                  <a:pt x="3801" y="26417"/>
                </a:lnTo>
                <a:cubicBezTo>
                  <a:pt x="3801" y="26537"/>
                  <a:pt x="3741" y="26756"/>
                  <a:pt x="3721" y="26875"/>
                </a:cubicBezTo>
                <a:cubicBezTo>
                  <a:pt x="3693" y="26895"/>
                  <a:pt x="3677" y="26903"/>
                  <a:pt x="3669" y="26903"/>
                </a:cubicBezTo>
                <a:cubicBezTo>
                  <a:pt x="3639" y="26903"/>
                  <a:pt x="3718" y="26794"/>
                  <a:pt x="3688" y="26794"/>
                </a:cubicBezTo>
                <a:cubicBezTo>
                  <a:pt x="3686" y="26794"/>
                  <a:pt x="3684" y="26794"/>
                  <a:pt x="3681" y="26795"/>
                </a:cubicBezTo>
                <a:lnTo>
                  <a:pt x="3522" y="27154"/>
                </a:lnTo>
                <a:cubicBezTo>
                  <a:pt x="3508" y="27159"/>
                  <a:pt x="3496" y="27161"/>
                  <a:pt x="3486" y="27161"/>
                </a:cubicBezTo>
                <a:cubicBezTo>
                  <a:pt x="3381" y="27161"/>
                  <a:pt x="3476" y="26897"/>
                  <a:pt x="3622" y="26716"/>
                </a:cubicBezTo>
                <a:lnTo>
                  <a:pt x="3622" y="26716"/>
                </a:lnTo>
                <a:cubicBezTo>
                  <a:pt x="3124" y="26795"/>
                  <a:pt x="3522" y="27014"/>
                  <a:pt x="2925" y="27532"/>
                </a:cubicBezTo>
                <a:lnTo>
                  <a:pt x="3084" y="27213"/>
                </a:lnTo>
                <a:lnTo>
                  <a:pt x="3084" y="27213"/>
                </a:lnTo>
                <a:cubicBezTo>
                  <a:pt x="2786" y="27273"/>
                  <a:pt x="2706" y="27551"/>
                  <a:pt x="2368" y="27810"/>
                </a:cubicBezTo>
                <a:cubicBezTo>
                  <a:pt x="2438" y="27782"/>
                  <a:pt x="2763" y="27558"/>
                  <a:pt x="2895" y="27558"/>
                </a:cubicBezTo>
                <a:cubicBezTo>
                  <a:pt x="2940" y="27558"/>
                  <a:pt x="2963" y="27584"/>
                  <a:pt x="2945" y="27653"/>
                </a:cubicBezTo>
                <a:lnTo>
                  <a:pt x="2945" y="27653"/>
                </a:lnTo>
                <a:cubicBezTo>
                  <a:pt x="2980" y="27544"/>
                  <a:pt x="3024" y="27389"/>
                  <a:pt x="3124" y="27372"/>
                </a:cubicBezTo>
                <a:lnTo>
                  <a:pt x="3124" y="27372"/>
                </a:lnTo>
                <a:cubicBezTo>
                  <a:pt x="3164" y="27551"/>
                  <a:pt x="3064" y="27591"/>
                  <a:pt x="2925" y="27711"/>
                </a:cubicBezTo>
                <a:cubicBezTo>
                  <a:pt x="2846" y="27790"/>
                  <a:pt x="2746" y="27910"/>
                  <a:pt x="2686" y="28128"/>
                </a:cubicBezTo>
                <a:cubicBezTo>
                  <a:pt x="2672" y="28121"/>
                  <a:pt x="2658" y="28118"/>
                  <a:pt x="2644" y="28118"/>
                </a:cubicBezTo>
                <a:cubicBezTo>
                  <a:pt x="2547" y="28118"/>
                  <a:pt x="2470" y="28294"/>
                  <a:pt x="2348" y="28487"/>
                </a:cubicBezTo>
                <a:lnTo>
                  <a:pt x="2209" y="28387"/>
                </a:lnTo>
                <a:cubicBezTo>
                  <a:pt x="2090" y="28646"/>
                  <a:pt x="2169" y="28686"/>
                  <a:pt x="2149" y="28865"/>
                </a:cubicBezTo>
                <a:cubicBezTo>
                  <a:pt x="1977" y="29089"/>
                  <a:pt x="1849" y="29104"/>
                  <a:pt x="1728" y="29104"/>
                </a:cubicBezTo>
                <a:cubicBezTo>
                  <a:pt x="1709" y="29104"/>
                  <a:pt x="1690" y="29103"/>
                  <a:pt x="1672" y="29103"/>
                </a:cubicBezTo>
                <a:cubicBezTo>
                  <a:pt x="1581" y="29230"/>
                  <a:pt x="1580" y="29263"/>
                  <a:pt x="1614" y="29263"/>
                </a:cubicBezTo>
                <a:cubicBezTo>
                  <a:pt x="1652" y="29263"/>
                  <a:pt x="1733" y="29222"/>
                  <a:pt x="1781" y="29222"/>
                </a:cubicBezTo>
                <a:cubicBezTo>
                  <a:pt x="1832" y="29222"/>
                  <a:pt x="1846" y="29269"/>
                  <a:pt x="1731" y="29461"/>
                </a:cubicBezTo>
                <a:cubicBezTo>
                  <a:pt x="1433" y="29780"/>
                  <a:pt x="1333" y="30078"/>
                  <a:pt x="1134" y="30556"/>
                </a:cubicBezTo>
                <a:cubicBezTo>
                  <a:pt x="1077" y="30613"/>
                  <a:pt x="1046" y="30634"/>
                  <a:pt x="1029" y="30634"/>
                </a:cubicBezTo>
                <a:cubicBezTo>
                  <a:pt x="987" y="30634"/>
                  <a:pt x="1034" y="30508"/>
                  <a:pt x="996" y="30508"/>
                </a:cubicBezTo>
                <a:cubicBezTo>
                  <a:pt x="991" y="30508"/>
                  <a:pt x="984" y="30511"/>
                  <a:pt x="975" y="30516"/>
                </a:cubicBezTo>
                <a:lnTo>
                  <a:pt x="936" y="30814"/>
                </a:lnTo>
                <a:cubicBezTo>
                  <a:pt x="920" y="30838"/>
                  <a:pt x="907" y="30846"/>
                  <a:pt x="898" y="30846"/>
                </a:cubicBezTo>
                <a:cubicBezTo>
                  <a:pt x="883" y="30846"/>
                  <a:pt x="876" y="30827"/>
                  <a:pt x="876" y="30814"/>
                </a:cubicBezTo>
                <a:lnTo>
                  <a:pt x="876" y="30814"/>
                </a:lnTo>
                <a:cubicBezTo>
                  <a:pt x="796" y="31033"/>
                  <a:pt x="995" y="30914"/>
                  <a:pt x="836" y="31232"/>
                </a:cubicBezTo>
                <a:cubicBezTo>
                  <a:pt x="936" y="31411"/>
                  <a:pt x="219" y="31690"/>
                  <a:pt x="160" y="32187"/>
                </a:cubicBezTo>
                <a:lnTo>
                  <a:pt x="140" y="32187"/>
                </a:lnTo>
                <a:lnTo>
                  <a:pt x="359" y="32844"/>
                </a:lnTo>
                <a:cubicBezTo>
                  <a:pt x="398" y="32884"/>
                  <a:pt x="359" y="32904"/>
                  <a:pt x="339" y="32923"/>
                </a:cubicBezTo>
                <a:lnTo>
                  <a:pt x="319" y="32923"/>
                </a:lnTo>
                <a:lnTo>
                  <a:pt x="80" y="32147"/>
                </a:lnTo>
                <a:cubicBezTo>
                  <a:pt x="60" y="32108"/>
                  <a:pt x="60" y="32068"/>
                  <a:pt x="20" y="32068"/>
                </a:cubicBezTo>
                <a:cubicBezTo>
                  <a:pt x="20" y="32088"/>
                  <a:pt x="0" y="32108"/>
                  <a:pt x="20" y="32108"/>
                </a:cubicBezTo>
                <a:lnTo>
                  <a:pt x="319" y="32983"/>
                </a:lnTo>
                <a:cubicBezTo>
                  <a:pt x="836" y="33043"/>
                  <a:pt x="936" y="33102"/>
                  <a:pt x="1493" y="33102"/>
                </a:cubicBezTo>
                <a:lnTo>
                  <a:pt x="1711" y="33222"/>
                </a:lnTo>
                <a:lnTo>
                  <a:pt x="1950" y="33023"/>
                </a:lnTo>
                <a:lnTo>
                  <a:pt x="1950" y="33023"/>
                </a:lnTo>
                <a:cubicBezTo>
                  <a:pt x="1905" y="33057"/>
                  <a:pt x="1873" y="33071"/>
                  <a:pt x="1851" y="33071"/>
                </a:cubicBezTo>
                <a:cubicBezTo>
                  <a:pt x="1794" y="33071"/>
                  <a:pt x="1802" y="32978"/>
                  <a:pt x="1831" y="32864"/>
                </a:cubicBezTo>
                <a:cubicBezTo>
                  <a:pt x="1871" y="32685"/>
                  <a:pt x="1970" y="32466"/>
                  <a:pt x="2030" y="32287"/>
                </a:cubicBezTo>
                <a:cubicBezTo>
                  <a:pt x="2010" y="32287"/>
                  <a:pt x="1990" y="32287"/>
                  <a:pt x="1970" y="32307"/>
                </a:cubicBezTo>
                <a:cubicBezTo>
                  <a:pt x="1990" y="32267"/>
                  <a:pt x="2030" y="32227"/>
                  <a:pt x="2050" y="32207"/>
                </a:cubicBezTo>
                <a:lnTo>
                  <a:pt x="2050" y="32207"/>
                </a:lnTo>
                <a:cubicBezTo>
                  <a:pt x="2030" y="32227"/>
                  <a:pt x="2030" y="32247"/>
                  <a:pt x="2030" y="32287"/>
                </a:cubicBezTo>
                <a:cubicBezTo>
                  <a:pt x="2050" y="32267"/>
                  <a:pt x="2070" y="32267"/>
                  <a:pt x="2090" y="32247"/>
                </a:cubicBezTo>
                <a:lnTo>
                  <a:pt x="2090" y="32247"/>
                </a:lnTo>
                <a:cubicBezTo>
                  <a:pt x="2090" y="32426"/>
                  <a:pt x="2050" y="32645"/>
                  <a:pt x="2149" y="32685"/>
                </a:cubicBezTo>
                <a:cubicBezTo>
                  <a:pt x="2169" y="32645"/>
                  <a:pt x="2209" y="32545"/>
                  <a:pt x="2269" y="32466"/>
                </a:cubicBezTo>
                <a:lnTo>
                  <a:pt x="2269" y="32466"/>
                </a:lnTo>
                <a:cubicBezTo>
                  <a:pt x="2249" y="32525"/>
                  <a:pt x="2249" y="32565"/>
                  <a:pt x="2288" y="32565"/>
                </a:cubicBezTo>
                <a:cubicBezTo>
                  <a:pt x="2308" y="32545"/>
                  <a:pt x="2328" y="32446"/>
                  <a:pt x="2348" y="32366"/>
                </a:cubicBezTo>
                <a:lnTo>
                  <a:pt x="2567" y="32366"/>
                </a:lnTo>
                <a:lnTo>
                  <a:pt x="2527" y="32307"/>
                </a:lnTo>
                <a:lnTo>
                  <a:pt x="3064" y="31809"/>
                </a:lnTo>
                <a:cubicBezTo>
                  <a:pt x="3224" y="31272"/>
                  <a:pt x="3283" y="30755"/>
                  <a:pt x="3721" y="30058"/>
                </a:cubicBezTo>
                <a:lnTo>
                  <a:pt x="3721" y="30058"/>
                </a:lnTo>
                <a:cubicBezTo>
                  <a:pt x="3701" y="30297"/>
                  <a:pt x="3880" y="30237"/>
                  <a:pt x="4000" y="30337"/>
                </a:cubicBezTo>
                <a:cubicBezTo>
                  <a:pt x="3727" y="30415"/>
                  <a:pt x="3664" y="30874"/>
                  <a:pt x="3400" y="31173"/>
                </a:cubicBezTo>
                <a:lnTo>
                  <a:pt x="3400" y="31173"/>
                </a:lnTo>
                <a:cubicBezTo>
                  <a:pt x="3450" y="31120"/>
                  <a:pt x="3485" y="31101"/>
                  <a:pt x="3509" y="31101"/>
                </a:cubicBezTo>
                <a:cubicBezTo>
                  <a:pt x="3545" y="31101"/>
                  <a:pt x="3553" y="31147"/>
                  <a:pt x="3542" y="31192"/>
                </a:cubicBezTo>
                <a:lnTo>
                  <a:pt x="3880" y="30496"/>
                </a:lnTo>
                <a:cubicBezTo>
                  <a:pt x="3899" y="30511"/>
                  <a:pt x="3917" y="30518"/>
                  <a:pt x="3935" y="30518"/>
                </a:cubicBezTo>
                <a:cubicBezTo>
                  <a:pt x="4013" y="30518"/>
                  <a:pt x="4093" y="30394"/>
                  <a:pt x="4238" y="30297"/>
                </a:cubicBezTo>
                <a:cubicBezTo>
                  <a:pt x="3920" y="30257"/>
                  <a:pt x="4437" y="29740"/>
                  <a:pt x="4557" y="29461"/>
                </a:cubicBezTo>
                <a:lnTo>
                  <a:pt x="4557" y="29461"/>
                </a:lnTo>
                <a:cubicBezTo>
                  <a:pt x="4636" y="29501"/>
                  <a:pt x="4676" y="29601"/>
                  <a:pt x="4417" y="29899"/>
                </a:cubicBezTo>
                <a:cubicBezTo>
                  <a:pt x="4835" y="29680"/>
                  <a:pt x="4497" y="29282"/>
                  <a:pt x="4875" y="29064"/>
                </a:cubicBezTo>
                <a:lnTo>
                  <a:pt x="4875" y="29064"/>
                </a:lnTo>
                <a:cubicBezTo>
                  <a:pt x="4835" y="29123"/>
                  <a:pt x="4795" y="29163"/>
                  <a:pt x="4795" y="29223"/>
                </a:cubicBezTo>
                <a:cubicBezTo>
                  <a:pt x="4863" y="29037"/>
                  <a:pt x="5132" y="28735"/>
                  <a:pt x="5211" y="28735"/>
                </a:cubicBezTo>
                <a:cubicBezTo>
                  <a:pt x="5225" y="28735"/>
                  <a:pt x="5233" y="28744"/>
                  <a:pt x="5233" y="28765"/>
                </a:cubicBezTo>
                <a:lnTo>
                  <a:pt x="5173" y="28845"/>
                </a:lnTo>
                <a:cubicBezTo>
                  <a:pt x="5571" y="28387"/>
                  <a:pt x="6308" y="27372"/>
                  <a:pt x="6188" y="27173"/>
                </a:cubicBezTo>
                <a:lnTo>
                  <a:pt x="6188" y="27173"/>
                </a:lnTo>
                <a:cubicBezTo>
                  <a:pt x="6208" y="27193"/>
                  <a:pt x="6347" y="27392"/>
                  <a:pt x="6367" y="27452"/>
                </a:cubicBezTo>
                <a:lnTo>
                  <a:pt x="6407" y="26537"/>
                </a:lnTo>
                <a:cubicBezTo>
                  <a:pt x="6487" y="26457"/>
                  <a:pt x="6546" y="26358"/>
                  <a:pt x="6626" y="26278"/>
                </a:cubicBezTo>
                <a:cubicBezTo>
                  <a:pt x="6825" y="26378"/>
                  <a:pt x="7044" y="26457"/>
                  <a:pt x="6885" y="26795"/>
                </a:cubicBezTo>
                <a:cubicBezTo>
                  <a:pt x="7004" y="26696"/>
                  <a:pt x="7143" y="26577"/>
                  <a:pt x="7282" y="26278"/>
                </a:cubicBezTo>
                <a:lnTo>
                  <a:pt x="7282" y="26278"/>
                </a:lnTo>
                <a:cubicBezTo>
                  <a:pt x="7251" y="26297"/>
                  <a:pt x="7200" y="26306"/>
                  <a:pt x="7149" y="26306"/>
                </a:cubicBezTo>
                <a:cubicBezTo>
                  <a:pt x="7039" y="26306"/>
                  <a:pt x="6924" y="26266"/>
                  <a:pt x="6964" y="26198"/>
                </a:cubicBezTo>
                <a:cubicBezTo>
                  <a:pt x="7355" y="26042"/>
                  <a:pt x="7228" y="26059"/>
                  <a:pt x="7619" y="25814"/>
                </a:cubicBezTo>
                <a:lnTo>
                  <a:pt x="7619" y="25814"/>
                </a:lnTo>
                <a:cubicBezTo>
                  <a:pt x="7610" y="25818"/>
                  <a:pt x="7602" y="25819"/>
                  <a:pt x="7594" y="25819"/>
                </a:cubicBezTo>
                <a:cubicBezTo>
                  <a:pt x="7490" y="25819"/>
                  <a:pt x="7403" y="25558"/>
                  <a:pt x="7541" y="25403"/>
                </a:cubicBezTo>
                <a:lnTo>
                  <a:pt x="7541" y="25403"/>
                </a:lnTo>
                <a:cubicBezTo>
                  <a:pt x="7561" y="25461"/>
                  <a:pt x="7771" y="25577"/>
                  <a:pt x="7761" y="25656"/>
                </a:cubicBezTo>
                <a:lnTo>
                  <a:pt x="7761" y="25656"/>
                </a:lnTo>
                <a:lnTo>
                  <a:pt x="7875" y="25048"/>
                </a:lnTo>
                <a:lnTo>
                  <a:pt x="7875" y="25048"/>
                </a:lnTo>
                <a:cubicBezTo>
                  <a:pt x="7868" y="25130"/>
                  <a:pt x="7960" y="25171"/>
                  <a:pt x="8067" y="25171"/>
                </a:cubicBezTo>
                <a:cubicBezTo>
                  <a:pt x="8117" y="25171"/>
                  <a:pt x="8170" y="25162"/>
                  <a:pt x="8218" y="25144"/>
                </a:cubicBezTo>
                <a:lnTo>
                  <a:pt x="8218" y="25144"/>
                </a:lnTo>
                <a:cubicBezTo>
                  <a:pt x="8216" y="25144"/>
                  <a:pt x="8214" y="25145"/>
                  <a:pt x="8213" y="25145"/>
                </a:cubicBezTo>
                <a:cubicBezTo>
                  <a:pt x="8156" y="25145"/>
                  <a:pt x="8537" y="24743"/>
                  <a:pt x="8596" y="24607"/>
                </a:cubicBezTo>
                <a:lnTo>
                  <a:pt x="8596" y="24607"/>
                </a:lnTo>
                <a:lnTo>
                  <a:pt x="8397" y="24766"/>
                </a:lnTo>
                <a:cubicBezTo>
                  <a:pt x="8834" y="24269"/>
                  <a:pt x="8476" y="23990"/>
                  <a:pt x="8874" y="23493"/>
                </a:cubicBezTo>
                <a:cubicBezTo>
                  <a:pt x="8874" y="23564"/>
                  <a:pt x="8965" y="23726"/>
                  <a:pt x="9105" y="23726"/>
                </a:cubicBezTo>
                <a:cubicBezTo>
                  <a:pt x="9160" y="23726"/>
                  <a:pt x="9224" y="23700"/>
                  <a:pt x="9292" y="23632"/>
                </a:cubicBezTo>
                <a:cubicBezTo>
                  <a:pt x="9272" y="23532"/>
                  <a:pt x="9232" y="23254"/>
                  <a:pt x="9232" y="22936"/>
                </a:cubicBezTo>
                <a:cubicBezTo>
                  <a:pt x="9391" y="22756"/>
                  <a:pt x="9551" y="22557"/>
                  <a:pt x="9690" y="22359"/>
                </a:cubicBezTo>
                <a:lnTo>
                  <a:pt x="9690" y="22359"/>
                </a:lnTo>
                <a:cubicBezTo>
                  <a:pt x="9650" y="22737"/>
                  <a:pt x="9590" y="23134"/>
                  <a:pt x="9531" y="23393"/>
                </a:cubicBezTo>
                <a:cubicBezTo>
                  <a:pt x="9730" y="23254"/>
                  <a:pt x="9650" y="23413"/>
                  <a:pt x="9869" y="23115"/>
                </a:cubicBezTo>
                <a:cubicBezTo>
                  <a:pt x="9881" y="23109"/>
                  <a:pt x="9892" y="23107"/>
                  <a:pt x="9900" y="23107"/>
                </a:cubicBezTo>
                <a:cubicBezTo>
                  <a:pt x="9980" y="23107"/>
                  <a:pt x="9844" y="23360"/>
                  <a:pt x="9789" y="23433"/>
                </a:cubicBezTo>
                <a:lnTo>
                  <a:pt x="10346" y="22796"/>
                </a:lnTo>
                <a:cubicBezTo>
                  <a:pt x="10187" y="22717"/>
                  <a:pt x="10625" y="22160"/>
                  <a:pt x="10486" y="22100"/>
                </a:cubicBezTo>
                <a:lnTo>
                  <a:pt x="10486" y="22100"/>
                </a:lnTo>
                <a:lnTo>
                  <a:pt x="10048" y="22955"/>
                </a:lnTo>
                <a:cubicBezTo>
                  <a:pt x="9889" y="22876"/>
                  <a:pt x="9988" y="22219"/>
                  <a:pt x="10386" y="21762"/>
                </a:cubicBezTo>
                <a:cubicBezTo>
                  <a:pt x="10402" y="21754"/>
                  <a:pt x="10417" y="21750"/>
                  <a:pt x="10430" y="21750"/>
                </a:cubicBezTo>
                <a:cubicBezTo>
                  <a:pt x="10550" y="21750"/>
                  <a:pt x="10571" y="22042"/>
                  <a:pt x="10625" y="22060"/>
                </a:cubicBezTo>
                <a:cubicBezTo>
                  <a:pt x="10625" y="21961"/>
                  <a:pt x="10884" y="21543"/>
                  <a:pt x="10963" y="21523"/>
                </a:cubicBezTo>
                <a:lnTo>
                  <a:pt x="10963" y="21523"/>
                </a:lnTo>
                <a:lnTo>
                  <a:pt x="10864" y="21782"/>
                </a:lnTo>
                <a:cubicBezTo>
                  <a:pt x="11142" y="21563"/>
                  <a:pt x="11043" y="21205"/>
                  <a:pt x="11421" y="21006"/>
                </a:cubicBezTo>
                <a:cubicBezTo>
                  <a:pt x="11520" y="20886"/>
                  <a:pt x="11859" y="20807"/>
                  <a:pt x="11799" y="20727"/>
                </a:cubicBezTo>
                <a:lnTo>
                  <a:pt x="11799" y="20727"/>
                </a:lnTo>
                <a:cubicBezTo>
                  <a:pt x="11775" y="20732"/>
                  <a:pt x="11750" y="20735"/>
                  <a:pt x="11724" y="20735"/>
                </a:cubicBezTo>
                <a:cubicBezTo>
                  <a:pt x="11552" y="20735"/>
                  <a:pt x="11335" y="20629"/>
                  <a:pt x="11162" y="20508"/>
                </a:cubicBezTo>
                <a:cubicBezTo>
                  <a:pt x="11262" y="20369"/>
                  <a:pt x="11361" y="20250"/>
                  <a:pt x="11461" y="20130"/>
                </a:cubicBezTo>
                <a:lnTo>
                  <a:pt x="11520" y="20190"/>
                </a:lnTo>
                <a:lnTo>
                  <a:pt x="11560" y="20110"/>
                </a:lnTo>
                <a:lnTo>
                  <a:pt x="11520" y="20070"/>
                </a:lnTo>
                <a:cubicBezTo>
                  <a:pt x="11620" y="19951"/>
                  <a:pt x="11719" y="19812"/>
                  <a:pt x="11819" y="19692"/>
                </a:cubicBezTo>
                <a:cubicBezTo>
                  <a:pt x="11950" y="19730"/>
                  <a:pt x="11852" y="20136"/>
                  <a:pt x="12005" y="20136"/>
                </a:cubicBezTo>
                <a:cubicBezTo>
                  <a:pt x="12015" y="20136"/>
                  <a:pt x="12025" y="20134"/>
                  <a:pt x="12038" y="20130"/>
                </a:cubicBezTo>
                <a:cubicBezTo>
                  <a:pt x="12018" y="20090"/>
                  <a:pt x="12038" y="19951"/>
                  <a:pt x="12058" y="19891"/>
                </a:cubicBezTo>
                <a:cubicBezTo>
                  <a:pt x="12079" y="19879"/>
                  <a:pt x="12096" y="19874"/>
                  <a:pt x="12110" y="19874"/>
                </a:cubicBezTo>
                <a:cubicBezTo>
                  <a:pt x="12150" y="19874"/>
                  <a:pt x="12164" y="19911"/>
                  <a:pt x="12193" y="19911"/>
                </a:cubicBezTo>
                <a:cubicBezTo>
                  <a:pt x="12219" y="19911"/>
                  <a:pt x="12257" y="19882"/>
                  <a:pt x="12336" y="19772"/>
                </a:cubicBezTo>
                <a:cubicBezTo>
                  <a:pt x="12249" y="19657"/>
                  <a:pt x="12509" y="19447"/>
                  <a:pt x="12482" y="19447"/>
                </a:cubicBezTo>
                <a:cubicBezTo>
                  <a:pt x="12473" y="19447"/>
                  <a:pt x="12422" y="19477"/>
                  <a:pt x="12296" y="19553"/>
                </a:cubicBezTo>
                <a:cubicBezTo>
                  <a:pt x="12455" y="19295"/>
                  <a:pt x="12535" y="19334"/>
                  <a:pt x="12754" y="19036"/>
                </a:cubicBezTo>
                <a:lnTo>
                  <a:pt x="12754" y="19036"/>
                </a:lnTo>
                <a:cubicBezTo>
                  <a:pt x="12750" y="19037"/>
                  <a:pt x="12746" y="19037"/>
                  <a:pt x="12743" y="19037"/>
                </a:cubicBezTo>
                <a:cubicBezTo>
                  <a:pt x="12654" y="19037"/>
                  <a:pt x="12656" y="18808"/>
                  <a:pt x="12694" y="18578"/>
                </a:cubicBezTo>
                <a:cubicBezTo>
                  <a:pt x="12774" y="18479"/>
                  <a:pt x="12873" y="18379"/>
                  <a:pt x="12953" y="18280"/>
                </a:cubicBezTo>
                <a:cubicBezTo>
                  <a:pt x="12953" y="18280"/>
                  <a:pt x="12973" y="18260"/>
                  <a:pt x="12973" y="18260"/>
                </a:cubicBezTo>
                <a:cubicBezTo>
                  <a:pt x="13391" y="17782"/>
                  <a:pt x="13669" y="17564"/>
                  <a:pt x="14047" y="17086"/>
                </a:cubicBezTo>
                <a:cubicBezTo>
                  <a:pt x="14105" y="17072"/>
                  <a:pt x="14235" y="16974"/>
                  <a:pt x="14296" y="16974"/>
                </a:cubicBezTo>
                <a:cubicBezTo>
                  <a:pt x="14319" y="16974"/>
                  <a:pt x="14331" y="16988"/>
                  <a:pt x="14326" y="17026"/>
                </a:cubicBezTo>
                <a:cubicBezTo>
                  <a:pt x="14346" y="16947"/>
                  <a:pt x="14346" y="16847"/>
                  <a:pt x="14465" y="16688"/>
                </a:cubicBezTo>
                <a:cubicBezTo>
                  <a:pt x="14516" y="16661"/>
                  <a:pt x="14546" y="16650"/>
                  <a:pt x="14561" y="16650"/>
                </a:cubicBezTo>
                <a:cubicBezTo>
                  <a:pt x="14641" y="16650"/>
                  <a:pt x="14348" y="16940"/>
                  <a:pt x="14480" y="16940"/>
                </a:cubicBezTo>
                <a:cubicBezTo>
                  <a:pt x="14495" y="16940"/>
                  <a:pt x="14516" y="16936"/>
                  <a:pt x="14545" y="16927"/>
                </a:cubicBezTo>
                <a:cubicBezTo>
                  <a:pt x="14485" y="16847"/>
                  <a:pt x="14724" y="16469"/>
                  <a:pt x="14843" y="16230"/>
                </a:cubicBezTo>
                <a:cubicBezTo>
                  <a:pt x="14836" y="16229"/>
                  <a:pt x="14829" y="16228"/>
                  <a:pt x="14822" y="16228"/>
                </a:cubicBezTo>
                <a:cubicBezTo>
                  <a:pt x="14647" y="16228"/>
                  <a:pt x="14441" y="16697"/>
                  <a:pt x="14326" y="16927"/>
                </a:cubicBezTo>
                <a:cubicBezTo>
                  <a:pt x="14266" y="16887"/>
                  <a:pt x="14246" y="16788"/>
                  <a:pt x="14246" y="16668"/>
                </a:cubicBezTo>
                <a:cubicBezTo>
                  <a:pt x="14644" y="16171"/>
                  <a:pt x="15042" y="15673"/>
                  <a:pt x="15440" y="15176"/>
                </a:cubicBezTo>
                <a:cubicBezTo>
                  <a:pt x="15758" y="14897"/>
                  <a:pt x="16415" y="13982"/>
                  <a:pt x="16912" y="13564"/>
                </a:cubicBezTo>
                <a:cubicBezTo>
                  <a:pt x="16952" y="13465"/>
                  <a:pt x="17012" y="13346"/>
                  <a:pt x="16992" y="13286"/>
                </a:cubicBezTo>
                <a:cubicBezTo>
                  <a:pt x="17390" y="12808"/>
                  <a:pt x="17768" y="12351"/>
                  <a:pt x="18166" y="11873"/>
                </a:cubicBezTo>
                <a:cubicBezTo>
                  <a:pt x="18305" y="11714"/>
                  <a:pt x="18444" y="11555"/>
                  <a:pt x="18564" y="11396"/>
                </a:cubicBezTo>
                <a:cubicBezTo>
                  <a:pt x="18584" y="11416"/>
                  <a:pt x="18584" y="11436"/>
                  <a:pt x="18623" y="11436"/>
                </a:cubicBezTo>
                <a:lnTo>
                  <a:pt x="18782" y="11137"/>
                </a:lnTo>
                <a:cubicBezTo>
                  <a:pt x="18782" y="11137"/>
                  <a:pt x="18782" y="11137"/>
                  <a:pt x="18802" y="11117"/>
                </a:cubicBezTo>
                <a:lnTo>
                  <a:pt x="18802" y="11117"/>
                </a:lnTo>
                <a:cubicBezTo>
                  <a:pt x="18818" y="11148"/>
                  <a:pt x="18797" y="11215"/>
                  <a:pt x="18825" y="11215"/>
                </a:cubicBezTo>
                <a:cubicBezTo>
                  <a:pt x="18833" y="11215"/>
                  <a:pt x="18844" y="11210"/>
                  <a:pt x="18862" y="11197"/>
                </a:cubicBezTo>
                <a:cubicBezTo>
                  <a:pt x="18842" y="11177"/>
                  <a:pt x="18842" y="11117"/>
                  <a:pt x="18862" y="11038"/>
                </a:cubicBezTo>
                <a:cubicBezTo>
                  <a:pt x="18981" y="10918"/>
                  <a:pt x="19081" y="10779"/>
                  <a:pt x="19180" y="10660"/>
                </a:cubicBezTo>
                <a:cubicBezTo>
                  <a:pt x="19200" y="10640"/>
                  <a:pt x="19220" y="10640"/>
                  <a:pt x="19220" y="10640"/>
                </a:cubicBezTo>
                <a:cubicBezTo>
                  <a:pt x="19240" y="10620"/>
                  <a:pt x="19240" y="10600"/>
                  <a:pt x="19240" y="10600"/>
                </a:cubicBezTo>
                <a:cubicBezTo>
                  <a:pt x="19320" y="10500"/>
                  <a:pt x="19419" y="10381"/>
                  <a:pt x="19499" y="10282"/>
                </a:cubicBezTo>
                <a:cubicBezTo>
                  <a:pt x="19519" y="10282"/>
                  <a:pt x="19539" y="10262"/>
                  <a:pt x="19558" y="10242"/>
                </a:cubicBezTo>
                <a:cubicBezTo>
                  <a:pt x="19578" y="10202"/>
                  <a:pt x="19618" y="10182"/>
                  <a:pt x="19638" y="10142"/>
                </a:cubicBezTo>
                <a:cubicBezTo>
                  <a:pt x="22324" y="6959"/>
                  <a:pt x="24731" y="4293"/>
                  <a:pt x="26323" y="2840"/>
                </a:cubicBezTo>
                <a:cubicBezTo>
                  <a:pt x="26338" y="2846"/>
                  <a:pt x="26350" y="2849"/>
                  <a:pt x="26360" y="2849"/>
                </a:cubicBezTo>
                <a:cubicBezTo>
                  <a:pt x="26417" y="2849"/>
                  <a:pt x="26420" y="2778"/>
                  <a:pt x="26407" y="2778"/>
                </a:cubicBezTo>
                <a:cubicBezTo>
                  <a:pt x="26406" y="2778"/>
                  <a:pt x="26404" y="2779"/>
                  <a:pt x="26403" y="2781"/>
                </a:cubicBezTo>
                <a:cubicBezTo>
                  <a:pt x="26562" y="2621"/>
                  <a:pt x="26741" y="2482"/>
                  <a:pt x="26880" y="2363"/>
                </a:cubicBezTo>
                <a:lnTo>
                  <a:pt x="26761" y="2243"/>
                </a:lnTo>
                <a:cubicBezTo>
                  <a:pt x="26761" y="2243"/>
                  <a:pt x="26482" y="2064"/>
                  <a:pt x="26144" y="1786"/>
                </a:cubicBezTo>
                <a:cubicBezTo>
                  <a:pt x="26124" y="1607"/>
                  <a:pt x="26084" y="1428"/>
                  <a:pt x="26184" y="1368"/>
                </a:cubicBezTo>
                <a:cubicBezTo>
                  <a:pt x="26045" y="1328"/>
                  <a:pt x="25925" y="1209"/>
                  <a:pt x="25786" y="950"/>
                </a:cubicBezTo>
                <a:cubicBezTo>
                  <a:pt x="25667" y="711"/>
                  <a:pt x="25527" y="333"/>
                  <a:pt x="25368" y="15"/>
                </a:cubicBezTo>
                <a:cubicBezTo>
                  <a:pt x="25348" y="5"/>
                  <a:pt x="25333" y="0"/>
                  <a:pt x="2531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11"/>
          <p:cNvSpPr/>
          <p:nvPr/>
        </p:nvSpPr>
        <p:spPr>
          <a:xfrm rot="789901">
            <a:off x="1306617" y="774891"/>
            <a:ext cx="899974" cy="1050323"/>
          </a:xfrm>
          <a:custGeom>
            <a:avLst/>
            <a:gdLst/>
            <a:ahLst/>
            <a:cxnLst/>
            <a:rect l="l" t="t" r="r" b="b"/>
            <a:pathLst>
              <a:path w="23339" h="27238" extrusionOk="0">
                <a:moveTo>
                  <a:pt x="7819" y="15440"/>
                </a:moveTo>
                <a:cubicBezTo>
                  <a:pt x="7814" y="15449"/>
                  <a:pt x="7810" y="15458"/>
                  <a:pt x="7806" y="15466"/>
                </a:cubicBezTo>
                <a:lnTo>
                  <a:pt x="7806" y="15466"/>
                </a:lnTo>
                <a:lnTo>
                  <a:pt x="7819" y="15440"/>
                </a:lnTo>
                <a:close/>
                <a:moveTo>
                  <a:pt x="7502" y="21482"/>
                </a:moveTo>
                <a:lnTo>
                  <a:pt x="7501" y="21488"/>
                </a:lnTo>
                <a:cubicBezTo>
                  <a:pt x="7502" y="21486"/>
                  <a:pt x="7502" y="21484"/>
                  <a:pt x="7502" y="21482"/>
                </a:cubicBezTo>
                <a:close/>
                <a:moveTo>
                  <a:pt x="7402" y="21607"/>
                </a:moveTo>
                <a:cubicBezTo>
                  <a:pt x="7400" y="21608"/>
                  <a:pt x="7398" y="21609"/>
                  <a:pt x="7396" y="21610"/>
                </a:cubicBezTo>
                <a:lnTo>
                  <a:pt x="7396" y="21610"/>
                </a:lnTo>
                <a:cubicBezTo>
                  <a:pt x="7398" y="21609"/>
                  <a:pt x="7400" y="21608"/>
                  <a:pt x="7402" y="21607"/>
                </a:cubicBezTo>
                <a:close/>
                <a:moveTo>
                  <a:pt x="2105" y="22387"/>
                </a:moveTo>
                <a:cubicBezTo>
                  <a:pt x="2100" y="22400"/>
                  <a:pt x="2095" y="22413"/>
                  <a:pt x="2089" y="22423"/>
                </a:cubicBezTo>
                <a:cubicBezTo>
                  <a:pt x="2096" y="22410"/>
                  <a:pt x="2101" y="22398"/>
                  <a:pt x="2105" y="22387"/>
                </a:cubicBezTo>
                <a:close/>
                <a:moveTo>
                  <a:pt x="2845" y="26522"/>
                </a:moveTo>
                <a:lnTo>
                  <a:pt x="2845" y="26522"/>
                </a:lnTo>
                <a:cubicBezTo>
                  <a:pt x="2806" y="26621"/>
                  <a:pt x="2706" y="26701"/>
                  <a:pt x="2607" y="26760"/>
                </a:cubicBezTo>
                <a:cubicBezTo>
                  <a:pt x="2666" y="26661"/>
                  <a:pt x="2746" y="26581"/>
                  <a:pt x="2845" y="26522"/>
                </a:cubicBezTo>
                <a:close/>
                <a:moveTo>
                  <a:pt x="21627" y="0"/>
                </a:moveTo>
                <a:cubicBezTo>
                  <a:pt x="21568" y="40"/>
                  <a:pt x="21508" y="80"/>
                  <a:pt x="21468" y="139"/>
                </a:cubicBezTo>
                <a:cubicBezTo>
                  <a:pt x="21349" y="139"/>
                  <a:pt x="21548" y="40"/>
                  <a:pt x="21468" y="20"/>
                </a:cubicBezTo>
                <a:lnTo>
                  <a:pt x="21468" y="20"/>
                </a:lnTo>
                <a:cubicBezTo>
                  <a:pt x="21409" y="100"/>
                  <a:pt x="21329" y="179"/>
                  <a:pt x="21170" y="239"/>
                </a:cubicBezTo>
                <a:cubicBezTo>
                  <a:pt x="21110" y="299"/>
                  <a:pt x="21030" y="378"/>
                  <a:pt x="20931" y="458"/>
                </a:cubicBezTo>
                <a:lnTo>
                  <a:pt x="20951" y="418"/>
                </a:lnTo>
                <a:lnTo>
                  <a:pt x="20951" y="418"/>
                </a:lnTo>
                <a:cubicBezTo>
                  <a:pt x="20851" y="517"/>
                  <a:pt x="20772" y="617"/>
                  <a:pt x="20692" y="716"/>
                </a:cubicBezTo>
                <a:cubicBezTo>
                  <a:pt x="20633" y="796"/>
                  <a:pt x="20593" y="856"/>
                  <a:pt x="20533" y="915"/>
                </a:cubicBezTo>
                <a:cubicBezTo>
                  <a:pt x="20414" y="1035"/>
                  <a:pt x="20314" y="1134"/>
                  <a:pt x="20215" y="1234"/>
                </a:cubicBezTo>
                <a:cubicBezTo>
                  <a:pt x="19996" y="1453"/>
                  <a:pt x="19757" y="1651"/>
                  <a:pt x="19439" y="1990"/>
                </a:cubicBezTo>
                <a:lnTo>
                  <a:pt x="19578" y="2010"/>
                </a:lnTo>
                <a:cubicBezTo>
                  <a:pt x="19439" y="2149"/>
                  <a:pt x="19379" y="2149"/>
                  <a:pt x="19300" y="2209"/>
                </a:cubicBezTo>
                <a:cubicBezTo>
                  <a:pt x="19300" y="2257"/>
                  <a:pt x="19310" y="2276"/>
                  <a:pt x="19328" y="2276"/>
                </a:cubicBezTo>
                <a:cubicBezTo>
                  <a:pt x="19395" y="2276"/>
                  <a:pt x="19562" y="2013"/>
                  <a:pt x="19648" y="2013"/>
                </a:cubicBezTo>
                <a:cubicBezTo>
                  <a:pt x="19672" y="2013"/>
                  <a:pt x="19690" y="2034"/>
                  <a:pt x="19697" y="2089"/>
                </a:cubicBezTo>
                <a:cubicBezTo>
                  <a:pt x="19346" y="2109"/>
                  <a:pt x="18823" y="3085"/>
                  <a:pt x="18502" y="3085"/>
                </a:cubicBezTo>
                <a:cubicBezTo>
                  <a:pt x="18496" y="3085"/>
                  <a:pt x="18490" y="3085"/>
                  <a:pt x="18484" y="3084"/>
                </a:cubicBezTo>
                <a:lnTo>
                  <a:pt x="18484" y="3084"/>
                </a:lnTo>
                <a:cubicBezTo>
                  <a:pt x="18285" y="3303"/>
                  <a:pt x="18643" y="3104"/>
                  <a:pt x="18444" y="3323"/>
                </a:cubicBezTo>
                <a:lnTo>
                  <a:pt x="18344" y="3343"/>
                </a:lnTo>
                <a:lnTo>
                  <a:pt x="18364" y="3462"/>
                </a:lnTo>
                <a:cubicBezTo>
                  <a:pt x="18266" y="3561"/>
                  <a:pt x="18167" y="3600"/>
                  <a:pt x="18104" y="3600"/>
                </a:cubicBezTo>
                <a:cubicBezTo>
                  <a:pt x="18078" y="3600"/>
                  <a:pt x="18058" y="3593"/>
                  <a:pt x="18046" y="3581"/>
                </a:cubicBezTo>
                <a:cubicBezTo>
                  <a:pt x="18066" y="3542"/>
                  <a:pt x="18106" y="3462"/>
                  <a:pt x="18146" y="3422"/>
                </a:cubicBezTo>
                <a:lnTo>
                  <a:pt x="18146" y="3422"/>
                </a:lnTo>
                <a:cubicBezTo>
                  <a:pt x="17927" y="3542"/>
                  <a:pt x="17728" y="3940"/>
                  <a:pt x="17648" y="4019"/>
                </a:cubicBezTo>
                <a:lnTo>
                  <a:pt x="17847" y="3860"/>
                </a:lnTo>
                <a:lnTo>
                  <a:pt x="17847" y="3860"/>
                </a:lnTo>
                <a:cubicBezTo>
                  <a:pt x="17389" y="4517"/>
                  <a:pt x="16653" y="5213"/>
                  <a:pt x="16275" y="5929"/>
                </a:cubicBezTo>
                <a:lnTo>
                  <a:pt x="16355" y="5909"/>
                </a:lnTo>
                <a:lnTo>
                  <a:pt x="16355" y="5909"/>
                </a:lnTo>
                <a:cubicBezTo>
                  <a:pt x="16056" y="6446"/>
                  <a:pt x="15997" y="6247"/>
                  <a:pt x="15619" y="6785"/>
                </a:cubicBezTo>
                <a:lnTo>
                  <a:pt x="15619" y="6765"/>
                </a:lnTo>
                <a:cubicBezTo>
                  <a:pt x="15579" y="6904"/>
                  <a:pt x="15499" y="7043"/>
                  <a:pt x="15360" y="7183"/>
                </a:cubicBezTo>
                <a:cubicBezTo>
                  <a:pt x="15374" y="7142"/>
                  <a:pt x="15366" y="7128"/>
                  <a:pt x="15346" y="7128"/>
                </a:cubicBezTo>
                <a:cubicBezTo>
                  <a:pt x="15303" y="7128"/>
                  <a:pt x="15200" y="7200"/>
                  <a:pt x="15154" y="7200"/>
                </a:cubicBezTo>
                <a:cubicBezTo>
                  <a:pt x="15130" y="7200"/>
                  <a:pt x="15120" y="7181"/>
                  <a:pt x="15141" y="7123"/>
                </a:cubicBezTo>
                <a:lnTo>
                  <a:pt x="15141" y="7123"/>
                </a:lnTo>
                <a:cubicBezTo>
                  <a:pt x="14823" y="7700"/>
                  <a:pt x="15002" y="7421"/>
                  <a:pt x="14902" y="7899"/>
                </a:cubicBezTo>
                <a:lnTo>
                  <a:pt x="14763" y="7919"/>
                </a:lnTo>
                <a:cubicBezTo>
                  <a:pt x="14743" y="8078"/>
                  <a:pt x="14763" y="8118"/>
                  <a:pt x="14564" y="8396"/>
                </a:cubicBezTo>
                <a:cubicBezTo>
                  <a:pt x="14606" y="8305"/>
                  <a:pt x="14589" y="8286"/>
                  <a:pt x="14553" y="8286"/>
                </a:cubicBezTo>
                <a:cubicBezTo>
                  <a:pt x="14527" y="8286"/>
                  <a:pt x="14490" y="8296"/>
                  <a:pt x="14461" y="8296"/>
                </a:cubicBezTo>
                <a:cubicBezTo>
                  <a:pt x="14416" y="8296"/>
                  <a:pt x="14386" y="8273"/>
                  <a:pt x="14425" y="8158"/>
                </a:cubicBezTo>
                <a:lnTo>
                  <a:pt x="14425" y="8158"/>
                </a:lnTo>
                <a:cubicBezTo>
                  <a:pt x="13828" y="8536"/>
                  <a:pt x="13928" y="9073"/>
                  <a:pt x="13490" y="9113"/>
                </a:cubicBezTo>
                <a:cubicBezTo>
                  <a:pt x="13490" y="9203"/>
                  <a:pt x="13513" y="9238"/>
                  <a:pt x="13550" y="9238"/>
                </a:cubicBezTo>
                <a:cubicBezTo>
                  <a:pt x="13662" y="9238"/>
                  <a:pt x="13897" y="8906"/>
                  <a:pt x="13929" y="8906"/>
                </a:cubicBezTo>
                <a:cubicBezTo>
                  <a:pt x="13934" y="8906"/>
                  <a:pt x="13934" y="8914"/>
                  <a:pt x="13928" y="8933"/>
                </a:cubicBezTo>
                <a:cubicBezTo>
                  <a:pt x="13939" y="8929"/>
                  <a:pt x="13949" y="8927"/>
                  <a:pt x="13957" y="8927"/>
                </a:cubicBezTo>
                <a:cubicBezTo>
                  <a:pt x="14061" y="8927"/>
                  <a:pt x="13896" y="9263"/>
                  <a:pt x="13748" y="9411"/>
                </a:cubicBezTo>
                <a:cubicBezTo>
                  <a:pt x="13609" y="9570"/>
                  <a:pt x="13231" y="9471"/>
                  <a:pt x="12893" y="9908"/>
                </a:cubicBezTo>
                <a:cubicBezTo>
                  <a:pt x="12913" y="9869"/>
                  <a:pt x="12913" y="9849"/>
                  <a:pt x="12953" y="9809"/>
                </a:cubicBezTo>
                <a:lnTo>
                  <a:pt x="12953" y="9809"/>
                </a:lnTo>
                <a:cubicBezTo>
                  <a:pt x="12754" y="9928"/>
                  <a:pt x="12754" y="10167"/>
                  <a:pt x="12495" y="10306"/>
                </a:cubicBezTo>
                <a:cubicBezTo>
                  <a:pt x="12535" y="10505"/>
                  <a:pt x="12276" y="10545"/>
                  <a:pt x="12415" y="10704"/>
                </a:cubicBezTo>
                <a:lnTo>
                  <a:pt x="12714" y="10286"/>
                </a:lnTo>
                <a:lnTo>
                  <a:pt x="12714" y="10286"/>
                </a:lnTo>
                <a:cubicBezTo>
                  <a:pt x="12555" y="10545"/>
                  <a:pt x="12575" y="10903"/>
                  <a:pt x="12177" y="11202"/>
                </a:cubicBezTo>
                <a:cubicBezTo>
                  <a:pt x="12177" y="11142"/>
                  <a:pt x="12216" y="11003"/>
                  <a:pt x="12256" y="10903"/>
                </a:cubicBezTo>
                <a:lnTo>
                  <a:pt x="12256" y="10903"/>
                </a:lnTo>
                <a:cubicBezTo>
                  <a:pt x="12117" y="10983"/>
                  <a:pt x="12117" y="11142"/>
                  <a:pt x="11978" y="11202"/>
                </a:cubicBezTo>
                <a:cubicBezTo>
                  <a:pt x="11838" y="11042"/>
                  <a:pt x="12336" y="10704"/>
                  <a:pt x="12415" y="10366"/>
                </a:cubicBezTo>
                <a:lnTo>
                  <a:pt x="12415" y="10366"/>
                </a:lnTo>
                <a:cubicBezTo>
                  <a:pt x="12290" y="10413"/>
                  <a:pt x="12201" y="10721"/>
                  <a:pt x="12130" y="10721"/>
                </a:cubicBezTo>
                <a:cubicBezTo>
                  <a:pt x="12112" y="10721"/>
                  <a:pt x="12094" y="10699"/>
                  <a:pt x="12077" y="10645"/>
                </a:cubicBezTo>
                <a:lnTo>
                  <a:pt x="12077" y="10645"/>
                </a:lnTo>
                <a:cubicBezTo>
                  <a:pt x="12157" y="11003"/>
                  <a:pt x="11699" y="11042"/>
                  <a:pt x="11620" y="11480"/>
                </a:cubicBezTo>
                <a:lnTo>
                  <a:pt x="11540" y="11381"/>
                </a:lnTo>
                <a:cubicBezTo>
                  <a:pt x="11520" y="11421"/>
                  <a:pt x="11480" y="11560"/>
                  <a:pt x="11421" y="11639"/>
                </a:cubicBezTo>
                <a:lnTo>
                  <a:pt x="11421" y="11381"/>
                </a:lnTo>
                <a:cubicBezTo>
                  <a:pt x="11321" y="11719"/>
                  <a:pt x="10943" y="11759"/>
                  <a:pt x="10824" y="12037"/>
                </a:cubicBezTo>
                <a:cubicBezTo>
                  <a:pt x="10961" y="11864"/>
                  <a:pt x="11025" y="11814"/>
                  <a:pt x="11062" y="11814"/>
                </a:cubicBezTo>
                <a:cubicBezTo>
                  <a:pt x="11112" y="11814"/>
                  <a:pt x="11113" y="11906"/>
                  <a:pt x="11182" y="11906"/>
                </a:cubicBezTo>
                <a:cubicBezTo>
                  <a:pt x="11202" y="11906"/>
                  <a:pt x="11227" y="11898"/>
                  <a:pt x="11261" y="11878"/>
                </a:cubicBezTo>
                <a:lnTo>
                  <a:pt x="11261" y="11878"/>
                </a:lnTo>
                <a:cubicBezTo>
                  <a:pt x="10903" y="12555"/>
                  <a:pt x="10744" y="12037"/>
                  <a:pt x="10267" y="12654"/>
                </a:cubicBezTo>
                <a:cubicBezTo>
                  <a:pt x="10320" y="12587"/>
                  <a:pt x="10428" y="12511"/>
                  <a:pt x="10474" y="12511"/>
                </a:cubicBezTo>
                <a:cubicBezTo>
                  <a:pt x="10497" y="12511"/>
                  <a:pt x="10505" y="12529"/>
                  <a:pt x="10485" y="12574"/>
                </a:cubicBezTo>
                <a:cubicBezTo>
                  <a:pt x="10366" y="12694"/>
                  <a:pt x="10187" y="12813"/>
                  <a:pt x="10088" y="12853"/>
                </a:cubicBezTo>
                <a:cubicBezTo>
                  <a:pt x="9948" y="13024"/>
                  <a:pt x="9938" y="13064"/>
                  <a:pt x="9974" y="13064"/>
                </a:cubicBezTo>
                <a:cubicBezTo>
                  <a:pt x="10006" y="13064"/>
                  <a:pt x="10075" y="13032"/>
                  <a:pt x="10118" y="13032"/>
                </a:cubicBezTo>
                <a:cubicBezTo>
                  <a:pt x="10150" y="13032"/>
                  <a:pt x="10168" y="13050"/>
                  <a:pt x="10147" y="13112"/>
                </a:cubicBezTo>
                <a:cubicBezTo>
                  <a:pt x="9908" y="13151"/>
                  <a:pt x="10008" y="13350"/>
                  <a:pt x="9889" y="13569"/>
                </a:cubicBezTo>
                <a:lnTo>
                  <a:pt x="9789" y="13490"/>
                </a:lnTo>
                <a:lnTo>
                  <a:pt x="9789" y="13490"/>
                </a:lnTo>
                <a:cubicBezTo>
                  <a:pt x="9312" y="13927"/>
                  <a:pt x="9889" y="13788"/>
                  <a:pt x="9431" y="14166"/>
                </a:cubicBezTo>
                <a:lnTo>
                  <a:pt x="9451" y="13868"/>
                </a:lnTo>
                <a:lnTo>
                  <a:pt x="9292" y="14126"/>
                </a:lnTo>
                <a:lnTo>
                  <a:pt x="9232" y="13987"/>
                </a:lnTo>
                <a:cubicBezTo>
                  <a:pt x="9093" y="14305"/>
                  <a:pt x="9013" y="14365"/>
                  <a:pt x="8774" y="14584"/>
                </a:cubicBezTo>
                <a:cubicBezTo>
                  <a:pt x="8894" y="14584"/>
                  <a:pt x="8934" y="14763"/>
                  <a:pt x="8735" y="14982"/>
                </a:cubicBezTo>
                <a:cubicBezTo>
                  <a:pt x="8702" y="15000"/>
                  <a:pt x="8681" y="15006"/>
                  <a:pt x="8666" y="15006"/>
                </a:cubicBezTo>
                <a:cubicBezTo>
                  <a:pt x="8634" y="15006"/>
                  <a:pt x="8634" y="14976"/>
                  <a:pt x="8620" y="14976"/>
                </a:cubicBezTo>
                <a:cubicBezTo>
                  <a:pt x="8606" y="14976"/>
                  <a:pt x="8575" y="15009"/>
                  <a:pt x="8476" y="15141"/>
                </a:cubicBezTo>
                <a:cubicBezTo>
                  <a:pt x="8476" y="15022"/>
                  <a:pt x="8456" y="14882"/>
                  <a:pt x="8655" y="14823"/>
                </a:cubicBezTo>
                <a:cubicBezTo>
                  <a:pt x="8635" y="14783"/>
                  <a:pt x="8655" y="14703"/>
                  <a:pt x="8635" y="14664"/>
                </a:cubicBezTo>
                <a:cubicBezTo>
                  <a:pt x="8436" y="14763"/>
                  <a:pt x="8297" y="15042"/>
                  <a:pt x="8197" y="15161"/>
                </a:cubicBezTo>
                <a:cubicBezTo>
                  <a:pt x="8237" y="15121"/>
                  <a:pt x="8277" y="15062"/>
                  <a:pt x="8317" y="15062"/>
                </a:cubicBezTo>
                <a:lnTo>
                  <a:pt x="8078" y="15619"/>
                </a:lnTo>
                <a:cubicBezTo>
                  <a:pt x="8068" y="15621"/>
                  <a:pt x="8058" y="15622"/>
                  <a:pt x="8050" y="15622"/>
                </a:cubicBezTo>
                <a:cubicBezTo>
                  <a:pt x="7983" y="15622"/>
                  <a:pt x="8001" y="15551"/>
                  <a:pt x="8018" y="15479"/>
                </a:cubicBezTo>
                <a:lnTo>
                  <a:pt x="8018" y="15479"/>
                </a:lnTo>
                <a:cubicBezTo>
                  <a:pt x="7959" y="15579"/>
                  <a:pt x="7939" y="15678"/>
                  <a:pt x="7839" y="15818"/>
                </a:cubicBezTo>
                <a:cubicBezTo>
                  <a:pt x="7801" y="15722"/>
                  <a:pt x="7708" y="15663"/>
                  <a:pt x="7806" y="15466"/>
                </a:cubicBezTo>
                <a:lnTo>
                  <a:pt x="7806" y="15466"/>
                </a:lnTo>
                <a:lnTo>
                  <a:pt x="7561" y="15937"/>
                </a:lnTo>
                <a:cubicBezTo>
                  <a:pt x="7514" y="15937"/>
                  <a:pt x="7372" y="16021"/>
                  <a:pt x="7320" y="16021"/>
                </a:cubicBezTo>
                <a:cubicBezTo>
                  <a:pt x="7305" y="16021"/>
                  <a:pt x="7298" y="16014"/>
                  <a:pt x="7302" y="15997"/>
                </a:cubicBezTo>
                <a:lnTo>
                  <a:pt x="7302" y="15997"/>
                </a:lnTo>
                <a:cubicBezTo>
                  <a:pt x="7043" y="16196"/>
                  <a:pt x="6964" y="16693"/>
                  <a:pt x="6626" y="16952"/>
                </a:cubicBezTo>
                <a:cubicBezTo>
                  <a:pt x="6626" y="16991"/>
                  <a:pt x="6626" y="17031"/>
                  <a:pt x="6566" y="17111"/>
                </a:cubicBezTo>
                <a:cubicBezTo>
                  <a:pt x="6307" y="17389"/>
                  <a:pt x="5989" y="17549"/>
                  <a:pt x="5810" y="17986"/>
                </a:cubicBezTo>
                <a:lnTo>
                  <a:pt x="5492" y="18066"/>
                </a:lnTo>
                <a:cubicBezTo>
                  <a:pt x="5424" y="18167"/>
                  <a:pt x="5450" y="18186"/>
                  <a:pt x="5502" y="18186"/>
                </a:cubicBezTo>
                <a:cubicBezTo>
                  <a:pt x="5532" y="18186"/>
                  <a:pt x="5570" y="18180"/>
                  <a:pt x="5603" y="18180"/>
                </a:cubicBezTo>
                <a:cubicBezTo>
                  <a:pt x="5680" y="18180"/>
                  <a:pt x="5727" y="18214"/>
                  <a:pt x="5571" y="18444"/>
                </a:cubicBezTo>
                <a:cubicBezTo>
                  <a:pt x="5485" y="18574"/>
                  <a:pt x="5432" y="18612"/>
                  <a:pt x="5394" y="18612"/>
                </a:cubicBezTo>
                <a:cubicBezTo>
                  <a:pt x="5338" y="18612"/>
                  <a:pt x="5312" y="18531"/>
                  <a:pt x="5254" y="18531"/>
                </a:cubicBezTo>
                <a:cubicBezTo>
                  <a:pt x="5242" y="18531"/>
                  <a:pt x="5229" y="18534"/>
                  <a:pt x="5213" y="18543"/>
                </a:cubicBezTo>
                <a:cubicBezTo>
                  <a:pt x="5153" y="18762"/>
                  <a:pt x="5054" y="19160"/>
                  <a:pt x="4696" y="19359"/>
                </a:cubicBezTo>
                <a:cubicBezTo>
                  <a:pt x="4755" y="19240"/>
                  <a:pt x="4835" y="19180"/>
                  <a:pt x="4895" y="19081"/>
                </a:cubicBezTo>
                <a:lnTo>
                  <a:pt x="4895" y="19081"/>
                </a:lnTo>
                <a:lnTo>
                  <a:pt x="4636" y="19220"/>
                </a:lnTo>
                <a:cubicBezTo>
                  <a:pt x="4716" y="18932"/>
                  <a:pt x="4873" y="18773"/>
                  <a:pt x="4777" y="18773"/>
                </a:cubicBezTo>
                <a:cubicBezTo>
                  <a:pt x="4753" y="18773"/>
                  <a:pt x="4715" y="18782"/>
                  <a:pt x="4656" y="18802"/>
                </a:cubicBezTo>
                <a:cubicBezTo>
                  <a:pt x="4895" y="19081"/>
                  <a:pt x="3940" y="19697"/>
                  <a:pt x="4178" y="19956"/>
                </a:cubicBezTo>
                <a:lnTo>
                  <a:pt x="3999" y="20055"/>
                </a:lnTo>
                <a:cubicBezTo>
                  <a:pt x="4039" y="20016"/>
                  <a:pt x="4039" y="19996"/>
                  <a:pt x="4079" y="19956"/>
                </a:cubicBezTo>
                <a:lnTo>
                  <a:pt x="4079" y="19956"/>
                </a:lnTo>
                <a:cubicBezTo>
                  <a:pt x="3701" y="20135"/>
                  <a:pt x="4079" y="20334"/>
                  <a:pt x="3721" y="20672"/>
                </a:cubicBezTo>
                <a:cubicBezTo>
                  <a:pt x="3648" y="20733"/>
                  <a:pt x="3576" y="20778"/>
                  <a:pt x="3539" y="20778"/>
                </a:cubicBezTo>
                <a:cubicBezTo>
                  <a:pt x="3515" y="20778"/>
                  <a:pt x="3506" y="20759"/>
                  <a:pt x="3522" y="20712"/>
                </a:cubicBezTo>
                <a:lnTo>
                  <a:pt x="3522" y="20712"/>
                </a:lnTo>
                <a:lnTo>
                  <a:pt x="3343" y="21050"/>
                </a:lnTo>
                <a:cubicBezTo>
                  <a:pt x="3319" y="21082"/>
                  <a:pt x="3298" y="21095"/>
                  <a:pt x="3284" y="21095"/>
                </a:cubicBezTo>
                <a:cubicBezTo>
                  <a:pt x="3264" y="21095"/>
                  <a:pt x="3259" y="21066"/>
                  <a:pt x="3283" y="21030"/>
                </a:cubicBezTo>
                <a:lnTo>
                  <a:pt x="3283" y="21030"/>
                </a:lnTo>
                <a:lnTo>
                  <a:pt x="2965" y="21448"/>
                </a:lnTo>
                <a:lnTo>
                  <a:pt x="2945" y="21428"/>
                </a:lnTo>
                <a:cubicBezTo>
                  <a:pt x="2945" y="21528"/>
                  <a:pt x="2885" y="21727"/>
                  <a:pt x="2845" y="21826"/>
                </a:cubicBezTo>
                <a:cubicBezTo>
                  <a:pt x="2821" y="21842"/>
                  <a:pt x="2808" y="21849"/>
                  <a:pt x="2801" y="21849"/>
                </a:cubicBezTo>
                <a:cubicBezTo>
                  <a:pt x="2774" y="21849"/>
                  <a:pt x="2853" y="21747"/>
                  <a:pt x="2806" y="21747"/>
                </a:cubicBezTo>
                <a:lnTo>
                  <a:pt x="2666" y="22045"/>
                </a:lnTo>
                <a:cubicBezTo>
                  <a:pt x="2660" y="22046"/>
                  <a:pt x="2654" y="22046"/>
                  <a:pt x="2649" y="22046"/>
                </a:cubicBezTo>
                <a:cubicBezTo>
                  <a:pt x="2517" y="22046"/>
                  <a:pt x="2633" y="21820"/>
                  <a:pt x="2786" y="21667"/>
                </a:cubicBezTo>
                <a:cubicBezTo>
                  <a:pt x="2769" y="21666"/>
                  <a:pt x="2754" y="21666"/>
                  <a:pt x="2740" y="21666"/>
                </a:cubicBezTo>
                <a:cubicBezTo>
                  <a:pt x="2331" y="21666"/>
                  <a:pt x="2647" y="21937"/>
                  <a:pt x="2089" y="22264"/>
                </a:cubicBezTo>
                <a:lnTo>
                  <a:pt x="2248" y="22005"/>
                </a:lnTo>
                <a:cubicBezTo>
                  <a:pt x="1970" y="22005"/>
                  <a:pt x="1870" y="22244"/>
                  <a:pt x="1552" y="22403"/>
                </a:cubicBezTo>
                <a:cubicBezTo>
                  <a:pt x="1629" y="22390"/>
                  <a:pt x="1893" y="22271"/>
                  <a:pt x="2031" y="22271"/>
                </a:cubicBezTo>
                <a:cubicBezTo>
                  <a:pt x="2100" y="22271"/>
                  <a:pt x="2137" y="22301"/>
                  <a:pt x="2105" y="22387"/>
                </a:cubicBezTo>
                <a:lnTo>
                  <a:pt x="2105" y="22387"/>
                </a:lnTo>
                <a:cubicBezTo>
                  <a:pt x="2141" y="22299"/>
                  <a:pt x="2182" y="22164"/>
                  <a:pt x="2268" y="22164"/>
                </a:cubicBezTo>
                <a:cubicBezTo>
                  <a:pt x="2328" y="22344"/>
                  <a:pt x="2229" y="22344"/>
                  <a:pt x="2089" y="22423"/>
                </a:cubicBezTo>
                <a:cubicBezTo>
                  <a:pt x="2010" y="22483"/>
                  <a:pt x="1910" y="22562"/>
                  <a:pt x="1831" y="22761"/>
                </a:cubicBezTo>
                <a:cubicBezTo>
                  <a:pt x="1811" y="22746"/>
                  <a:pt x="1792" y="22738"/>
                  <a:pt x="1773" y="22738"/>
                </a:cubicBezTo>
                <a:cubicBezTo>
                  <a:pt x="1697" y="22738"/>
                  <a:pt x="1620" y="22856"/>
                  <a:pt x="1492" y="23000"/>
                </a:cubicBezTo>
                <a:lnTo>
                  <a:pt x="1393" y="22881"/>
                </a:lnTo>
                <a:cubicBezTo>
                  <a:pt x="1254" y="23100"/>
                  <a:pt x="1333" y="23139"/>
                  <a:pt x="1293" y="23299"/>
                </a:cubicBezTo>
                <a:cubicBezTo>
                  <a:pt x="1179" y="23401"/>
                  <a:pt x="1085" y="23432"/>
                  <a:pt x="1002" y="23432"/>
                </a:cubicBezTo>
                <a:cubicBezTo>
                  <a:pt x="941" y="23432"/>
                  <a:pt x="887" y="23415"/>
                  <a:pt x="836" y="23398"/>
                </a:cubicBezTo>
                <a:cubicBezTo>
                  <a:pt x="727" y="23514"/>
                  <a:pt x="745" y="23535"/>
                  <a:pt x="796" y="23535"/>
                </a:cubicBezTo>
                <a:cubicBezTo>
                  <a:pt x="826" y="23535"/>
                  <a:pt x="866" y="23528"/>
                  <a:pt x="900" y="23528"/>
                </a:cubicBezTo>
                <a:cubicBezTo>
                  <a:pt x="969" y="23528"/>
                  <a:pt x="1012" y="23557"/>
                  <a:pt x="876" y="23736"/>
                </a:cubicBezTo>
                <a:cubicBezTo>
                  <a:pt x="796" y="23776"/>
                  <a:pt x="736" y="23836"/>
                  <a:pt x="677" y="23895"/>
                </a:cubicBezTo>
                <a:cubicBezTo>
                  <a:pt x="657" y="23935"/>
                  <a:pt x="637" y="23955"/>
                  <a:pt x="597" y="23995"/>
                </a:cubicBezTo>
                <a:cubicBezTo>
                  <a:pt x="557" y="24035"/>
                  <a:pt x="517" y="24075"/>
                  <a:pt x="478" y="24134"/>
                </a:cubicBezTo>
                <a:cubicBezTo>
                  <a:pt x="398" y="24234"/>
                  <a:pt x="318" y="24333"/>
                  <a:pt x="239" y="24453"/>
                </a:cubicBezTo>
                <a:cubicBezTo>
                  <a:pt x="219" y="24512"/>
                  <a:pt x="120" y="24552"/>
                  <a:pt x="239" y="24651"/>
                </a:cubicBezTo>
                <a:cubicBezTo>
                  <a:pt x="279" y="24691"/>
                  <a:pt x="318" y="24731"/>
                  <a:pt x="358" y="24771"/>
                </a:cubicBezTo>
                <a:cubicBezTo>
                  <a:pt x="378" y="24811"/>
                  <a:pt x="338" y="24831"/>
                  <a:pt x="338" y="24850"/>
                </a:cubicBezTo>
                <a:cubicBezTo>
                  <a:pt x="288" y="24926"/>
                  <a:pt x="266" y="24949"/>
                  <a:pt x="257" y="24949"/>
                </a:cubicBezTo>
                <a:cubicBezTo>
                  <a:pt x="240" y="24949"/>
                  <a:pt x="265" y="24875"/>
                  <a:pt x="254" y="24875"/>
                </a:cubicBezTo>
                <a:cubicBezTo>
                  <a:pt x="252" y="24875"/>
                  <a:pt x="247" y="24880"/>
                  <a:pt x="239" y="24890"/>
                </a:cubicBezTo>
                <a:cubicBezTo>
                  <a:pt x="219" y="24970"/>
                  <a:pt x="199" y="25030"/>
                  <a:pt x="179" y="25089"/>
                </a:cubicBezTo>
                <a:cubicBezTo>
                  <a:pt x="168" y="25113"/>
                  <a:pt x="156" y="25122"/>
                  <a:pt x="148" y="25122"/>
                </a:cubicBezTo>
                <a:cubicBezTo>
                  <a:pt x="143" y="25122"/>
                  <a:pt x="139" y="25117"/>
                  <a:pt x="139" y="25109"/>
                </a:cubicBezTo>
                <a:lnTo>
                  <a:pt x="139" y="25109"/>
                </a:lnTo>
                <a:cubicBezTo>
                  <a:pt x="80" y="25248"/>
                  <a:pt x="179" y="25149"/>
                  <a:pt x="80" y="25288"/>
                </a:cubicBezTo>
                <a:cubicBezTo>
                  <a:pt x="80" y="25308"/>
                  <a:pt x="60" y="25308"/>
                  <a:pt x="40" y="25328"/>
                </a:cubicBezTo>
                <a:cubicBezTo>
                  <a:pt x="40" y="25348"/>
                  <a:pt x="40" y="25348"/>
                  <a:pt x="40" y="25348"/>
                </a:cubicBezTo>
                <a:cubicBezTo>
                  <a:pt x="20" y="25368"/>
                  <a:pt x="20" y="25368"/>
                  <a:pt x="20" y="25368"/>
                </a:cubicBezTo>
                <a:lnTo>
                  <a:pt x="0" y="25368"/>
                </a:lnTo>
                <a:lnTo>
                  <a:pt x="20" y="25388"/>
                </a:lnTo>
                <a:cubicBezTo>
                  <a:pt x="40" y="25427"/>
                  <a:pt x="60" y="25467"/>
                  <a:pt x="80" y="25527"/>
                </a:cubicBezTo>
                <a:cubicBezTo>
                  <a:pt x="120" y="25646"/>
                  <a:pt x="100" y="25825"/>
                  <a:pt x="159" y="25965"/>
                </a:cubicBezTo>
                <a:cubicBezTo>
                  <a:pt x="259" y="26004"/>
                  <a:pt x="358" y="26044"/>
                  <a:pt x="458" y="26064"/>
                </a:cubicBezTo>
                <a:cubicBezTo>
                  <a:pt x="537" y="26164"/>
                  <a:pt x="318" y="26104"/>
                  <a:pt x="279" y="26164"/>
                </a:cubicBezTo>
                <a:cubicBezTo>
                  <a:pt x="1094" y="26442"/>
                  <a:pt x="995" y="26422"/>
                  <a:pt x="1453" y="26462"/>
                </a:cubicBezTo>
                <a:cubicBezTo>
                  <a:pt x="1512" y="26542"/>
                  <a:pt x="1671" y="26661"/>
                  <a:pt x="1811" y="26780"/>
                </a:cubicBezTo>
                <a:cubicBezTo>
                  <a:pt x="1652" y="26621"/>
                  <a:pt x="1711" y="26581"/>
                  <a:pt x="1831" y="26562"/>
                </a:cubicBezTo>
                <a:cubicBezTo>
                  <a:pt x="1950" y="26542"/>
                  <a:pt x="2109" y="26542"/>
                  <a:pt x="2229" y="26542"/>
                </a:cubicBezTo>
                <a:cubicBezTo>
                  <a:pt x="2229" y="26542"/>
                  <a:pt x="2209" y="26522"/>
                  <a:pt x="2209" y="26502"/>
                </a:cubicBezTo>
                <a:lnTo>
                  <a:pt x="2209" y="26502"/>
                </a:lnTo>
                <a:lnTo>
                  <a:pt x="2288" y="26542"/>
                </a:lnTo>
                <a:lnTo>
                  <a:pt x="2229" y="26542"/>
                </a:lnTo>
                <a:cubicBezTo>
                  <a:pt x="2248" y="26562"/>
                  <a:pt x="2268" y="26601"/>
                  <a:pt x="2288" y="26621"/>
                </a:cubicBezTo>
                <a:cubicBezTo>
                  <a:pt x="2308" y="26601"/>
                  <a:pt x="2328" y="26581"/>
                  <a:pt x="2348" y="26581"/>
                </a:cubicBezTo>
                <a:lnTo>
                  <a:pt x="2408" y="26621"/>
                </a:lnTo>
                <a:cubicBezTo>
                  <a:pt x="2408" y="26621"/>
                  <a:pt x="2447" y="26562"/>
                  <a:pt x="2507" y="26502"/>
                </a:cubicBezTo>
                <a:lnTo>
                  <a:pt x="2507" y="26502"/>
                </a:lnTo>
                <a:cubicBezTo>
                  <a:pt x="2527" y="26562"/>
                  <a:pt x="2507" y="26661"/>
                  <a:pt x="2467" y="26800"/>
                </a:cubicBezTo>
                <a:lnTo>
                  <a:pt x="2447" y="26800"/>
                </a:lnTo>
                <a:cubicBezTo>
                  <a:pt x="2447" y="26800"/>
                  <a:pt x="2427" y="26780"/>
                  <a:pt x="2427" y="26780"/>
                </a:cubicBezTo>
                <a:lnTo>
                  <a:pt x="2368" y="26721"/>
                </a:lnTo>
                <a:lnTo>
                  <a:pt x="2288" y="26621"/>
                </a:lnTo>
                <a:cubicBezTo>
                  <a:pt x="2189" y="26681"/>
                  <a:pt x="2069" y="26741"/>
                  <a:pt x="2089" y="26860"/>
                </a:cubicBezTo>
                <a:cubicBezTo>
                  <a:pt x="2109" y="26860"/>
                  <a:pt x="2189" y="26880"/>
                  <a:pt x="2268" y="26900"/>
                </a:cubicBezTo>
                <a:cubicBezTo>
                  <a:pt x="2229" y="26920"/>
                  <a:pt x="2209" y="26940"/>
                  <a:pt x="2229" y="26959"/>
                </a:cubicBezTo>
                <a:cubicBezTo>
                  <a:pt x="2238" y="26979"/>
                  <a:pt x="2258" y="26984"/>
                  <a:pt x="2286" y="26984"/>
                </a:cubicBezTo>
                <a:cubicBezTo>
                  <a:pt x="2313" y="26984"/>
                  <a:pt x="2348" y="26979"/>
                  <a:pt x="2388" y="26979"/>
                </a:cubicBezTo>
                <a:lnTo>
                  <a:pt x="2467" y="27139"/>
                </a:lnTo>
                <a:lnTo>
                  <a:pt x="2507" y="27218"/>
                </a:lnTo>
                <a:cubicBezTo>
                  <a:pt x="2527" y="27238"/>
                  <a:pt x="2547" y="27238"/>
                  <a:pt x="2547" y="27238"/>
                </a:cubicBezTo>
                <a:lnTo>
                  <a:pt x="2547" y="27119"/>
                </a:lnTo>
                <a:cubicBezTo>
                  <a:pt x="2766" y="26959"/>
                  <a:pt x="2985" y="26760"/>
                  <a:pt x="3203" y="26542"/>
                </a:cubicBezTo>
                <a:cubicBezTo>
                  <a:pt x="3243" y="26462"/>
                  <a:pt x="3283" y="26382"/>
                  <a:pt x="3323" y="26323"/>
                </a:cubicBezTo>
                <a:lnTo>
                  <a:pt x="3363" y="26144"/>
                </a:lnTo>
                <a:cubicBezTo>
                  <a:pt x="3382" y="26024"/>
                  <a:pt x="3422" y="25905"/>
                  <a:pt x="3462" y="25786"/>
                </a:cubicBezTo>
                <a:cubicBezTo>
                  <a:pt x="3542" y="25527"/>
                  <a:pt x="3641" y="25268"/>
                  <a:pt x="3840" y="24990"/>
                </a:cubicBezTo>
                <a:cubicBezTo>
                  <a:pt x="3840" y="25209"/>
                  <a:pt x="3979" y="25169"/>
                  <a:pt x="4099" y="25268"/>
                </a:cubicBezTo>
                <a:cubicBezTo>
                  <a:pt x="3860" y="25308"/>
                  <a:pt x="3800" y="25726"/>
                  <a:pt x="3542" y="25985"/>
                </a:cubicBezTo>
                <a:cubicBezTo>
                  <a:pt x="3599" y="25927"/>
                  <a:pt x="3639" y="25907"/>
                  <a:pt x="3666" y="25907"/>
                </a:cubicBezTo>
                <a:cubicBezTo>
                  <a:pt x="3704" y="25907"/>
                  <a:pt x="3713" y="25949"/>
                  <a:pt x="3701" y="25985"/>
                </a:cubicBezTo>
                <a:lnTo>
                  <a:pt x="3999" y="25388"/>
                </a:lnTo>
                <a:cubicBezTo>
                  <a:pt x="4024" y="25412"/>
                  <a:pt x="4047" y="25422"/>
                  <a:pt x="4070" y="25422"/>
                </a:cubicBezTo>
                <a:cubicBezTo>
                  <a:pt x="4142" y="25422"/>
                  <a:pt x="4213" y="25328"/>
                  <a:pt x="4318" y="25268"/>
                </a:cubicBezTo>
                <a:cubicBezTo>
                  <a:pt x="4039" y="25189"/>
                  <a:pt x="4497" y="24791"/>
                  <a:pt x="4616" y="24532"/>
                </a:cubicBezTo>
                <a:lnTo>
                  <a:pt x="4616" y="24532"/>
                </a:lnTo>
                <a:cubicBezTo>
                  <a:pt x="4696" y="24592"/>
                  <a:pt x="4716" y="24691"/>
                  <a:pt x="4497" y="24910"/>
                </a:cubicBezTo>
                <a:cubicBezTo>
                  <a:pt x="4875" y="24791"/>
                  <a:pt x="4556" y="24373"/>
                  <a:pt x="4895" y="24214"/>
                </a:cubicBezTo>
                <a:lnTo>
                  <a:pt x="4895" y="24214"/>
                </a:lnTo>
                <a:cubicBezTo>
                  <a:pt x="4855" y="24273"/>
                  <a:pt x="4815" y="24313"/>
                  <a:pt x="4835" y="24353"/>
                </a:cubicBezTo>
                <a:cubicBezTo>
                  <a:pt x="4885" y="24202"/>
                  <a:pt x="5132" y="23968"/>
                  <a:pt x="5198" y="23968"/>
                </a:cubicBezTo>
                <a:cubicBezTo>
                  <a:pt x="5210" y="23968"/>
                  <a:pt x="5216" y="23976"/>
                  <a:pt x="5213" y="23995"/>
                </a:cubicBezTo>
                <a:lnTo>
                  <a:pt x="5173" y="24055"/>
                </a:lnTo>
                <a:cubicBezTo>
                  <a:pt x="5531" y="23696"/>
                  <a:pt x="6188" y="22881"/>
                  <a:pt x="6068" y="22662"/>
                </a:cubicBezTo>
                <a:lnTo>
                  <a:pt x="6068" y="22662"/>
                </a:lnTo>
                <a:cubicBezTo>
                  <a:pt x="6108" y="22682"/>
                  <a:pt x="6228" y="22901"/>
                  <a:pt x="6248" y="22940"/>
                </a:cubicBezTo>
                <a:lnTo>
                  <a:pt x="6267" y="22125"/>
                </a:lnTo>
                <a:cubicBezTo>
                  <a:pt x="6327" y="22045"/>
                  <a:pt x="6387" y="21985"/>
                  <a:pt x="6447" y="21906"/>
                </a:cubicBezTo>
                <a:cubicBezTo>
                  <a:pt x="6645" y="22005"/>
                  <a:pt x="6864" y="22125"/>
                  <a:pt x="6725" y="22403"/>
                </a:cubicBezTo>
                <a:cubicBezTo>
                  <a:pt x="6825" y="22324"/>
                  <a:pt x="6944" y="22224"/>
                  <a:pt x="7063" y="21985"/>
                </a:cubicBezTo>
                <a:lnTo>
                  <a:pt x="7063" y="21985"/>
                </a:lnTo>
                <a:cubicBezTo>
                  <a:pt x="7044" y="22000"/>
                  <a:pt x="7015" y="22006"/>
                  <a:pt x="6982" y="22006"/>
                </a:cubicBezTo>
                <a:cubicBezTo>
                  <a:pt x="6878" y="22006"/>
                  <a:pt x="6739" y="21942"/>
                  <a:pt x="6785" y="21866"/>
                </a:cubicBezTo>
                <a:cubicBezTo>
                  <a:pt x="7141" y="21767"/>
                  <a:pt x="7005" y="21786"/>
                  <a:pt x="7396" y="21610"/>
                </a:cubicBezTo>
                <a:lnTo>
                  <a:pt x="7396" y="21610"/>
                </a:lnTo>
                <a:cubicBezTo>
                  <a:pt x="7387" y="21614"/>
                  <a:pt x="7378" y="21615"/>
                  <a:pt x="7369" y="21615"/>
                </a:cubicBezTo>
                <a:cubicBezTo>
                  <a:pt x="7260" y="21615"/>
                  <a:pt x="7155" y="21356"/>
                  <a:pt x="7282" y="21229"/>
                </a:cubicBezTo>
                <a:lnTo>
                  <a:pt x="7282" y="21229"/>
                </a:lnTo>
                <a:cubicBezTo>
                  <a:pt x="7302" y="21268"/>
                  <a:pt x="7510" y="21401"/>
                  <a:pt x="7502" y="21482"/>
                </a:cubicBezTo>
                <a:lnTo>
                  <a:pt x="7502" y="21482"/>
                </a:lnTo>
                <a:lnTo>
                  <a:pt x="7595" y="20940"/>
                </a:lnTo>
                <a:lnTo>
                  <a:pt x="7595" y="20940"/>
                </a:lnTo>
                <a:cubicBezTo>
                  <a:pt x="7591" y="21036"/>
                  <a:pt x="7714" y="21075"/>
                  <a:pt x="7829" y="21075"/>
                </a:cubicBezTo>
                <a:cubicBezTo>
                  <a:pt x="7853" y="21075"/>
                  <a:pt x="7877" y="21073"/>
                  <a:pt x="7899" y="21070"/>
                </a:cubicBezTo>
                <a:cubicBezTo>
                  <a:pt x="7819" y="21070"/>
                  <a:pt x="8177" y="20752"/>
                  <a:pt x="8257" y="20632"/>
                </a:cubicBezTo>
                <a:lnTo>
                  <a:pt x="8257" y="20632"/>
                </a:lnTo>
                <a:lnTo>
                  <a:pt x="8058" y="20732"/>
                </a:lnTo>
                <a:cubicBezTo>
                  <a:pt x="8456" y="20334"/>
                  <a:pt x="8098" y="20055"/>
                  <a:pt x="8476" y="19638"/>
                </a:cubicBezTo>
                <a:cubicBezTo>
                  <a:pt x="8476" y="19712"/>
                  <a:pt x="8576" y="19887"/>
                  <a:pt x="8710" y="19887"/>
                </a:cubicBezTo>
                <a:cubicBezTo>
                  <a:pt x="8755" y="19887"/>
                  <a:pt x="8804" y="19867"/>
                  <a:pt x="8854" y="19817"/>
                </a:cubicBezTo>
                <a:cubicBezTo>
                  <a:pt x="8854" y="19717"/>
                  <a:pt x="8794" y="19459"/>
                  <a:pt x="8794" y="19180"/>
                </a:cubicBezTo>
                <a:cubicBezTo>
                  <a:pt x="8914" y="19021"/>
                  <a:pt x="9053" y="18862"/>
                  <a:pt x="9192" y="18703"/>
                </a:cubicBezTo>
                <a:lnTo>
                  <a:pt x="9192" y="18703"/>
                </a:lnTo>
                <a:cubicBezTo>
                  <a:pt x="9172" y="19041"/>
                  <a:pt x="9133" y="19399"/>
                  <a:pt x="9073" y="19618"/>
                </a:cubicBezTo>
                <a:cubicBezTo>
                  <a:pt x="9272" y="19518"/>
                  <a:pt x="9192" y="19658"/>
                  <a:pt x="9391" y="19399"/>
                </a:cubicBezTo>
                <a:cubicBezTo>
                  <a:pt x="9396" y="19398"/>
                  <a:pt x="9400" y="19398"/>
                  <a:pt x="9404" y="19398"/>
                </a:cubicBezTo>
                <a:cubicBezTo>
                  <a:pt x="9500" y="19398"/>
                  <a:pt x="9369" y="19621"/>
                  <a:pt x="9312" y="19697"/>
                </a:cubicBezTo>
                <a:lnTo>
                  <a:pt x="9829" y="19160"/>
                </a:lnTo>
                <a:cubicBezTo>
                  <a:pt x="9670" y="19081"/>
                  <a:pt x="10048" y="18623"/>
                  <a:pt x="9928" y="18563"/>
                </a:cubicBezTo>
                <a:lnTo>
                  <a:pt x="9928" y="18563"/>
                </a:lnTo>
                <a:lnTo>
                  <a:pt x="9550" y="19280"/>
                </a:lnTo>
                <a:cubicBezTo>
                  <a:pt x="9391" y="19180"/>
                  <a:pt x="9471" y="18603"/>
                  <a:pt x="9829" y="18225"/>
                </a:cubicBezTo>
                <a:cubicBezTo>
                  <a:pt x="9837" y="18223"/>
                  <a:pt x="9845" y="18222"/>
                  <a:pt x="9852" y="18222"/>
                </a:cubicBezTo>
                <a:cubicBezTo>
                  <a:pt x="9971" y="18222"/>
                  <a:pt x="9992" y="18506"/>
                  <a:pt x="10048" y="18543"/>
                </a:cubicBezTo>
                <a:cubicBezTo>
                  <a:pt x="10048" y="18444"/>
                  <a:pt x="10286" y="18086"/>
                  <a:pt x="10346" y="18086"/>
                </a:cubicBezTo>
                <a:lnTo>
                  <a:pt x="10267" y="18305"/>
                </a:lnTo>
                <a:cubicBezTo>
                  <a:pt x="10505" y="18126"/>
                  <a:pt x="10406" y="17807"/>
                  <a:pt x="10744" y="17648"/>
                </a:cubicBezTo>
                <a:cubicBezTo>
                  <a:pt x="10844" y="17568"/>
                  <a:pt x="11162" y="17529"/>
                  <a:pt x="11082" y="17449"/>
                </a:cubicBezTo>
                <a:cubicBezTo>
                  <a:pt x="10923" y="17449"/>
                  <a:pt x="10665" y="17330"/>
                  <a:pt x="10485" y="17171"/>
                </a:cubicBezTo>
                <a:cubicBezTo>
                  <a:pt x="10585" y="17071"/>
                  <a:pt x="10665" y="16972"/>
                  <a:pt x="10764" y="16852"/>
                </a:cubicBezTo>
                <a:lnTo>
                  <a:pt x="10804" y="16912"/>
                </a:lnTo>
                <a:lnTo>
                  <a:pt x="10844" y="16852"/>
                </a:lnTo>
                <a:lnTo>
                  <a:pt x="10804" y="16812"/>
                </a:lnTo>
                <a:cubicBezTo>
                  <a:pt x="10883" y="16713"/>
                  <a:pt x="10983" y="16613"/>
                  <a:pt x="11062" y="16494"/>
                </a:cubicBezTo>
                <a:cubicBezTo>
                  <a:pt x="11198" y="16572"/>
                  <a:pt x="11126" y="16933"/>
                  <a:pt x="11288" y="16933"/>
                </a:cubicBezTo>
                <a:cubicBezTo>
                  <a:pt x="11292" y="16933"/>
                  <a:pt x="11297" y="16932"/>
                  <a:pt x="11301" y="16932"/>
                </a:cubicBezTo>
                <a:cubicBezTo>
                  <a:pt x="11261" y="16892"/>
                  <a:pt x="11281" y="16773"/>
                  <a:pt x="11301" y="16713"/>
                </a:cubicBezTo>
                <a:cubicBezTo>
                  <a:pt x="11318" y="16704"/>
                  <a:pt x="11332" y="16701"/>
                  <a:pt x="11343" y="16701"/>
                </a:cubicBezTo>
                <a:cubicBezTo>
                  <a:pt x="11383" y="16701"/>
                  <a:pt x="11397" y="16739"/>
                  <a:pt x="11426" y="16739"/>
                </a:cubicBezTo>
                <a:cubicBezTo>
                  <a:pt x="11448" y="16739"/>
                  <a:pt x="11480" y="16716"/>
                  <a:pt x="11540" y="16633"/>
                </a:cubicBezTo>
                <a:cubicBezTo>
                  <a:pt x="11468" y="16518"/>
                  <a:pt x="11699" y="16350"/>
                  <a:pt x="11680" y="16350"/>
                </a:cubicBezTo>
                <a:cubicBezTo>
                  <a:pt x="11673" y="16350"/>
                  <a:pt x="11629" y="16374"/>
                  <a:pt x="11520" y="16434"/>
                </a:cubicBezTo>
                <a:cubicBezTo>
                  <a:pt x="11639" y="16196"/>
                  <a:pt x="11719" y="16255"/>
                  <a:pt x="11918" y="15997"/>
                </a:cubicBezTo>
                <a:cubicBezTo>
                  <a:pt x="11819" y="15997"/>
                  <a:pt x="11799" y="15798"/>
                  <a:pt x="11838" y="15599"/>
                </a:cubicBezTo>
                <a:cubicBezTo>
                  <a:pt x="11898" y="15499"/>
                  <a:pt x="11978" y="15420"/>
                  <a:pt x="12057" y="15320"/>
                </a:cubicBezTo>
                <a:lnTo>
                  <a:pt x="12077" y="15320"/>
                </a:lnTo>
                <a:cubicBezTo>
                  <a:pt x="12435" y="14922"/>
                  <a:pt x="12694" y="14743"/>
                  <a:pt x="13012" y="14365"/>
                </a:cubicBezTo>
                <a:cubicBezTo>
                  <a:pt x="13068" y="14351"/>
                  <a:pt x="13184" y="14278"/>
                  <a:pt x="13240" y="14278"/>
                </a:cubicBezTo>
                <a:cubicBezTo>
                  <a:pt x="13264" y="14278"/>
                  <a:pt x="13277" y="14290"/>
                  <a:pt x="13271" y="14325"/>
                </a:cubicBezTo>
                <a:cubicBezTo>
                  <a:pt x="13291" y="14246"/>
                  <a:pt x="13291" y="14166"/>
                  <a:pt x="13390" y="14047"/>
                </a:cubicBezTo>
                <a:cubicBezTo>
                  <a:pt x="13436" y="14027"/>
                  <a:pt x="13465" y="14018"/>
                  <a:pt x="13481" y="14018"/>
                </a:cubicBezTo>
                <a:cubicBezTo>
                  <a:pt x="13568" y="14018"/>
                  <a:pt x="13283" y="14272"/>
                  <a:pt x="13424" y="14272"/>
                </a:cubicBezTo>
                <a:cubicBezTo>
                  <a:pt x="13436" y="14272"/>
                  <a:pt x="13451" y="14270"/>
                  <a:pt x="13470" y="14266"/>
                </a:cubicBezTo>
                <a:cubicBezTo>
                  <a:pt x="13410" y="14186"/>
                  <a:pt x="13629" y="13868"/>
                  <a:pt x="13729" y="13649"/>
                </a:cubicBezTo>
                <a:cubicBezTo>
                  <a:pt x="13721" y="13647"/>
                  <a:pt x="13712" y="13646"/>
                  <a:pt x="13704" y="13646"/>
                </a:cubicBezTo>
                <a:cubicBezTo>
                  <a:pt x="13534" y="13646"/>
                  <a:pt x="13366" y="14037"/>
                  <a:pt x="13271" y="14246"/>
                </a:cubicBezTo>
                <a:cubicBezTo>
                  <a:pt x="13211" y="14186"/>
                  <a:pt x="13191" y="14107"/>
                  <a:pt x="13171" y="13987"/>
                </a:cubicBezTo>
                <a:cubicBezTo>
                  <a:pt x="13530" y="13569"/>
                  <a:pt x="13888" y="13151"/>
                  <a:pt x="14226" y="12754"/>
                </a:cubicBezTo>
                <a:cubicBezTo>
                  <a:pt x="14524" y="12515"/>
                  <a:pt x="15062" y="11759"/>
                  <a:pt x="15479" y="11401"/>
                </a:cubicBezTo>
                <a:cubicBezTo>
                  <a:pt x="15499" y="11321"/>
                  <a:pt x="15559" y="11222"/>
                  <a:pt x="15539" y="11162"/>
                </a:cubicBezTo>
                <a:cubicBezTo>
                  <a:pt x="15997" y="10625"/>
                  <a:pt x="16454" y="10087"/>
                  <a:pt x="16872" y="9570"/>
                </a:cubicBezTo>
                <a:cubicBezTo>
                  <a:pt x="16892" y="9590"/>
                  <a:pt x="16912" y="9590"/>
                  <a:pt x="16932" y="9610"/>
                </a:cubicBezTo>
                <a:lnTo>
                  <a:pt x="17051" y="9351"/>
                </a:lnTo>
                <a:cubicBezTo>
                  <a:pt x="17051" y="9351"/>
                  <a:pt x="17071" y="9331"/>
                  <a:pt x="17071" y="9331"/>
                </a:cubicBezTo>
                <a:cubicBezTo>
                  <a:pt x="17088" y="9348"/>
                  <a:pt x="17077" y="9420"/>
                  <a:pt x="17107" y="9420"/>
                </a:cubicBezTo>
                <a:cubicBezTo>
                  <a:pt x="17113" y="9420"/>
                  <a:pt x="17121" y="9418"/>
                  <a:pt x="17131" y="9411"/>
                </a:cubicBezTo>
                <a:cubicBezTo>
                  <a:pt x="17111" y="9371"/>
                  <a:pt x="17111" y="9331"/>
                  <a:pt x="17131" y="9272"/>
                </a:cubicBezTo>
                <a:cubicBezTo>
                  <a:pt x="17230" y="9152"/>
                  <a:pt x="17310" y="9033"/>
                  <a:pt x="17409" y="8914"/>
                </a:cubicBezTo>
                <a:lnTo>
                  <a:pt x="17429" y="8914"/>
                </a:lnTo>
                <a:cubicBezTo>
                  <a:pt x="17429" y="8894"/>
                  <a:pt x="17429" y="8894"/>
                  <a:pt x="17429" y="8894"/>
                </a:cubicBezTo>
                <a:cubicBezTo>
                  <a:pt x="17509" y="8794"/>
                  <a:pt x="17588" y="8695"/>
                  <a:pt x="17668" y="8615"/>
                </a:cubicBezTo>
                <a:cubicBezTo>
                  <a:pt x="17668" y="8595"/>
                  <a:pt x="17688" y="8595"/>
                  <a:pt x="17708" y="8575"/>
                </a:cubicBezTo>
                <a:cubicBezTo>
                  <a:pt x="17708" y="8555"/>
                  <a:pt x="17748" y="8536"/>
                  <a:pt x="17748" y="8496"/>
                </a:cubicBezTo>
                <a:cubicBezTo>
                  <a:pt x="20255" y="5472"/>
                  <a:pt x="22264" y="2905"/>
                  <a:pt x="23040" y="1711"/>
                </a:cubicBezTo>
                <a:lnTo>
                  <a:pt x="23179" y="1651"/>
                </a:lnTo>
                <a:cubicBezTo>
                  <a:pt x="23159" y="1651"/>
                  <a:pt x="23120" y="1632"/>
                  <a:pt x="23100" y="1632"/>
                </a:cubicBezTo>
                <a:cubicBezTo>
                  <a:pt x="23199" y="1453"/>
                  <a:pt x="23279" y="1313"/>
                  <a:pt x="23338" y="1214"/>
                </a:cubicBezTo>
                <a:cubicBezTo>
                  <a:pt x="23338" y="1214"/>
                  <a:pt x="23060" y="1114"/>
                  <a:pt x="22742" y="975"/>
                </a:cubicBezTo>
                <a:cubicBezTo>
                  <a:pt x="22662" y="836"/>
                  <a:pt x="22602" y="677"/>
                  <a:pt x="22682" y="577"/>
                </a:cubicBezTo>
                <a:lnTo>
                  <a:pt x="22682" y="577"/>
                </a:lnTo>
                <a:cubicBezTo>
                  <a:pt x="22664" y="583"/>
                  <a:pt x="22647" y="585"/>
                  <a:pt x="22629" y="585"/>
                </a:cubicBezTo>
                <a:cubicBezTo>
                  <a:pt x="22587" y="585"/>
                  <a:pt x="22545" y="571"/>
                  <a:pt x="22503" y="557"/>
                </a:cubicBezTo>
                <a:cubicBezTo>
                  <a:pt x="22483" y="537"/>
                  <a:pt x="22463" y="537"/>
                  <a:pt x="22423" y="517"/>
                </a:cubicBezTo>
                <a:lnTo>
                  <a:pt x="22403" y="497"/>
                </a:lnTo>
                <a:lnTo>
                  <a:pt x="22383" y="478"/>
                </a:lnTo>
                <a:lnTo>
                  <a:pt x="22324" y="438"/>
                </a:lnTo>
                <a:cubicBezTo>
                  <a:pt x="22145" y="338"/>
                  <a:pt x="21906" y="179"/>
                  <a:pt x="21747" y="80"/>
                </a:cubicBezTo>
                <a:cubicBezTo>
                  <a:pt x="21727" y="60"/>
                  <a:pt x="21687" y="60"/>
                  <a:pt x="21667" y="40"/>
                </a:cubicBezTo>
                <a:cubicBezTo>
                  <a:pt x="21647" y="20"/>
                  <a:pt x="21647" y="0"/>
                  <a:pt x="216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1"/>
          <p:cNvSpPr/>
          <p:nvPr/>
        </p:nvSpPr>
        <p:spPr>
          <a:xfrm rot="2513567">
            <a:off x="4300818" y="891707"/>
            <a:ext cx="950680" cy="81957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2" name="Google Shape;932;p11"/>
          <p:cNvGrpSpPr/>
          <p:nvPr/>
        </p:nvGrpSpPr>
        <p:grpSpPr>
          <a:xfrm>
            <a:off x="946050" y="672163"/>
            <a:ext cx="7251900" cy="417000"/>
            <a:chOff x="946050" y="672163"/>
            <a:chExt cx="7251900" cy="417000"/>
          </a:xfrm>
        </p:grpSpPr>
        <p:sp>
          <p:nvSpPr>
            <p:cNvPr id="933" name="Google Shape;933;p11"/>
            <p:cNvSpPr/>
            <p:nvPr/>
          </p:nvSpPr>
          <p:spPr>
            <a:xfrm>
              <a:off x="946050" y="672163"/>
              <a:ext cx="7251900" cy="417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4" name="Google Shape;934;p11"/>
            <p:cNvGrpSpPr/>
            <p:nvPr/>
          </p:nvGrpSpPr>
          <p:grpSpPr>
            <a:xfrm>
              <a:off x="7209519" y="794061"/>
              <a:ext cx="789243" cy="171052"/>
              <a:chOff x="733775" y="310686"/>
              <a:chExt cx="789243" cy="171052"/>
            </a:xfrm>
          </p:grpSpPr>
          <p:sp>
            <p:nvSpPr>
              <p:cNvPr id="935" name="Google Shape;935;p11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936" name="Google Shape;936;p11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937" name="Google Shape;937;p11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938" name="Google Shape;938;p11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939" name="Google Shape;939;p11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940" name="Google Shape;940;p11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41" name="Google Shape;941;p11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942" name="Google Shape;942;p11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943" name="Google Shape;943;p11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44" name="Google Shape;944;p11"/>
            <p:cNvGrpSpPr/>
            <p:nvPr/>
          </p:nvGrpSpPr>
          <p:grpSpPr>
            <a:xfrm>
              <a:off x="1145239" y="777487"/>
              <a:ext cx="800559" cy="204209"/>
              <a:chOff x="747420" y="664537"/>
              <a:chExt cx="800559" cy="204209"/>
            </a:xfrm>
          </p:grpSpPr>
          <p:grpSp>
            <p:nvGrpSpPr>
              <p:cNvPr id="945" name="Google Shape;945;p11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946" name="Google Shape;946;p11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11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48" name="Google Shape;948;p11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949" name="Google Shape;949;p11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950" name="Google Shape;950;p11"/>
          <p:cNvSpPr/>
          <p:nvPr/>
        </p:nvSpPr>
        <p:spPr>
          <a:xfrm>
            <a:off x="946050" y="1089426"/>
            <a:ext cx="7251900" cy="338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1"/>
          <p:cNvSpPr txBox="1">
            <a:spLocks noGrp="1"/>
          </p:cNvSpPr>
          <p:nvPr>
            <p:ph type="title" hasCustomPrompt="1"/>
          </p:nvPr>
        </p:nvSpPr>
        <p:spPr>
          <a:xfrm>
            <a:off x="1243200" y="1582350"/>
            <a:ext cx="66576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5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952" name="Google Shape;952;p11"/>
          <p:cNvSpPr txBox="1">
            <a:spLocks noGrp="1"/>
          </p:cNvSpPr>
          <p:nvPr>
            <p:ph type="subTitle" idx="1"/>
          </p:nvPr>
        </p:nvSpPr>
        <p:spPr>
          <a:xfrm>
            <a:off x="1608925" y="3476800"/>
            <a:ext cx="5280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5" name="Google Shape;955;p13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956" name="Google Shape;956;p13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1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5" name="Google Shape;1015;p13"/>
          <p:cNvGrpSpPr/>
          <p:nvPr/>
        </p:nvGrpSpPr>
        <p:grpSpPr>
          <a:xfrm>
            <a:off x="3898049" y="4134564"/>
            <a:ext cx="1232672" cy="627928"/>
            <a:chOff x="2094425" y="748900"/>
            <a:chExt cx="887900" cy="452300"/>
          </a:xfrm>
        </p:grpSpPr>
        <p:sp>
          <p:nvSpPr>
            <p:cNvPr id="1016" name="Google Shape;1016;p13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0" name="Google Shape;1020;p13"/>
          <p:cNvSpPr/>
          <p:nvPr/>
        </p:nvSpPr>
        <p:spPr>
          <a:xfrm>
            <a:off x="598182" y="3233454"/>
            <a:ext cx="1477624" cy="1512541"/>
          </a:xfrm>
          <a:custGeom>
            <a:avLst/>
            <a:gdLst/>
            <a:ahLst/>
            <a:cxnLst/>
            <a:rect l="l" t="t" r="r" b="b"/>
            <a:pathLst>
              <a:path w="26861" h="27497" extrusionOk="0">
                <a:moveTo>
                  <a:pt x="26781" y="15479"/>
                </a:moveTo>
                <a:cubicBezTo>
                  <a:pt x="26721" y="14823"/>
                  <a:pt x="26701" y="14186"/>
                  <a:pt x="26582" y="13629"/>
                </a:cubicBezTo>
                <a:cubicBezTo>
                  <a:pt x="26542" y="13430"/>
                  <a:pt x="26443" y="13251"/>
                  <a:pt x="26403" y="13052"/>
                </a:cubicBezTo>
                <a:cubicBezTo>
                  <a:pt x="26224" y="12236"/>
                  <a:pt x="26164" y="11401"/>
                  <a:pt x="25945" y="10605"/>
                </a:cubicBezTo>
                <a:cubicBezTo>
                  <a:pt x="25866" y="10346"/>
                  <a:pt x="25726" y="10088"/>
                  <a:pt x="25647" y="9829"/>
                </a:cubicBezTo>
                <a:cubicBezTo>
                  <a:pt x="25567" y="9570"/>
                  <a:pt x="25567" y="9292"/>
                  <a:pt x="25488" y="9013"/>
                </a:cubicBezTo>
                <a:cubicBezTo>
                  <a:pt x="25408" y="8735"/>
                  <a:pt x="25289" y="8476"/>
                  <a:pt x="25189" y="8217"/>
                </a:cubicBezTo>
                <a:cubicBezTo>
                  <a:pt x="25070" y="7819"/>
                  <a:pt x="24851" y="7422"/>
                  <a:pt x="24712" y="7183"/>
                </a:cubicBezTo>
                <a:cubicBezTo>
                  <a:pt x="24592" y="6964"/>
                  <a:pt x="24553" y="6765"/>
                  <a:pt x="24473" y="6606"/>
                </a:cubicBezTo>
                <a:cubicBezTo>
                  <a:pt x="24334" y="6248"/>
                  <a:pt x="24095" y="5929"/>
                  <a:pt x="23896" y="5611"/>
                </a:cubicBezTo>
                <a:cubicBezTo>
                  <a:pt x="23836" y="5511"/>
                  <a:pt x="23856" y="5372"/>
                  <a:pt x="23797" y="5293"/>
                </a:cubicBezTo>
                <a:cubicBezTo>
                  <a:pt x="23737" y="5193"/>
                  <a:pt x="23598" y="5133"/>
                  <a:pt x="23538" y="5034"/>
                </a:cubicBezTo>
                <a:cubicBezTo>
                  <a:pt x="23538" y="5034"/>
                  <a:pt x="23538" y="4934"/>
                  <a:pt x="23498" y="4895"/>
                </a:cubicBezTo>
                <a:cubicBezTo>
                  <a:pt x="23319" y="4636"/>
                  <a:pt x="23160" y="4338"/>
                  <a:pt x="22961" y="4119"/>
                </a:cubicBezTo>
                <a:cubicBezTo>
                  <a:pt x="22881" y="4019"/>
                  <a:pt x="22782" y="3940"/>
                  <a:pt x="22702" y="3840"/>
                </a:cubicBezTo>
                <a:cubicBezTo>
                  <a:pt x="22603" y="3721"/>
                  <a:pt x="22523" y="3582"/>
                  <a:pt x="22503" y="3562"/>
                </a:cubicBezTo>
                <a:cubicBezTo>
                  <a:pt x="22424" y="3442"/>
                  <a:pt x="22284" y="3422"/>
                  <a:pt x="22185" y="3323"/>
                </a:cubicBezTo>
                <a:cubicBezTo>
                  <a:pt x="22145" y="3263"/>
                  <a:pt x="22165" y="3204"/>
                  <a:pt x="22145" y="3164"/>
                </a:cubicBezTo>
                <a:cubicBezTo>
                  <a:pt x="22105" y="3124"/>
                  <a:pt x="22006" y="3104"/>
                  <a:pt x="21966" y="3044"/>
                </a:cubicBezTo>
                <a:cubicBezTo>
                  <a:pt x="21707" y="2746"/>
                  <a:pt x="21409" y="2388"/>
                  <a:pt x="21051" y="2129"/>
                </a:cubicBezTo>
                <a:cubicBezTo>
                  <a:pt x="20951" y="2069"/>
                  <a:pt x="20832" y="2050"/>
                  <a:pt x="20752" y="1990"/>
                </a:cubicBezTo>
                <a:cubicBezTo>
                  <a:pt x="20633" y="1910"/>
                  <a:pt x="20553" y="1811"/>
                  <a:pt x="20454" y="1731"/>
                </a:cubicBezTo>
                <a:cubicBezTo>
                  <a:pt x="20255" y="1592"/>
                  <a:pt x="20056" y="1492"/>
                  <a:pt x="19837" y="1373"/>
                </a:cubicBezTo>
                <a:cubicBezTo>
                  <a:pt x="19419" y="1134"/>
                  <a:pt x="19002" y="955"/>
                  <a:pt x="18584" y="756"/>
                </a:cubicBezTo>
                <a:cubicBezTo>
                  <a:pt x="17768" y="398"/>
                  <a:pt x="16912" y="140"/>
                  <a:pt x="16077" y="40"/>
                </a:cubicBezTo>
                <a:cubicBezTo>
                  <a:pt x="15321" y="40"/>
                  <a:pt x="14604" y="0"/>
                  <a:pt x="13928" y="40"/>
                </a:cubicBezTo>
                <a:cubicBezTo>
                  <a:pt x="13829" y="40"/>
                  <a:pt x="13749" y="0"/>
                  <a:pt x="13649" y="20"/>
                </a:cubicBezTo>
                <a:cubicBezTo>
                  <a:pt x="13590" y="20"/>
                  <a:pt x="13510" y="80"/>
                  <a:pt x="13451" y="100"/>
                </a:cubicBezTo>
                <a:cubicBezTo>
                  <a:pt x="13271" y="120"/>
                  <a:pt x="13072" y="100"/>
                  <a:pt x="12913" y="120"/>
                </a:cubicBezTo>
                <a:cubicBezTo>
                  <a:pt x="12754" y="159"/>
                  <a:pt x="12595" y="219"/>
                  <a:pt x="12436" y="279"/>
                </a:cubicBezTo>
                <a:cubicBezTo>
                  <a:pt x="12356" y="299"/>
                  <a:pt x="12277" y="299"/>
                  <a:pt x="12197" y="319"/>
                </a:cubicBezTo>
                <a:cubicBezTo>
                  <a:pt x="12197" y="319"/>
                  <a:pt x="12157" y="418"/>
                  <a:pt x="12137" y="418"/>
                </a:cubicBezTo>
                <a:cubicBezTo>
                  <a:pt x="12098" y="458"/>
                  <a:pt x="12018" y="398"/>
                  <a:pt x="11978" y="418"/>
                </a:cubicBezTo>
                <a:cubicBezTo>
                  <a:pt x="11401" y="617"/>
                  <a:pt x="10765" y="756"/>
                  <a:pt x="10168" y="876"/>
                </a:cubicBezTo>
                <a:cubicBezTo>
                  <a:pt x="9790" y="955"/>
                  <a:pt x="9451" y="1055"/>
                  <a:pt x="9113" y="1174"/>
                </a:cubicBezTo>
                <a:cubicBezTo>
                  <a:pt x="6944" y="1393"/>
                  <a:pt x="5034" y="2030"/>
                  <a:pt x="3284" y="3960"/>
                </a:cubicBezTo>
                <a:cubicBezTo>
                  <a:pt x="3204" y="4039"/>
                  <a:pt x="3124" y="4139"/>
                  <a:pt x="3065" y="4238"/>
                </a:cubicBezTo>
                <a:cubicBezTo>
                  <a:pt x="3045" y="4218"/>
                  <a:pt x="3025" y="4198"/>
                  <a:pt x="3025" y="4198"/>
                </a:cubicBezTo>
                <a:cubicBezTo>
                  <a:pt x="2925" y="4079"/>
                  <a:pt x="2826" y="4159"/>
                  <a:pt x="2746" y="4178"/>
                </a:cubicBezTo>
                <a:cubicBezTo>
                  <a:pt x="2707" y="4198"/>
                  <a:pt x="2647" y="4238"/>
                  <a:pt x="2607" y="4278"/>
                </a:cubicBezTo>
                <a:cubicBezTo>
                  <a:pt x="2408" y="4417"/>
                  <a:pt x="2209" y="4636"/>
                  <a:pt x="2070" y="4895"/>
                </a:cubicBezTo>
                <a:cubicBezTo>
                  <a:pt x="2010" y="5034"/>
                  <a:pt x="2010" y="5153"/>
                  <a:pt x="1950" y="5293"/>
                </a:cubicBezTo>
                <a:cubicBezTo>
                  <a:pt x="1692" y="5790"/>
                  <a:pt x="1294" y="6287"/>
                  <a:pt x="1135" y="6765"/>
                </a:cubicBezTo>
                <a:cubicBezTo>
                  <a:pt x="1095" y="6964"/>
                  <a:pt x="1214" y="7262"/>
                  <a:pt x="956" y="7322"/>
                </a:cubicBezTo>
                <a:cubicBezTo>
                  <a:pt x="1055" y="7501"/>
                  <a:pt x="916" y="7800"/>
                  <a:pt x="816" y="8018"/>
                </a:cubicBezTo>
                <a:cubicBezTo>
                  <a:pt x="737" y="8138"/>
                  <a:pt x="677" y="8217"/>
                  <a:pt x="598" y="8277"/>
                </a:cubicBezTo>
                <a:cubicBezTo>
                  <a:pt x="538" y="9033"/>
                  <a:pt x="239" y="9789"/>
                  <a:pt x="160" y="10545"/>
                </a:cubicBezTo>
                <a:cubicBezTo>
                  <a:pt x="80" y="11301"/>
                  <a:pt x="1" y="12018"/>
                  <a:pt x="1" y="12674"/>
                </a:cubicBezTo>
                <a:cubicBezTo>
                  <a:pt x="21" y="13768"/>
                  <a:pt x="40" y="14743"/>
                  <a:pt x="200" y="15798"/>
                </a:cubicBezTo>
                <a:cubicBezTo>
                  <a:pt x="239" y="15957"/>
                  <a:pt x="319" y="16136"/>
                  <a:pt x="359" y="16315"/>
                </a:cubicBezTo>
                <a:cubicBezTo>
                  <a:pt x="418" y="16494"/>
                  <a:pt x="458" y="16673"/>
                  <a:pt x="518" y="16872"/>
                </a:cubicBezTo>
                <a:cubicBezTo>
                  <a:pt x="478" y="16912"/>
                  <a:pt x="498" y="16912"/>
                  <a:pt x="538" y="16932"/>
                </a:cubicBezTo>
                <a:cubicBezTo>
                  <a:pt x="598" y="17151"/>
                  <a:pt x="677" y="17370"/>
                  <a:pt x="757" y="17569"/>
                </a:cubicBezTo>
                <a:cubicBezTo>
                  <a:pt x="757" y="17608"/>
                  <a:pt x="757" y="17648"/>
                  <a:pt x="737" y="17688"/>
                </a:cubicBezTo>
                <a:cubicBezTo>
                  <a:pt x="777" y="17728"/>
                  <a:pt x="816" y="17768"/>
                  <a:pt x="836" y="17807"/>
                </a:cubicBezTo>
                <a:cubicBezTo>
                  <a:pt x="916" y="17986"/>
                  <a:pt x="1015" y="18185"/>
                  <a:pt x="1095" y="18364"/>
                </a:cubicBezTo>
                <a:cubicBezTo>
                  <a:pt x="1095" y="18364"/>
                  <a:pt x="1095" y="18384"/>
                  <a:pt x="1135" y="18424"/>
                </a:cubicBezTo>
                <a:cubicBezTo>
                  <a:pt x="1175" y="18504"/>
                  <a:pt x="1214" y="18583"/>
                  <a:pt x="1254" y="18683"/>
                </a:cubicBezTo>
                <a:cubicBezTo>
                  <a:pt x="1254" y="18742"/>
                  <a:pt x="1294" y="18802"/>
                  <a:pt x="1354" y="18842"/>
                </a:cubicBezTo>
                <a:cubicBezTo>
                  <a:pt x="1473" y="19041"/>
                  <a:pt x="1592" y="19220"/>
                  <a:pt x="1732" y="19419"/>
                </a:cubicBezTo>
                <a:cubicBezTo>
                  <a:pt x="3264" y="21588"/>
                  <a:pt x="5850" y="22841"/>
                  <a:pt x="8476" y="23299"/>
                </a:cubicBezTo>
                <a:cubicBezTo>
                  <a:pt x="10327" y="23637"/>
                  <a:pt x="12197" y="23617"/>
                  <a:pt x="14087" y="23518"/>
                </a:cubicBezTo>
                <a:cubicBezTo>
                  <a:pt x="13988" y="23537"/>
                  <a:pt x="13888" y="23557"/>
                  <a:pt x="13789" y="23577"/>
                </a:cubicBezTo>
                <a:cubicBezTo>
                  <a:pt x="13709" y="23597"/>
                  <a:pt x="13530" y="23617"/>
                  <a:pt x="13451" y="23657"/>
                </a:cubicBezTo>
                <a:cubicBezTo>
                  <a:pt x="13431" y="23657"/>
                  <a:pt x="13411" y="23756"/>
                  <a:pt x="13391" y="23756"/>
                </a:cubicBezTo>
                <a:cubicBezTo>
                  <a:pt x="13331" y="23776"/>
                  <a:pt x="13252" y="23717"/>
                  <a:pt x="13172" y="23717"/>
                </a:cubicBezTo>
                <a:cubicBezTo>
                  <a:pt x="12913" y="23717"/>
                  <a:pt x="12734" y="23736"/>
                  <a:pt x="12535" y="23736"/>
                </a:cubicBezTo>
                <a:cubicBezTo>
                  <a:pt x="12376" y="23736"/>
                  <a:pt x="12217" y="23796"/>
                  <a:pt x="12078" y="23677"/>
                </a:cubicBezTo>
                <a:cubicBezTo>
                  <a:pt x="11899" y="23717"/>
                  <a:pt x="11640" y="23796"/>
                  <a:pt x="11381" y="23836"/>
                </a:cubicBezTo>
                <a:cubicBezTo>
                  <a:pt x="11302" y="23856"/>
                  <a:pt x="11123" y="23876"/>
                  <a:pt x="11123" y="23876"/>
                </a:cubicBezTo>
                <a:cubicBezTo>
                  <a:pt x="11083" y="23876"/>
                  <a:pt x="11083" y="23836"/>
                  <a:pt x="11063" y="23836"/>
                </a:cubicBezTo>
                <a:cubicBezTo>
                  <a:pt x="10944" y="23856"/>
                  <a:pt x="10824" y="23915"/>
                  <a:pt x="10705" y="23915"/>
                </a:cubicBezTo>
                <a:cubicBezTo>
                  <a:pt x="10148" y="23955"/>
                  <a:pt x="9272" y="23537"/>
                  <a:pt x="9093" y="24194"/>
                </a:cubicBezTo>
                <a:cubicBezTo>
                  <a:pt x="9014" y="24492"/>
                  <a:pt x="9073" y="24711"/>
                  <a:pt x="9193" y="24851"/>
                </a:cubicBezTo>
                <a:cubicBezTo>
                  <a:pt x="9213" y="24890"/>
                  <a:pt x="9332" y="24871"/>
                  <a:pt x="9412" y="24930"/>
                </a:cubicBezTo>
                <a:cubicBezTo>
                  <a:pt x="9491" y="24970"/>
                  <a:pt x="9571" y="25010"/>
                  <a:pt x="9611" y="25109"/>
                </a:cubicBezTo>
                <a:cubicBezTo>
                  <a:pt x="10148" y="25109"/>
                  <a:pt x="10745" y="24990"/>
                  <a:pt x="11322" y="24950"/>
                </a:cubicBezTo>
                <a:cubicBezTo>
                  <a:pt x="11381" y="24930"/>
                  <a:pt x="11461" y="24890"/>
                  <a:pt x="11521" y="24890"/>
                </a:cubicBezTo>
                <a:cubicBezTo>
                  <a:pt x="11580" y="24890"/>
                  <a:pt x="11640" y="24950"/>
                  <a:pt x="11720" y="24950"/>
                </a:cubicBezTo>
                <a:cubicBezTo>
                  <a:pt x="11859" y="24930"/>
                  <a:pt x="12018" y="24851"/>
                  <a:pt x="12157" y="24851"/>
                </a:cubicBezTo>
                <a:cubicBezTo>
                  <a:pt x="12197" y="24831"/>
                  <a:pt x="12297" y="24890"/>
                  <a:pt x="12356" y="24890"/>
                </a:cubicBezTo>
                <a:cubicBezTo>
                  <a:pt x="12436" y="24890"/>
                  <a:pt x="12495" y="24851"/>
                  <a:pt x="12575" y="24831"/>
                </a:cubicBezTo>
                <a:cubicBezTo>
                  <a:pt x="12655" y="24831"/>
                  <a:pt x="12714" y="24890"/>
                  <a:pt x="12774" y="24890"/>
                </a:cubicBezTo>
                <a:cubicBezTo>
                  <a:pt x="13013" y="24871"/>
                  <a:pt x="13192" y="24751"/>
                  <a:pt x="13371" y="24910"/>
                </a:cubicBezTo>
                <a:cubicBezTo>
                  <a:pt x="13590" y="24811"/>
                  <a:pt x="13829" y="24771"/>
                  <a:pt x="14027" y="24731"/>
                </a:cubicBezTo>
                <a:cubicBezTo>
                  <a:pt x="14127" y="24691"/>
                  <a:pt x="14127" y="24731"/>
                  <a:pt x="14226" y="24711"/>
                </a:cubicBezTo>
                <a:cubicBezTo>
                  <a:pt x="14525" y="24652"/>
                  <a:pt x="14843" y="24532"/>
                  <a:pt x="15142" y="24492"/>
                </a:cubicBezTo>
                <a:cubicBezTo>
                  <a:pt x="15261" y="24473"/>
                  <a:pt x="15380" y="24532"/>
                  <a:pt x="15500" y="24512"/>
                </a:cubicBezTo>
                <a:cubicBezTo>
                  <a:pt x="15599" y="24512"/>
                  <a:pt x="15679" y="24413"/>
                  <a:pt x="15778" y="24393"/>
                </a:cubicBezTo>
                <a:cubicBezTo>
                  <a:pt x="16534" y="24154"/>
                  <a:pt x="17310" y="24274"/>
                  <a:pt x="18126" y="24055"/>
                </a:cubicBezTo>
                <a:cubicBezTo>
                  <a:pt x="18285" y="24015"/>
                  <a:pt x="18444" y="23935"/>
                  <a:pt x="18604" y="23876"/>
                </a:cubicBezTo>
                <a:cubicBezTo>
                  <a:pt x="18604" y="23876"/>
                  <a:pt x="18663" y="23935"/>
                  <a:pt x="18703" y="23915"/>
                </a:cubicBezTo>
                <a:cubicBezTo>
                  <a:pt x="18822" y="23896"/>
                  <a:pt x="19002" y="23836"/>
                  <a:pt x="19141" y="23796"/>
                </a:cubicBezTo>
                <a:cubicBezTo>
                  <a:pt x="20215" y="23458"/>
                  <a:pt x="21230" y="22960"/>
                  <a:pt x="22066" y="22264"/>
                </a:cubicBezTo>
                <a:cubicBezTo>
                  <a:pt x="22125" y="22204"/>
                  <a:pt x="22185" y="22165"/>
                  <a:pt x="22245" y="22105"/>
                </a:cubicBezTo>
                <a:cubicBezTo>
                  <a:pt x="22563" y="21806"/>
                  <a:pt x="22861" y="21448"/>
                  <a:pt x="23100" y="21170"/>
                </a:cubicBezTo>
                <a:cubicBezTo>
                  <a:pt x="23319" y="20931"/>
                  <a:pt x="23558" y="20414"/>
                  <a:pt x="23797" y="20175"/>
                </a:cubicBezTo>
                <a:cubicBezTo>
                  <a:pt x="23816" y="20155"/>
                  <a:pt x="23777" y="20115"/>
                  <a:pt x="23777" y="20076"/>
                </a:cubicBezTo>
                <a:cubicBezTo>
                  <a:pt x="24015" y="19598"/>
                  <a:pt x="24155" y="19041"/>
                  <a:pt x="24254" y="18782"/>
                </a:cubicBezTo>
                <a:cubicBezTo>
                  <a:pt x="24413" y="18364"/>
                  <a:pt x="24433" y="17867"/>
                  <a:pt x="24533" y="17390"/>
                </a:cubicBezTo>
                <a:cubicBezTo>
                  <a:pt x="24612" y="16872"/>
                  <a:pt x="24771" y="16375"/>
                  <a:pt x="24732" y="15798"/>
                </a:cubicBezTo>
                <a:cubicBezTo>
                  <a:pt x="24712" y="15559"/>
                  <a:pt x="24712" y="15440"/>
                  <a:pt x="24712" y="15320"/>
                </a:cubicBezTo>
                <a:cubicBezTo>
                  <a:pt x="24712" y="15082"/>
                  <a:pt x="24632" y="14843"/>
                  <a:pt x="24612" y="14604"/>
                </a:cubicBezTo>
                <a:cubicBezTo>
                  <a:pt x="24592" y="14505"/>
                  <a:pt x="24652" y="14425"/>
                  <a:pt x="24632" y="14326"/>
                </a:cubicBezTo>
                <a:cubicBezTo>
                  <a:pt x="24573" y="13589"/>
                  <a:pt x="24493" y="12833"/>
                  <a:pt x="24354" y="12097"/>
                </a:cubicBezTo>
                <a:cubicBezTo>
                  <a:pt x="24194" y="11361"/>
                  <a:pt x="24015" y="10665"/>
                  <a:pt x="23797" y="9988"/>
                </a:cubicBezTo>
                <a:cubicBezTo>
                  <a:pt x="23757" y="9909"/>
                  <a:pt x="23816" y="9809"/>
                  <a:pt x="23777" y="9749"/>
                </a:cubicBezTo>
                <a:cubicBezTo>
                  <a:pt x="23757" y="9670"/>
                  <a:pt x="23657" y="9630"/>
                  <a:pt x="23617" y="9550"/>
                </a:cubicBezTo>
                <a:cubicBezTo>
                  <a:pt x="23598" y="9511"/>
                  <a:pt x="23657" y="9471"/>
                  <a:pt x="23637" y="9431"/>
                </a:cubicBezTo>
                <a:cubicBezTo>
                  <a:pt x="23617" y="9312"/>
                  <a:pt x="23419" y="8954"/>
                  <a:pt x="23379" y="8914"/>
                </a:cubicBezTo>
                <a:cubicBezTo>
                  <a:pt x="23339" y="8874"/>
                  <a:pt x="23419" y="8854"/>
                  <a:pt x="23399" y="8834"/>
                </a:cubicBezTo>
                <a:cubicBezTo>
                  <a:pt x="23379" y="8774"/>
                  <a:pt x="23339" y="8774"/>
                  <a:pt x="23319" y="8755"/>
                </a:cubicBezTo>
                <a:cubicBezTo>
                  <a:pt x="23299" y="8695"/>
                  <a:pt x="23359" y="8655"/>
                  <a:pt x="23319" y="8615"/>
                </a:cubicBezTo>
                <a:cubicBezTo>
                  <a:pt x="23279" y="8456"/>
                  <a:pt x="23140" y="8337"/>
                  <a:pt x="23080" y="8197"/>
                </a:cubicBezTo>
                <a:cubicBezTo>
                  <a:pt x="23060" y="8158"/>
                  <a:pt x="23100" y="8118"/>
                  <a:pt x="23100" y="8098"/>
                </a:cubicBezTo>
                <a:cubicBezTo>
                  <a:pt x="23080" y="8058"/>
                  <a:pt x="23021" y="8058"/>
                  <a:pt x="23001" y="8018"/>
                </a:cubicBezTo>
                <a:cubicBezTo>
                  <a:pt x="22941" y="7879"/>
                  <a:pt x="22842" y="7740"/>
                  <a:pt x="22782" y="7581"/>
                </a:cubicBezTo>
                <a:cubicBezTo>
                  <a:pt x="22742" y="7501"/>
                  <a:pt x="22762" y="7402"/>
                  <a:pt x="22722" y="7322"/>
                </a:cubicBezTo>
                <a:cubicBezTo>
                  <a:pt x="22643" y="7163"/>
                  <a:pt x="22503" y="7043"/>
                  <a:pt x="22404" y="6884"/>
                </a:cubicBezTo>
                <a:cubicBezTo>
                  <a:pt x="22245" y="6626"/>
                  <a:pt x="22066" y="6307"/>
                  <a:pt x="21887" y="5969"/>
                </a:cubicBezTo>
                <a:cubicBezTo>
                  <a:pt x="21767" y="5790"/>
                  <a:pt x="21727" y="5591"/>
                  <a:pt x="21648" y="5472"/>
                </a:cubicBezTo>
                <a:cubicBezTo>
                  <a:pt x="21608" y="5412"/>
                  <a:pt x="21469" y="5392"/>
                  <a:pt x="21429" y="5332"/>
                </a:cubicBezTo>
                <a:cubicBezTo>
                  <a:pt x="21389" y="5273"/>
                  <a:pt x="21369" y="5153"/>
                  <a:pt x="21329" y="5094"/>
                </a:cubicBezTo>
                <a:cubicBezTo>
                  <a:pt x="21310" y="5054"/>
                  <a:pt x="21250" y="5094"/>
                  <a:pt x="21230" y="5034"/>
                </a:cubicBezTo>
                <a:cubicBezTo>
                  <a:pt x="21230" y="5014"/>
                  <a:pt x="21270" y="4915"/>
                  <a:pt x="21270" y="4895"/>
                </a:cubicBezTo>
                <a:cubicBezTo>
                  <a:pt x="21210" y="4815"/>
                  <a:pt x="21111" y="4775"/>
                  <a:pt x="21071" y="4716"/>
                </a:cubicBezTo>
                <a:cubicBezTo>
                  <a:pt x="20852" y="4457"/>
                  <a:pt x="20534" y="4298"/>
                  <a:pt x="20295" y="4079"/>
                </a:cubicBezTo>
                <a:cubicBezTo>
                  <a:pt x="20156" y="3960"/>
                  <a:pt x="20036" y="3840"/>
                  <a:pt x="19897" y="3721"/>
                </a:cubicBezTo>
                <a:cubicBezTo>
                  <a:pt x="19857" y="3701"/>
                  <a:pt x="19797" y="3701"/>
                  <a:pt x="19797" y="3701"/>
                </a:cubicBezTo>
                <a:cubicBezTo>
                  <a:pt x="19738" y="3661"/>
                  <a:pt x="19758" y="3601"/>
                  <a:pt x="19738" y="3582"/>
                </a:cubicBezTo>
                <a:cubicBezTo>
                  <a:pt x="19698" y="3542"/>
                  <a:pt x="19579" y="3422"/>
                  <a:pt x="19579" y="3422"/>
                </a:cubicBezTo>
                <a:cubicBezTo>
                  <a:pt x="19081" y="3005"/>
                  <a:pt x="18564" y="2666"/>
                  <a:pt x="18106" y="2189"/>
                </a:cubicBezTo>
                <a:cubicBezTo>
                  <a:pt x="18345" y="2209"/>
                  <a:pt x="18524" y="2328"/>
                  <a:pt x="18723" y="2447"/>
                </a:cubicBezTo>
                <a:cubicBezTo>
                  <a:pt x="19141" y="2706"/>
                  <a:pt x="19559" y="2925"/>
                  <a:pt x="19937" y="3184"/>
                </a:cubicBezTo>
                <a:cubicBezTo>
                  <a:pt x="20016" y="3243"/>
                  <a:pt x="20116" y="3323"/>
                  <a:pt x="20215" y="3383"/>
                </a:cubicBezTo>
                <a:cubicBezTo>
                  <a:pt x="20315" y="3422"/>
                  <a:pt x="20454" y="3422"/>
                  <a:pt x="20534" y="3482"/>
                </a:cubicBezTo>
                <a:cubicBezTo>
                  <a:pt x="20573" y="3522"/>
                  <a:pt x="20633" y="3562"/>
                  <a:pt x="20693" y="3601"/>
                </a:cubicBezTo>
                <a:cubicBezTo>
                  <a:pt x="20733" y="3641"/>
                  <a:pt x="20792" y="3681"/>
                  <a:pt x="20792" y="3681"/>
                </a:cubicBezTo>
                <a:cubicBezTo>
                  <a:pt x="20792" y="3701"/>
                  <a:pt x="20772" y="3761"/>
                  <a:pt x="20812" y="3800"/>
                </a:cubicBezTo>
                <a:cubicBezTo>
                  <a:pt x="20852" y="3820"/>
                  <a:pt x="20971" y="3820"/>
                  <a:pt x="21011" y="3860"/>
                </a:cubicBezTo>
                <a:cubicBezTo>
                  <a:pt x="21031" y="3880"/>
                  <a:pt x="20991" y="3920"/>
                  <a:pt x="21011" y="3940"/>
                </a:cubicBezTo>
                <a:cubicBezTo>
                  <a:pt x="21031" y="3979"/>
                  <a:pt x="21071" y="3960"/>
                  <a:pt x="21111" y="3999"/>
                </a:cubicBezTo>
                <a:cubicBezTo>
                  <a:pt x="21310" y="4198"/>
                  <a:pt x="21389" y="4497"/>
                  <a:pt x="21668" y="4656"/>
                </a:cubicBezTo>
                <a:cubicBezTo>
                  <a:pt x="21707" y="5133"/>
                  <a:pt x="22105" y="5492"/>
                  <a:pt x="22404" y="5949"/>
                </a:cubicBezTo>
                <a:cubicBezTo>
                  <a:pt x="22503" y="6069"/>
                  <a:pt x="22603" y="6208"/>
                  <a:pt x="22682" y="6347"/>
                </a:cubicBezTo>
                <a:cubicBezTo>
                  <a:pt x="22702" y="6407"/>
                  <a:pt x="22643" y="6486"/>
                  <a:pt x="22662" y="6546"/>
                </a:cubicBezTo>
                <a:cubicBezTo>
                  <a:pt x="22682" y="6606"/>
                  <a:pt x="22782" y="6665"/>
                  <a:pt x="22802" y="6725"/>
                </a:cubicBezTo>
                <a:cubicBezTo>
                  <a:pt x="22921" y="6984"/>
                  <a:pt x="23060" y="7223"/>
                  <a:pt x="23200" y="7481"/>
                </a:cubicBezTo>
                <a:cubicBezTo>
                  <a:pt x="23419" y="7939"/>
                  <a:pt x="23498" y="8317"/>
                  <a:pt x="23677" y="8655"/>
                </a:cubicBezTo>
                <a:cubicBezTo>
                  <a:pt x="23856" y="9013"/>
                  <a:pt x="24035" y="9332"/>
                  <a:pt x="24155" y="9670"/>
                </a:cubicBezTo>
                <a:cubicBezTo>
                  <a:pt x="24155" y="9729"/>
                  <a:pt x="24115" y="9809"/>
                  <a:pt x="24135" y="9849"/>
                </a:cubicBezTo>
                <a:cubicBezTo>
                  <a:pt x="24155" y="9928"/>
                  <a:pt x="24214" y="9948"/>
                  <a:pt x="24234" y="10008"/>
                </a:cubicBezTo>
                <a:cubicBezTo>
                  <a:pt x="24274" y="10127"/>
                  <a:pt x="24234" y="10267"/>
                  <a:pt x="24274" y="10366"/>
                </a:cubicBezTo>
                <a:cubicBezTo>
                  <a:pt x="24274" y="10426"/>
                  <a:pt x="24374" y="10426"/>
                  <a:pt x="24393" y="10486"/>
                </a:cubicBezTo>
                <a:cubicBezTo>
                  <a:pt x="24433" y="10525"/>
                  <a:pt x="24374" y="10605"/>
                  <a:pt x="24393" y="10645"/>
                </a:cubicBezTo>
                <a:cubicBezTo>
                  <a:pt x="24393" y="10704"/>
                  <a:pt x="24413" y="10724"/>
                  <a:pt x="24413" y="10784"/>
                </a:cubicBezTo>
                <a:cubicBezTo>
                  <a:pt x="24433" y="11102"/>
                  <a:pt x="24672" y="11202"/>
                  <a:pt x="24752" y="11421"/>
                </a:cubicBezTo>
                <a:cubicBezTo>
                  <a:pt x="24831" y="11659"/>
                  <a:pt x="24851" y="11898"/>
                  <a:pt x="24891" y="12157"/>
                </a:cubicBezTo>
                <a:cubicBezTo>
                  <a:pt x="24931" y="12475"/>
                  <a:pt x="25030" y="12853"/>
                  <a:pt x="24970" y="13072"/>
                </a:cubicBezTo>
                <a:cubicBezTo>
                  <a:pt x="24871" y="13410"/>
                  <a:pt x="25070" y="13729"/>
                  <a:pt x="25130" y="14047"/>
                </a:cubicBezTo>
                <a:cubicBezTo>
                  <a:pt x="25189" y="14266"/>
                  <a:pt x="25150" y="14524"/>
                  <a:pt x="25150" y="14664"/>
                </a:cubicBezTo>
                <a:cubicBezTo>
                  <a:pt x="25150" y="14723"/>
                  <a:pt x="25209" y="14783"/>
                  <a:pt x="25209" y="14863"/>
                </a:cubicBezTo>
                <a:cubicBezTo>
                  <a:pt x="25209" y="14982"/>
                  <a:pt x="25229" y="15101"/>
                  <a:pt x="25229" y="15221"/>
                </a:cubicBezTo>
                <a:cubicBezTo>
                  <a:pt x="25249" y="15360"/>
                  <a:pt x="25309" y="15499"/>
                  <a:pt x="25249" y="15639"/>
                </a:cubicBezTo>
                <a:cubicBezTo>
                  <a:pt x="25269" y="15778"/>
                  <a:pt x="25408" y="15838"/>
                  <a:pt x="25428" y="15977"/>
                </a:cubicBezTo>
                <a:cubicBezTo>
                  <a:pt x="25309" y="16136"/>
                  <a:pt x="25468" y="16335"/>
                  <a:pt x="25468" y="16474"/>
                </a:cubicBezTo>
                <a:cubicBezTo>
                  <a:pt x="25468" y="16534"/>
                  <a:pt x="25408" y="16594"/>
                  <a:pt x="25408" y="16653"/>
                </a:cubicBezTo>
                <a:cubicBezTo>
                  <a:pt x="25428" y="16852"/>
                  <a:pt x="25488" y="17071"/>
                  <a:pt x="25488" y="17230"/>
                </a:cubicBezTo>
                <a:cubicBezTo>
                  <a:pt x="25488" y="17270"/>
                  <a:pt x="25428" y="17350"/>
                  <a:pt x="25428" y="17390"/>
                </a:cubicBezTo>
                <a:cubicBezTo>
                  <a:pt x="25408" y="17668"/>
                  <a:pt x="25428" y="17947"/>
                  <a:pt x="25388" y="18245"/>
                </a:cubicBezTo>
                <a:cubicBezTo>
                  <a:pt x="25368" y="18524"/>
                  <a:pt x="25329" y="18862"/>
                  <a:pt x="25249" y="19160"/>
                </a:cubicBezTo>
                <a:cubicBezTo>
                  <a:pt x="25150" y="19598"/>
                  <a:pt x="24970" y="19996"/>
                  <a:pt x="24851" y="20394"/>
                </a:cubicBezTo>
                <a:cubicBezTo>
                  <a:pt x="24851" y="20394"/>
                  <a:pt x="24771" y="20414"/>
                  <a:pt x="24752" y="20473"/>
                </a:cubicBezTo>
                <a:cubicBezTo>
                  <a:pt x="24712" y="20613"/>
                  <a:pt x="24712" y="20812"/>
                  <a:pt x="24652" y="20931"/>
                </a:cubicBezTo>
                <a:cubicBezTo>
                  <a:pt x="24592" y="21110"/>
                  <a:pt x="24433" y="21229"/>
                  <a:pt x="24453" y="21428"/>
                </a:cubicBezTo>
                <a:cubicBezTo>
                  <a:pt x="24354" y="21627"/>
                  <a:pt x="24155" y="21747"/>
                  <a:pt x="24075" y="21906"/>
                </a:cubicBezTo>
                <a:cubicBezTo>
                  <a:pt x="24035" y="21966"/>
                  <a:pt x="24055" y="22045"/>
                  <a:pt x="23996" y="22105"/>
                </a:cubicBezTo>
                <a:cubicBezTo>
                  <a:pt x="23916" y="22165"/>
                  <a:pt x="23836" y="22165"/>
                  <a:pt x="23757" y="22224"/>
                </a:cubicBezTo>
                <a:cubicBezTo>
                  <a:pt x="23578" y="22324"/>
                  <a:pt x="23518" y="22463"/>
                  <a:pt x="23419" y="22582"/>
                </a:cubicBezTo>
                <a:cubicBezTo>
                  <a:pt x="23339" y="22722"/>
                  <a:pt x="23200" y="22881"/>
                  <a:pt x="23040" y="23000"/>
                </a:cubicBezTo>
                <a:cubicBezTo>
                  <a:pt x="22643" y="23319"/>
                  <a:pt x="22105" y="23557"/>
                  <a:pt x="21747" y="23756"/>
                </a:cubicBezTo>
                <a:cubicBezTo>
                  <a:pt x="21688" y="23816"/>
                  <a:pt x="21648" y="23816"/>
                  <a:pt x="21568" y="23856"/>
                </a:cubicBezTo>
                <a:cubicBezTo>
                  <a:pt x="21409" y="23935"/>
                  <a:pt x="21270" y="24055"/>
                  <a:pt x="21130" y="24114"/>
                </a:cubicBezTo>
                <a:cubicBezTo>
                  <a:pt x="20772" y="24254"/>
                  <a:pt x="20414" y="24274"/>
                  <a:pt x="20096" y="24373"/>
                </a:cubicBezTo>
                <a:cubicBezTo>
                  <a:pt x="19897" y="24433"/>
                  <a:pt x="19718" y="24572"/>
                  <a:pt x="19519" y="24612"/>
                </a:cubicBezTo>
                <a:cubicBezTo>
                  <a:pt x="19280" y="24691"/>
                  <a:pt x="19021" y="24691"/>
                  <a:pt x="18803" y="24711"/>
                </a:cubicBezTo>
                <a:cubicBezTo>
                  <a:pt x="18743" y="24771"/>
                  <a:pt x="18624" y="24791"/>
                  <a:pt x="18584" y="24910"/>
                </a:cubicBezTo>
                <a:cubicBezTo>
                  <a:pt x="18504" y="24930"/>
                  <a:pt x="18484" y="24811"/>
                  <a:pt x="18405" y="24831"/>
                </a:cubicBezTo>
                <a:cubicBezTo>
                  <a:pt x="18405" y="24831"/>
                  <a:pt x="18345" y="24930"/>
                  <a:pt x="18345" y="24930"/>
                </a:cubicBezTo>
                <a:cubicBezTo>
                  <a:pt x="18305" y="24950"/>
                  <a:pt x="18246" y="24950"/>
                  <a:pt x="18206" y="24950"/>
                </a:cubicBezTo>
                <a:cubicBezTo>
                  <a:pt x="18007" y="24990"/>
                  <a:pt x="17768" y="24930"/>
                  <a:pt x="17629" y="25030"/>
                </a:cubicBezTo>
                <a:cubicBezTo>
                  <a:pt x="16912" y="25408"/>
                  <a:pt x="16077" y="25308"/>
                  <a:pt x="15420" y="25646"/>
                </a:cubicBezTo>
                <a:cubicBezTo>
                  <a:pt x="15042" y="25706"/>
                  <a:pt x="14425" y="25786"/>
                  <a:pt x="14067" y="26044"/>
                </a:cubicBezTo>
                <a:cubicBezTo>
                  <a:pt x="13709" y="25945"/>
                  <a:pt x="13351" y="26124"/>
                  <a:pt x="12993" y="26204"/>
                </a:cubicBezTo>
                <a:cubicBezTo>
                  <a:pt x="12774" y="26243"/>
                  <a:pt x="12555" y="26223"/>
                  <a:pt x="12336" y="26263"/>
                </a:cubicBezTo>
                <a:cubicBezTo>
                  <a:pt x="12297" y="26263"/>
                  <a:pt x="12177" y="26363"/>
                  <a:pt x="12157" y="26363"/>
                </a:cubicBezTo>
                <a:cubicBezTo>
                  <a:pt x="12137" y="26363"/>
                  <a:pt x="12137" y="26303"/>
                  <a:pt x="12098" y="26323"/>
                </a:cubicBezTo>
                <a:cubicBezTo>
                  <a:pt x="11978" y="26343"/>
                  <a:pt x="11899" y="26403"/>
                  <a:pt x="11779" y="26422"/>
                </a:cubicBezTo>
                <a:cubicBezTo>
                  <a:pt x="11620" y="26442"/>
                  <a:pt x="11441" y="26422"/>
                  <a:pt x="11282" y="26422"/>
                </a:cubicBezTo>
                <a:cubicBezTo>
                  <a:pt x="11083" y="26403"/>
                  <a:pt x="10904" y="26343"/>
                  <a:pt x="10725" y="26343"/>
                </a:cubicBezTo>
                <a:cubicBezTo>
                  <a:pt x="10347" y="26363"/>
                  <a:pt x="9949" y="26661"/>
                  <a:pt x="9571" y="26482"/>
                </a:cubicBezTo>
                <a:cubicBezTo>
                  <a:pt x="9412" y="26582"/>
                  <a:pt x="9292" y="26522"/>
                  <a:pt x="9173" y="26442"/>
                </a:cubicBezTo>
                <a:cubicBezTo>
                  <a:pt x="8874" y="26582"/>
                  <a:pt x="8576" y="26522"/>
                  <a:pt x="8297" y="26522"/>
                </a:cubicBezTo>
                <a:cubicBezTo>
                  <a:pt x="8118" y="26522"/>
                  <a:pt x="7979" y="26562"/>
                  <a:pt x="7820" y="26562"/>
                </a:cubicBezTo>
                <a:cubicBezTo>
                  <a:pt x="7661" y="26542"/>
                  <a:pt x="7621" y="26462"/>
                  <a:pt x="7502" y="26502"/>
                </a:cubicBezTo>
                <a:cubicBezTo>
                  <a:pt x="7362" y="26542"/>
                  <a:pt x="6885" y="26403"/>
                  <a:pt x="6765" y="26383"/>
                </a:cubicBezTo>
                <a:cubicBezTo>
                  <a:pt x="6686" y="26383"/>
                  <a:pt x="6626" y="26403"/>
                  <a:pt x="6586" y="26383"/>
                </a:cubicBezTo>
                <a:cubicBezTo>
                  <a:pt x="6566" y="26383"/>
                  <a:pt x="6566" y="26323"/>
                  <a:pt x="6566" y="26323"/>
                </a:cubicBezTo>
                <a:cubicBezTo>
                  <a:pt x="6328" y="26303"/>
                  <a:pt x="5890" y="26243"/>
                  <a:pt x="5790" y="26263"/>
                </a:cubicBezTo>
                <a:cubicBezTo>
                  <a:pt x="5651" y="26323"/>
                  <a:pt x="5512" y="26184"/>
                  <a:pt x="5412" y="26144"/>
                </a:cubicBezTo>
                <a:cubicBezTo>
                  <a:pt x="4935" y="25965"/>
                  <a:pt x="4636" y="25925"/>
                  <a:pt x="4219" y="25925"/>
                </a:cubicBezTo>
                <a:cubicBezTo>
                  <a:pt x="4119" y="25885"/>
                  <a:pt x="4079" y="25845"/>
                  <a:pt x="4040" y="25786"/>
                </a:cubicBezTo>
                <a:cubicBezTo>
                  <a:pt x="3980" y="25686"/>
                  <a:pt x="3841" y="25925"/>
                  <a:pt x="3861" y="25766"/>
                </a:cubicBezTo>
                <a:cubicBezTo>
                  <a:pt x="3662" y="25746"/>
                  <a:pt x="3642" y="25666"/>
                  <a:pt x="3443" y="25567"/>
                </a:cubicBezTo>
                <a:cubicBezTo>
                  <a:pt x="3343" y="25746"/>
                  <a:pt x="3204" y="25487"/>
                  <a:pt x="3204" y="25487"/>
                </a:cubicBezTo>
                <a:cubicBezTo>
                  <a:pt x="3144" y="25447"/>
                  <a:pt x="3085" y="25507"/>
                  <a:pt x="3065" y="25487"/>
                </a:cubicBezTo>
                <a:cubicBezTo>
                  <a:pt x="2905" y="25388"/>
                  <a:pt x="2806" y="25209"/>
                  <a:pt x="2647" y="25129"/>
                </a:cubicBezTo>
                <a:cubicBezTo>
                  <a:pt x="2527" y="25089"/>
                  <a:pt x="2408" y="25109"/>
                  <a:pt x="2269" y="25089"/>
                </a:cubicBezTo>
                <a:cubicBezTo>
                  <a:pt x="1931" y="25030"/>
                  <a:pt x="1493" y="24791"/>
                  <a:pt x="1075" y="24552"/>
                </a:cubicBezTo>
                <a:cubicBezTo>
                  <a:pt x="916" y="24691"/>
                  <a:pt x="1155" y="24751"/>
                  <a:pt x="1214" y="24831"/>
                </a:cubicBezTo>
                <a:cubicBezTo>
                  <a:pt x="1354" y="25010"/>
                  <a:pt x="1473" y="25109"/>
                  <a:pt x="1592" y="25169"/>
                </a:cubicBezTo>
                <a:cubicBezTo>
                  <a:pt x="1672" y="25189"/>
                  <a:pt x="1692" y="25288"/>
                  <a:pt x="1712" y="25308"/>
                </a:cubicBezTo>
                <a:cubicBezTo>
                  <a:pt x="2030" y="25567"/>
                  <a:pt x="2508" y="25865"/>
                  <a:pt x="2806" y="25945"/>
                </a:cubicBezTo>
                <a:cubicBezTo>
                  <a:pt x="3284" y="26104"/>
                  <a:pt x="3681" y="26343"/>
                  <a:pt x="4139" y="26522"/>
                </a:cubicBezTo>
                <a:cubicBezTo>
                  <a:pt x="4378" y="26601"/>
                  <a:pt x="4676" y="26701"/>
                  <a:pt x="4855" y="26721"/>
                </a:cubicBezTo>
                <a:cubicBezTo>
                  <a:pt x="4935" y="26741"/>
                  <a:pt x="4955" y="26820"/>
                  <a:pt x="4995" y="26840"/>
                </a:cubicBezTo>
                <a:cubicBezTo>
                  <a:pt x="5174" y="26900"/>
                  <a:pt x="5412" y="26940"/>
                  <a:pt x="5611" y="26980"/>
                </a:cubicBezTo>
                <a:cubicBezTo>
                  <a:pt x="5850" y="27039"/>
                  <a:pt x="6089" y="27099"/>
                  <a:pt x="6228" y="27119"/>
                </a:cubicBezTo>
                <a:cubicBezTo>
                  <a:pt x="6268" y="27119"/>
                  <a:pt x="6268" y="27178"/>
                  <a:pt x="6268" y="27178"/>
                </a:cubicBezTo>
                <a:cubicBezTo>
                  <a:pt x="6507" y="27258"/>
                  <a:pt x="6606" y="27159"/>
                  <a:pt x="6765" y="27198"/>
                </a:cubicBezTo>
                <a:cubicBezTo>
                  <a:pt x="6765" y="27198"/>
                  <a:pt x="6825" y="27258"/>
                  <a:pt x="6885" y="27278"/>
                </a:cubicBezTo>
                <a:cubicBezTo>
                  <a:pt x="6964" y="27298"/>
                  <a:pt x="7024" y="27258"/>
                  <a:pt x="7064" y="27258"/>
                </a:cubicBezTo>
                <a:cubicBezTo>
                  <a:pt x="7322" y="27298"/>
                  <a:pt x="7581" y="27397"/>
                  <a:pt x="7820" y="27417"/>
                </a:cubicBezTo>
                <a:cubicBezTo>
                  <a:pt x="8019" y="27417"/>
                  <a:pt x="8258" y="27338"/>
                  <a:pt x="8437" y="27358"/>
                </a:cubicBezTo>
                <a:cubicBezTo>
                  <a:pt x="8556" y="27358"/>
                  <a:pt x="8596" y="27417"/>
                  <a:pt x="8636" y="27437"/>
                </a:cubicBezTo>
                <a:cubicBezTo>
                  <a:pt x="8656" y="27437"/>
                  <a:pt x="8675" y="27377"/>
                  <a:pt x="8675" y="27377"/>
                </a:cubicBezTo>
                <a:cubicBezTo>
                  <a:pt x="9034" y="27417"/>
                  <a:pt x="9451" y="27457"/>
                  <a:pt x="9670" y="27497"/>
                </a:cubicBezTo>
                <a:cubicBezTo>
                  <a:pt x="9730" y="27497"/>
                  <a:pt x="9750" y="27457"/>
                  <a:pt x="9790" y="27457"/>
                </a:cubicBezTo>
                <a:cubicBezTo>
                  <a:pt x="10008" y="27417"/>
                  <a:pt x="10148" y="27437"/>
                  <a:pt x="10367" y="27437"/>
                </a:cubicBezTo>
                <a:cubicBezTo>
                  <a:pt x="10585" y="27437"/>
                  <a:pt x="10904" y="27377"/>
                  <a:pt x="11162" y="27358"/>
                </a:cubicBezTo>
                <a:cubicBezTo>
                  <a:pt x="11222" y="27358"/>
                  <a:pt x="11302" y="27377"/>
                  <a:pt x="11381" y="27377"/>
                </a:cubicBezTo>
                <a:cubicBezTo>
                  <a:pt x="12018" y="27318"/>
                  <a:pt x="12973" y="27318"/>
                  <a:pt x="13649" y="27178"/>
                </a:cubicBezTo>
                <a:cubicBezTo>
                  <a:pt x="14346" y="27039"/>
                  <a:pt x="14983" y="26860"/>
                  <a:pt x="15599" y="26741"/>
                </a:cubicBezTo>
                <a:cubicBezTo>
                  <a:pt x="15957" y="26661"/>
                  <a:pt x="16256" y="26562"/>
                  <a:pt x="16554" y="26502"/>
                </a:cubicBezTo>
                <a:cubicBezTo>
                  <a:pt x="16952" y="26422"/>
                  <a:pt x="17390" y="26442"/>
                  <a:pt x="17828" y="26323"/>
                </a:cubicBezTo>
                <a:cubicBezTo>
                  <a:pt x="17967" y="26283"/>
                  <a:pt x="18106" y="26223"/>
                  <a:pt x="18246" y="26164"/>
                </a:cubicBezTo>
                <a:cubicBezTo>
                  <a:pt x="18763" y="26005"/>
                  <a:pt x="19101" y="25905"/>
                  <a:pt x="19539" y="25806"/>
                </a:cubicBezTo>
                <a:lnTo>
                  <a:pt x="20116" y="25666"/>
                </a:lnTo>
                <a:cubicBezTo>
                  <a:pt x="20315" y="25607"/>
                  <a:pt x="20534" y="25547"/>
                  <a:pt x="20733" y="25487"/>
                </a:cubicBezTo>
                <a:cubicBezTo>
                  <a:pt x="21130" y="25348"/>
                  <a:pt x="21528" y="25209"/>
                  <a:pt x="21906" y="25030"/>
                </a:cubicBezTo>
                <a:cubicBezTo>
                  <a:pt x="22583" y="24751"/>
                  <a:pt x="23220" y="24333"/>
                  <a:pt x="23797" y="23856"/>
                </a:cubicBezTo>
                <a:cubicBezTo>
                  <a:pt x="24433" y="23279"/>
                  <a:pt x="25010" y="22602"/>
                  <a:pt x="25468" y="21866"/>
                </a:cubicBezTo>
                <a:cubicBezTo>
                  <a:pt x="26105" y="20891"/>
                  <a:pt x="26542" y="19697"/>
                  <a:pt x="26662" y="18563"/>
                </a:cubicBezTo>
                <a:cubicBezTo>
                  <a:pt x="26761" y="17608"/>
                  <a:pt x="26861" y="16474"/>
                  <a:pt x="26781" y="15479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1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13"/>
          <p:cNvSpPr/>
          <p:nvPr/>
        </p:nvSpPr>
        <p:spPr>
          <a:xfrm rot="5400000">
            <a:off x="5987903" y="1373701"/>
            <a:ext cx="3032898" cy="2080346"/>
          </a:xfrm>
          <a:custGeom>
            <a:avLst/>
            <a:gdLst/>
            <a:ahLst/>
            <a:cxnLst/>
            <a:rect l="l" t="t" r="r" b="b"/>
            <a:pathLst>
              <a:path w="71687" h="52534" extrusionOk="0">
                <a:moveTo>
                  <a:pt x="45501" y="1"/>
                </a:moveTo>
                <a:cubicBezTo>
                  <a:pt x="44031" y="1"/>
                  <a:pt x="42548" y="114"/>
                  <a:pt x="41066" y="337"/>
                </a:cubicBezTo>
                <a:cubicBezTo>
                  <a:pt x="40808" y="377"/>
                  <a:pt x="40549" y="417"/>
                  <a:pt x="40290" y="476"/>
                </a:cubicBezTo>
                <a:cubicBezTo>
                  <a:pt x="32093" y="1929"/>
                  <a:pt x="24592" y="6127"/>
                  <a:pt x="18325" y="11499"/>
                </a:cubicBezTo>
                <a:cubicBezTo>
                  <a:pt x="10923" y="17826"/>
                  <a:pt x="0" y="29485"/>
                  <a:pt x="3701" y="40249"/>
                </a:cubicBezTo>
                <a:cubicBezTo>
                  <a:pt x="4358" y="42139"/>
                  <a:pt x="5353" y="43910"/>
                  <a:pt x="6626" y="45482"/>
                </a:cubicBezTo>
                <a:cubicBezTo>
                  <a:pt x="10032" y="49704"/>
                  <a:pt x="15304" y="52534"/>
                  <a:pt x="20694" y="52534"/>
                </a:cubicBezTo>
                <a:cubicBezTo>
                  <a:pt x="21349" y="52534"/>
                  <a:pt x="22006" y="52492"/>
                  <a:pt x="22662" y="52406"/>
                </a:cubicBezTo>
                <a:cubicBezTo>
                  <a:pt x="28711" y="51630"/>
                  <a:pt x="34202" y="47113"/>
                  <a:pt x="35794" y="41224"/>
                </a:cubicBezTo>
                <a:cubicBezTo>
                  <a:pt x="40385" y="43315"/>
                  <a:pt x="44956" y="44761"/>
                  <a:pt x="49574" y="44761"/>
                </a:cubicBezTo>
                <a:cubicBezTo>
                  <a:pt x="52821" y="44761"/>
                  <a:pt x="56092" y="44046"/>
                  <a:pt x="59411" y="42338"/>
                </a:cubicBezTo>
                <a:cubicBezTo>
                  <a:pt x="64385" y="39811"/>
                  <a:pt x="69498" y="34897"/>
                  <a:pt x="70433" y="29167"/>
                </a:cubicBezTo>
                <a:cubicBezTo>
                  <a:pt x="71687" y="21547"/>
                  <a:pt x="68841" y="13588"/>
                  <a:pt x="63768" y="7858"/>
                </a:cubicBezTo>
                <a:cubicBezTo>
                  <a:pt x="59042" y="2508"/>
                  <a:pt x="52421" y="1"/>
                  <a:pt x="455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3" name="Google Shape;1023;p13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024" name="Google Shape;1024;p13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5" name="Google Shape;1025;p13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026" name="Google Shape;1026;p13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027" name="Google Shape;1027;p13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028" name="Google Shape;1028;p13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029" name="Google Shape;1029;p13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030" name="Google Shape;1030;p13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031" name="Google Shape;1031;p13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032" name="Google Shape;1032;p13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033" name="Google Shape;1033;p13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034" name="Google Shape;1034;p13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035" name="Google Shape;1035;p13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036" name="Google Shape;1036;p13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037" name="Google Shape;1037;p13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13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39" name="Google Shape;1039;p13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040" name="Google Shape;1040;p13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041" name="Google Shape;10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2" name="Google Shape;1042;p13"/>
          <p:cNvSpPr txBox="1">
            <a:spLocks noGrp="1"/>
          </p:cNvSpPr>
          <p:nvPr>
            <p:ph type="subTitle" idx="1"/>
          </p:nvPr>
        </p:nvSpPr>
        <p:spPr>
          <a:xfrm>
            <a:off x="1795550" y="3208938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43" name="Google Shape;1043;p13"/>
          <p:cNvSpPr txBox="1">
            <a:spLocks noGrp="1"/>
          </p:cNvSpPr>
          <p:nvPr>
            <p:ph type="subTitle" idx="2"/>
          </p:nvPr>
        </p:nvSpPr>
        <p:spPr>
          <a:xfrm>
            <a:off x="1795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4" name="Google Shape;1044;p13"/>
          <p:cNvSpPr txBox="1">
            <a:spLocks noGrp="1"/>
          </p:cNvSpPr>
          <p:nvPr>
            <p:ph type="title" idx="3" hasCustomPrompt="1"/>
          </p:nvPr>
        </p:nvSpPr>
        <p:spPr>
          <a:xfrm>
            <a:off x="876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5" name="Google Shape;1045;p13"/>
          <p:cNvSpPr txBox="1">
            <a:spLocks noGrp="1"/>
          </p:cNvSpPr>
          <p:nvPr>
            <p:ph type="subTitle" idx="4"/>
          </p:nvPr>
        </p:nvSpPr>
        <p:spPr>
          <a:xfrm>
            <a:off x="5733550" y="3208938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46" name="Google Shape;1046;p13"/>
          <p:cNvSpPr txBox="1">
            <a:spLocks noGrp="1"/>
          </p:cNvSpPr>
          <p:nvPr>
            <p:ph type="subTitle" idx="5"/>
          </p:nvPr>
        </p:nvSpPr>
        <p:spPr>
          <a:xfrm>
            <a:off x="5733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7" name="Google Shape;1047;p13"/>
          <p:cNvSpPr txBox="1">
            <a:spLocks noGrp="1"/>
          </p:cNvSpPr>
          <p:nvPr>
            <p:ph type="title" idx="6" hasCustomPrompt="1"/>
          </p:nvPr>
        </p:nvSpPr>
        <p:spPr>
          <a:xfrm>
            <a:off x="4814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" name="Google Shape;1048;p13"/>
          <p:cNvSpPr txBox="1">
            <a:spLocks noGrp="1"/>
          </p:cNvSpPr>
          <p:nvPr>
            <p:ph type="subTitle" idx="7"/>
          </p:nvPr>
        </p:nvSpPr>
        <p:spPr>
          <a:xfrm>
            <a:off x="1795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49" name="Google Shape;1049;p13"/>
          <p:cNvSpPr txBox="1">
            <a:spLocks noGrp="1"/>
          </p:cNvSpPr>
          <p:nvPr>
            <p:ph type="subTitle" idx="8"/>
          </p:nvPr>
        </p:nvSpPr>
        <p:spPr>
          <a:xfrm>
            <a:off x="1795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13"/>
          <p:cNvSpPr txBox="1">
            <a:spLocks noGrp="1"/>
          </p:cNvSpPr>
          <p:nvPr>
            <p:ph type="title" idx="9" hasCustomPrompt="1"/>
          </p:nvPr>
        </p:nvSpPr>
        <p:spPr>
          <a:xfrm>
            <a:off x="876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1" name="Google Shape;1051;p13"/>
          <p:cNvSpPr txBox="1">
            <a:spLocks noGrp="1"/>
          </p:cNvSpPr>
          <p:nvPr>
            <p:ph type="subTitle" idx="13"/>
          </p:nvPr>
        </p:nvSpPr>
        <p:spPr>
          <a:xfrm>
            <a:off x="5733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52" name="Google Shape;1052;p13"/>
          <p:cNvSpPr txBox="1">
            <a:spLocks noGrp="1"/>
          </p:cNvSpPr>
          <p:nvPr>
            <p:ph type="subTitle" idx="14"/>
          </p:nvPr>
        </p:nvSpPr>
        <p:spPr>
          <a:xfrm>
            <a:off x="5733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13"/>
          <p:cNvSpPr txBox="1">
            <a:spLocks noGrp="1"/>
          </p:cNvSpPr>
          <p:nvPr>
            <p:ph type="title" idx="15" hasCustomPrompt="1"/>
          </p:nvPr>
        </p:nvSpPr>
        <p:spPr>
          <a:xfrm>
            <a:off x="4814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" name="Google Shape;1055;p14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056" name="Google Shape;1056;p14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4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4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4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4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4" name="Google Shape;1114;p14"/>
          <p:cNvSpPr/>
          <p:nvPr/>
        </p:nvSpPr>
        <p:spPr>
          <a:xfrm>
            <a:off x="946050" y="1089175"/>
            <a:ext cx="7251900" cy="33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4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14"/>
          <p:cNvGrpSpPr/>
          <p:nvPr/>
        </p:nvGrpSpPr>
        <p:grpSpPr>
          <a:xfrm>
            <a:off x="1239039" y="1391236"/>
            <a:ext cx="385328" cy="443858"/>
            <a:chOff x="1239039" y="1391236"/>
            <a:chExt cx="385328" cy="443858"/>
          </a:xfrm>
        </p:grpSpPr>
        <p:sp>
          <p:nvSpPr>
            <p:cNvPr id="1117" name="Google Shape;1117;p14"/>
            <p:cNvSpPr/>
            <p:nvPr/>
          </p:nvSpPr>
          <p:spPr>
            <a:xfrm>
              <a:off x="1561032" y="1577766"/>
              <a:ext cx="63334" cy="59565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4"/>
            <p:cNvSpPr/>
            <p:nvPr/>
          </p:nvSpPr>
          <p:spPr>
            <a:xfrm>
              <a:off x="1463998" y="1698449"/>
              <a:ext cx="66291" cy="85801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4"/>
            <p:cNvSpPr/>
            <p:nvPr/>
          </p:nvSpPr>
          <p:spPr>
            <a:xfrm>
              <a:off x="1496811" y="1391236"/>
              <a:ext cx="43750" cy="41607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4"/>
            <p:cNvSpPr/>
            <p:nvPr/>
          </p:nvSpPr>
          <p:spPr>
            <a:xfrm>
              <a:off x="1412562" y="1502755"/>
              <a:ext cx="67695" cy="65108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4"/>
            <p:cNvSpPr/>
            <p:nvPr/>
          </p:nvSpPr>
          <p:spPr>
            <a:xfrm>
              <a:off x="1402289" y="1597424"/>
              <a:ext cx="66069" cy="66808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334595" y="1777451"/>
              <a:ext cx="54466" cy="57644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83158" y="1416289"/>
              <a:ext cx="79445" cy="86466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1239039" y="1561803"/>
              <a:ext cx="76563" cy="78189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14"/>
          <p:cNvGrpSpPr/>
          <p:nvPr/>
        </p:nvGrpSpPr>
        <p:grpSpPr>
          <a:xfrm>
            <a:off x="872579" y="2881252"/>
            <a:ext cx="7396781" cy="2122829"/>
            <a:chOff x="872579" y="2881252"/>
            <a:chExt cx="7396781" cy="2122829"/>
          </a:xfrm>
        </p:grpSpPr>
        <p:grpSp>
          <p:nvGrpSpPr>
            <p:cNvPr id="1126" name="Google Shape;1126;p14"/>
            <p:cNvGrpSpPr/>
            <p:nvPr/>
          </p:nvGrpSpPr>
          <p:grpSpPr>
            <a:xfrm>
              <a:off x="933400" y="3795585"/>
              <a:ext cx="7277175" cy="675466"/>
              <a:chOff x="933416" y="2961528"/>
              <a:chExt cx="7277175" cy="1509422"/>
            </a:xfrm>
          </p:grpSpPr>
          <p:sp>
            <p:nvSpPr>
              <p:cNvPr id="1127" name="Google Shape;1127;p14"/>
              <p:cNvSpPr/>
              <p:nvPr/>
            </p:nvSpPr>
            <p:spPr>
              <a:xfrm>
                <a:off x="933416" y="2961528"/>
                <a:ext cx="7277175" cy="1374550"/>
              </a:xfrm>
              <a:custGeom>
                <a:avLst/>
                <a:gdLst/>
                <a:ahLst/>
                <a:cxnLst/>
                <a:rect l="l" t="t" r="r" b="b"/>
                <a:pathLst>
                  <a:path w="291087" h="54982" extrusionOk="0">
                    <a:moveTo>
                      <a:pt x="258" y="15340"/>
                    </a:moveTo>
                    <a:cubicBezTo>
                      <a:pt x="-2001" y="8100"/>
                      <a:pt x="10973" y="3234"/>
                      <a:pt x="23890" y="2481"/>
                    </a:cubicBezTo>
                    <a:cubicBezTo>
                      <a:pt x="36807" y="1728"/>
                      <a:pt x="58702" y="11228"/>
                      <a:pt x="77758" y="10822"/>
                    </a:cubicBezTo>
                    <a:cubicBezTo>
                      <a:pt x="96815" y="10417"/>
                      <a:pt x="113554" y="-821"/>
                      <a:pt x="138229" y="48"/>
                    </a:cubicBezTo>
                    <a:cubicBezTo>
                      <a:pt x="162904" y="917"/>
                      <a:pt x="201597" y="16035"/>
                      <a:pt x="225808" y="16035"/>
                    </a:cubicBezTo>
                    <a:cubicBezTo>
                      <a:pt x="250020" y="16035"/>
                      <a:pt x="273246" y="-879"/>
                      <a:pt x="283498" y="48"/>
                    </a:cubicBezTo>
                    <a:cubicBezTo>
                      <a:pt x="293750" y="975"/>
                      <a:pt x="292129" y="12676"/>
                      <a:pt x="287321" y="21596"/>
                    </a:cubicBezTo>
                    <a:cubicBezTo>
                      <a:pt x="282514" y="30516"/>
                      <a:pt x="296299" y="49515"/>
                      <a:pt x="254653" y="53569"/>
                    </a:cubicBezTo>
                    <a:cubicBezTo>
                      <a:pt x="213007" y="57624"/>
                      <a:pt x="79843" y="52295"/>
                      <a:pt x="37444" y="45923"/>
                    </a:cubicBezTo>
                    <a:cubicBezTo>
                      <a:pt x="-4955" y="39552"/>
                      <a:pt x="2517" y="22580"/>
                      <a:pt x="258" y="15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128" name="Google Shape;1128;p14"/>
              <p:cNvSpPr/>
              <p:nvPr/>
            </p:nvSpPr>
            <p:spPr>
              <a:xfrm>
                <a:off x="947025" y="3310250"/>
                <a:ext cx="7251900" cy="11607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9" name="Google Shape;1129;p14"/>
            <p:cNvSpPr/>
            <p:nvPr/>
          </p:nvSpPr>
          <p:spPr>
            <a:xfrm rot="3206269">
              <a:off x="5927183" y="3090543"/>
              <a:ext cx="1378921" cy="170424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 rot="3100714">
              <a:off x="4344590" y="3150985"/>
              <a:ext cx="1146920" cy="1428308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 rot="2843414">
              <a:off x="2526740" y="3195069"/>
              <a:ext cx="1240550" cy="1447845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4"/>
            <p:cNvSpPr/>
            <p:nvPr/>
          </p:nvSpPr>
          <p:spPr>
            <a:xfrm rot="-2843414" flipH="1">
              <a:off x="1205040" y="3195069"/>
              <a:ext cx="1240550" cy="1447845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4"/>
            <p:cNvSpPr/>
            <p:nvPr/>
          </p:nvSpPr>
          <p:spPr>
            <a:xfrm rot="-3051725" flipH="1">
              <a:off x="6696060" y="3141221"/>
              <a:ext cx="1240553" cy="1447852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14"/>
          <p:cNvGrpSpPr/>
          <p:nvPr/>
        </p:nvGrpSpPr>
        <p:grpSpPr>
          <a:xfrm>
            <a:off x="946050" y="672163"/>
            <a:ext cx="7251900" cy="3798913"/>
            <a:chOff x="946050" y="672163"/>
            <a:chExt cx="7251900" cy="3798913"/>
          </a:xfrm>
        </p:grpSpPr>
        <p:sp>
          <p:nvSpPr>
            <p:cNvPr id="1135" name="Google Shape;1135;p14"/>
            <p:cNvSpPr/>
            <p:nvPr/>
          </p:nvSpPr>
          <p:spPr>
            <a:xfrm>
              <a:off x="946050" y="1089176"/>
              <a:ext cx="7251900" cy="3381900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6" name="Google Shape;1136;p14"/>
            <p:cNvGrpSpPr/>
            <p:nvPr/>
          </p:nvGrpSpPr>
          <p:grpSpPr>
            <a:xfrm>
              <a:off x="946050" y="672163"/>
              <a:ext cx="7251900" cy="417000"/>
              <a:chOff x="946050" y="672163"/>
              <a:chExt cx="7251900" cy="417000"/>
            </a:xfrm>
          </p:grpSpPr>
          <p:sp>
            <p:nvSpPr>
              <p:cNvPr id="1137" name="Google Shape;1137;p14"/>
              <p:cNvSpPr/>
              <p:nvPr/>
            </p:nvSpPr>
            <p:spPr>
              <a:xfrm>
                <a:off x="946050" y="672163"/>
                <a:ext cx="7251900" cy="417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8" name="Google Shape;1138;p14"/>
              <p:cNvGrpSpPr/>
              <p:nvPr/>
            </p:nvGrpSpPr>
            <p:grpSpPr>
              <a:xfrm>
                <a:off x="7209519" y="794061"/>
                <a:ext cx="789243" cy="171052"/>
                <a:chOff x="733775" y="310686"/>
                <a:chExt cx="789243" cy="171052"/>
              </a:xfrm>
            </p:grpSpPr>
            <p:sp>
              <p:nvSpPr>
                <p:cNvPr id="1139" name="Google Shape;1139;p14"/>
                <p:cNvSpPr/>
                <p:nvPr/>
              </p:nvSpPr>
              <p:spPr>
                <a:xfrm>
                  <a:off x="1364945" y="310686"/>
                  <a:ext cx="158072" cy="171052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x</a:t>
                  </a:r>
                </a:p>
              </p:txBody>
            </p:sp>
            <p:sp>
              <p:nvSpPr>
                <p:cNvPr id="1140" name="Google Shape;1140;p14"/>
                <p:cNvSpPr/>
                <p:nvPr/>
              </p:nvSpPr>
              <p:spPr>
                <a:xfrm>
                  <a:off x="733775" y="385383"/>
                  <a:ext cx="155474" cy="21652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-</a:t>
                  </a:r>
                </a:p>
              </p:txBody>
            </p:sp>
            <p:grpSp>
              <p:nvGrpSpPr>
                <p:cNvPr id="1141" name="Google Shape;1141;p14"/>
                <p:cNvGrpSpPr/>
                <p:nvPr/>
              </p:nvGrpSpPr>
              <p:grpSpPr>
                <a:xfrm>
                  <a:off x="1015525" y="313175"/>
                  <a:ext cx="184510" cy="164017"/>
                  <a:chOff x="7228702" y="774508"/>
                  <a:chExt cx="285046" cy="253347"/>
                </a:xfrm>
              </p:grpSpPr>
              <p:grpSp>
                <p:nvGrpSpPr>
                  <p:cNvPr id="1142" name="Google Shape;1142;p14"/>
                  <p:cNvGrpSpPr/>
                  <p:nvPr/>
                </p:nvGrpSpPr>
                <p:grpSpPr>
                  <a:xfrm>
                    <a:off x="7313001" y="774508"/>
                    <a:ext cx="200747" cy="228523"/>
                    <a:chOff x="7313001" y="774508"/>
                    <a:chExt cx="200747" cy="228523"/>
                  </a:xfrm>
                </p:grpSpPr>
                <p:sp>
                  <p:nvSpPr>
                    <p:cNvPr id="1143" name="Google Shape;1143;p14"/>
                    <p:cNvSpPr/>
                    <p:nvPr/>
                  </p:nvSpPr>
                  <p:spPr>
                    <a:xfrm>
                      <a:off x="7315737" y="774508"/>
                      <a:ext cx="198011" cy="2285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60" h="9811" extrusionOk="0">
                          <a:moveTo>
                            <a:pt x="0" y="0"/>
                          </a:moveTo>
                          <a:lnTo>
                            <a:pt x="9360" y="0"/>
                          </a:lnTo>
                          <a:lnTo>
                            <a:pt x="9135" y="9811"/>
                          </a:lnTo>
                          <a:lnTo>
                            <a:pt x="57" y="9699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</p:sp>
                <p:sp>
                  <p:nvSpPr>
                    <p:cNvPr id="1144" name="Google Shape;1144;p14"/>
                    <p:cNvSpPr/>
                    <p:nvPr/>
                  </p:nvSpPr>
                  <p:spPr>
                    <a:xfrm>
                      <a:off x="7313001" y="778289"/>
                      <a:ext cx="200743" cy="21721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0" h="32566" extrusionOk="0">
                          <a:moveTo>
                            <a:pt x="30399" y="659"/>
                          </a:moveTo>
                          <a:cubicBezTo>
                            <a:pt x="35696" y="659"/>
                            <a:pt x="40992" y="748"/>
                            <a:pt x="46287" y="1032"/>
                          </a:cubicBezTo>
                          <a:cubicBezTo>
                            <a:pt x="46271" y="11283"/>
                            <a:pt x="46004" y="21534"/>
                            <a:pt x="46114" y="31801"/>
                          </a:cubicBezTo>
                          <a:cubicBezTo>
                            <a:pt x="40818" y="31890"/>
                            <a:pt x="35523" y="31916"/>
                            <a:pt x="30230" y="31916"/>
                          </a:cubicBezTo>
                          <a:cubicBezTo>
                            <a:pt x="22733" y="31916"/>
                            <a:pt x="15238" y="31864"/>
                            <a:pt x="7744" y="31864"/>
                          </a:cubicBezTo>
                          <a:cubicBezTo>
                            <a:pt x="5560" y="31864"/>
                            <a:pt x="3376" y="31868"/>
                            <a:pt x="1192" y="31879"/>
                          </a:cubicBezTo>
                          <a:cubicBezTo>
                            <a:pt x="925" y="21566"/>
                            <a:pt x="706" y="11252"/>
                            <a:pt x="659" y="923"/>
                          </a:cubicBezTo>
                          <a:lnTo>
                            <a:pt x="659" y="923"/>
                          </a:lnTo>
                          <a:cubicBezTo>
                            <a:pt x="1402" y="926"/>
                            <a:pt x="2145" y="928"/>
                            <a:pt x="2887" y="928"/>
                          </a:cubicBezTo>
                          <a:cubicBezTo>
                            <a:pt x="12055" y="928"/>
                            <a:pt x="21228" y="659"/>
                            <a:pt x="30399" y="659"/>
                          </a:cubicBezTo>
                          <a:close/>
                          <a:moveTo>
                            <a:pt x="30451" y="1"/>
                          </a:moveTo>
                          <a:cubicBezTo>
                            <a:pt x="21100" y="1"/>
                            <a:pt x="11743" y="284"/>
                            <a:pt x="2391" y="284"/>
                          </a:cubicBezTo>
                          <a:cubicBezTo>
                            <a:pt x="1792" y="284"/>
                            <a:pt x="1194" y="282"/>
                            <a:pt x="596" y="280"/>
                          </a:cubicBezTo>
                          <a:cubicBezTo>
                            <a:pt x="535" y="195"/>
                            <a:pt x="431" y="152"/>
                            <a:pt x="327" y="152"/>
                          </a:cubicBezTo>
                          <a:cubicBezTo>
                            <a:pt x="164" y="152"/>
                            <a:pt x="0" y="257"/>
                            <a:pt x="0" y="468"/>
                          </a:cubicBezTo>
                          <a:cubicBezTo>
                            <a:pt x="47" y="10986"/>
                            <a:pt x="267" y="21487"/>
                            <a:pt x="533" y="31989"/>
                          </a:cubicBezTo>
                          <a:cubicBezTo>
                            <a:pt x="533" y="32005"/>
                            <a:pt x="533" y="32020"/>
                            <a:pt x="549" y="32020"/>
                          </a:cubicBezTo>
                          <a:cubicBezTo>
                            <a:pt x="424" y="32224"/>
                            <a:pt x="518" y="32538"/>
                            <a:pt x="800" y="32538"/>
                          </a:cubicBezTo>
                          <a:cubicBezTo>
                            <a:pt x="3274" y="32522"/>
                            <a:pt x="5749" y="32517"/>
                            <a:pt x="8223" y="32517"/>
                          </a:cubicBezTo>
                          <a:cubicBezTo>
                            <a:pt x="15481" y="32517"/>
                            <a:pt x="22739" y="32566"/>
                            <a:pt x="29996" y="32566"/>
                          </a:cubicBezTo>
                          <a:cubicBezTo>
                            <a:pt x="35390" y="32566"/>
                            <a:pt x="40783" y="32539"/>
                            <a:pt x="46177" y="32444"/>
                          </a:cubicBezTo>
                          <a:cubicBezTo>
                            <a:pt x="46365" y="32444"/>
                            <a:pt x="46459" y="32318"/>
                            <a:pt x="46490" y="32162"/>
                          </a:cubicBezTo>
                          <a:cubicBezTo>
                            <a:pt x="46631" y="32146"/>
                            <a:pt x="46773" y="32052"/>
                            <a:pt x="46757" y="31848"/>
                          </a:cubicBezTo>
                          <a:cubicBezTo>
                            <a:pt x="46663" y="21409"/>
                            <a:pt x="46929" y="10954"/>
                            <a:pt x="46929" y="515"/>
                          </a:cubicBezTo>
                          <a:cubicBezTo>
                            <a:pt x="46929" y="300"/>
                            <a:pt x="46765" y="193"/>
                            <a:pt x="46602" y="193"/>
                          </a:cubicBezTo>
                          <a:cubicBezTo>
                            <a:pt x="46479" y="193"/>
                            <a:pt x="46356" y="253"/>
                            <a:pt x="46302" y="374"/>
                          </a:cubicBezTo>
                          <a:cubicBezTo>
                            <a:pt x="41022" y="91"/>
                            <a:pt x="35737" y="1"/>
                            <a:pt x="30451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145" name="Google Shape;1145;p14"/>
                  <p:cNvGrpSpPr/>
                  <p:nvPr/>
                </p:nvGrpSpPr>
                <p:grpSpPr>
                  <a:xfrm>
                    <a:off x="7228702" y="809455"/>
                    <a:ext cx="200757" cy="218400"/>
                    <a:chOff x="7269477" y="781280"/>
                    <a:chExt cx="200757" cy="218400"/>
                  </a:xfrm>
                </p:grpSpPr>
                <p:sp>
                  <p:nvSpPr>
                    <p:cNvPr id="1146" name="Google Shape;1146;p14"/>
                    <p:cNvSpPr/>
                    <p:nvPr/>
                  </p:nvSpPr>
                  <p:spPr>
                    <a:xfrm>
                      <a:off x="7269477" y="781280"/>
                      <a:ext cx="200749" cy="2172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60" h="9811" extrusionOk="0">
                          <a:moveTo>
                            <a:pt x="0" y="0"/>
                          </a:moveTo>
                          <a:lnTo>
                            <a:pt x="9360" y="0"/>
                          </a:lnTo>
                          <a:lnTo>
                            <a:pt x="9135" y="9811"/>
                          </a:lnTo>
                          <a:lnTo>
                            <a:pt x="57" y="9699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</p:sp>
                <p:sp>
                  <p:nvSpPr>
                    <p:cNvPr id="1147" name="Google Shape;1147;p14"/>
                    <p:cNvSpPr/>
                    <p:nvPr/>
                  </p:nvSpPr>
                  <p:spPr>
                    <a:xfrm>
                      <a:off x="7269491" y="782465"/>
                      <a:ext cx="200743" cy="21721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0" h="32566" extrusionOk="0">
                          <a:moveTo>
                            <a:pt x="30399" y="659"/>
                          </a:moveTo>
                          <a:cubicBezTo>
                            <a:pt x="35696" y="659"/>
                            <a:pt x="40992" y="748"/>
                            <a:pt x="46287" y="1032"/>
                          </a:cubicBezTo>
                          <a:cubicBezTo>
                            <a:pt x="46271" y="11283"/>
                            <a:pt x="46004" y="21534"/>
                            <a:pt x="46114" y="31801"/>
                          </a:cubicBezTo>
                          <a:cubicBezTo>
                            <a:pt x="40818" y="31890"/>
                            <a:pt x="35523" y="31916"/>
                            <a:pt x="30230" y="31916"/>
                          </a:cubicBezTo>
                          <a:cubicBezTo>
                            <a:pt x="22733" y="31916"/>
                            <a:pt x="15238" y="31864"/>
                            <a:pt x="7744" y="31864"/>
                          </a:cubicBezTo>
                          <a:cubicBezTo>
                            <a:pt x="5560" y="31864"/>
                            <a:pt x="3376" y="31868"/>
                            <a:pt x="1192" y="31879"/>
                          </a:cubicBezTo>
                          <a:cubicBezTo>
                            <a:pt x="925" y="21566"/>
                            <a:pt x="706" y="11252"/>
                            <a:pt x="659" y="923"/>
                          </a:cubicBezTo>
                          <a:lnTo>
                            <a:pt x="659" y="923"/>
                          </a:lnTo>
                          <a:cubicBezTo>
                            <a:pt x="1402" y="926"/>
                            <a:pt x="2145" y="928"/>
                            <a:pt x="2887" y="928"/>
                          </a:cubicBezTo>
                          <a:cubicBezTo>
                            <a:pt x="12055" y="928"/>
                            <a:pt x="21228" y="659"/>
                            <a:pt x="30399" y="659"/>
                          </a:cubicBezTo>
                          <a:close/>
                          <a:moveTo>
                            <a:pt x="30451" y="1"/>
                          </a:moveTo>
                          <a:cubicBezTo>
                            <a:pt x="21100" y="1"/>
                            <a:pt x="11743" y="284"/>
                            <a:pt x="2391" y="284"/>
                          </a:cubicBezTo>
                          <a:cubicBezTo>
                            <a:pt x="1792" y="284"/>
                            <a:pt x="1194" y="282"/>
                            <a:pt x="596" y="280"/>
                          </a:cubicBezTo>
                          <a:cubicBezTo>
                            <a:pt x="535" y="195"/>
                            <a:pt x="431" y="152"/>
                            <a:pt x="327" y="152"/>
                          </a:cubicBezTo>
                          <a:cubicBezTo>
                            <a:pt x="164" y="152"/>
                            <a:pt x="0" y="257"/>
                            <a:pt x="0" y="468"/>
                          </a:cubicBezTo>
                          <a:cubicBezTo>
                            <a:pt x="47" y="10986"/>
                            <a:pt x="267" y="21487"/>
                            <a:pt x="533" y="31989"/>
                          </a:cubicBezTo>
                          <a:cubicBezTo>
                            <a:pt x="533" y="32005"/>
                            <a:pt x="533" y="32020"/>
                            <a:pt x="549" y="32020"/>
                          </a:cubicBezTo>
                          <a:cubicBezTo>
                            <a:pt x="424" y="32224"/>
                            <a:pt x="518" y="32538"/>
                            <a:pt x="800" y="32538"/>
                          </a:cubicBezTo>
                          <a:cubicBezTo>
                            <a:pt x="3274" y="32522"/>
                            <a:pt x="5749" y="32517"/>
                            <a:pt x="8223" y="32517"/>
                          </a:cubicBezTo>
                          <a:cubicBezTo>
                            <a:pt x="15481" y="32517"/>
                            <a:pt x="22739" y="32566"/>
                            <a:pt x="29996" y="32566"/>
                          </a:cubicBezTo>
                          <a:cubicBezTo>
                            <a:pt x="35390" y="32566"/>
                            <a:pt x="40783" y="32539"/>
                            <a:pt x="46177" y="32444"/>
                          </a:cubicBezTo>
                          <a:cubicBezTo>
                            <a:pt x="46365" y="32444"/>
                            <a:pt x="46459" y="32318"/>
                            <a:pt x="46490" y="32162"/>
                          </a:cubicBezTo>
                          <a:cubicBezTo>
                            <a:pt x="46631" y="32146"/>
                            <a:pt x="46773" y="32052"/>
                            <a:pt x="46757" y="31848"/>
                          </a:cubicBezTo>
                          <a:cubicBezTo>
                            <a:pt x="46663" y="21409"/>
                            <a:pt x="46929" y="10954"/>
                            <a:pt x="46929" y="515"/>
                          </a:cubicBezTo>
                          <a:cubicBezTo>
                            <a:pt x="46929" y="300"/>
                            <a:pt x="46765" y="193"/>
                            <a:pt x="46602" y="193"/>
                          </a:cubicBezTo>
                          <a:cubicBezTo>
                            <a:pt x="46479" y="193"/>
                            <a:pt x="46356" y="253"/>
                            <a:pt x="46302" y="374"/>
                          </a:cubicBezTo>
                          <a:cubicBezTo>
                            <a:pt x="41022" y="91"/>
                            <a:pt x="35737" y="1"/>
                            <a:pt x="30451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1148" name="Google Shape;1148;p14"/>
              <p:cNvGrpSpPr/>
              <p:nvPr/>
            </p:nvGrpSpPr>
            <p:grpSpPr>
              <a:xfrm>
                <a:off x="1145239" y="777487"/>
                <a:ext cx="800559" cy="204209"/>
                <a:chOff x="747420" y="664537"/>
                <a:chExt cx="800559" cy="204209"/>
              </a:xfrm>
            </p:grpSpPr>
            <p:grpSp>
              <p:nvGrpSpPr>
                <p:cNvPr id="1149" name="Google Shape;1149;p14"/>
                <p:cNvGrpSpPr/>
                <p:nvPr/>
              </p:nvGrpSpPr>
              <p:grpSpPr>
                <a:xfrm>
                  <a:off x="1339984" y="664537"/>
                  <a:ext cx="207995" cy="204209"/>
                  <a:chOff x="1541700" y="658850"/>
                  <a:chExt cx="253838" cy="249218"/>
                </a:xfrm>
              </p:grpSpPr>
              <p:sp>
                <p:nvSpPr>
                  <p:cNvPr id="1150" name="Google Shape;1150;p14"/>
                  <p:cNvSpPr/>
                  <p:nvPr/>
                </p:nvSpPr>
                <p:spPr>
                  <a:xfrm>
                    <a:off x="1541700" y="658850"/>
                    <a:ext cx="253838" cy="249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7" h="16128" extrusionOk="0">
                        <a:moveTo>
                          <a:pt x="6489" y="697"/>
                        </a:moveTo>
                        <a:cubicBezTo>
                          <a:pt x="6850" y="1277"/>
                          <a:pt x="7179" y="1857"/>
                          <a:pt x="7524" y="2437"/>
                        </a:cubicBezTo>
                        <a:cubicBezTo>
                          <a:pt x="7595" y="2553"/>
                          <a:pt x="7692" y="2598"/>
                          <a:pt x="7788" y="2598"/>
                        </a:cubicBezTo>
                        <a:cubicBezTo>
                          <a:pt x="7861" y="2598"/>
                          <a:pt x="7933" y="2572"/>
                          <a:pt x="7994" y="2531"/>
                        </a:cubicBezTo>
                        <a:lnTo>
                          <a:pt x="8088" y="2531"/>
                        </a:lnTo>
                        <a:cubicBezTo>
                          <a:pt x="8274" y="2499"/>
                          <a:pt x="8456" y="2485"/>
                          <a:pt x="8637" y="2485"/>
                        </a:cubicBezTo>
                        <a:cubicBezTo>
                          <a:pt x="9083" y="2485"/>
                          <a:pt x="9518" y="2574"/>
                          <a:pt x="9953" y="2719"/>
                        </a:cubicBezTo>
                        <a:cubicBezTo>
                          <a:pt x="9987" y="2730"/>
                          <a:pt x="10020" y="2741"/>
                          <a:pt x="10053" y="2741"/>
                        </a:cubicBezTo>
                        <a:cubicBezTo>
                          <a:pt x="10067" y="2741"/>
                          <a:pt x="10081" y="2739"/>
                          <a:pt x="10094" y="2735"/>
                        </a:cubicBezTo>
                        <a:cubicBezTo>
                          <a:pt x="10116" y="2738"/>
                          <a:pt x="10137" y="2740"/>
                          <a:pt x="10158" y="2740"/>
                        </a:cubicBezTo>
                        <a:cubicBezTo>
                          <a:pt x="10230" y="2740"/>
                          <a:pt x="10300" y="2717"/>
                          <a:pt x="10361" y="2656"/>
                        </a:cubicBezTo>
                        <a:cubicBezTo>
                          <a:pt x="10847" y="2186"/>
                          <a:pt x="11348" y="1747"/>
                          <a:pt x="11881" y="1340"/>
                        </a:cubicBezTo>
                        <a:cubicBezTo>
                          <a:pt x="12054" y="1434"/>
                          <a:pt x="12242" y="1528"/>
                          <a:pt x="12414" y="1638"/>
                        </a:cubicBezTo>
                        <a:cubicBezTo>
                          <a:pt x="12242" y="2249"/>
                          <a:pt x="12069" y="2845"/>
                          <a:pt x="11897" y="3456"/>
                        </a:cubicBezTo>
                        <a:cubicBezTo>
                          <a:pt x="11756" y="3581"/>
                          <a:pt x="11725" y="3848"/>
                          <a:pt x="11928" y="3973"/>
                        </a:cubicBezTo>
                        <a:cubicBezTo>
                          <a:pt x="12477" y="4334"/>
                          <a:pt x="12869" y="4820"/>
                          <a:pt x="13167" y="5399"/>
                        </a:cubicBezTo>
                        <a:cubicBezTo>
                          <a:pt x="13198" y="5431"/>
                          <a:pt x="13214" y="5462"/>
                          <a:pt x="13245" y="5494"/>
                        </a:cubicBezTo>
                        <a:cubicBezTo>
                          <a:pt x="13292" y="5572"/>
                          <a:pt x="13386" y="5635"/>
                          <a:pt x="13511" y="5635"/>
                        </a:cubicBezTo>
                        <a:cubicBezTo>
                          <a:pt x="14185" y="5635"/>
                          <a:pt x="14859" y="5650"/>
                          <a:pt x="15518" y="5697"/>
                        </a:cubicBezTo>
                        <a:cubicBezTo>
                          <a:pt x="15596" y="5901"/>
                          <a:pt x="15659" y="6089"/>
                          <a:pt x="15706" y="6293"/>
                        </a:cubicBezTo>
                        <a:cubicBezTo>
                          <a:pt x="15126" y="6653"/>
                          <a:pt x="14546" y="6983"/>
                          <a:pt x="13966" y="7343"/>
                        </a:cubicBezTo>
                        <a:cubicBezTo>
                          <a:pt x="13935" y="7359"/>
                          <a:pt x="13903" y="7374"/>
                          <a:pt x="13888" y="7406"/>
                        </a:cubicBezTo>
                        <a:cubicBezTo>
                          <a:pt x="13778" y="7469"/>
                          <a:pt x="13700" y="7594"/>
                          <a:pt x="13731" y="7766"/>
                        </a:cubicBezTo>
                        <a:cubicBezTo>
                          <a:pt x="13888" y="8393"/>
                          <a:pt x="13856" y="9005"/>
                          <a:pt x="13684" y="9632"/>
                        </a:cubicBezTo>
                        <a:cubicBezTo>
                          <a:pt x="13684" y="9663"/>
                          <a:pt x="13684" y="9694"/>
                          <a:pt x="13684" y="9726"/>
                        </a:cubicBezTo>
                        <a:cubicBezTo>
                          <a:pt x="13653" y="9835"/>
                          <a:pt x="13668" y="9945"/>
                          <a:pt x="13762" y="10039"/>
                        </a:cubicBezTo>
                        <a:cubicBezTo>
                          <a:pt x="14264" y="10494"/>
                          <a:pt x="14750" y="10980"/>
                          <a:pt x="15220" y="11465"/>
                        </a:cubicBezTo>
                        <a:cubicBezTo>
                          <a:pt x="15126" y="11669"/>
                          <a:pt x="15048" y="11842"/>
                          <a:pt x="14938" y="12030"/>
                        </a:cubicBezTo>
                        <a:cubicBezTo>
                          <a:pt x="14280" y="11904"/>
                          <a:pt x="13637" y="11748"/>
                          <a:pt x="12979" y="11622"/>
                        </a:cubicBezTo>
                        <a:cubicBezTo>
                          <a:pt x="12947" y="11614"/>
                          <a:pt x="12916" y="11610"/>
                          <a:pt x="12886" y="11610"/>
                        </a:cubicBezTo>
                        <a:cubicBezTo>
                          <a:pt x="12857" y="11610"/>
                          <a:pt x="12830" y="11614"/>
                          <a:pt x="12806" y="11622"/>
                        </a:cubicBezTo>
                        <a:cubicBezTo>
                          <a:pt x="12777" y="11615"/>
                          <a:pt x="12748" y="11611"/>
                          <a:pt x="12718" y="11611"/>
                        </a:cubicBezTo>
                        <a:cubicBezTo>
                          <a:pt x="12618" y="11611"/>
                          <a:pt x="12518" y="11655"/>
                          <a:pt x="12446" y="11763"/>
                        </a:cubicBezTo>
                        <a:cubicBezTo>
                          <a:pt x="12069" y="12281"/>
                          <a:pt x="11552" y="12672"/>
                          <a:pt x="10972" y="12939"/>
                        </a:cubicBezTo>
                        <a:cubicBezTo>
                          <a:pt x="10925" y="12970"/>
                          <a:pt x="10878" y="13002"/>
                          <a:pt x="10863" y="13033"/>
                        </a:cubicBezTo>
                        <a:cubicBezTo>
                          <a:pt x="10784" y="13080"/>
                          <a:pt x="10737" y="13158"/>
                          <a:pt x="10737" y="13268"/>
                        </a:cubicBezTo>
                        <a:cubicBezTo>
                          <a:pt x="10706" y="13942"/>
                          <a:pt x="10674" y="14616"/>
                          <a:pt x="10596" y="15274"/>
                        </a:cubicBezTo>
                        <a:cubicBezTo>
                          <a:pt x="10392" y="15337"/>
                          <a:pt x="10189" y="15384"/>
                          <a:pt x="9985" y="15431"/>
                        </a:cubicBezTo>
                        <a:cubicBezTo>
                          <a:pt x="9687" y="14882"/>
                          <a:pt x="9389" y="14334"/>
                          <a:pt x="9091" y="13785"/>
                        </a:cubicBezTo>
                        <a:cubicBezTo>
                          <a:pt x="9091" y="13616"/>
                          <a:pt x="8951" y="13434"/>
                          <a:pt x="8752" y="13434"/>
                        </a:cubicBezTo>
                        <a:cubicBezTo>
                          <a:pt x="8730" y="13434"/>
                          <a:pt x="8707" y="13436"/>
                          <a:pt x="8684" y="13440"/>
                        </a:cubicBezTo>
                        <a:cubicBezTo>
                          <a:pt x="8460" y="13484"/>
                          <a:pt x="8240" y="13505"/>
                          <a:pt x="8021" y="13505"/>
                        </a:cubicBezTo>
                        <a:cubicBezTo>
                          <a:pt x="7613" y="13505"/>
                          <a:pt x="7211" y="13432"/>
                          <a:pt x="6803" y="13299"/>
                        </a:cubicBezTo>
                        <a:cubicBezTo>
                          <a:pt x="6772" y="13284"/>
                          <a:pt x="6724" y="13284"/>
                          <a:pt x="6693" y="13284"/>
                        </a:cubicBezTo>
                        <a:cubicBezTo>
                          <a:pt x="6673" y="13280"/>
                          <a:pt x="6652" y="13278"/>
                          <a:pt x="6631" y="13278"/>
                        </a:cubicBezTo>
                        <a:cubicBezTo>
                          <a:pt x="6553" y="13278"/>
                          <a:pt x="6472" y="13304"/>
                          <a:pt x="6411" y="13378"/>
                        </a:cubicBezTo>
                        <a:cubicBezTo>
                          <a:pt x="5925" y="13848"/>
                          <a:pt x="5439" y="14303"/>
                          <a:pt x="4922" y="14741"/>
                        </a:cubicBezTo>
                        <a:cubicBezTo>
                          <a:pt x="4734" y="14663"/>
                          <a:pt x="4546" y="14553"/>
                          <a:pt x="4373" y="14444"/>
                        </a:cubicBezTo>
                        <a:cubicBezTo>
                          <a:pt x="4530" y="13801"/>
                          <a:pt x="4718" y="13143"/>
                          <a:pt x="4875" y="12500"/>
                        </a:cubicBezTo>
                        <a:cubicBezTo>
                          <a:pt x="4922" y="12312"/>
                          <a:pt x="4828" y="12186"/>
                          <a:pt x="4702" y="12124"/>
                        </a:cubicBezTo>
                        <a:cubicBezTo>
                          <a:pt x="4687" y="12092"/>
                          <a:pt x="4655" y="12077"/>
                          <a:pt x="4624" y="12061"/>
                        </a:cubicBezTo>
                        <a:cubicBezTo>
                          <a:pt x="4060" y="11716"/>
                          <a:pt x="3637" y="11262"/>
                          <a:pt x="3323" y="10697"/>
                        </a:cubicBezTo>
                        <a:cubicBezTo>
                          <a:pt x="3307" y="10666"/>
                          <a:pt x="3276" y="10635"/>
                          <a:pt x="3260" y="10619"/>
                        </a:cubicBezTo>
                        <a:cubicBezTo>
                          <a:pt x="3213" y="10525"/>
                          <a:pt x="3119" y="10462"/>
                          <a:pt x="2978" y="10462"/>
                        </a:cubicBezTo>
                        <a:cubicBezTo>
                          <a:pt x="2562" y="10482"/>
                          <a:pt x="2145" y="10495"/>
                          <a:pt x="1725" y="10495"/>
                        </a:cubicBezTo>
                        <a:cubicBezTo>
                          <a:pt x="1465" y="10495"/>
                          <a:pt x="1204" y="10490"/>
                          <a:pt x="941" y="10478"/>
                        </a:cubicBezTo>
                        <a:cubicBezTo>
                          <a:pt x="862" y="10290"/>
                          <a:pt x="800" y="10086"/>
                          <a:pt x="737" y="9898"/>
                        </a:cubicBezTo>
                        <a:cubicBezTo>
                          <a:pt x="1301" y="9522"/>
                          <a:pt x="1865" y="9161"/>
                          <a:pt x="2430" y="8785"/>
                        </a:cubicBezTo>
                        <a:cubicBezTo>
                          <a:pt x="2477" y="8754"/>
                          <a:pt x="2524" y="8707"/>
                          <a:pt x="2539" y="8660"/>
                        </a:cubicBezTo>
                        <a:cubicBezTo>
                          <a:pt x="2649" y="8581"/>
                          <a:pt x="2728" y="8456"/>
                          <a:pt x="2696" y="8299"/>
                        </a:cubicBezTo>
                        <a:cubicBezTo>
                          <a:pt x="2602" y="7672"/>
                          <a:pt x="2681" y="7045"/>
                          <a:pt x="2900" y="6450"/>
                        </a:cubicBezTo>
                        <a:cubicBezTo>
                          <a:pt x="2916" y="6387"/>
                          <a:pt x="2931" y="6340"/>
                          <a:pt x="2916" y="6293"/>
                        </a:cubicBezTo>
                        <a:cubicBezTo>
                          <a:pt x="2931" y="6215"/>
                          <a:pt x="2916" y="6121"/>
                          <a:pt x="2837" y="6042"/>
                        </a:cubicBezTo>
                        <a:cubicBezTo>
                          <a:pt x="2383" y="5541"/>
                          <a:pt x="1944" y="5039"/>
                          <a:pt x="1521" y="4522"/>
                        </a:cubicBezTo>
                        <a:cubicBezTo>
                          <a:pt x="1615" y="4334"/>
                          <a:pt x="1724" y="4161"/>
                          <a:pt x="1834" y="3973"/>
                        </a:cubicBezTo>
                        <a:cubicBezTo>
                          <a:pt x="2430" y="4146"/>
                          <a:pt x="3025" y="4334"/>
                          <a:pt x="3637" y="4506"/>
                        </a:cubicBezTo>
                        <a:cubicBezTo>
                          <a:pt x="3698" y="4575"/>
                          <a:pt x="3793" y="4618"/>
                          <a:pt x="3891" y="4618"/>
                        </a:cubicBezTo>
                        <a:cubicBezTo>
                          <a:pt x="3993" y="4618"/>
                          <a:pt x="4097" y="4571"/>
                          <a:pt x="4170" y="4459"/>
                        </a:cubicBezTo>
                        <a:cubicBezTo>
                          <a:pt x="4514" y="3926"/>
                          <a:pt x="5016" y="3534"/>
                          <a:pt x="5580" y="3236"/>
                        </a:cubicBezTo>
                        <a:cubicBezTo>
                          <a:pt x="5627" y="3205"/>
                          <a:pt x="5659" y="3189"/>
                          <a:pt x="5690" y="3158"/>
                        </a:cubicBezTo>
                        <a:cubicBezTo>
                          <a:pt x="5768" y="3111"/>
                          <a:pt x="5815" y="3017"/>
                          <a:pt x="5815" y="2892"/>
                        </a:cubicBezTo>
                        <a:cubicBezTo>
                          <a:pt x="5815" y="2218"/>
                          <a:pt x="5847" y="1559"/>
                          <a:pt x="5894" y="885"/>
                        </a:cubicBezTo>
                        <a:cubicBezTo>
                          <a:pt x="6098" y="807"/>
                          <a:pt x="6286" y="744"/>
                          <a:pt x="6489" y="697"/>
                        </a:cubicBezTo>
                        <a:close/>
                        <a:moveTo>
                          <a:pt x="6651" y="1"/>
                        </a:moveTo>
                        <a:cubicBezTo>
                          <a:pt x="6629" y="1"/>
                          <a:pt x="6607" y="3"/>
                          <a:pt x="6583" y="8"/>
                        </a:cubicBezTo>
                        <a:cubicBezTo>
                          <a:pt x="6223" y="86"/>
                          <a:pt x="5862" y="180"/>
                          <a:pt x="5518" y="321"/>
                        </a:cubicBezTo>
                        <a:cubicBezTo>
                          <a:pt x="5424" y="368"/>
                          <a:pt x="5345" y="431"/>
                          <a:pt x="5298" y="525"/>
                        </a:cubicBezTo>
                        <a:cubicBezTo>
                          <a:pt x="5298" y="525"/>
                          <a:pt x="5298" y="540"/>
                          <a:pt x="5298" y="540"/>
                        </a:cubicBezTo>
                        <a:cubicBezTo>
                          <a:pt x="5282" y="572"/>
                          <a:pt x="5267" y="619"/>
                          <a:pt x="5267" y="666"/>
                        </a:cubicBezTo>
                        <a:cubicBezTo>
                          <a:pt x="5204" y="1356"/>
                          <a:pt x="5173" y="2030"/>
                          <a:pt x="5173" y="2719"/>
                        </a:cubicBezTo>
                        <a:cubicBezTo>
                          <a:pt x="4640" y="3017"/>
                          <a:pt x="4170" y="3393"/>
                          <a:pt x="3809" y="3879"/>
                        </a:cubicBezTo>
                        <a:cubicBezTo>
                          <a:pt x="3166" y="3691"/>
                          <a:pt x="2524" y="3487"/>
                          <a:pt x="1881" y="3315"/>
                        </a:cubicBezTo>
                        <a:cubicBezTo>
                          <a:pt x="1881" y="3315"/>
                          <a:pt x="1865" y="3299"/>
                          <a:pt x="1865" y="3299"/>
                        </a:cubicBezTo>
                        <a:cubicBezTo>
                          <a:pt x="1813" y="3271"/>
                          <a:pt x="1761" y="3258"/>
                          <a:pt x="1711" y="3258"/>
                        </a:cubicBezTo>
                        <a:cubicBezTo>
                          <a:pt x="1595" y="3258"/>
                          <a:pt x="1488" y="3326"/>
                          <a:pt x="1411" y="3425"/>
                        </a:cubicBezTo>
                        <a:cubicBezTo>
                          <a:pt x="1207" y="3722"/>
                          <a:pt x="1019" y="4036"/>
                          <a:pt x="862" y="4381"/>
                        </a:cubicBezTo>
                        <a:cubicBezTo>
                          <a:pt x="815" y="4475"/>
                          <a:pt x="815" y="4569"/>
                          <a:pt x="847" y="4663"/>
                        </a:cubicBezTo>
                        <a:cubicBezTo>
                          <a:pt x="862" y="4710"/>
                          <a:pt x="878" y="4757"/>
                          <a:pt x="909" y="4804"/>
                        </a:cubicBezTo>
                        <a:cubicBezTo>
                          <a:pt x="1333" y="5337"/>
                          <a:pt x="1787" y="5854"/>
                          <a:pt x="2242" y="6356"/>
                        </a:cubicBezTo>
                        <a:cubicBezTo>
                          <a:pt x="2038" y="6983"/>
                          <a:pt x="1959" y="7610"/>
                          <a:pt x="2038" y="8252"/>
                        </a:cubicBezTo>
                        <a:cubicBezTo>
                          <a:pt x="1442" y="8660"/>
                          <a:pt x="831" y="9052"/>
                          <a:pt x="235" y="9443"/>
                        </a:cubicBezTo>
                        <a:cubicBezTo>
                          <a:pt x="94" y="9506"/>
                          <a:pt x="0" y="9647"/>
                          <a:pt x="47" y="9820"/>
                        </a:cubicBezTo>
                        <a:cubicBezTo>
                          <a:pt x="141" y="10212"/>
                          <a:pt x="267" y="10588"/>
                          <a:pt x="439" y="10948"/>
                        </a:cubicBezTo>
                        <a:cubicBezTo>
                          <a:pt x="470" y="11011"/>
                          <a:pt x="517" y="11058"/>
                          <a:pt x="596" y="11089"/>
                        </a:cubicBezTo>
                        <a:cubicBezTo>
                          <a:pt x="643" y="11105"/>
                          <a:pt x="690" y="11121"/>
                          <a:pt x="753" y="11121"/>
                        </a:cubicBezTo>
                        <a:cubicBezTo>
                          <a:pt x="1097" y="11136"/>
                          <a:pt x="1442" y="11144"/>
                          <a:pt x="1787" y="11144"/>
                        </a:cubicBezTo>
                        <a:cubicBezTo>
                          <a:pt x="2132" y="11144"/>
                          <a:pt x="2477" y="11136"/>
                          <a:pt x="2822" y="11121"/>
                        </a:cubicBezTo>
                        <a:cubicBezTo>
                          <a:pt x="3166" y="11701"/>
                          <a:pt x="3621" y="12186"/>
                          <a:pt x="4185" y="12547"/>
                        </a:cubicBezTo>
                        <a:cubicBezTo>
                          <a:pt x="4028" y="13190"/>
                          <a:pt x="3840" y="13832"/>
                          <a:pt x="3684" y="14491"/>
                        </a:cubicBezTo>
                        <a:cubicBezTo>
                          <a:pt x="3684" y="14491"/>
                          <a:pt x="3684" y="14491"/>
                          <a:pt x="3684" y="14506"/>
                        </a:cubicBezTo>
                        <a:cubicBezTo>
                          <a:pt x="3652" y="14632"/>
                          <a:pt x="3684" y="14773"/>
                          <a:pt x="3825" y="14882"/>
                        </a:cubicBezTo>
                        <a:cubicBezTo>
                          <a:pt x="4123" y="15086"/>
                          <a:pt x="4452" y="15259"/>
                          <a:pt x="4797" y="15400"/>
                        </a:cubicBezTo>
                        <a:cubicBezTo>
                          <a:pt x="4840" y="15426"/>
                          <a:pt x="4892" y="15437"/>
                          <a:pt x="4944" y="15437"/>
                        </a:cubicBezTo>
                        <a:cubicBezTo>
                          <a:pt x="4986" y="15437"/>
                          <a:pt x="5028" y="15429"/>
                          <a:pt x="5063" y="15415"/>
                        </a:cubicBezTo>
                        <a:cubicBezTo>
                          <a:pt x="5126" y="15415"/>
                          <a:pt x="5173" y="15384"/>
                          <a:pt x="5220" y="15353"/>
                        </a:cubicBezTo>
                        <a:cubicBezTo>
                          <a:pt x="5753" y="14914"/>
                          <a:pt x="6254" y="14444"/>
                          <a:pt x="6740" y="13958"/>
                        </a:cubicBezTo>
                        <a:cubicBezTo>
                          <a:pt x="7154" y="14081"/>
                          <a:pt x="7575" y="14148"/>
                          <a:pt x="8005" y="14148"/>
                        </a:cubicBezTo>
                        <a:cubicBezTo>
                          <a:pt x="8178" y="14148"/>
                          <a:pt x="8352" y="14137"/>
                          <a:pt x="8527" y="14114"/>
                        </a:cubicBezTo>
                        <a:cubicBezTo>
                          <a:pt x="8841" y="14710"/>
                          <a:pt x="9154" y="15290"/>
                          <a:pt x="9483" y="15870"/>
                        </a:cubicBezTo>
                        <a:cubicBezTo>
                          <a:pt x="9483" y="15886"/>
                          <a:pt x="9483" y="15886"/>
                          <a:pt x="9483" y="15886"/>
                        </a:cubicBezTo>
                        <a:cubicBezTo>
                          <a:pt x="9537" y="16047"/>
                          <a:pt x="9671" y="16127"/>
                          <a:pt x="9817" y="16127"/>
                        </a:cubicBezTo>
                        <a:cubicBezTo>
                          <a:pt x="9841" y="16127"/>
                          <a:pt x="9866" y="16125"/>
                          <a:pt x="9891" y="16121"/>
                        </a:cubicBezTo>
                        <a:cubicBezTo>
                          <a:pt x="10251" y="16058"/>
                          <a:pt x="10612" y="15964"/>
                          <a:pt x="10957" y="15839"/>
                        </a:cubicBezTo>
                        <a:cubicBezTo>
                          <a:pt x="11051" y="15807"/>
                          <a:pt x="11113" y="15745"/>
                          <a:pt x="11145" y="15666"/>
                        </a:cubicBezTo>
                        <a:cubicBezTo>
                          <a:pt x="11192" y="15619"/>
                          <a:pt x="11207" y="15572"/>
                          <a:pt x="11223" y="15509"/>
                        </a:cubicBezTo>
                        <a:cubicBezTo>
                          <a:pt x="11301" y="14820"/>
                          <a:pt x="11348" y="14146"/>
                          <a:pt x="11380" y="13456"/>
                        </a:cubicBezTo>
                        <a:cubicBezTo>
                          <a:pt x="11960" y="13174"/>
                          <a:pt x="12461" y="12766"/>
                          <a:pt x="12869" y="12265"/>
                        </a:cubicBezTo>
                        <a:cubicBezTo>
                          <a:pt x="13574" y="12406"/>
                          <a:pt x="14280" y="12563"/>
                          <a:pt x="14985" y="12704"/>
                        </a:cubicBezTo>
                        <a:cubicBezTo>
                          <a:pt x="15029" y="12718"/>
                          <a:pt x="15075" y="12727"/>
                          <a:pt x="15120" y="12727"/>
                        </a:cubicBezTo>
                        <a:cubicBezTo>
                          <a:pt x="15220" y="12727"/>
                          <a:pt x="15317" y="12686"/>
                          <a:pt x="15392" y="12578"/>
                        </a:cubicBezTo>
                        <a:cubicBezTo>
                          <a:pt x="15596" y="12233"/>
                          <a:pt x="15769" y="11873"/>
                          <a:pt x="15910" y="11512"/>
                        </a:cubicBezTo>
                        <a:cubicBezTo>
                          <a:pt x="15925" y="11434"/>
                          <a:pt x="15925" y="11356"/>
                          <a:pt x="15894" y="11293"/>
                        </a:cubicBezTo>
                        <a:cubicBezTo>
                          <a:pt x="15878" y="11246"/>
                          <a:pt x="15847" y="11199"/>
                          <a:pt x="15816" y="11152"/>
                        </a:cubicBezTo>
                        <a:cubicBezTo>
                          <a:pt x="15345" y="10650"/>
                          <a:pt x="14859" y="10164"/>
                          <a:pt x="14342" y="9694"/>
                        </a:cubicBezTo>
                        <a:cubicBezTo>
                          <a:pt x="14499" y="9067"/>
                          <a:pt x="14530" y="8456"/>
                          <a:pt x="14421" y="7829"/>
                        </a:cubicBezTo>
                        <a:cubicBezTo>
                          <a:pt x="15016" y="7469"/>
                          <a:pt x="15627" y="7124"/>
                          <a:pt x="16223" y="6747"/>
                        </a:cubicBezTo>
                        <a:lnTo>
                          <a:pt x="16239" y="6747"/>
                        </a:lnTo>
                        <a:cubicBezTo>
                          <a:pt x="16349" y="6669"/>
                          <a:pt x="16427" y="6544"/>
                          <a:pt x="16396" y="6387"/>
                        </a:cubicBezTo>
                        <a:cubicBezTo>
                          <a:pt x="16333" y="6026"/>
                          <a:pt x="16223" y="5666"/>
                          <a:pt x="16082" y="5321"/>
                        </a:cubicBezTo>
                        <a:cubicBezTo>
                          <a:pt x="16035" y="5227"/>
                          <a:pt x="15972" y="5149"/>
                          <a:pt x="15878" y="5102"/>
                        </a:cubicBezTo>
                        <a:cubicBezTo>
                          <a:pt x="15847" y="5086"/>
                          <a:pt x="15800" y="5070"/>
                          <a:pt x="15737" y="5070"/>
                        </a:cubicBezTo>
                        <a:cubicBezTo>
                          <a:pt x="15048" y="5008"/>
                          <a:pt x="14374" y="4976"/>
                          <a:pt x="13684" y="4976"/>
                        </a:cubicBezTo>
                        <a:cubicBezTo>
                          <a:pt x="13386" y="4443"/>
                          <a:pt x="13010" y="3989"/>
                          <a:pt x="12524" y="3613"/>
                        </a:cubicBezTo>
                        <a:cubicBezTo>
                          <a:pt x="12712" y="2970"/>
                          <a:pt x="12900" y="2327"/>
                          <a:pt x="13073" y="1685"/>
                        </a:cubicBezTo>
                        <a:lnTo>
                          <a:pt x="13088" y="1685"/>
                        </a:lnTo>
                        <a:cubicBezTo>
                          <a:pt x="13182" y="1512"/>
                          <a:pt x="13120" y="1340"/>
                          <a:pt x="12979" y="1230"/>
                        </a:cubicBezTo>
                        <a:cubicBezTo>
                          <a:pt x="12681" y="1011"/>
                          <a:pt x="12352" y="823"/>
                          <a:pt x="12022" y="666"/>
                        </a:cubicBezTo>
                        <a:cubicBezTo>
                          <a:pt x="11971" y="649"/>
                          <a:pt x="11914" y="636"/>
                          <a:pt x="11859" y="636"/>
                        </a:cubicBezTo>
                        <a:cubicBezTo>
                          <a:pt x="11813" y="636"/>
                          <a:pt x="11767" y="645"/>
                          <a:pt x="11725" y="666"/>
                        </a:cubicBezTo>
                        <a:cubicBezTo>
                          <a:pt x="11678" y="666"/>
                          <a:pt x="11631" y="697"/>
                          <a:pt x="11584" y="729"/>
                        </a:cubicBezTo>
                        <a:cubicBezTo>
                          <a:pt x="11051" y="1152"/>
                          <a:pt x="10533" y="1591"/>
                          <a:pt x="10032" y="2061"/>
                        </a:cubicBezTo>
                        <a:cubicBezTo>
                          <a:pt x="9575" y="1912"/>
                          <a:pt x="9112" y="1836"/>
                          <a:pt x="8641" y="1836"/>
                        </a:cubicBezTo>
                        <a:cubicBezTo>
                          <a:pt x="8417" y="1836"/>
                          <a:pt x="8191" y="1853"/>
                          <a:pt x="7963" y="1888"/>
                        </a:cubicBezTo>
                        <a:cubicBezTo>
                          <a:pt x="7618" y="1324"/>
                          <a:pt x="7289" y="760"/>
                          <a:pt x="6944" y="196"/>
                        </a:cubicBezTo>
                        <a:cubicBezTo>
                          <a:pt x="6944" y="180"/>
                          <a:pt x="6944" y="180"/>
                          <a:pt x="6944" y="180"/>
                        </a:cubicBezTo>
                        <a:cubicBezTo>
                          <a:pt x="6877" y="73"/>
                          <a:pt x="6777" y="1"/>
                          <a:pt x="66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14"/>
                  <p:cNvSpPr/>
                  <p:nvPr/>
                </p:nvSpPr>
                <p:spPr>
                  <a:xfrm>
                    <a:off x="1610522" y="731473"/>
                    <a:ext cx="118892" cy="100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4" h="6536" extrusionOk="0">
                        <a:moveTo>
                          <a:pt x="3911" y="632"/>
                        </a:moveTo>
                        <a:cubicBezTo>
                          <a:pt x="4113" y="632"/>
                          <a:pt x="4324" y="653"/>
                          <a:pt x="4543" y="699"/>
                        </a:cubicBezTo>
                        <a:cubicBezTo>
                          <a:pt x="4575" y="715"/>
                          <a:pt x="4590" y="715"/>
                          <a:pt x="4622" y="715"/>
                        </a:cubicBezTo>
                        <a:cubicBezTo>
                          <a:pt x="5923" y="1044"/>
                          <a:pt x="6910" y="2345"/>
                          <a:pt x="6659" y="3709"/>
                        </a:cubicBezTo>
                        <a:cubicBezTo>
                          <a:pt x="6424" y="5030"/>
                          <a:pt x="5141" y="5882"/>
                          <a:pt x="3857" y="5882"/>
                        </a:cubicBezTo>
                        <a:cubicBezTo>
                          <a:pt x="3603" y="5882"/>
                          <a:pt x="3348" y="5848"/>
                          <a:pt x="3101" y="5778"/>
                        </a:cubicBezTo>
                        <a:cubicBezTo>
                          <a:pt x="0" y="4856"/>
                          <a:pt x="1090" y="632"/>
                          <a:pt x="3911" y="632"/>
                        </a:cubicBezTo>
                        <a:close/>
                        <a:moveTo>
                          <a:pt x="3944" y="0"/>
                        </a:moveTo>
                        <a:cubicBezTo>
                          <a:pt x="2477" y="0"/>
                          <a:pt x="1085" y="880"/>
                          <a:pt x="640" y="2361"/>
                        </a:cubicBezTo>
                        <a:cubicBezTo>
                          <a:pt x="107" y="4132"/>
                          <a:pt x="1189" y="5888"/>
                          <a:pt x="2929" y="6405"/>
                        </a:cubicBezTo>
                        <a:cubicBezTo>
                          <a:pt x="3234" y="6493"/>
                          <a:pt x="3548" y="6535"/>
                          <a:pt x="3860" y="6535"/>
                        </a:cubicBezTo>
                        <a:cubicBezTo>
                          <a:pt x="5380" y="6535"/>
                          <a:pt x="6878" y="5541"/>
                          <a:pt x="7255" y="4007"/>
                        </a:cubicBezTo>
                        <a:cubicBezTo>
                          <a:pt x="7694" y="2267"/>
                          <a:pt x="6471" y="496"/>
                          <a:pt x="4778" y="73"/>
                        </a:cubicBezTo>
                        <a:lnTo>
                          <a:pt x="4669" y="73"/>
                        </a:lnTo>
                        <a:cubicBezTo>
                          <a:pt x="4428" y="24"/>
                          <a:pt x="4185" y="0"/>
                          <a:pt x="3944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52" name="Google Shape;1152;p14"/>
                <p:cNvSpPr/>
                <p:nvPr/>
              </p:nvSpPr>
              <p:spPr>
                <a:xfrm rot="-5400000">
                  <a:off x="715100" y="702546"/>
                  <a:ext cx="192827" cy="128187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^</a:t>
                  </a:r>
                </a:p>
              </p:txBody>
            </p:sp>
            <p:sp>
              <p:nvSpPr>
                <p:cNvPr id="1153" name="Google Shape;1153;p14"/>
                <p:cNvSpPr/>
                <p:nvPr/>
              </p:nvSpPr>
              <p:spPr>
                <a:xfrm rot="5400000" flipH="1">
                  <a:off x="1011380" y="702546"/>
                  <a:ext cx="192827" cy="128187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^</a:t>
                  </a:r>
                </a:p>
              </p:txBody>
            </p:sp>
          </p:grpSp>
        </p:grpSp>
      </p:grpSp>
      <p:sp>
        <p:nvSpPr>
          <p:cNvPr id="1154" name="Google Shape;1154;p14"/>
          <p:cNvSpPr txBox="1">
            <a:spLocks noGrp="1"/>
          </p:cNvSpPr>
          <p:nvPr>
            <p:ph type="title"/>
          </p:nvPr>
        </p:nvSpPr>
        <p:spPr>
          <a:xfrm>
            <a:off x="1509000" y="1551600"/>
            <a:ext cx="6126000" cy="1467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155" name="Google Shape;1155;p14"/>
          <p:cNvSpPr txBox="1">
            <a:spLocks noGrp="1"/>
          </p:cNvSpPr>
          <p:nvPr>
            <p:ph type="title" idx="2"/>
          </p:nvPr>
        </p:nvSpPr>
        <p:spPr>
          <a:xfrm>
            <a:off x="1509000" y="3019197"/>
            <a:ext cx="6126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15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158" name="Google Shape;1158;p15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6" name="Google Shape;1216;p1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7" name="Google Shape;1217;p15"/>
          <p:cNvGrpSpPr/>
          <p:nvPr/>
        </p:nvGrpSpPr>
        <p:grpSpPr>
          <a:xfrm rot="10800000">
            <a:off x="3223925" y="847675"/>
            <a:ext cx="887900" cy="452300"/>
            <a:chOff x="2094425" y="748900"/>
            <a:chExt cx="887900" cy="452300"/>
          </a:xfrm>
        </p:grpSpPr>
        <p:sp>
          <p:nvSpPr>
            <p:cNvPr id="1218" name="Google Shape;1218;p15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rgbClr val="C09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15"/>
          <p:cNvSpPr/>
          <p:nvPr/>
        </p:nvSpPr>
        <p:spPr>
          <a:xfrm rot="-6700904">
            <a:off x="7591217" y="721081"/>
            <a:ext cx="939217" cy="80973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15"/>
          <p:cNvSpPr/>
          <p:nvPr/>
        </p:nvSpPr>
        <p:spPr>
          <a:xfrm>
            <a:off x="600600" y="3189376"/>
            <a:ext cx="1536718" cy="1573103"/>
          </a:xfrm>
          <a:custGeom>
            <a:avLst/>
            <a:gdLst/>
            <a:ahLst/>
            <a:cxnLst/>
            <a:rect l="l" t="t" r="r" b="b"/>
            <a:pathLst>
              <a:path w="26861" h="27497" extrusionOk="0">
                <a:moveTo>
                  <a:pt x="26781" y="15479"/>
                </a:moveTo>
                <a:cubicBezTo>
                  <a:pt x="26721" y="14823"/>
                  <a:pt x="26701" y="14186"/>
                  <a:pt x="26582" y="13629"/>
                </a:cubicBezTo>
                <a:cubicBezTo>
                  <a:pt x="26542" y="13430"/>
                  <a:pt x="26443" y="13251"/>
                  <a:pt x="26403" y="13052"/>
                </a:cubicBezTo>
                <a:cubicBezTo>
                  <a:pt x="26224" y="12236"/>
                  <a:pt x="26164" y="11401"/>
                  <a:pt x="25945" y="10605"/>
                </a:cubicBezTo>
                <a:cubicBezTo>
                  <a:pt x="25866" y="10346"/>
                  <a:pt x="25726" y="10088"/>
                  <a:pt x="25647" y="9829"/>
                </a:cubicBezTo>
                <a:cubicBezTo>
                  <a:pt x="25567" y="9570"/>
                  <a:pt x="25567" y="9292"/>
                  <a:pt x="25488" y="9013"/>
                </a:cubicBezTo>
                <a:cubicBezTo>
                  <a:pt x="25408" y="8735"/>
                  <a:pt x="25289" y="8476"/>
                  <a:pt x="25189" y="8217"/>
                </a:cubicBezTo>
                <a:cubicBezTo>
                  <a:pt x="25070" y="7819"/>
                  <a:pt x="24851" y="7422"/>
                  <a:pt x="24712" y="7183"/>
                </a:cubicBezTo>
                <a:cubicBezTo>
                  <a:pt x="24592" y="6964"/>
                  <a:pt x="24553" y="6765"/>
                  <a:pt x="24473" y="6606"/>
                </a:cubicBezTo>
                <a:cubicBezTo>
                  <a:pt x="24334" y="6248"/>
                  <a:pt x="24095" y="5929"/>
                  <a:pt x="23896" y="5611"/>
                </a:cubicBezTo>
                <a:cubicBezTo>
                  <a:pt x="23836" y="5511"/>
                  <a:pt x="23856" y="5372"/>
                  <a:pt x="23797" y="5293"/>
                </a:cubicBezTo>
                <a:cubicBezTo>
                  <a:pt x="23737" y="5193"/>
                  <a:pt x="23598" y="5133"/>
                  <a:pt x="23538" y="5034"/>
                </a:cubicBezTo>
                <a:cubicBezTo>
                  <a:pt x="23538" y="5034"/>
                  <a:pt x="23538" y="4934"/>
                  <a:pt x="23498" y="4895"/>
                </a:cubicBezTo>
                <a:cubicBezTo>
                  <a:pt x="23319" y="4636"/>
                  <a:pt x="23160" y="4338"/>
                  <a:pt x="22961" y="4119"/>
                </a:cubicBezTo>
                <a:cubicBezTo>
                  <a:pt x="22881" y="4019"/>
                  <a:pt x="22782" y="3940"/>
                  <a:pt x="22702" y="3840"/>
                </a:cubicBezTo>
                <a:cubicBezTo>
                  <a:pt x="22603" y="3721"/>
                  <a:pt x="22523" y="3582"/>
                  <a:pt x="22503" y="3562"/>
                </a:cubicBezTo>
                <a:cubicBezTo>
                  <a:pt x="22424" y="3442"/>
                  <a:pt x="22284" y="3422"/>
                  <a:pt x="22185" y="3323"/>
                </a:cubicBezTo>
                <a:cubicBezTo>
                  <a:pt x="22145" y="3263"/>
                  <a:pt x="22165" y="3204"/>
                  <a:pt x="22145" y="3164"/>
                </a:cubicBezTo>
                <a:cubicBezTo>
                  <a:pt x="22105" y="3124"/>
                  <a:pt x="22006" y="3104"/>
                  <a:pt x="21966" y="3044"/>
                </a:cubicBezTo>
                <a:cubicBezTo>
                  <a:pt x="21707" y="2746"/>
                  <a:pt x="21409" y="2388"/>
                  <a:pt x="21051" y="2129"/>
                </a:cubicBezTo>
                <a:cubicBezTo>
                  <a:pt x="20951" y="2069"/>
                  <a:pt x="20832" y="2050"/>
                  <a:pt x="20752" y="1990"/>
                </a:cubicBezTo>
                <a:cubicBezTo>
                  <a:pt x="20633" y="1910"/>
                  <a:pt x="20553" y="1811"/>
                  <a:pt x="20454" y="1731"/>
                </a:cubicBezTo>
                <a:cubicBezTo>
                  <a:pt x="20255" y="1592"/>
                  <a:pt x="20056" y="1492"/>
                  <a:pt x="19837" y="1373"/>
                </a:cubicBezTo>
                <a:cubicBezTo>
                  <a:pt x="19419" y="1134"/>
                  <a:pt x="19002" y="955"/>
                  <a:pt x="18584" y="756"/>
                </a:cubicBezTo>
                <a:cubicBezTo>
                  <a:pt x="17768" y="398"/>
                  <a:pt x="16912" y="140"/>
                  <a:pt x="16077" y="40"/>
                </a:cubicBezTo>
                <a:cubicBezTo>
                  <a:pt x="15321" y="40"/>
                  <a:pt x="14604" y="0"/>
                  <a:pt x="13928" y="40"/>
                </a:cubicBezTo>
                <a:cubicBezTo>
                  <a:pt x="13829" y="40"/>
                  <a:pt x="13749" y="0"/>
                  <a:pt x="13649" y="20"/>
                </a:cubicBezTo>
                <a:cubicBezTo>
                  <a:pt x="13590" y="20"/>
                  <a:pt x="13510" y="80"/>
                  <a:pt x="13451" y="100"/>
                </a:cubicBezTo>
                <a:cubicBezTo>
                  <a:pt x="13271" y="120"/>
                  <a:pt x="13072" y="100"/>
                  <a:pt x="12913" y="120"/>
                </a:cubicBezTo>
                <a:cubicBezTo>
                  <a:pt x="12754" y="159"/>
                  <a:pt x="12595" y="219"/>
                  <a:pt x="12436" y="279"/>
                </a:cubicBezTo>
                <a:cubicBezTo>
                  <a:pt x="12356" y="299"/>
                  <a:pt x="12277" y="299"/>
                  <a:pt x="12197" y="319"/>
                </a:cubicBezTo>
                <a:cubicBezTo>
                  <a:pt x="12197" y="319"/>
                  <a:pt x="12157" y="418"/>
                  <a:pt x="12137" y="418"/>
                </a:cubicBezTo>
                <a:cubicBezTo>
                  <a:pt x="12098" y="458"/>
                  <a:pt x="12018" y="398"/>
                  <a:pt x="11978" y="418"/>
                </a:cubicBezTo>
                <a:cubicBezTo>
                  <a:pt x="11401" y="617"/>
                  <a:pt x="10765" y="756"/>
                  <a:pt x="10168" y="876"/>
                </a:cubicBezTo>
                <a:cubicBezTo>
                  <a:pt x="9790" y="955"/>
                  <a:pt x="9451" y="1055"/>
                  <a:pt x="9113" y="1174"/>
                </a:cubicBezTo>
                <a:cubicBezTo>
                  <a:pt x="6944" y="1393"/>
                  <a:pt x="5034" y="2030"/>
                  <a:pt x="3284" y="3960"/>
                </a:cubicBezTo>
                <a:cubicBezTo>
                  <a:pt x="3204" y="4039"/>
                  <a:pt x="3124" y="4139"/>
                  <a:pt x="3065" y="4238"/>
                </a:cubicBezTo>
                <a:cubicBezTo>
                  <a:pt x="3045" y="4218"/>
                  <a:pt x="3025" y="4198"/>
                  <a:pt x="3025" y="4198"/>
                </a:cubicBezTo>
                <a:cubicBezTo>
                  <a:pt x="2925" y="4079"/>
                  <a:pt x="2826" y="4159"/>
                  <a:pt x="2746" y="4178"/>
                </a:cubicBezTo>
                <a:cubicBezTo>
                  <a:pt x="2707" y="4198"/>
                  <a:pt x="2647" y="4238"/>
                  <a:pt x="2607" y="4278"/>
                </a:cubicBezTo>
                <a:cubicBezTo>
                  <a:pt x="2408" y="4417"/>
                  <a:pt x="2209" y="4636"/>
                  <a:pt x="2070" y="4895"/>
                </a:cubicBezTo>
                <a:cubicBezTo>
                  <a:pt x="2010" y="5034"/>
                  <a:pt x="2010" y="5153"/>
                  <a:pt x="1950" y="5293"/>
                </a:cubicBezTo>
                <a:cubicBezTo>
                  <a:pt x="1692" y="5790"/>
                  <a:pt x="1294" y="6287"/>
                  <a:pt x="1135" y="6765"/>
                </a:cubicBezTo>
                <a:cubicBezTo>
                  <a:pt x="1095" y="6964"/>
                  <a:pt x="1214" y="7262"/>
                  <a:pt x="956" y="7322"/>
                </a:cubicBezTo>
                <a:cubicBezTo>
                  <a:pt x="1055" y="7501"/>
                  <a:pt x="916" y="7800"/>
                  <a:pt x="816" y="8018"/>
                </a:cubicBezTo>
                <a:cubicBezTo>
                  <a:pt x="737" y="8138"/>
                  <a:pt x="677" y="8217"/>
                  <a:pt x="598" y="8277"/>
                </a:cubicBezTo>
                <a:cubicBezTo>
                  <a:pt x="538" y="9033"/>
                  <a:pt x="239" y="9789"/>
                  <a:pt x="160" y="10545"/>
                </a:cubicBezTo>
                <a:cubicBezTo>
                  <a:pt x="80" y="11301"/>
                  <a:pt x="1" y="12018"/>
                  <a:pt x="1" y="12674"/>
                </a:cubicBezTo>
                <a:cubicBezTo>
                  <a:pt x="21" y="13768"/>
                  <a:pt x="40" y="14743"/>
                  <a:pt x="200" y="15798"/>
                </a:cubicBezTo>
                <a:cubicBezTo>
                  <a:pt x="239" y="15957"/>
                  <a:pt x="319" y="16136"/>
                  <a:pt x="359" y="16315"/>
                </a:cubicBezTo>
                <a:cubicBezTo>
                  <a:pt x="418" y="16494"/>
                  <a:pt x="458" y="16673"/>
                  <a:pt x="518" y="16872"/>
                </a:cubicBezTo>
                <a:cubicBezTo>
                  <a:pt x="478" y="16912"/>
                  <a:pt x="498" y="16912"/>
                  <a:pt x="538" y="16932"/>
                </a:cubicBezTo>
                <a:cubicBezTo>
                  <a:pt x="598" y="17151"/>
                  <a:pt x="677" y="17370"/>
                  <a:pt x="757" y="17569"/>
                </a:cubicBezTo>
                <a:cubicBezTo>
                  <a:pt x="757" y="17608"/>
                  <a:pt x="757" y="17648"/>
                  <a:pt x="737" y="17688"/>
                </a:cubicBezTo>
                <a:cubicBezTo>
                  <a:pt x="777" y="17728"/>
                  <a:pt x="816" y="17768"/>
                  <a:pt x="836" y="17807"/>
                </a:cubicBezTo>
                <a:cubicBezTo>
                  <a:pt x="916" y="17986"/>
                  <a:pt x="1015" y="18185"/>
                  <a:pt x="1095" y="18364"/>
                </a:cubicBezTo>
                <a:cubicBezTo>
                  <a:pt x="1095" y="18364"/>
                  <a:pt x="1095" y="18384"/>
                  <a:pt x="1135" y="18424"/>
                </a:cubicBezTo>
                <a:cubicBezTo>
                  <a:pt x="1175" y="18504"/>
                  <a:pt x="1214" y="18583"/>
                  <a:pt x="1254" y="18683"/>
                </a:cubicBezTo>
                <a:cubicBezTo>
                  <a:pt x="1254" y="18742"/>
                  <a:pt x="1294" y="18802"/>
                  <a:pt x="1354" y="18842"/>
                </a:cubicBezTo>
                <a:cubicBezTo>
                  <a:pt x="1473" y="19041"/>
                  <a:pt x="1592" y="19220"/>
                  <a:pt x="1732" y="19419"/>
                </a:cubicBezTo>
                <a:cubicBezTo>
                  <a:pt x="3264" y="21588"/>
                  <a:pt x="5850" y="22841"/>
                  <a:pt x="8476" y="23299"/>
                </a:cubicBezTo>
                <a:cubicBezTo>
                  <a:pt x="10327" y="23637"/>
                  <a:pt x="12197" y="23617"/>
                  <a:pt x="14087" y="23518"/>
                </a:cubicBezTo>
                <a:cubicBezTo>
                  <a:pt x="13988" y="23537"/>
                  <a:pt x="13888" y="23557"/>
                  <a:pt x="13789" y="23577"/>
                </a:cubicBezTo>
                <a:cubicBezTo>
                  <a:pt x="13709" y="23597"/>
                  <a:pt x="13530" y="23617"/>
                  <a:pt x="13451" y="23657"/>
                </a:cubicBezTo>
                <a:cubicBezTo>
                  <a:pt x="13431" y="23657"/>
                  <a:pt x="13411" y="23756"/>
                  <a:pt x="13391" y="23756"/>
                </a:cubicBezTo>
                <a:cubicBezTo>
                  <a:pt x="13331" y="23776"/>
                  <a:pt x="13252" y="23717"/>
                  <a:pt x="13172" y="23717"/>
                </a:cubicBezTo>
                <a:cubicBezTo>
                  <a:pt x="12913" y="23717"/>
                  <a:pt x="12734" y="23736"/>
                  <a:pt x="12535" y="23736"/>
                </a:cubicBezTo>
                <a:cubicBezTo>
                  <a:pt x="12376" y="23736"/>
                  <a:pt x="12217" y="23796"/>
                  <a:pt x="12078" y="23677"/>
                </a:cubicBezTo>
                <a:cubicBezTo>
                  <a:pt x="11899" y="23717"/>
                  <a:pt x="11640" y="23796"/>
                  <a:pt x="11381" y="23836"/>
                </a:cubicBezTo>
                <a:cubicBezTo>
                  <a:pt x="11302" y="23856"/>
                  <a:pt x="11123" y="23876"/>
                  <a:pt x="11123" y="23876"/>
                </a:cubicBezTo>
                <a:cubicBezTo>
                  <a:pt x="11083" y="23876"/>
                  <a:pt x="11083" y="23836"/>
                  <a:pt x="11063" y="23836"/>
                </a:cubicBezTo>
                <a:cubicBezTo>
                  <a:pt x="10944" y="23856"/>
                  <a:pt x="10824" y="23915"/>
                  <a:pt x="10705" y="23915"/>
                </a:cubicBezTo>
                <a:cubicBezTo>
                  <a:pt x="10148" y="23955"/>
                  <a:pt x="9272" y="23537"/>
                  <a:pt x="9093" y="24194"/>
                </a:cubicBezTo>
                <a:cubicBezTo>
                  <a:pt x="9014" y="24492"/>
                  <a:pt x="9073" y="24711"/>
                  <a:pt x="9193" y="24851"/>
                </a:cubicBezTo>
                <a:cubicBezTo>
                  <a:pt x="9213" y="24890"/>
                  <a:pt x="9332" y="24871"/>
                  <a:pt x="9412" y="24930"/>
                </a:cubicBezTo>
                <a:cubicBezTo>
                  <a:pt x="9491" y="24970"/>
                  <a:pt x="9571" y="25010"/>
                  <a:pt x="9611" y="25109"/>
                </a:cubicBezTo>
                <a:cubicBezTo>
                  <a:pt x="10148" y="25109"/>
                  <a:pt x="10745" y="24990"/>
                  <a:pt x="11322" y="24950"/>
                </a:cubicBezTo>
                <a:cubicBezTo>
                  <a:pt x="11381" y="24930"/>
                  <a:pt x="11461" y="24890"/>
                  <a:pt x="11521" y="24890"/>
                </a:cubicBezTo>
                <a:cubicBezTo>
                  <a:pt x="11580" y="24890"/>
                  <a:pt x="11640" y="24950"/>
                  <a:pt x="11720" y="24950"/>
                </a:cubicBezTo>
                <a:cubicBezTo>
                  <a:pt x="11859" y="24930"/>
                  <a:pt x="12018" y="24851"/>
                  <a:pt x="12157" y="24851"/>
                </a:cubicBezTo>
                <a:cubicBezTo>
                  <a:pt x="12197" y="24831"/>
                  <a:pt x="12297" y="24890"/>
                  <a:pt x="12356" y="24890"/>
                </a:cubicBezTo>
                <a:cubicBezTo>
                  <a:pt x="12436" y="24890"/>
                  <a:pt x="12495" y="24851"/>
                  <a:pt x="12575" y="24831"/>
                </a:cubicBezTo>
                <a:cubicBezTo>
                  <a:pt x="12655" y="24831"/>
                  <a:pt x="12714" y="24890"/>
                  <a:pt x="12774" y="24890"/>
                </a:cubicBezTo>
                <a:cubicBezTo>
                  <a:pt x="13013" y="24871"/>
                  <a:pt x="13192" y="24751"/>
                  <a:pt x="13371" y="24910"/>
                </a:cubicBezTo>
                <a:cubicBezTo>
                  <a:pt x="13590" y="24811"/>
                  <a:pt x="13829" y="24771"/>
                  <a:pt x="14027" y="24731"/>
                </a:cubicBezTo>
                <a:cubicBezTo>
                  <a:pt x="14127" y="24691"/>
                  <a:pt x="14127" y="24731"/>
                  <a:pt x="14226" y="24711"/>
                </a:cubicBezTo>
                <a:cubicBezTo>
                  <a:pt x="14525" y="24652"/>
                  <a:pt x="14843" y="24532"/>
                  <a:pt x="15142" y="24492"/>
                </a:cubicBezTo>
                <a:cubicBezTo>
                  <a:pt x="15261" y="24473"/>
                  <a:pt x="15380" y="24532"/>
                  <a:pt x="15500" y="24512"/>
                </a:cubicBezTo>
                <a:cubicBezTo>
                  <a:pt x="15599" y="24512"/>
                  <a:pt x="15679" y="24413"/>
                  <a:pt x="15778" y="24393"/>
                </a:cubicBezTo>
                <a:cubicBezTo>
                  <a:pt x="16534" y="24154"/>
                  <a:pt x="17310" y="24274"/>
                  <a:pt x="18126" y="24055"/>
                </a:cubicBezTo>
                <a:cubicBezTo>
                  <a:pt x="18285" y="24015"/>
                  <a:pt x="18444" y="23935"/>
                  <a:pt x="18604" y="23876"/>
                </a:cubicBezTo>
                <a:cubicBezTo>
                  <a:pt x="18604" y="23876"/>
                  <a:pt x="18663" y="23935"/>
                  <a:pt x="18703" y="23915"/>
                </a:cubicBezTo>
                <a:cubicBezTo>
                  <a:pt x="18822" y="23896"/>
                  <a:pt x="19002" y="23836"/>
                  <a:pt x="19141" y="23796"/>
                </a:cubicBezTo>
                <a:cubicBezTo>
                  <a:pt x="20215" y="23458"/>
                  <a:pt x="21230" y="22960"/>
                  <a:pt x="22066" y="22264"/>
                </a:cubicBezTo>
                <a:cubicBezTo>
                  <a:pt x="22125" y="22204"/>
                  <a:pt x="22185" y="22165"/>
                  <a:pt x="22245" y="22105"/>
                </a:cubicBezTo>
                <a:cubicBezTo>
                  <a:pt x="22563" y="21806"/>
                  <a:pt x="22861" y="21448"/>
                  <a:pt x="23100" y="21170"/>
                </a:cubicBezTo>
                <a:cubicBezTo>
                  <a:pt x="23319" y="20931"/>
                  <a:pt x="23558" y="20414"/>
                  <a:pt x="23797" y="20175"/>
                </a:cubicBezTo>
                <a:cubicBezTo>
                  <a:pt x="23816" y="20155"/>
                  <a:pt x="23777" y="20115"/>
                  <a:pt x="23777" y="20076"/>
                </a:cubicBezTo>
                <a:cubicBezTo>
                  <a:pt x="24015" y="19598"/>
                  <a:pt x="24155" y="19041"/>
                  <a:pt x="24254" y="18782"/>
                </a:cubicBezTo>
                <a:cubicBezTo>
                  <a:pt x="24413" y="18364"/>
                  <a:pt x="24433" y="17867"/>
                  <a:pt x="24533" y="17390"/>
                </a:cubicBezTo>
                <a:cubicBezTo>
                  <a:pt x="24612" y="16872"/>
                  <a:pt x="24771" y="16375"/>
                  <a:pt x="24732" y="15798"/>
                </a:cubicBezTo>
                <a:cubicBezTo>
                  <a:pt x="24712" y="15559"/>
                  <a:pt x="24712" y="15440"/>
                  <a:pt x="24712" y="15320"/>
                </a:cubicBezTo>
                <a:cubicBezTo>
                  <a:pt x="24712" y="15082"/>
                  <a:pt x="24632" y="14843"/>
                  <a:pt x="24612" y="14604"/>
                </a:cubicBezTo>
                <a:cubicBezTo>
                  <a:pt x="24592" y="14505"/>
                  <a:pt x="24652" y="14425"/>
                  <a:pt x="24632" y="14326"/>
                </a:cubicBezTo>
                <a:cubicBezTo>
                  <a:pt x="24573" y="13589"/>
                  <a:pt x="24493" y="12833"/>
                  <a:pt x="24354" y="12097"/>
                </a:cubicBezTo>
                <a:cubicBezTo>
                  <a:pt x="24194" y="11361"/>
                  <a:pt x="24015" y="10665"/>
                  <a:pt x="23797" y="9988"/>
                </a:cubicBezTo>
                <a:cubicBezTo>
                  <a:pt x="23757" y="9909"/>
                  <a:pt x="23816" y="9809"/>
                  <a:pt x="23777" y="9749"/>
                </a:cubicBezTo>
                <a:cubicBezTo>
                  <a:pt x="23757" y="9670"/>
                  <a:pt x="23657" y="9630"/>
                  <a:pt x="23617" y="9550"/>
                </a:cubicBezTo>
                <a:cubicBezTo>
                  <a:pt x="23598" y="9511"/>
                  <a:pt x="23657" y="9471"/>
                  <a:pt x="23637" y="9431"/>
                </a:cubicBezTo>
                <a:cubicBezTo>
                  <a:pt x="23617" y="9312"/>
                  <a:pt x="23419" y="8954"/>
                  <a:pt x="23379" y="8914"/>
                </a:cubicBezTo>
                <a:cubicBezTo>
                  <a:pt x="23339" y="8874"/>
                  <a:pt x="23419" y="8854"/>
                  <a:pt x="23399" y="8834"/>
                </a:cubicBezTo>
                <a:cubicBezTo>
                  <a:pt x="23379" y="8774"/>
                  <a:pt x="23339" y="8774"/>
                  <a:pt x="23319" y="8755"/>
                </a:cubicBezTo>
                <a:cubicBezTo>
                  <a:pt x="23299" y="8695"/>
                  <a:pt x="23359" y="8655"/>
                  <a:pt x="23319" y="8615"/>
                </a:cubicBezTo>
                <a:cubicBezTo>
                  <a:pt x="23279" y="8456"/>
                  <a:pt x="23140" y="8337"/>
                  <a:pt x="23080" y="8197"/>
                </a:cubicBezTo>
                <a:cubicBezTo>
                  <a:pt x="23060" y="8158"/>
                  <a:pt x="23100" y="8118"/>
                  <a:pt x="23100" y="8098"/>
                </a:cubicBezTo>
                <a:cubicBezTo>
                  <a:pt x="23080" y="8058"/>
                  <a:pt x="23021" y="8058"/>
                  <a:pt x="23001" y="8018"/>
                </a:cubicBezTo>
                <a:cubicBezTo>
                  <a:pt x="22941" y="7879"/>
                  <a:pt x="22842" y="7740"/>
                  <a:pt x="22782" y="7581"/>
                </a:cubicBezTo>
                <a:cubicBezTo>
                  <a:pt x="22742" y="7501"/>
                  <a:pt x="22762" y="7402"/>
                  <a:pt x="22722" y="7322"/>
                </a:cubicBezTo>
                <a:cubicBezTo>
                  <a:pt x="22643" y="7163"/>
                  <a:pt x="22503" y="7043"/>
                  <a:pt x="22404" y="6884"/>
                </a:cubicBezTo>
                <a:cubicBezTo>
                  <a:pt x="22245" y="6626"/>
                  <a:pt x="22066" y="6307"/>
                  <a:pt x="21887" y="5969"/>
                </a:cubicBezTo>
                <a:cubicBezTo>
                  <a:pt x="21767" y="5790"/>
                  <a:pt x="21727" y="5591"/>
                  <a:pt x="21648" y="5472"/>
                </a:cubicBezTo>
                <a:cubicBezTo>
                  <a:pt x="21608" y="5412"/>
                  <a:pt x="21469" y="5392"/>
                  <a:pt x="21429" y="5332"/>
                </a:cubicBezTo>
                <a:cubicBezTo>
                  <a:pt x="21389" y="5273"/>
                  <a:pt x="21369" y="5153"/>
                  <a:pt x="21329" y="5094"/>
                </a:cubicBezTo>
                <a:cubicBezTo>
                  <a:pt x="21310" y="5054"/>
                  <a:pt x="21250" y="5094"/>
                  <a:pt x="21230" y="5034"/>
                </a:cubicBezTo>
                <a:cubicBezTo>
                  <a:pt x="21230" y="5014"/>
                  <a:pt x="21270" y="4915"/>
                  <a:pt x="21270" y="4895"/>
                </a:cubicBezTo>
                <a:cubicBezTo>
                  <a:pt x="21210" y="4815"/>
                  <a:pt x="21111" y="4775"/>
                  <a:pt x="21071" y="4716"/>
                </a:cubicBezTo>
                <a:cubicBezTo>
                  <a:pt x="20852" y="4457"/>
                  <a:pt x="20534" y="4298"/>
                  <a:pt x="20295" y="4079"/>
                </a:cubicBezTo>
                <a:cubicBezTo>
                  <a:pt x="20156" y="3960"/>
                  <a:pt x="20036" y="3840"/>
                  <a:pt x="19897" y="3721"/>
                </a:cubicBezTo>
                <a:cubicBezTo>
                  <a:pt x="19857" y="3701"/>
                  <a:pt x="19797" y="3701"/>
                  <a:pt x="19797" y="3701"/>
                </a:cubicBezTo>
                <a:cubicBezTo>
                  <a:pt x="19738" y="3661"/>
                  <a:pt x="19758" y="3601"/>
                  <a:pt x="19738" y="3582"/>
                </a:cubicBezTo>
                <a:cubicBezTo>
                  <a:pt x="19698" y="3542"/>
                  <a:pt x="19579" y="3422"/>
                  <a:pt x="19579" y="3422"/>
                </a:cubicBezTo>
                <a:cubicBezTo>
                  <a:pt x="19081" y="3005"/>
                  <a:pt x="18564" y="2666"/>
                  <a:pt x="18106" y="2189"/>
                </a:cubicBezTo>
                <a:cubicBezTo>
                  <a:pt x="18345" y="2209"/>
                  <a:pt x="18524" y="2328"/>
                  <a:pt x="18723" y="2447"/>
                </a:cubicBezTo>
                <a:cubicBezTo>
                  <a:pt x="19141" y="2706"/>
                  <a:pt x="19559" y="2925"/>
                  <a:pt x="19937" y="3184"/>
                </a:cubicBezTo>
                <a:cubicBezTo>
                  <a:pt x="20016" y="3243"/>
                  <a:pt x="20116" y="3323"/>
                  <a:pt x="20215" y="3383"/>
                </a:cubicBezTo>
                <a:cubicBezTo>
                  <a:pt x="20315" y="3422"/>
                  <a:pt x="20454" y="3422"/>
                  <a:pt x="20534" y="3482"/>
                </a:cubicBezTo>
                <a:cubicBezTo>
                  <a:pt x="20573" y="3522"/>
                  <a:pt x="20633" y="3562"/>
                  <a:pt x="20693" y="3601"/>
                </a:cubicBezTo>
                <a:cubicBezTo>
                  <a:pt x="20733" y="3641"/>
                  <a:pt x="20792" y="3681"/>
                  <a:pt x="20792" y="3681"/>
                </a:cubicBezTo>
                <a:cubicBezTo>
                  <a:pt x="20792" y="3701"/>
                  <a:pt x="20772" y="3761"/>
                  <a:pt x="20812" y="3800"/>
                </a:cubicBezTo>
                <a:cubicBezTo>
                  <a:pt x="20852" y="3820"/>
                  <a:pt x="20971" y="3820"/>
                  <a:pt x="21011" y="3860"/>
                </a:cubicBezTo>
                <a:cubicBezTo>
                  <a:pt x="21031" y="3880"/>
                  <a:pt x="20991" y="3920"/>
                  <a:pt x="21011" y="3940"/>
                </a:cubicBezTo>
                <a:cubicBezTo>
                  <a:pt x="21031" y="3979"/>
                  <a:pt x="21071" y="3960"/>
                  <a:pt x="21111" y="3999"/>
                </a:cubicBezTo>
                <a:cubicBezTo>
                  <a:pt x="21310" y="4198"/>
                  <a:pt x="21389" y="4497"/>
                  <a:pt x="21668" y="4656"/>
                </a:cubicBezTo>
                <a:cubicBezTo>
                  <a:pt x="21707" y="5133"/>
                  <a:pt x="22105" y="5492"/>
                  <a:pt x="22404" y="5949"/>
                </a:cubicBezTo>
                <a:cubicBezTo>
                  <a:pt x="22503" y="6069"/>
                  <a:pt x="22603" y="6208"/>
                  <a:pt x="22682" y="6347"/>
                </a:cubicBezTo>
                <a:cubicBezTo>
                  <a:pt x="22702" y="6407"/>
                  <a:pt x="22643" y="6486"/>
                  <a:pt x="22662" y="6546"/>
                </a:cubicBezTo>
                <a:cubicBezTo>
                  <a:pt x="22682" y="6606"/>
                  <a:pt x="22782" y="6665"/>
                  <a:pt x="22802" y="6725"/>
                </a:cubicBezTo>
                <a:cubicBezTo>
                  <a:pt x="22921" y="6984"/>
                  <a:pt x="23060" y="7223"/>
                  <a:pt x="23200" y="7481"/>
                </a:cubicBezTo>
                <a:cubicBezTo>
                  <a:pt x="23419" y="7939"/>
                  <a:pt x="23498" y="8317"/>
                  <a:pt x="23677" y="8655"/>
                </a:cubicBezTo>
                <a:cubicBezTo>
                  <a:pt x="23856" y="9013"/>
                  <a:pt x="24035" y="9332"/>
                  <a:pt x="24155" y="9670"/>
                </a:cubicBezTo>
                <a:cubicBezTo>
                  <a:pt x="24155" y="9729"/>
                  <a:pt x="24115" y="9809"/>
                  <a:pt x="24135" y="9849"/>
                </a:cubicBezTo>
                <a:cubicBezTo>
                  <a:pt x="24155" y="9928"/>
                  <a:pt x="24214" y="9948"/>
                  <a:pt x="24234" y="10008"/>
                </a:cubicBezTo>
                <a:cubicBezTo>
                  <a:pt x="24274" y="10127"/>
                  <a:pt x="24234" y="10267"/>
                  <a:pt x="24274" y="10366"/>
                </a:cubicBezTo>
                <a:cubicBezTo>
                  <a:pt x="24274" y="10426"/>
                  <a:pt x="24374" y="10426"/>
                  <a:pt x="24393" y="10486"/>
                </a:cubicBezTo>
                <a:cubicBezTo>
                  <a:pt x="24433" y="10525"/>
                  <a:pt x="24374" y="10605"/>
                  <a:pt x="24393" y="10645"/>
                </a:cubicBezTo>
                <a:cubicBezTo>
                  <a:pt x="24393" y="10704"/>
                  <a:pt x="24413" y="10724"/>
                  <a:pt x="24413" y="10784"/>
                </a:cubicBezTo>
                <a:cubicBezTo>
                  <a:pt x="24433" y="11102"/>
                  <a:pt x="24672" y="11202"/>
                  <a:pt x="24752" y="11421"/>
                </a:cubicBezTo>
                <a:cubicBezTo>
                  <a:pt x="24831" y="11659"/>
                  <a:pt x="24851" y="11898"/>
                  <a:pt x="24891" y="12157"/>
                </a:cubicBezTo>
                <a:cubicBezTo>
                  <a:pt x="24931" y="12475"/>
                  <a:pt x="25030" y="12853"/>
                  <a:pt x="24970" y="13072"/>
                </a:cubicBezTo>
                <a:cubicBezTo>
                  <a:pt x="24871" y="13410"/>
                  <a:pt x="25070" y="13729"/>
                  <a:pt x="25130" y="14047"/>
                </a:cubicBezTo>
                <a:cubicBezTo>
                  <a:pt x="25189" y="14266"/>
                  <a:pt x="25150" y="14524"/>
                  <a:pt x="25150" y="14664"/>
                </a:cubicBezTo>
                <a:cubicBezTo>
                  <a:pt x="25150" y="14723"/>
                  <a:pt x="25209" y="14783"/>
                  <a:pt x="25209" y="14863"/>
                </a:cubicBezTo>
                <a:cubicBezTo>
                  <a:pt x="25209" y="14982"/>
                  <a:pt x="25229" y="15101"/>
                  <a:pt x="25229" y="15221"/>
                </a:cubicBezTo>
                <a:cubicBezTo>
                  <a:pt x="25249" y="15360"/>
                  <a:pt x="25309" y="15499"/>
                  <a:pt x="25249" y="15639"/>
                </a:cubicBezTo>
                <a:cubicBezTo>
                  <a:pt x="25269" y="15778"/>
                  <a:pt x="25408" y="15838"/>
                  <a:pt x="25428" y="15977"/>
                </a:cubicBezTo>
                <a:cubicBezTo>
                  <a:pt x="25309" y="16136"/>
                  <a:pt x="25468" y="16335"/>
                  <a:pt x="25468" y="16474"/>
                </a:cubicBezTo>
                <a:cubicBezTo>
                  <a:pt x="25468" y="16534"/>
                  <a:pt x="25408" y="16594"/>
                  <a:pt x="25408" y="16653"/>
                </a:cubicBezTo>
                <a:cubicBezTo>
                  <a:pt x="25428" y="16852"/>
                  <a:pt x="25488" y="17071"/>
                  <a:pt x="25488" y="17230"/>
                </a:cubicBezTo>
                <a:cubicBezTo>
                  <a:pt x="25488" y="17270"/>
                  <a:pt x="25428" y="17350"/>
                  <a:pt x="25428" y="17390"/>
                </a:cubicBezTo>
                <a:cubicBezTo>
                  <a:pt x="25408" y="17668"/>
                  <a:pt x="25428" y="17947"/>
                  <a:pt x="25388" y="18245"/>
                </a:cubicBezTo>
                <a:cubicBezTo>
                  <a:pt x="25368" y="18524"/>
                  <a:pt x="25329" y="18862"/>
                  <a:pt x="25249" y="19160"/>
                </a:cubicBezTo>
                <a:cubicBezTo>
                  <a:pt x="25150" y="19598"/>
                  <a:pt x="24970" y="19996"/>
                  <a:pt x="24851" y="20394"/>
                </a:cubicBezTo>
                <a:cubicBezTo>
                  <a:pt x="24851" y="20394"/>
                  <a:pt x="24771" y="20414"/>
                  <a:pt x="24752" y="20473"/>
                </a:cubicBezTo>
                <a:cubicBezTo>
                  <a:pt x="24712" y="20613"/>
                  <a:pt x="24712" y="20812"/>
                  <a:pt x="24652" y="20931"/>
                </a:cubicBezTo>
                <a:cubicBezTo>
                  <a:pt x="24592" y="21110"/>
                  <a:pt x="24433" y="21229"/>
                  <a:pt x="24453" y="21428"/>
                </a:cubicBezTo>
                <a:cubicBezTo>
                  <a:pt x="24354" y="21627"/>
                  <a:pt x="24155" y="21747"/>
                  <a:pt x="24075" y="21906"/>
                </a:cubicBezTo>
                <a:cubicBezTo>
                  <a:pt x="24035" y="21966"/>
                  <a:pt x="24055" y="22045"/>
                  <a:pt x="23996" y="22105"/>
                </a:cubicBezTo>
                <a:cubicBezTo>
                  <a:pt x="23916" y="22165"/>
                  <a:pt x="23836" y="22165"/>
                  <a:pt x="23757" y="22224"/>
                </a:cubicBezTo>
                <a:cubicBezTo>
                  <a:pt x="23578" y="22324"/>
                  <a:pt x="23518" y="22463"/>
                  <a:pt x="23419" y="22582"/>
                </a:cubicBezTo>
                <a:cubicBezTo>
                  <a:pt x="23339" y="22722"/>
                  <a:pt x="23200" y="22881"/>
                  <a:pt x="23040" y="23000"/>
                </a:cubicBezTo>
                <a:cubicBezTo>
                  <a:pt x="22643" y="23319"/>
                  <a:pt x="22105" y="23557"/>
                  <a:pt x="21747" y="23756"/>
                </a:cubicBezTo>
                <a:cubicBezTo>
                  <a:pt x="21688" y="23816"/>
                  <a:pt x="21648" y="23816"/>
                  <a:pt x="21568" y="23856"/>
                </a:cubicBezTo>
                <a:cubicBezTo>
                  <a:pt x="21409" y="23935"/>
                  <a:pt x="21270" y="24055"/>
                  <a:pt x="21130" y="24114"/>
                </a:cubicBezTo>
                <a:cubicBezTo>
                  <a:pt x="20772" y="24254"/>
                  <a:pt x="20414" y="24274"/>
                  <a:pt x="20096" y="24373"/>
                </a:cubicBezTo>
                <a:cubicBezTo>
                  <a:pt x="19897" y="24433"/>
                  <a:pt x="19718" y="24572"/>
                  <a:pt x="19519" y="24612"/>
                </a:cubicBezTo>
                <a:cubicBezTo>
                  <a:pt x="19280" y="24691"/>
                  <a:pt x="19021" y="24691"/>
                  <a:pt x="18803" y="24711"/>
                </a:cubicBezTo>
                <a:cubicBezTo>
                  <a:pt x="18743" y="24771"/>
                  <a:pt x="18624" y="24791"/>
                  <a:pt x="18584" y="24910"/>
                </a:cubicBezTo>
                <a:cubicBezTo>
                  <a:pt x="18504" y="24930"/>
                  <a:pt x="18484" y="24811"/>
                  <a:pt x="18405" y="24831"/>
                </a:cubicBezTo>
                <a:cubicBezTo>
                  <a:pt x="18405" y="24831"/>
                  <a:pt x="18345" y="24930"/>
                  <a:pt x="18345" y="24930"/>
                </a:cubicBezTo>
                <a:cubicBezTo>
                  <a:pt x="18305" y="24950"/>
                  <a:pt x="18246" y="24950"/>
                  <a:pt x="18206" y="24950"/>
                </a:cubicBezTo>
                <a:cubicBezTo>
                  <a:pt x="18007" y="24990"/>
                  <a:pt x="17768" y="24930"/>
                  <a:pt x="17629" y="25030"/>
                </a:cubicBezTo>
                <a:cubicBezTo>
                  <a:pt x="16912" y="25408"/>
                  <a:pt x="16077" y="25308"/>
                  <a:pt x="15420" y="25646"/>
                </a:cubicBezTo>
                <a:cubicBezTo>
                  <a:pt x="15042" y="25706"/>
                  <a:pt x="14425" y="25786"/>
                  <a:pt x="14067" y="26044"/>
                </a:cubicBezTo>
                <a:cubicBezTo>
                  <a:pt x="13709" y="25945"/>
                  <a:pt x="13351" y="26124"/>
                  <a:pt x="12993" y="26204"/>
                </a:cubicBezTo>
                <a:cubicBezTo>
                  <a:pt x="12774" y="26243"/>
                  <a:pt x="12555" y="26223"/>
                  <a:pt x="12336" y="26263"/>
                </a:cubicBezTo>
                <a:cubicBezTo>
                  <a:pt x="12297" y="26263"/>
                  <a:pt x="12177" y="26363"/>
                  <a:pt x="12157" y="26363"/>
                </a:cubicBezTo>
                <a:cubicBezTo>
                  <a:pt x="12137" y="26363"/>
                  <a:pt x="12137" y="26303"/>
                  <a:pt x="12098" y="26323"/>
                </a:cubicBezTo>
                <a:cubicBezTo>
                  <a:pt x="11978" y="26343"/>
                  <a:pt x="11899" y="26403"/>
                  <a:pt x="11779" y="26422"/>
                </a:cubicBezTo>
                <a:cubicBezTo>
                  <a:pt x="11620" y="26442"/>
                  <a:pt x="11441" y="26422"/>
                  <a:pt x="11282" y="26422"/>
                </a:cubicBezTo>
                <a:cubicBezTo>
                  <a:pt x="11083" y="26403"/>
                  <a:pt x="10904" y="26343"/>
                  <a:pt x="10725" y="26343"/>
                </a:cubicBezTo>
                <a:cubicBezTo>
                  <a:pt x="10347" y="26363"/>
                  <a:pt x="9949" y="26661"/>
                  <a:pt x="9571" y="26482"/>
                </a:cubicBezTo>
                <a:cubicBezTo>
                  <a:pt x="9412" y="26582"/>
                  <a:pt x="9292" y="26522"/>
                  <a:pt x="9173" y="26442"/>
                </a:cubicBezTo>
                <a:cubicBezTo>
                  <a:pt x="8874" y="26582"/>
                  <a:pt x="8576" y="26522"/>
                  <a:pt x="8297" y="26522"/>
                </a:cubicBezTo>
                <a:cubicBezTo>
                  <a:pt x="8118" y="26522"/>
                  <a:pt x="7979" y="26562"/>
                  <a:pt x="7820" y="26562"/>
                </a:cubicBezTo>
                <a:cubicBezTo>
                  <a:pt x="7661" y="26542"/>
                  <a:pt x="7621" y="26462"/>
                  <a:pt x="7502" y="26502"/>
                </a:cubicBezTo>
                <a:cubicBezTo>
                  <a:pt x="7362" y="26542"/>
                  <a:pt x="6885" y="26403"/>
                  <a:pt x="6765" y="26383"/>
                </a:cubicBezTo>
                <a:cubicBezTo>
                  <a:pt x="6686" y="26383"/>
                  <a:pt x="6626" y="26403"/>
                  <a:pt x="6586" y="26383"/>
                </a:cubicBezTo>
                <a:cubicBezTo>
                  <a:pt x="6566" y="26383"/>
                  <a:pt x="6566" y="26323"/>
                  <a:pt x="6566" y="26323"/>
                </a:cubicBezTo>
                <a:cubicBezTo>
                  <a:pt x="6328" y="26303"/>
                  <a:pt x="5890" y="26243"/>
                  <a:pt x="5790" y="26263"/>
                </a:cubicBezTo>
                <a:cubicBezTo>
                  <a:pt x="5651" y="26323"/>
                  <a:pt x="5512" y="26184"/>
                  <a:pt x="5412" y="26144"/>
                </a:cubicBezTo>
                <a:cubicBezTo>
                  <a:pt x="4935" y="25965"/>
                  <a:pt x="4636" y="25925"/>
                  <a:pt x="4219" y="25925"/>
                </a:cubicBezTo>
                <a:cubicBezTo>
                  <a:pt x="4119" y="25885"/>
                  <a:pt x="4079" y="25845"/>
                  <a:pt x="4040" y="25786"/>
                </a:cubicBezTo>
                <a:cubicBezTo>
                  <a:pt x="3980" y="25686"/>
                  <a:pt x="3841" y="25925"/>
                  <a:pt x="3861" y="25766"/>
                </a:cubicBezTo>
                <a:cubicBezTo>
                  <a:pt x="3662" y="25746"/>
                  <a:pt x="3642" y="25666"/>
                  <a:pt x="3443" y="25567"/>
                </a:cubicBezTo>
                <a:cubicBezTo>
                  <a:pt x="3343" y="25746"/>
                  <a:pt x="3204" y="25487"/>
                  <a:pt x="3204" y="25487"/>
                </a:cubicBezTo>
                <a:cubicBezTo>
                  <a:pt x="3144" y="25447"/>
                  <a:pt x="3085" y="25507"/>
                  <a:pt x="3065" y="25487"/>
                </a:cubicBezTo>
                <a:cubicBezTo>
                  <a:pt x="2905" y="25388"/>
                  <a:pt x="2806" y="25209"/>
                  <a:pt x="2647" y="25129"/>
                </a:cubicBezTo>
                <a:cubicBezTo>
                  <a:pt x="2527" y="25089"/>
                  <a:pt x="2408" y="25109"/>
                  <a:pt x="2269" y="25089"/>
                </a:cubicBezTo>
                <a:cubicBezTo>
                  <a:pt x="1931" y="25030"/>
                  <a:pt x="1493" y="24791"/>
                  <a:pt x="1075" y="24552"/>
                </a:cubicBezTo>
                <a:cubicBezTo>
                  <a:pt x="916" y="24691"/>
                  <a:pt x="1155" y="24751"/>
                  <a:pt x="1214" y="24831"/>
                </a:cubicBezTo>
                <a:cubicBezTo>
                  <a:pt x="1354" y="25010"/>
                  <a:pt x="1473" y="25109"/>
                  <a:pt x="1592" y="25169"/>
                </a:cubicBezTo>
                <a:cubicBezTo>
                  <a:pt x="1672" y="25189"/>
                  <a:pt x="1692" y="25288"/>
                  <a:pt x="1712" y="25308"/>
                </a:cubicBezTo>
                <a:cubicBezTo>
                  <a:pt x="2030" y="25567"/>
                  <a:pt x="2508" y="25865"/>
                  <a:pt x="2806" y="25945"/>
                </a:cubicBezTo>
                <a:cubicBezTo>
                  <a:pt x="3284" y="26104"/>
                  <a:pt x="3681" y="26343"/>
                  <a:pt x="4139" y="26522"/>
                </a:cubicBezTo>
                <a:cubicBezTo>
                  <a:pt x="4378" y="26601"/>
                  <a:pt x="4676" y="26701"/>
                  <a:pt x="4855" y="26721"/>
                </a:cubicBezTo>
                <a:cubicBezTo>
                  <a:pt x="4935" y="26741"/>
                  <a:pt x="4955" y="26820"/>
                  <a:pt x="4995" y="26840"/>
                </a:cubicBezTo>
                <a:cubicBezTo>
                  <a:pt x="5174" y="26900"/>
                  <a:pt x="5412" y="26940"/>
                  <a:pt x="5611" y="26980"/>
                </a:cubicBezTo>
                <a:cubicBezTo>
                  <a:pt x="5850" y="27039"/>
                  <a:pt x="6089" y="27099"/>
                  <a:pt x="6228" y="27119"/>
                </a:cubicBezTo>
                <a:cubicBezTo>
                  <a:pt x="6268" y="27119"/>
                  <a:pt x="6268" y="27178"/>
                  <a:pt x="6268" y="27178"/>
                </a:cubicBezTo>
                <a:cubicBezTo>
                  <a:pt x="6507" y="27258"/>
                  <a:pt x="6606" y="27159"/>
                  <a:pt x="6765" y="27198"/>
                </a:cubicBezTo>
                <a:cubicBezTo>
                  <a:pt x="6765" y="27198"/>
                  <a:pt x="6825" y="27258"/>
                  <a:pt x="6885" y="27278"/>
                </a:cubicBezTo>
                <a:cubicBezTo>
                  <a:pt x="6964" y="27298"/>
                  <a:pt x="7024" y="27258"/>
                  <a:pt x="7064" y="27258"/>
                </a:cubicBezTo>
                <a:cubicBezTo>
                  <a:pt x="7322" y="27298"/>
                  <a:pt x="7581" y="27397"/>
                  <a:pt x="7820" y="27417"/>
                </a:cubicBezTo>
                <a:cubicBezTo>
                  <a:pt x="8019" y="27417"/>
                  <a:pt x="8258" y="27338"/>
                  <a:pt x="8437" y="27358"/>
                </a:cubicBezTo>
                <a:cubicBezTo>
                  <a:pt x="8556" y="27358"/>
                  <a:pt x="8596" y="27417"/>
                  <a:pt x="8636" y="27437"/>
                </a:cubicBezTo>
                <a:cubicBezTo>
                  <a:pt x="8656" y="27437"/>
                  <a:pt x="8675" y="27377"/>
                  <a:pt x="8675" y="27377"/>
                </a:cubicBezTo>
                <a:cubicBezTo>
                  <a:pt x="9034" y="27417"/>
                  <a:pt x="9451" y="27457"/>
                  <a:pt x="9670" y="27497"/>
                </a:cubicBezTo>
                <a:cubicBezTo>
                  <a:pt x="9730" y="27497"/>
                  <a:pt x="9750" y="27457"/>
                  <a:pt x="9790" y="27457"/>
                </a:cubicBezTo>
                <a:cubicBezTo>
                  <a:pt x="10008" y="27417"/>
                  <a:pt x="10148" y="27437"/>
                  <a:pt x="10367" y="27437"/>
                </a:cubicBezTo>
                <a:cubicBezTo>
                  <a:pt x="10585" y="27437"/>
                  <a:pt x="10904" y="27377"/>
                  <a:pt x="11162" y="27358"/>
                </a:cubicBezTo>
                <a:cubicBezTo>
                  <a:pt x="11222" y="27358"/>
                  <a:pt x="11302" y="27377"/>
                  <a:pt x="11381" y="27377"/>
                </a:cubicBezTo>
                <a:cubicBezTo>
                  <a:pt x="12018" y="27318"/>
                  <a:pt x="12973" y="27318"/>
                  <a:pt x="13649" y="27178"/>
                </a:cubicBezTo>
                <a:cubicBezTo>
                  <a:pt x="14346" y="27039"/>
                  <a:pt x="14983" y="26860"/>
                  <a:pt x="15599" y="26741"/>
                </a:cubicBezTo>
                <a:cubicBezTo>
                  <a:pt x="15957" y="26661"/>
                  <a:pt x="16256" y="26562"/>
                  <a:pt x="16554" y="26502"/>
                </a:cubicBezTo>
                <a:cubicBezTo>
                  <a:pt x="16952" y="26422"/>
                  <a:pt x="17390" y="26442"/>
                  <a:pt x="17828" y="26323"/>
                </a:cubicBezTo>
                <a:cubicBezTo>
                  <a:pt x="17967" y="26283"/>
                  <a:pt x="18106" y="26223"/>
                  <a:pt x="18246" y="26164"/>
                </a:cubicBezTo>
                <a:cubicBezTo>
                  <a:pt x="18763" y="26005"/>
                  <a:pt x="19101" y="25905"/>
                  <a:pt x="19539" y="25806"/>
                </a:cubicBezTo>
                <a:lnTo>
                  <a:pt x="20116" y="25666"/>
                </a:lnTo>
                <a:cubicBezTo>
                  <a:pt x="20315" y="25607"/>
                  <a:pt x="20534" y="25547"/>
                  <a:pt x="20733" y="25487"/>
                </a:cubicBezTo>
                <a:cubicBezTo>
                  <a:pt x="21130" y="25348"/>
                  <a:pt x="21528" y="25209"/>
                  <a:pt x="21906" y="25030"/>
                </a:cubicBezTo>
                <a:cubicBezTo>
                  <a:pt x="22583" y="24751"/>
                  <a:pt x="23220" y="24333"/>
                  <a:pt x="23797" y="23856"/>
                </a:cubicBezTo>
                <a:cubicBezTo>
                  <a:pt x="24433" y="23279"/>
                  <a:pt x="25010" y="22602"/>
                  <a:pt x="25468" y="21866"/>
                </a:cubicBezTo>
                <a:cubicBezTo>
                  <a:pt x="26105" y="20891"/>
                  <a:pt x="26542" y="19697"/>
                  <a:pt x="26662" y="18563"/>
                </a:cubicBezTo>
                <a:cubicBezTo>
                  <a:pt x="26761" y="17608"/>
                  <a:pt x="26861" y="16474"/>
                  <a:pt x="26781" y="15479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4" name="Google Shape;1224;p15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225" name="Google Shape;1225;p15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6" name="Google Shape;1226;p15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227" name="Google Shape;1227;p15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228" name="Google Shape;1228;p15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229" name="Google Shape;1229;p15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230" name="Google Shape;1230;p15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231" name="Google Shape;1231;p15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232" name="Google Shape;1232;p15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33" name="Google Shape;1233;p15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234" name="Google Shape;1234;p15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235" name="Google Shape;1235;p15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236" name="Google Shape;1236;p15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237" name="Google Shape;1237;p15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238" name="Google Shape;1238;p15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15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40" name="Google Shape;1240;p15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241" name="Google Shape;1241;p15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1242" name="Google Shape;1242;p15"/>
          <p:cNvGrpSpPr/>
          <p:nvPr/>
        </p:nvGrpSpPr>
        <p:grpSpPr>
          <a:xfrm>
            <a:off x="7127404" y="2588027"/>
            <a:ext cx="1416114" cy="1573141"/>
            <a:chOff x="7393400" y="2351813"/>
            <a:chExt cx="1150003" cy="1277522"/>
          </a:xfrm>
        </p:grpSpPr>
        <p:sp>
          <p:nvSpPr>
            <p:cNvPr id="1243" name="Google Shape;1243;p15"/>
            <p:cNvSpPr/>
            <p:nvPr/>
          </p:nvSpPr>
          <p:spPr>
            <a:xfrm flipH="1">
              <a:off x="7488154" y="2439655"/>
              <a:ext cx="962609" cy="1189680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5"/>
            <p:cNvSpPr/>
            <p:nvPr/>
          </p:nvSpPr>
          <p:spPr>
            <a:xfrm flipH="1">
              <a:off x="7603570" y="2351813"/>
              <a:ext cx="939833" cy="117041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5"/>
            <p:cNvSpPr/>
            <p:nvPr/>
          </p:nvSpPr>
          <p:spPr>
            <a:xfrm flipH="1">
              <a:off x="7393400" y="2570576"/>
              <a:ext cx="835770" cy="975393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6" name="Google Shape;1246;p15"/>
          <p:cNvGrpSpPr/>
          <p:nvPr/>
        </p:nvGrpSpPr>
        <p:grpSpPr>
          <a:xfrm>
            <a:off x="719995" y="1169131"/>
            <a:ext cx="439697" cy="506486"/>
            <a:chOff x="3150425" y="3024575"/>
            <a:chExt cx="130350" cy="150150"/>
          </a:xfrm>
        </p:grpSpPr>
        <p:sp>
          <p:nvSpPr>
            <p:cNvPr id="1247" name="Google Shape;1247;p15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5" name="Google Shape;1255;p1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15"/>
          <p:cNvSpPr txBox="1">
            <a:spLocks noGrp="1"/>
          </p:cNvSpPr>
          <p:nvPr>
            <p:ph type="subTitle" idx="1"/>
          </p:nvPr>
        </p:nvSpPr>
        <p:spPr>
          <a:xfrm>
            <a:off x="11256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257" name="Google Shape;125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5"/>
          <p:cNvSpPr txBox="1">
            <a:spLocks noGrp="1"/>
          </p:cNvSpPr>
          <p:nvPr>
            <p:ph type="subTitle" idx="2"/>
          </p:nvPr>
        </p:nvSpPr>
        <p:spPr>
          <a:xfrm>
            <a:off x="11256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15"/>
          <p:cNvSpPr txBox="1">
            <a:spLocks noGrp="1"/>
          </p:cNvSpPr>
          <p:nvPr>
            <p:ph type="subTitle" idx="3"/>
          </p:nvPr>
        </p:nvSpPr>
        <p:spPr>
          <a:xfrm>
            <a:off x="363464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260" name="Google Shape;1260;p15"/>
          <p:cNvSpPr txBox="1">
            <a:spLocks noGrp="1"/>
          </p:cNvSpPr>
          <p:nvPr>
            <p:ph type="subTitle" idx="4"/>
          </p:nvPr>
        </p:nvSpPr>
        <p:spPr>
          <a:xfrm>
            <a:off x="363464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61" name="Google Shape;1261;p15"/>
          <p:cNvSpPr txBox="1">
            <a:spLocks noGrp="1"/>
          </p:cNvSpPr>
          <p:nvPr>
            <p:ph type="subTitle" idx="5"/>
          </p:nvPr>
        </p:nvSpPr>
        <p:spPr>
          <a:xfrm>
            <a:off x="61435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262" name="Google Shape;1262;p15"/>
          <p:cNvSpPr txBox="1">
            <a:spLocks noGrp="1"/>
          </p:cNvSpPr>
          <p:nvPr>
            <p:ph type="subTitle" idx="6"/>
          </p:nvPr>
        </p:nvSpPr>
        <p:spPr>
          <a:xfrm>
            <a:off x="61435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oogle Shape;1264;p16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265" name="Google Shape;1265;p16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3" name="Google Shape;1323;p1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16"/>
          <p:cNvSpPr/>
          <p:nvPr/>
        </p:nvSpPr>
        <p:spPr>
          <a:xfrm>
            <a:off x="794774" y="1172835"/>
            <a:ext cx="296828" cy="352438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5" name="Google Shape;1325;p16"/>
          <p:cNvGrpSpPr/>
          <p:nvPr/>
        </p:nvGrpSpPr>
        <p:grpSpPr>
          <a:xfrm rot="4458991" flipH="1">
            <a:off x="5248835" y="528243"/>
            <a:ext cx="681692" cy="1165263"/>
            <a:chOff x="478350" y="474400"/>
            <a:chExt cx="344250" cy="588450"/>
          </a:xfrm>
        </p:grpSpPr>
        <p:sp>
          <p:nvSpPr>
            <p:cNvPr id="1326" name="Google Shape;1326;p16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8" name="Google Shape;1328;p16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329" name="Google Shape;1329;p16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0" name="Google Shape;1330;p16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331" name="Google Shape;1331;p16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332" name="Google Shape;1332;p16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333" name="Google Shape;1333;p16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334" name="Google Shape;1334;p16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335" name="Google Shape;1335;p16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336" name="Google Shape;1336;p16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37" name="Google Shape;1337;p16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338" name="Google Shape;1338;p16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339" name="Google Shape;1339;p16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40" name="Google Shape;1340;p16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341" name="Google Shape;1341;p16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342" name="Google Shape;1342;p16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16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44" name="Google Shape;1344;p16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345" name="Google Shape;1345;p16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1346" name="Google Shape;1346;p16"/>
          <p:cNvGrpSpPr/>
          <p:nvPr/>
        </p:nvGrpSpPr>
        <p:grpSpPr>
          <a:xfrm>
            <a:off x="538649" y="2111364"/>
            <a:ext cx="8123716" cy="2651398"/>
            <a:chOff x="875100" y="2141450"/>
            <a:chExt cx="7449534" cy="2329875"/>
          </a:xfrm>
        </p:grpSpPr>
        <p:sp>
          <p:nvSpPr>
            <p:cNvPr id="1347" name="Google Shape;1347;p16"/>
            <p:cNvSpPr/>
            <p:nvPr/>
          </p:nvSpPr>
          <p:spPr>
            <a:xfrm>
              <a:off x="875100" y="3115925"/>
              <a:ext cx="7449534" cy="1263272"/>
            </a:xfrm>
            <a:custGeom>
              <a:avLst/>
              <a:gdLst/>
              <a:ahLst/>
              <a:cxnLst/>
              <a:rect l="l" t="t" r="r" b="b"/>
              <a:pathLst>
                <a:path w="92280" h="72187" extrusionOk="0">
                  <a:moveTo>
                    <a:pt x="73965" y="0"/>
                  </a:moveTo>
                  <a:cubicBezTo>
                    <a:pt x="71241" y="0"/>
                    <a:pt x="68528" y="633"/>
                    <a:pt x="66136" y="1964"/>
                  </a:cubicBezTo>
                  <a:cubicBezTo>
                    <a:pt x="62952" y="3754"/>
                    <a:pt x="60306" y="6580"/>
                    <a:pt x="56824" y="7674"/>
                  </a:cubicBezTo>
                  <a:cubicBezTo>
                    <a:pt x="55680" y="8036"/>
                    <a:pt x="54508" y="8192"/>
                    <a:pt x="53328" y="8192"/>
                  </a:cubicBezTo>
                  <a:cubicBezTo>
                    <a:pt x="50488" y="8192"/>
                    <a:pt x="47603" y="7286"/>
                    <a:pt x="44946" y="6162"/>
                  </a:cubicBezTo>
                  <a:cubicBezTo>
                    <a:pt x="41206" y="4570"/>
                    <a:pt x="37585" y="2501"/>
                    <a:pt x="33566" y="1844"/>
                  </a:cubicBezTo>
                  <a:cubicBezTo>
                    <a:pt x="32573" y="1682"/>
                    <a:pt x="31585" y="1606"/>
                    <a:pt x="30604" y="1606"/>
                  </a:cubicBezTo>
                  <a:cubicBezTo>
                    <a:pt x="25317" y="1606"/>
                    <a:pt x="20260" y="3836"/>
                    <a:pt x="15997" y="6958"/>
                  </a:cubicBezTo>
                  <a:cubicBezTo>
                    <a:pt x="11540" y="10221"/>
                    <a:pt x="8138" y="14856"/>
                    <a:pt x="5711" y="19910"/>
                  </a:cubicBezTo>
                  <a:cubicBezTo>
                    <a:pt x="4636" y="22119"/>
                    <a:pt x="3761" y="24426"/>
                    <a:pt x="3065" y="26734"/>
                  </a:cubicBezTo>
                  <a:cubicBezTo>
                    <a:pt x="1194" y="32962"/>
                    <a:pt x="1" y="40503"/>
                    <a:pt x="1950" y="46830"/>
                  </a:cubicBezTo>
                  <a:cubicBezTo>
                    <a:pt x="3025" y="50292"/>
                    <a:pt x="5154" y="53316"/>
                    <a:pt x="7462" y="56101"/>
                  </a:cubicBezTo>
                  <a:cubicBezTo>
                    <a:pt x="13430" y="63403"/>
                    <a:pt x="21150" y="69790"/>
                    <a:pt x="30382" y="71700"/>
                  </a:cubicBezTo>
                  <a:cubicBezTo>
                    <a:pt x="31973" y="72026"/>
                    <a:pt x="33611" y="72186"/>
                    <a:pt x="35253" y="72186"/>
                  </a:cubicBezTo>
                  <a:cubicBezTo>
                    <a:pt x="43141" y="72186"/>
                    <a:pt x="51141" y="68475"/>
                    <a:pt x="54616" y="61493"/>
                  </a:cubicBezTo>
                  <a:cubicBezTo>
                    <a:pt x="56128" y="58449"/>
                    <a:pt x="56725" y="55027"/>
                    <a:pt x="57899" y="51843"/>
                  </a:cubicBezTo>
                  <a:cubicBezTo>
                    <a:pt x="59948" y="46312"/>
                    <a:pt x="63828" y="41478"/>
                    <a:pt x="68802" y="38274"/>
                  </a:cubicBezTo>
                  <a:cubicBezTo>
                    <a:pt x="74532" y="34593"/>
                    <a:pt x="81675" y="32982"/>
                    <a:pt x="86370" y="28048"/>
                  </a:cubicBezTo>
                  <a:cubicBezTo>
                    <a:pt x="91802" y="22317"/>
                    <a:pt x="92279" y="12568"/>
                    <a:pt x="87445" y="6321"/>
                  </a:cubicBezTo>
                  <a:cubicBezTo>
                    <a:pt x="84285" y="2251"/>
                    <a:pt x="79103" y="0"/>
                    <a:pt x="73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946050" y="3372125"/>
              <a:ext cx="7251900" cy="109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 rot="2700000">
              <a:off x="1301006" y="2510697"/>
              <a:ext cx="1248769" cy="155514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 rot="3190588">
              <a:off x="2984816" y="2437407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 rot="7609412" flipH="1">
              <a:off x="4730016" y="2437394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 rot="3337315">
              <a:off x="6443445" y="2313459"/>
              <a:ext cx="1368488" cy="180411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 rot="3337232">
              <a:off x="6792150" y="2572869"/>
              <a:ext cx="1105604" cy="1457516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16"/>
          <p:cNvGrpSpPr/>
          <p:nvPr/>
        </p:nvGrpSpPr>
        <p:grpSpPr>
          <a:xfrm>
            <a:off x="7867060" y="1237762"/>
            <a:ext cx="490994" cy="434605"/>
            <a:chOff x="3279750" y="4755375"/>
            <a:chExt cx="144725" cy="128100"/>
          </a:xfrm>
        </p:grpSpPr>
        <p:sp>
          <p:nvSpPr>
            <p:cNvPr id="1355" name="Google Shape;1355;p16"/>
            <p:cNvSpPr/>
            <p:nvPr/>
          </p:nvSpPr>
          <p:spPr>
            <a:xfrm>
              <a:off x="3279750" y="4755375"/>
              <a:ext cx="144725" cy="128100"/>
            </a:xfrm>
            <a:custGeom>
              <a:avLst/>
              <a:gdLst/>
              <a:ahLst/>
              <a:cxnLst/>
              <a:rect l="l" t="t" r="r" b="b"/>
              <a:pathLst>
                <a:path w="5789" h="5124" extrusionOk="0">
                  <a:moveTo>
                    <a:pt x="3097" y="1"/>
                  </a:moveTo>
                  <a:cubicBezTo>
                    <a:pt x="3055" y="1"/>
                    <a:pt x="3011" y="3"/>
                    <a:pt x="2965" y="8"/>
                  </a:cubicBezTo>
                  <a:cubicBezTo>
                    <a:pt x="2030" y="148"/>
                    <a:pt x="2348" y="1302"/>
                    <a:pt x="2567" y="1938"/>
                  </a:cubicBezTo>
                  <a:cubicBezTo>
                    <a:pt x="2378" y="1445"/>
                    <a:pt x="1787" y="877"/>
                    <a:pt x="1272" y="877"/>
                  </a:cubicBezTo>
                  <a:cubicBezTo>
                    <a:pt x="1082" y="877"/>
                    <a:pt x="902" y="954"/>
                    <a:pt x="757" y="1143"/>
                  </a:cubicBezTo>
                  <a:cubicBezTo>
                    <a:pt x="1" y="2137"/>
                    <a:pt x="1533" y="2515"/>
                    <a:pt x="2169" y="2515"/>
                  </a:cubicBezTo>
                  <a:cubicBezTo>
                    <a:pt x="1473" y="2515"/>
                    <a:pt x="200" y="2515"/>
                    <a:pt x="438" y="3530"/>
                  </a:cubicBezTo>
                  <a:cubicBezTo>
                    <a:pt x="510" y="3845"/>
                    <a:pt x="761" y="3969"/>
                    <a:pt x="1065" y="3969"/>
                  </a:cubicBezTo>
                  <a:cubicBezTo>
                    <a:pt x="1519" y="3969"/>
                    <a:pt x="2091" y="3690"/>
                    <a:pt x="2354" y="3352"/>
                  </a:cubicBezTo>
                  <a:lnTo>
                    <a:pt x="2354" y="3352"/>
                  </a:lnTo>
                  <a:cubicBezTo>
                    <a:pt x="1937" y="4109"/>
                    <a:pt x="1599" y="5067"/>
                    <a:pt x="2766" y="5122"/>
                  </a:cubicBezTo>
                  <a:cubicBezTo>
                    <a:pt x="2785" y="5123"/>
                    <a:pt x="2804" y="5123"/>
                    <a:pt x="2823" y="5123"/>
                  </a:cubicBezTo>
                  <a:cubicBezTo>
                    <a:pt x="3696" y="5123"/>
                    <a:pt x="3575" y="4206"/>
                    <a:pt x="3244" y="3212"/>
                  </a:cubicBezTo>
                  <a:lnTo>
                    <a:pt x="3244" y="3212"/>
                  </a:lnTo>
                  <a:cubicBezTo>
                    <a:pt x="3554" y="3899"/>
                    <a:pt x="4083" y="4413"/>
                    <a:pt x="4559" y="4413"/>
                  </a:cubicBezTo>
                  <a:cubicBezTo>
                    <a:pt x="4786" y="4413"/>
                    <a:pt x="5000" y="4297"/>
                    <a:pt x="5174" y="4028"/>
                  </a:cubicBezTo>
                  <a:cubicBezTo>
                    <a:pt x="5609" y="3334"/>
                    <a:pt x="5040" y="2898"/>
                    <a:pt x="3759" y="2697"/>
                  </a:cubicBezTo>
                  <a:lnTo>
                    <a:pt x="3759" y="2697"/>
                  </a:lnTo>
                  <a:cubicBezTo>
                    <a:pt x="3920" y="2722"/>
                    <a:pt x="4078" y="2734"/>
                    <a:pt x="4229" y="2734"/>
                  </a:cubicBezTo>
                  <a:cubicBezTo>
                    <a:pt x="5133" y="2734"/>
                    <a:pt x="5788" y="2301"/>
                    <a:pt x="5432" y="1521"/>
                  </a:cubicBezTo>
                  <a:cubicBezTo>
                    <a:pt x="5295" y="1219"/>
                    <a:pt x="5074" y="1099"/>
                    <a:pt x="4825" y="1099"/>
                  </a:cubicBezTo>
                  <a:cubicBezTo>
                    <a:pt x="4352" y="1099"/>
                    <a:pt x="3783" y="1535"/>
                    <a:pt x="3522" y="1978"/>
                  </a:cubicBezTo>
                  <a:cubicBezTo>
                    <a:pt x="3846" y="1236"/>
                    <a:pt x="4024" y="1"/>
                    <a:pt x="3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324800" y="4798525"/>
              <a:ext cx="57975" cy="41975"/>
            </a:xfrm>
            <a:custGeom>
              <a:avLst/>
              <a:gdLst/>
              <a:ahLst/>
              <a:cxnLst/>
              <a:rect l="l" t="t" r="r" b="b"/>
              <a:pathLst>
                <a:path w="2319" h="1679" extrusionOk="0">
                  <a:moveTo>
                    <a:pt x="1142" y="0"/>
                  </a:moveTo>
                  <a:cubicBezTo>
                    <a:pt x="60" y="0"/>
                    <a:pt x="0" y="1533"/>
                    <a:pt x="964" y="1665"/>
                  </a:cubicBezTo>
                  <a:cubicBezTo>
                    <a:pt x="1034" y="1674"/>
                    <a:pt x="1100" y="1678"/>
                    <a:pt x="1162" y="1678"/>
                  </a:cubicBezTo>
                  <a:cubicBezTo>
                    <a:pt x="2318" y="1678"/>
                    <a:pt x="2304" y="183"/>
                    <a:pt x="1322" y="13"/>
                  </a:cubicBezTo>
                  <a:cubicBezTo>
                    <a:pt x="1259" y="4"/>
                    <a:pt x="1199" y="0"/>
                    <a:pt x="1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7" name="Google Shape;1357;p16"/>
          <p:cNvSpPr txBox="1">
            <a:spLocks noGrp="1"/>
          </p:cNvSpPr>
          <p:nvPr>
            <p:ph type="title"/>
          </p:nvPr>
        </p:nvSpPr>
        <p:spPr>
          <a:xfrm>
            <a:off x="2893225" y="1699038"/>
            <a:ext cx="47949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58" name="Google Shape;1358;p16"/>
          <p:cNvSpPr txBox="1">
            <a:spLocks noGrp="1"/>
          </p:cNvSpPr>
          <p:nvPr>
            <p:ph type="subTitle" idx="1"/>
          </p:nvPr>
        </p:nvSpPr>
        <p:spPr>
          <a:xfrm>
            <a:off x="1456650" y="3686275"/>
            <a:ext cx="54132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59" name="Google Shape;1359;p16"/>
          <p:cNvSpPr txBox="1">
            <a:spLocks noGrp="1"/>
          </p:cNvSpPr>
          <p:nvPr>
            <p:ph type="title" idx="2" hasCustomPrompt="1"/>
          </p:nvPr>
        </p:nvSpPr>
        <p:spPr>
          <a:xfrm>
            <a:off x="1455875" y="1764375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360" name="Google Shape;1360;p1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2" name="Google Shape;1362;p17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363" name="Google Shape;1363;p17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7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7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7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7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7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7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7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7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7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7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7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7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7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7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7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7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7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7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7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7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7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1" name="Google Shape;1421;p17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17"/>
          <p:cNvSpPr/>
          <p:nvPr/>
        </p:nvSpPr>
        <p:spPr>
          <a:xfrm>
            <a:off x="5975076" y="4136476"/>
            <a:ext cx="2588600" cy="644575"/>
          </a:xfrm>
          <a:custGeom>
            <a:avLst/>
            <a:gdLst/>
            <a:ahLst/>
            <a:cxnLst/>
            <a:rect l="l" t="t" r="r" b="b"/>
            <a:pathLst>
              <a:path w="103544" h="25783" extrusionOk="0">
                <a:moveTo>
                  <a:pt x="5928" y="25504"/>
                </a:moveTo>
                <a:cubicBezTo>
                  <a:pt x="19744" y="26038"/>
                  <a:pt x="75739" y="25735"/>
                  <a:pt x="91923" y="25183"/>
                </a:cubicBezTo>
                <a:cubicBezTo>
                  <a:pt x="108107" y="24631"/>
                  <a:pt x="101894" y="26323"/>
                  <a:pt x="103033" y="22192"/>
                </a:cubicBezTo>
                <a:cubicBezTo>
                  <a:pt x="104173" y="18061"/>
                  <a:pt x="103674" y="2660"/>
                  <a:pt x="98760" y="399"/>
                </a:cubicBezTo>
                <a:cubicBezTo>
                  <a:pt x="93846" y="-1862"/>
                  <a:pt x="79638" y="6115"/>
                  <a:pt x="73549" y="8625"/>
                </a:cubicBezTo>
                <a:cubicBezTo>
                  <a:pt x="67460" y="11136"/>
                  <a:pt x="68458" y="14981"/>
                  <a:pt x="62226" y="15462"/>
                </a:cubicBezTo>
                <a:cubicBezTo>
                  <a:pt x="55995" y="15943"/>
                  <a:pt x="42944" y="10833"/>
                  <a:pt x="36160" y="11509"/>
                </a:cubicBezTo>
                <a:cubicBezTo>
                  <a:pt x="29377" y="12186"/>
                  <a:pt x="26047" y="17776"/>
                  <a:pt x="21525" y="19521"/>
                </a:cubicBezTo>
                <a:cubicBezTo>
                  <a:pt x="17003" y="21266"/>
                  <a:pt x="11626" y="20981"/>
                  <a:pt x="9026" y="21978"/>
                </a:cubicBezTo>
                <a:cubicBezTo>
                  <a:pt x="6427" y="22975"/>
                  <a:pt x="-7888" y="24970"/>
                  <a:pt x="5928" y="255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1423" name="Google Shape;1423;p17"/>
          <p:cNvGrpSpPr/>
          <p:nvPr/>
        </p:nvGrpSpPr>
        <p:grpSpPr>
          <a:xfrm>
            <a:off x="584625" y="540000"/>
            <a:ext cx="1265537" cy="1405864"/>
            <a:chOff x="600600" y="540000"/>
            <a:chExt cx="1265537" cy="1405864"/>
          </a:xfrm>
        </p:grpSpPr>
        <p:sp>
          <p:nvSpPr>
            <p:cNvPr id="1424" name="Google Shape;1424;p17"/>
            <p:cNvSpPr/>
            <p:nvPr/>
          </p:nvSpPr>
          <p:spPr>
            <a:xfrm>
              <a:off x="702549" y="636668"/>
              <a:ext cx="1059313" cy="130919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7"/>
            <p:cNvSpPr/>
            <p:nvPr/>
          </p:nvSpPr>
          <p:spPr>
            <a:xfrm>
              <a:off x="600600" y="540000"/>
              <a:ext cx="1034250" cy="128799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7"/>
            <p:cNvSpPr/>
            <p:nvPr/>
          </p:nvSpPr>
          <p:spPr>
            <a:xfrm>
              <a:off x="946406" y="780744"/>
              <a:ext cx="919732" cy="1073381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17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428" name="Google Shape;1428;p17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9" name="Google Shape;1429;p17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430" name="Google Shape;1430;p17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431" name="Google Shape;1431;p17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432" name="Google Shape;1432;p17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433" name="Google Shape;1433;p17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434" name="Google Shape;1434;p17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435" name="Google Shape;1435;p17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436" name="Google Shape;1436;p17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437" name="Google Shape;1437;p17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438" name="Google Shape;1438;p17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439" name="Google Shape;1439;p17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440" name="Google Shape;1440;p17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441" name="Google Shape;1441;p17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2" name="Google Shape;1442;p17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43" name="Google Shape;1443;p17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444" name="Google Shape;1444;p17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445" name="Google Shape;1445;p17"/>
          <p:cNvSpPr/>
          <p:nvPr/>
        </p:nvSpPr>
        <p:spPr>
          <a:xfrm>
            <a:off x="7499500" y="4196474"/>
            <a:ext cx="540148" cy="434668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7" name="Google Shape;1447;p17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9" name="Google Shape;1449;p18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450" name="Google Shape;1450;p18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8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8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8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8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8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18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18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18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18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18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18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18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18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18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18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18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18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18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18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18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8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8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8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8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8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8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8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8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8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8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8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8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8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8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8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8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8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8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8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8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8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8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8" name="Google Shape;1508;p18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18"/>
          <p:cNvSpPr/>
          <p:nvPr/>
        </p:nvSpPr>
        <p:spPr>
          <a:xfrm>
            <a:off x="720000" y="3881875"/>
            <a:ext cx="607734" cy="721621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0" name="Google Shape;1510;p18"/>
          <p:cNvGrpSpPr/>
          <p:nvPr/>
        </p:nvGrpSpPr>
        <p:grpSpPr>
          <a:xfrm rot="239783">
            <a:off x="5664877" y="4000197"/>
            <a:ext cx="1575948" cy="802794"/>
            <a:chOff x="2094425" y="748900"/>
            <a:chExt cx="887900" cy="452300"/>
          </a:xfrm>
        </p:grpSpPr>
        <p:sp>
          <p:nvSpPr>
            <p:cNvPr id="1511" name="Google Shape;1511;p18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Google Shape;1515;p18"/>
          <p:cNvSpPr/>
          <p:nvPr/>
        </p:nvSpPr>
        <p:spPr>
          <a:xfrm>
            <a:off x="1377075" y="665587"/>
            <a:ext cx="2734487" cy="2139081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18"/>
          <p:cNvSpPr/>
          <p:nvPr/>
        </p:nvSpPr>
        <p:spPr>
          <a:xfrm rot="1471467">
            <a:off x="7528784" y="833519"/>
            <a:ext cx="936540" cy="80738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7" name="Google Shape;1517;p18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518" name="Google Shape;1518;p18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9" name="Google Shape;1519;p18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520" name="Google Shape;1520;p18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521" name="Google Shape;1521;p18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522" name="Google Shape;1522;p18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523" name="Google Shape;1523;p18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524" name="Google Shape;1524;p18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525" name="Google Shape;1525;p18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26" name="Google Shape;1526;p18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527" name="Google Shape;1527;p18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528" name="Google Shape;1528;p18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529" name="Google Shape;1529;p18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530" name="Google Shape;1530;p18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531" name="Google Shape;1531;p18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2" name="Google Shape;1532;p18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33" name="Google Shape;1533;p18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534" name="Google Shape;1534;p18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535" name="Google Shape;153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6" name="Google Shape;1536;p18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7" name="Google Shape;1537;p18"/>
          <p:cNvSpPr txBox="1">
            <a:spLocks noGrp="1"/>
          </p:cNvSpPr>
          <p:nvPr>
            <p:ph type="subTitle" idx="1"/>
          </p:nvPr>
        </p:nvSpPr>
        <p:spPr>
          <a:xfrm>
            <a:off x="1125697" y="31278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38" name="Google Shape;1538;p18"/>
          <p:cNvSpPr txBox="1">
            <a:spLocks noGrp="1"/>
          </p:cNvSpPr>
          <p:nvPr>
            <p:ph type="subTitle" idx="2"/>
          </p:nvPr>
        </p:nvSpPr>
        <p:spPr>
          <a:xfrm>
            <a:off x="1125700" y="362287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39" name="Google Shape;1539;p18"/>
          <p:cNvSpPr txBox="1">
            <a:spLocks noGrp="1"/>
          </p:cNvSpPr>
          <p:nvPr>
            <p:ph type="subTitle" idx="3"/>
          </p:nvPr>
        </p:nvSpPr>
        <p:spPr>
          <a:xfrm>
            <a:off x="3634647" y="31278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40" name="Google Shape;1540;p18"/>
          <p:cNvSpPr txBox="1">
            <a:spLocks noGrp="1"/>
          </p:cNvSpPr>
          <p:nvPr>
            <p:ph type="subTitle" idx="4"/>
          </p:nvPr>
        </p:nvSpPr>
        <p:spPr>
          <a:xfrm>
            <a:off x="3634650" y="362287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1" name="Google Shape;1541;p18"/>
          <p:cNvSpPr txBox="1">
            <a:spLocks noGrp="1"/>
          </p:cNvSpPr>
          <p:nvPr>
            <p:ph type="subTitle" idx="5"/>
          </p:nvPr>
        </p:nvSpPr>
        <p:spPr>
          <a:xfrm>
            <a:off x="6143597" y="31278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42" name="Google Shape;1542;p18"/>
          <p:cNvSpPr txBox="1">
            <a:spLocks noGrp="1"/>
          </p:cNvSpPr>
          <p:nvPr>
            <p:ph type="subTitle" idx="6"/>
          </p:nvPr>
        </p:nvSpPr>
        <p:spPr>
          <a:xfrm>
            <a:off x="6143600" y="362287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3" name="Google Shape;1543;p18"/>
          <p:cNvSpPr txBox="1">
            <a:spLocks noGrp="1"/>
          </p:cNvSpPr>
          <p:nvPr>
            <p:ph type="subTitle" idx="7"/>
          </p:nvPr>
        </p:nvSpPr>
        <p:spPr>
          <a:xfrm>
            <a:off x="1125697" y="1473436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44" name="Google Shape;1544;p18"/>
          <p:cNvSpPr txBox="1">
            <a:spLocks noGrp="1"/>
          </p:cNvSpPr>
          <p:nvPr>
            <p:ph type="subTitle" idx="8"/>
          </p:nvPr>
        </p:nvSpPr>
        <p:spPr>
          <a:xfrm>
            <a:off x="1125700" y="1963328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5" name="Google Shape;1545;p18"/>
          <p:cNvSpPr txBox="1">
            <a:spLocks noGrp="1"/>
          </p:cNvSpPr>
          <p:nvPr>
            <p:ph type="subTitle" idx="9"/>
          </p:nvPr>
        </p:nvSpPr>
        <p:spPr>
          <a:xfrm>
            <a:off x="3634647" y="147342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46" name="Google Shape;1546;p18"/>
          <p:cNvSpPr txBox="1">
            <a:spLocks noGrp="1"/>
          </p:cNvSpPr>
          <p:nvPr>
            <p:ph type="subTitle" idx="13"/>
          </p:nvPr>
        </p:nvSpPr>
        <p:spPr>
          <a:xfrm>
            <a:off x="3634650" y="197002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7" name="Google Shape;1547;p18"/>
          <p:cNvSpPr txBox="1">
            <a:spLocks noGrp="1"/>
          </p:cNvSpPr>
          <p:nvPr>
            <p:ph type="subTitle" idx="14"/>
          </p:nvPr>
        </p:nvSpPr>
        <p:spPr>
          <a:xfrm>
            <a:off x="6143597" y="147342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48" name="Google Shape;1548;p18"/>
          <p:cNvSpPr txBox="1">
            <a:spLocks noGrp="1"/>
          </p:cNvSpPr>
          <p:nvPr>
            <p:ph type="subTitle" idx="15"/>
          </p:nvPr>
        </p:nvSpPr>
        <p:spPr>
          <a:xfrm>
            <a:off x="6143600" y="197002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0" name="Google Shape;1550;p1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551" name="Google Shape;1551;p1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9" name="Google Shape;1609;p1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0" name="Google Shape;1610;p19"/>
          <p:cNvGrpSpPr/>
          <p:nvPr/>
        </p:nvGrpSpPr>
        <p:grpSpPr>
          <a:xfrm rot="-5400000">
            <a:off x="7598805" y="823914"/>
            <a:ext cx="368499" cy="424474"/>
            <a:chOff x="3150425" y="3024575"/>
            <a:chExt cx="130350" cy="150150"/>
          </a:xfrm>
        </p:grpSpPr>
        <p:sp>
          <p:nvSpPr>
            <p:cNvPr id="1611" name="Google Shape;1611;p19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9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9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9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19"/>
          <p:cNvGrpSpPr/>
          <p:nvPr/>
        </p:nvGrpSpPr>
        <p:grpSpPr>
          <a:xfrm rot="9715366" flipH="1">
            <a:off x="8134543" y="833393"/>
            <a:ext cx="578893" cy="989541"/>
            <a:chOff x="478350" y="474400"/>
            <a:chExt cx="344250" cy="588450"/>
          </a:xfrm>
        </p:grpSpPr>
        <p:sp>
          <p:nvSpPr>
            <p:cNvPr id="1620" name="Google Shape;1620;p19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9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2" name="Google Shape;1622;p19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623" name="Google Shape;1623;p19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4" name="Google Shape;1624;p19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625" name="Google Shape;1625;p1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626" name="Google Shape;1626;p1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627" name="Google Shape;1627;p1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628" name="Google Shape;1628;p1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629" name="Google Shape;1629;p1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630" name="Google Shape;1630;p1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631" name="Google Shape;1631;p1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632" name="Google Shape;1632;p1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633" name="Google Shape;1633;p1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634" name="Google Shape;1634;p19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635" name="Google Shape;1635;p1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636" name="Google Shape;1636;p1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7" name="Google Shape;1637;p1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38" name="Google Shape;1638;p1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639" name="Google Shape;1639;p1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1640" name="Google Shape;1640;p19"/>
          <p:cNvGrpSpPr/>
          <p:nvPr/>
        </p:nvGrpSpPr>
        <p:grpSpPr>
          <a:xfrm>
            <a:off x="5622860" y="4267818"/>
            <a:ext cx="971096" cy="494681"/>
            <a:chOff x="2094425" y="748900"/>
            <a:chExt cx="887900" cy="452300"/>
          </a:xfrm>
        </p:grpSpPr>
        <p:sp>
          <p:nvSpPr>
            <p:cNvPr id="1641" name="Google Shape;1641;p19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5" name="Google Shape;164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46" name="Google Shape;1646;p19"/>
          <p:cNvSpPr/>
          <p:nvPr/>
        </p:nvSpPr>
        <p:spPr>
          <a:xfrm>
            <a:off x="720000" y="4202949"/>
            <a:ext cx="393256" cy="46695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1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7"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9" name="Google Shape;1649;p20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650" name="Google Shape;1650;p20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0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0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0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0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0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0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0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0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0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0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0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0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0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0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0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0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0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0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0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0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0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0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0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0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0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0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20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20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20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20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20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20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0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20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8" name="Google Shape;1708;p20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0"/>
          <p:cNvSpPr/>
          <p:nvPr/>
        </p:nvSpPr>
        <p:spPr>
          <a:xfrm>
            <a:off x="600600" y="3188357"/>
            <a:ext cx="1537725" cy="1574135"/>
          </a:xfrm>
          <a:custGeom>
            <a:avLst/>
            <a:gdLst/>
            <a:ahLst/>
            <a:cxnLst/>
            <a:rect l="l" t="t" r="r" b="b"/>
            <a:pathLst>
              <a:path w="26861" h="27497" extrusionOk="0">
                <a:moveTo>
                  <a:pt x="26781" y="15479"/>
                </a:moveTo>
                <a:cubicBezTo>
                  <a:pt x="26721" y="14823"/>
                  <a:pt x="26701" y="14186"/>
                  <a:pt x="26582" y="13629"/>
                </a:cubicBezTo>
                <a:cubicBezTo>
                  <a:pt x="26542" y="13430"/>
                  <a:pt x="26443" y="13251"/>
                  <a:pt x="26403" y="13052"/>
                </a:cubicBezTo>
                <a:cubicBezTo>
                  <a:pt x="26224" y="12236"/>
                  <a:pt x="26164" y="11401"/>
                  <a:pt x="25945" y="10605"/>
                </a:cubicBezTo>
                <a:cubicBezTo>
                  <a:pt x="25866" y="10346"/>
                  <a:pt x="25726" y="10088"/>
                  <a:pt x="25647" y="9829"/>
                </a:cubicBezTo>
                <a:cubicBezTo>
                  <a:pt x="25567" y="9570"/>
                  <a:pt x="25567" y="9292"/>
                  <a:pt x="25488" y="9013"/>
                </a:cubicBezTo>
                <a:cubicBezTo>
                  <a:pt x="25408" y="8735"/>
                  <a:pt x="25289" y="8476"/>
                  <a:pt x="25189" y="8217"/>
                </a:cubicBezTo>
                <a:cubicBezTo>
                  <a:pt x="25070" y="7819"/>
                  <a:pt x="24851" y="7422"/>
                  <a:pt x="24712" y="7183"/>
                </a:cubicBezTo>
                <a:cubicBezTo>
                  <a:pt x="24592" y="6964"/>
                  <a:pt x="24553" y="6765"/>
                  <a:pt x="24473" y="6606"/>
                </a:cubicBezTo>
                <a:cubicBezTo>
                  <a:pt x="24334" y="6248"/>
                  <a:pt x="24095" y="5929"/>
                  <a:pt x="23896" y="5611"/>
                </a:cubicBezTo>
                <a:cubicBezTo>
                  <a:pt x="23836" y="5511"/>
                  <a:pt x="23856" y="5372"/>
                  <a:pt x="23797" y="5293"/>
                </a:cubicBezTo>
                <a:cubicBezTo>
                  <a:pt x="23737" y="5193"/>
                  <a:pt x="23598" y="5133"/>
                  <a:pt x="23538" y="5034"/>
                </a:cubicBezTo>
                <a:cubicBezTo>
                  <a:pt x="23538" y="5034"/>
                  <a:pt x="23538" y="4934"/>
                  <a:pt x="23498" y="4895"/>
                </a:cubicBezTo>
                <a:cubicBezTo>
                  <a:pt x="23319" y="4636"/>
                  <a:pt x="23160" y="4338"/>
                  <a:pt x="22961" y="4119"/>
                </a:cubicBezTo>
                <a:cubicBezTo>
                  <a:pt x="22881" y="4019"/>
                  <a:pt x="22782" y="3940"/>
                  <a:pt x="22702" y="3840"/>
                </a:cubicBezTo>
                <a:cubicBezTo>
                  <a:pt x="22603" y="3721"/>
                  <a:pt x="22523" y="3582"/>
                  <a:pt x="22503" y="3562"/>
                </a:cubicBezTo>
                <a:cubicBezTo>
                  <a:pt x="22424" y="3442"/>
                  <a:pt x="22284" y="3422"/>
                  <a:pt x="22185" y="3323"/>
                </a:cubicBezTo>
                <a:cubicBezTo>
                  <a:pt x="22145" y="3263"/>
                  <a:pt x="22165" y="3204"/>
                  <a:pt x="22145" y="3164"/>
                </a:cubicBezTo>
                <a:cubicBezTo>
                  <a:pt x="22105" y="3124"/>
                  <a:pt x="22006" y="3104"/>
                  <a:pt x="21966" y="3044"/>
                </a:cubicBezTo>
                <a:cubicBezTo>
                  <a:pt x="21707" y="2746"/>
                  <a:pt x="21409" y="2388"/>
                  <a:pt x="21051" y="2129"/>
                </a:cubicBezTo>
                <a:cubicBezTo>
                  <a:pt x="20951" y="2069"/>
                  <a:pt x="20832" y="2050"/>
                  <a:pt x="20752" y="1990"/>
                </a:cubicBezTo>
                <a:cubicBezTo>
                  <a:pt x="20633" y="1910"/>
                  <a:pt x="20553" y="1811"/>
                  <a:pt x="20454" y="1731"/>
                </a:cubicBezTo>
                <a:cubicBezTo>
                  <a:pt x="20255" y="1592"/>
                  <a:pt x="20056" y="1492"/>
                  <a:pt x="19837" y="1373"/>
                </a:cubicBezTo>
                <a:cubicBezTo>
                  <a:pt x="19419" y="1134"/>
                  <a:pt x="19002" y="955"/>
                  <a:pt x="18584" y="756"/>
                </a:cubicBezTo>
                <a:cubicBezTo>
                  <a:pt x="17768" y="398"/>
                  <a:pt x="16912" y="140"/>
                  <a:pt x="16077" y="40"/>
                </a:cubicBezTo>
                <a:cubicBezTo>
                  <a:pt x="15321" y="40"/>
                  <a:pt x="14604" y="0"/>
                  <a:pt x="13928" y="40"/>
                </a:cubicBezTo>
                <a:cubicBezTo>
                  <a:pt x="13829" y="40"/>
                  <a:pt x="13749" y="0"/>
                  <a:pt x="13649" y="20"/>
                </a:cubicBezTo>
                <a:cubicBezTo>
                  <a:pt x="13590" y="20"/>
                  <a:pt x="13510" y="80"/>
                  <a:pt x="13451" y="100"/>
                </a:cubicBezTo>
                <a:cubicBezTo>
                  <a:pt x="13271" y="120"/>
                  <a:pt x="13072" y="100"/>
                  <a:pt x="12913" y="120"/>
                </a:cubicBezTo>
                <a:cubicBezTo>
                  <a:pt x="12754" y="159"/>
                  <a:pt x="12595" y="219"/>
                  <a:pt x="12436" y="279"/>
                </a:cubicBezTo>
                <a:cubicBezTo>
                  <a:pt x="12356" y="299"/>
                  <a:pt x="12277" y="299"/>
                  <a:pt x="12197" y="319"/>
                </a:cubicBezTo>
                <a:cubicBezTo>
                  <a:pt x="12197" y="319"/>
                  <a:pt x="12157" y="418"/>
                  <a:pt x="12137" y="418"/>
                </a:cubicBezTo>
                <a:cubicBezTo>
                  <a:pt x="12098" y="458"/>
                  <a:pt x="12018" y="398"/>
                  <a:pt x="11978" y="418"/>
                </a:cubicBezTo>
                <a:cubicBezTo>
                  <a:pt x="11401" y="617"/>
                  <a:pt x="10765" y="756"/>
                  <a:pt x="10168" y="876"/>
                </a:cubicBezTo>
                <a:cubicBezTo>
                  <a:pt x="9790" y="955"/>
                  <a:pt x="9451" y="1055"/>
                  <a:pt x="9113" y="1174"/>
                </a:cubicBezTo>
                <a:cubicBezTo>
                  <a:pt x="6944" y="1393"/>
                  <a:pt x="5034" y="2030"/>
                  <a:pt x="3284" y="3960"/>
                </a:cubicBezTo>
                <a:cubicBezTo>
                  <a:pt x="3204" y="4039"/>
                  <a:pt x="3124" y="4139"/>
                  <a:pt x="3065" y="4238"/>
                </a:cubicBezTo>
                <a:cubicBezTo>
                  <a:pt x="3045" y="4218"/>
                  <a:pt x="3025" y="4198"/>
                  <a:pt x="3025" y="4198"/>
                </a:cubicBezTo>
                <a:cubicBezTo>
                  <a:pt x="2925" y="4079"/>
                  <a:pt x="2826" y="4159"/>
                  <a:pt x="2746" y="4178"/>
                </a:cubicBezTo>
                <a:cubicBezTo>
                  <a:pt x="2707" y="4198"/>
                  <a:pt x="2647" y="4238"/>
                  <a:pt x="2607" y="4278"/>
                </a:cubicBezTo>
                <a:cubicBezTo>
                  <a:pt x="2408" y="4417"/>
                  <a:pt x="2209" y="4636"/>
                  <a:pt x="2070" y="4895"/>
                </a:cubicBezTo>
                <a:cubicBezTo>
                  <a:pt x="2010" y="5034"/>
                  <a:pt x="2010" y="5153"/>
                  <a:pt x="1950" y="5293"/>
                </a:cubicBezTo>
                <a:cubicBezTo>
                  <a:pt x="1692" y="5790"/>
                  <a:pt x="1294" y="6287"/>
                  <a:pt x="1135" y="6765"/>
                </a:cubicBezTo>
                <a:cubicBezTo>
                  <a:pt x="1095" y="6964"/>
                  <a:pt x="1214" y="7262"/>
                  <a:pt x="956" y="7322"/>
                </a:cubicBezTo>
                <a:cubicBezTo>
                  <a:pt x="1055" y="7501"/>
                  <a:pt x="916" y="7800"/>
                  <a:pt x="816" y="8018"/>
                </a:cubicBezTo>
                <a:cubicBezTo>
                  <a:pt x="737" y="8138"/>
                  <a:pt x="677" y="8217"/>
                  <a:pt x="598" y="8277"/>
                </a:cubicBezTo>
                <a:cubicBezTo>
                  <a:pt x="538" y="9033"/>
                  <a:pt x="239" y="9789"/>
                  <a:pt x="160" y="10545"/>
                </a:cubicBezTo>
                <a:cubicBezTo>
                  <a:pt x="80" y="11301"/>
                  <a:pt x="1" y="12018"/>
                  <a:pt x="1" y="12674"/>
                </a:cubicBezTo>
                <a:cubicBezTo>
                  <a:pt x="21" y="13768"/>
                  <a:pt x="40" y="14743"/>
                  <a:pt x="200" y="15798"/>
                </a:cubicBezTo>
                <a:cubicBezTo>
                  <a:pt x="239" y="15957"/>
                  <a:pt x="319" y="16136"/>
                  <a:pt x="359" y="16315"/>
                </a:cubicBezTo>
                <a:cubicBezTo>
                  <a:pt x="418" y="16494"/>
                  <a:pt x="458" y="16673"/>
                  <a:pt x="518" y="16872"/>
                </a:cubicBezTo>
                <a:cubicBezTo>
                  <a:pt x="478" y="16912"/>
                  <a:pt x="498" y="16912"/>
                  <a:pt x="538" y="16932"/>
                </a:cubicBezTo>
                <a:cubicBezTo>
                  <a:pt x="598" y="17151"/>
                  <a:pt x="677" y="17370"/>
                  <a:pt x="757" y="17569"/>
                </a:cubicBezTo>
                <a:cubicBezTo>
                  <a:pt x="757" y="17608"/>
                  <a:pt x="757" y="17648"/>
                  <a:pt x="737" y="17688"/>
                </a:cubicBezTo>
                <a:cubicBezTo>
                  <a:pt x="777" y="17728"/>
                  <a:pt x="816" y="17768"/>
                  <a:pt x="836" y="17807"/>
                </a:cubicBezTo>
                <a:cubicBezTo>
                  <a:pt x="916" y="17986"/>
                  <a:pt x="1015" y="18185"/>
                  <a:pt x="1095" y="18364"/>
                </a:cubicBezTo>
                <a:cubicBezTo>
                  <a:pt x="1095" y="18364"/>
                  <a:pt x="1095" y="18384"/>
                  <a:pt x="1135" y="18424"/>
                </a:cubicBezTo>
                <a:cubicBezTo>
                  <a:pt x="1175" y="18504"/>
                  <a:pt x="1214" y="18583"/>
                  <a:pt x="1254" y="18683"/>
                </a:cubicBezTo>
                <a:cubicBezTo>
                  <a:pt x="1254" y="18742"/>
                  <a:pt x="1294" y="18802"/>
                  <a:pt x="1354" y="18842"/>
                </a:cubicBezTo>
                <a:cubicBezTo>
                  <a:pt x="1473" y="19041"/>
                  <a:pt x="1592" y="19220"/>
                  <a:pt x="1732" y="19419"/>
                </a:cubicBezTo>
                <a:cubicBezTo>
                  <a:pt x="3264" y="21588"/>
                  <a:pt x="5850" y="22841"/>
                  <a:pt x="8476" y="23299"/>
                </a:cubicBezTo>
                <a:cubicBezTo>
                  <a:pt x="10327" y="23637"/>
                  <a:pt x="12197" y="23617"/>
                  <a:pt x="14087" y="23518"/>
                </a:cubicBezTo>
                <a:cubicBezTo>
                  <a:pt x="13988" y="23537"/>
                  <a:pt x="13888" y="23557"/>
                  <a:pt x="13789" y="23577"/>
                </a:cubicBezTo>
                <a:cubicBezTo>
                  <a:pt x="13709" y="23597"/>
                  <a:pt x="13530" y="23617"/>
                  <a:pt x="13451" y="23657"/>
                </a:cubicBezTo>
                <a:cubicBezTo>
                  <a:pt x="13431" y="23657"/>
                  <a:pt x="13411" y="23756"/>
                  <a:pt x="13391" y="23756"/>
                </a:cubicBezTo>
                <a:cubicBezTo>
                  <a:pt x="13331" y="23776"/>
                  <a:pt x="13252" y="23717"/>
                  <a:pt x="13172" y="23717"/>
                </a:cubicBezTo>
                <a:cubicBezTo>
                  <a:pt x="12913" y="23717"/>
                  <a:pt x="12734" y="23736"/>
                  <a:pt x="12535" y="23736"/>
                </a:cubicBezTo>
                <a:cubicBezTo>
                  <a:pt x="12376" y="23736"/>
                  <a:pt x="12217" y="23796"/>
                  <a:pt x="12078" y="23677"/>
                </a:cubicBezTo>
                <a:cubicBezTo>
                  <a:pt x="11899" y="23717"/>
                  <a:pt x="11640" y="23796"/>
                  <a:pt x="11381" y="23836"/>
                </a:cubicBezTo>
                <a:cubicBezTo>
                  <a:pt x="11302" y="23856"/>
                  <a:pt x="11123" y="23876"/>
                  <a:pt x="11123" y="23876"/>
                </a:cubicBezTo>
                <a:cubicBezTo>
                  <a:pt x="11083" y="23876"/>
                  <a:pt x="11083" y="23836"/>
                  <a:pt x="11063" y="23836"/>
                </a:cubicBezTo>
                <a:cubicBezTo>
                  <a:pt x="10944" y="23856"/>
                  <a:pt x="10824" y="23915"/>
                  <a:pt x="10705" y="23915"/>
                </a:cubicBezTo>
                <a:cubicBezTo>
                  <a:pt x="10148" y="23955"/>
                  <a:pt x="9272" y="23537"/>
                  <a:pt x="9093" y="24194"/>
                </a:cubicBezTo>
                <a:cubicBezTo>
                  <a:pt x="9014" y="24492"/>
                  <a:pt x="9073" y="24711"/>
                  <a:pt x="9193" y="24851"/>
                </a:cubicBezTo>
                <a:cubicBezTo>
                  <a:pt x="9213" y="24890"/>
                  <a:pt x="9332" y="24871"/>
                  <a:pt x="9412" y="24930"/>
                </a:cubicBezTo>
                <a:cubicBezTo>
                  <a:pt x="9491" y="24970"/>
                  <a:pt x="9571" y="25010"/>
                  <a:pt x="9611" y="25109"/>
                </a:cubicBezTo>
                <a:cubicBezTo>
                  <a:pt x="10148" y="25109"/>
                  <a:pt x="10745" y="24990"/>
                  <a:pt x="11322" y="24950"/>
                </a:cubicBezTo>
                <a:cubicBezTo>
                  <a:pt x="11381" y="24930"/>
                  <a:pt x="11461" y="24890"/>
                  <a:pt x="11521" y="24890"/>
                </a:cubicBezTo>
                <a:cubicBezTo>
                  <a:pt x="11580" y="24890"/>
                  <a:pt x="11640" y="24950"/>
                  <a:pt x="11720" y="24950"/>
                </a:cubicBezTo>
                <a:cubicBezTo>
                  <a:pt x="11859" y="24930"/>
                  <a:pt x="12018" y="24851"/>
                  <a:pt x="12157" y="24851"/>
                </a:cubicBezTo>
                <a:cubicBezTo>
                  <a:pt x="12197" y="24831"/>
                  <a:pt x="12297" y="24890"/>
                  <a:pt x="12356" y="24890"/>
                </a:cubicBezTo>
                <a:cubicBezTo>
                  <a:pt x="12436" y="24890"/>
                  <a:pt x="12495" y="24851"/>
                  <a:pt x="12575" y="24831"/>
                </a:cubicBezTo>
                <a:cubicBezTo>
                  <a:pt x="12655" y="24831"/>
                  <a:pt x="12714" y="24890"/>
                  <a:pt x="12774" y="24890"/>
                </a:cubicBezTo>
                <a:cubicBezTo>
                  <a:pt x="13013" y="24871"/>
                  <a:pt x="13192" y="24751"/>
                  <a:pt x="13371" y="24910"/>
                </a:cubicBezTo>
                <a:cubicBezTo>
                  <a:pt x="13590" y="24811"/>
                  <a:pt x="13829" y="24771"/>
                  <a:pt x="14027" y="24731"/>
                </a:cubicBezTo>
                <a:cubicBezTo>
                  <a:pt x="14127" y="24691"/>
                  <a:pt x="14127" y="24731"/>
                  <a:pt x="14226" y="24711"/>
                </a:cubicBezTo>
                <a:cubicBezTo>
                  <a:pt x="14525" y="24652"/>
                  <a:pt x="14843" y="24532"/>
                  <a:pt x="15142" y="24492"/>
                </a:cubicBezTo>
                <a:cubicBezTo>
                  <a:pt x="15261" y="24473"/>
                  <a:pt x="15380" y="24532"/>
                  <a:pt x="15500" y="24512"/>
                </a:cubicBezTo>
                <a:cubicBezTo>
                  <a:pt x="15599" y="24512"/>
                  <a:pt x="15679" y="24413"/>
                  <a:pt x="15778" y="24393"/>
                </a:cubicBezTo>
                <a:cubicBezTo>
                  <a:pt x="16534" y="24154"/>
                  <a:pt x="17310" y="24274"/>
                  <a:pt x="18126" y="24055"/>
                </a:cubicBezTo>
                <a:cubicBezTo>
                  <a:pt x="18285" y="24015"/>
                  <a:pt x="18444" y="23935"/>
                  <a:pt x="18604" y="23876"/>
                </a:cubicBezTo>
                <a:cubicBezTo>
                  <a:pt x="18604" y="23876"/>
                  <a:pt x="18663" y="23935"/>
                  <a:pt x="18703" y="23915"/>
                </a:cubicBezTo>
                <a:cubicBezTo>
                  <a:pt x="18822" y="23896"/>
                  <a:pt x="19002" y="23836"/>
                  <a:pt x="19141" y="23796"/>
                </a:cubicBezTo>
                <a:cubicBezTo>
                  <a:pt x="20215" y="23458"/>
                  <a:pt x="21230" y="22960"/>
                  <a:pt x="22066" y="22264"/>
                </a:cubicBezTo>
                <a:cubicBezTo>
                  <a:pt x="22125" y="22204"/>
                  <a:pt x="22185" y="22165"/>
                  <a:pt x="22245" y="22105"/>
                </a:cubicBezTo>
                <a:cubicBezTo>
                  <a:pt x="22563" y="21806"/>
                  <a:pt x="22861" y="21448"/>
                  <a:pt x="23100" y="21170"/>
                </a:cubicBezTo>
                <a:cubicBezTo>
                  <a:pt x="23319" y="20931"/>
                  <a:pt x="23558" y="20414"/>
                  <a:pt x="23797" y="20175"/>
                </a:cubicBezTo>
                <a:cubicBezTo>
                  <a:pt x="23816" y="20155"/>
                  <a:pt x="23777" y="20115"/>
                  <a:pt x="23777" y="20076"/>
                </a:cubicBezTo>
                <a:cubicBezTo>
                  <a:pt x="24015" y="19598"/>
                  <a:pt x="24155" y="19041"/>
                  <a:pt x="24254" y="18782"/>
                </a:cubicBezTo>
                <a:cubicBezTo>
                  <a:pt x="24413" y="18364"/>
                  <a:pt x="24433" y="17867"/>
                  <a:pt x="24533" y="17390"/>
                </a:cubicBezTo>
                <a:cubicBezTo>
                  <a:pt x="24612" y="16872"/>
                  <a:pt x="24771" y="16375"/>
                  <a:pt x="24732" y="15798"/>
                </a:cubicBezTo>
                <a:cubicBezTo>
                  <a:pt x="24712" y="15559"/>
                  <a:pt x="24712" y="15440"/>
                  <a:pt x="24712" y="15320"/>
                </a:cubicBezTo>
                <a:cubicBezTo>
                  <a:pt x="24712" y="15082"/>
                  <a:pt x="24632" y="14843"/>
                  <a:pt x="24612" y="14604"/>
                </a:cubicBezTo>
                <a:cubicBezTo>
                  <a:pt x="24592" y="14505"/>
                  <a:pt x="24652" y="14425"/>
                  <a:pt x="24632" y="14326"/>
                </a:cubicBezTo>
                <a:cubicBezTo>
                  <a:pt x="24573" y="13589"/>
                  <a:pt x="24493" y="12833"/>
                  <a:pt x="24354" y="12097"/>
                </a:cubicBezTo>
                <a:cubicBezTo>
                  <a:pt x="24194" y="11361"/>
                  <a:pt x="24015" y="10665"/>
                  <a:pt x="23797" y="9988"/>
                </a:cubicBezTo>
                <a:cubicBezTo>
                  <a:pt x="23757" y="9909"/>
                  <a:pt x="23816" y="9809"/>
                  <a:pt x="23777" y="9749"/>
                </a:cubicBezTo>
                <a:cubicBezTo>
                  <a:pt x="23757" y="9670"/>
                  <a:pt x="23657" y="9630"/>
                  <a:pt x="23617" y="9550"/>
                </a:cubicBezTo>
                <a:cubicBezTo>
                  <a:pt x="23598" y="9511"/>
                  <a:pt x="23657" y="9471"/>
                  <a:pt x="23637" y="9431"/>
                </a:cubicBezTo>
                <a:cubicBezTo>
                  <a:pt x="23617" y="9312"/>
                  <a:pt x="23419" y="8954"/>
                  <a:pt x="23379" y="8914"/>
                </a:cubicBezTo>
                <a:cubicBezTo>
                  <a:pt x="23339" y="8874"/>
                  <a:pt x="23419" y="8854"/>
                  <a:pt x="23399" y="8834"/>
                </a:cubicBezTo>
                <a:cubicBezTo>
                  <a:pt x="23379" y="8774"/>
                  <a:pt x="23339" y="8774"/>
                  <a:pt x="23319" y="8755"/>
                </a:cubicBezTo>
                <a:cubicBezTo>
                  <a:pt x="23299" y="8695"/>
                  <a:pt x="23359" y="8655"/>
                  <a:pt x="23319" y="8615"/>
                </a:cubicBezTo>
                <a:cubicBezTo>
                  <a:pt x="23279" y="8456"/>
                  <a:pt x="23140" y="8337"/>
                  <a:pt x="23080" y="8197"/>
                </a:cubicBezTo>
                <a:cubicBezTo>
                  <a:pt x="23060" y="8158"/>
                  <a:pt x="23100" y="8118"/>
                  <a:pt x="23100" y="8098"/>
                </a:cubicBezTo>
                <a:cubicBezTo>
                  <a:pt x="23080" y="8058"/>
                  <a:pt x="23021" y="8058"/>
                  <a:pt x="23001" y="8018"/>
                </a:cubicBezTo>
                <a:cubicBezTo>
                  <a:pt x="22941" y="7879"/>
                  <a:pt x="22842" y="7740"/>
                  <a:pt x="22782" y="7581"/>
                </a:cubicBezTo>
                <a:cubicBezTo>
                  <a:pt x="22742" y="7501"/>
                  <a:pt x="22762" y="7402"/>
                  <a:pt x="22722" y="7322"/>
                </a:cubicBezTo>
                <a:cubicBezTo>
                  <a:pt x="22643" y="7163"/>
                  <a:pt x="22503" y="7043"/>
                  <a:pt x="22404" y="6884"/>
                </a:cubicBezTo>
                <a:cubicBezTo>
                  <a:pt x="22245" y="6626"/>
                  <a:pt x="22066" y="6307"/>
                  <a:pt x="21887" y="5969"/>
                </a:cubicBezTo>
                <a:cubicBezTo>
                  <a:pt x="21767" y="5790"/>
                  <a:pt x="21727" y="5591"/>
                  <a:pt x="21648" y="5472"/>
                </a:cubicBezTo>
                <a:cubicBezTo>
                  <a:pt x="21608" y="5412"/>
                  <a:pt x="21469" y="5392"/>
                  <a:pt x="21429" y="5332"/>
                </a:cubicBezTo>
                <a:cubicBezTo>
                  <a:pt x="21389" y="5273"/>
                  <a:pt x="21369" y="5153"/>
                  <a:pt x="21329" y="5094"/>
                </a:cubicBezTo>
                <a:cubicBezTo>
                  <a:pt x="21310" y="5054"/>
                  <a:pt x="21250" y="5094"/>
                  <a:pt x="21230" y="5034"/>
                </a:cubicBezTo>
                <a:cubicBezTo>
                  <a:pt x="21230" y="5014"/>
                  <a:pt x="21270" y="4915"/>
                  <a:pt x="21270" y="4895"/>
                </a:cubicBezTo>
                <a:cubicBezTo>
                  <a:pt x="21210" y="4815"/>
                  <a:pt x="21111" y="4775"/>
                  <a:pt x="21071" y="4716"/>
                </a:cubicBezTo>
                <a:cubicBezTo>
                  <a:pt x="20852" y="4457"/>
                  <a:pt x="20534" y="4298"/>
                  <a:pt x="20295" y="4079"/>
                </a:cubicBezTo>
                <a:cubicBezTo>
                  <a:pt x="20156" y="3960"/>
                  <a:pt x="20036" y="3840"/>
                  <a:pt x="19897" y="3721"/>
                </a:cubicBezTo>
                <a:cubicBezTo>
                  <a:pt x="19857" y="3701"/>
                  <a:pt x="19797" y="3701"/>
                  <a:pt x="19797" y="3701"/>
                </a:cubicBezTo>
                <a:cubicBezTo>
                  <a:pt x="19738" y="3661"/>
                  <a:pt x="19758" y="3601"/>
                  <a:pt x="19738" y="3582"/>
                </a:cubicBezTo>
                <a:cubicBezTo>
                  <a:pt x="19698" y="3542"/>
                  <a:pt x="19579" y="3422"/>
                  <a:pt x="19579" y="3422"/>
                </a:cubicBezTo>
                <a:cubicBezTo>
                  <a:pt x="19081" y="3005"/>
                  <a:pt x="18564" y="2666"/>
                  <a:pt x="18106" y="2189"/>
                </a:cubicBezTo>
                <a:cubicBezTo>
                  <a:pt x="18345" y="2209"/>
                  <a:pt x="18524" y="2328"/>
                  <a:pt x="18723" y="2447"/>
                </a:cubicBezTo>
                <a:cubicBezTo>
                  <a:pt x="19141" y="2706"/>
                  <a:pt x="19559" y="2925"/>
                  <a:pt x="19937" y="3184"/>
                </a:cubicBezTo>
                <a:cubicBezTo>
                  <a:pt x="20016" y="3243"/>
                  <a:pt x="20116" y="3323"/>
                  <a:pt x="20215" y="3383"/>
                </a:cubicBezTo>
                <a:cubicBezTo>
                  <a:pt x="20315" y="3422"/>
                  <a:pt x="20454" y="3422"/>
                  <a:pt x="20534" y="3482"/>
                </a:cubicBezTo>
                <a:cubicBezTo>
                  <a:pt x="20573" y="3522"/>
                  <a:pt x="20633" y="3562"/>
                  <a:pt x="20693" y="3601"/>
                </a:cubicBezTo>
                <a:cubicBezTo>
                  <a:pt x="20733" y="3641"/>
                  <a:pt x="20792" y="3681"/>
                  <a:pt x="20792" y="3681"/>
                </a:cubicBezTo>
                <a:cubicBezTo>
                  <a:pt x="20792" y="3701"/>
                  <a:pt x="20772" y="3761"/>
                  <a:pt x="20812" y="3800"/>
                </a:cubicBezTo>
                <a:cubicBezTo>
                  <a:pt x="20852" y="3820"/>
                  <a:pt x="20971" y="3820"/>
                  <a:pt x="21011" y="3860"/>
                </a:cubicBezTo>
                <a:cubicBezTo>
                  <a:pt x="21031" y="3880"/>
                  <a:pt x="20991" y="3920"/>
                  <a:pt x="21011" y="3940"/>
                </a:cubicBezTo>
                <a:cubicBezTo>
                  <a:pt x="21031" y="3979"/>
                  <a:pt x="21071" y="3960"/>
                  <a:pt x="21111" y="3999"/>
                </a:cubicBezTo>
                <a:cubicBezTo>
                  <a:pt x="21310" y="4198"/>
                  <a:pt x="21389" y="4497"/>
                  <a:pt x="21668" y="4656"/>
                </a:cubicBezTo>
                <a:cubicBezTo>
                  <a:pt x="21707" y="5133"/>
                  <a:pt x="22105" y="5492"/>
                  <a:pt x="22404" y="5949"/>
                </a:cubicBezTo>
                <a:cubicBezTo>
                  <a:pt x="22503" y="6069"/>
                  <a:pt x="22603" y="6208"/>
                  <a:pt x="22682" y="6347"/>
                </a:cubicBezTo>
                <a:cubicBezTo>
                  <a:pt x="22702" y="6407"/>
                  <a:pt x="22643" y="6486"/>
                  <a:pt x="22662" y="6546"/>
                </a:cubicBezTo>
                <a:cubicBezTo>
                  <a:pt x="22682" y="6606"/>
                  <a:pt x="22782" y="6665"/>
                  <a:pt x="22802" y="6725"/>
                </a:cubicBezTo>
                <a:cubicBezTo>
                  <a:pt x="22921" y="6984"/>
                  <a:pt x="23060" y="7223"/>
                  <a:pt x="23200" y="7481"/>
                </a:cubicBezTo>
                <a:cubicBezTo>
                  <a:pt x="23419" y="7939"/>
                  <a:pt x="23498" y="8317"/>
                  <a:pt x="23677" y="8655"/>
                </a:cubicBezTo>
                <a:cubicBezTo>
                  <a:pt x="23856" y="9013"/>
                  <a:pt x="24035" y="9332"/>
                  <a:pt x="24155" y="9670"/>
                </a:cubicBezTo>
                <a:cubicBezTo>
                  <a:pt x="24155" y="9729"/>
                  <a:pt x="24115" y="9809"/>
                  <a:pt x="24135" y="9849"/>
                </a:cubicBezTo>
                <a:cubicBezTo>
                  <a:pt x="24155" y="9928"/>
                  <a:pt x="24214" y="9948"/>
                  <a:pt x="24234" y="10008"/>
                </a:cubicBezTo>
                <a:cubicBezTo>
                  <a:pt x="24274" y="10127"/>
                  <a:pt x="24234" y="10267"/>
                  <a:pt x="24274" y="10366"/>
                </a:cubicBezTo>
                <a:cubicBezTo>
                  <a:pt x="24274" y="10426"/>
                  <a:pt x="24374" y="10426"/>
                  <a:pt x="24393" y="10486"/>
                </a:cubicBezTo>
                <a:cubicBezTo>
                  <a:pt x="24433" y="10525"/>
                  <a:pt x="24374" y="10605"/>
                  <a:pt x="24393" y="10645"/>
                </a:cubicBezTo>
                <a:cubicBezTo>
                  <a:pt x="24393" y="10704"/>
                  <a:pt x="24413" y="10724"/>
                  <a:pt x="24413" y="10784"/>
                </a:cubicBezTo>
                <a:cubicBezTo>
                  <a:pt x="24433" y="11102"/>
                  <a:pt x="24672" y="11202"/>
                  <a:pt x="24752" y="11421"/>
                </a:cubicBezTo>
                <a:cubicBezTo>
                  <a:pt x="24831" y="11659"/>
                  <a:pt x="24851" y="11898"/>
                  <a:pt x="24891" y="12157"/>
                </a:cubicBezTo>
                <a:cubicBezTo>
                  <a:pt x="24931" y="12475"/>
                  <a:pt x="25030" y="12853"/>
                  <a:pt x="24970" y="13072"/>
                </a:cubicBezTo>
                <a:cubicBezTo>
                  <a:pt x="24871" y="13410"/>
                  <a:pt x="25070" y="13729"/>
                  <a:pt x="25130" y="14047"/>
                </a:cubicBezTo>
                <a:cubicBezTo>
                  <a:pt x="25189" y="14266"/>
                  <a:pt x="25150" y="14524"/>
                  <a:pt x="25150" y="14664"/>
                </a:cubicBezTo>
                <a:cubicBezTo>
                  <a:pt x="25150" y="14723"/>
                  <a:pt x="25209" y="14783"/>
                  <a:pt x="25209" y="14863"/>
                </a:cubicBezTo>
                <a:cubicBezTo>
                  <a:pt x="25209" y="14982"/>
                  <a:pt x="25229" y="15101"/>
                  <a:pt x="25229" y="15221"/>
                </a:cubicBezTo>
                <a:cubicBezTo>
                  <a:pt x="25249" y="15360"/>
                  <a:pt x="25309" y="15499"/>
                  <a:pt x="25249" y="15639"/>
                </a:cubicBezTo>
                <a:cubicBezTo>
                  <a:pt x="25269" y="15778"/>
                  <a:pt x="25408" y="15838"/>
                  <a:pt x="25428" y="15977"/>
                </a:cubicBezTo>
                <a:cubicBezTo>
                  <a:pt x="25309" y="16136"/>
                  <a:pt x="25468" y="16335"/>
                  <a:pt x="25468" y="16474"/>
                </a:cubicBezTo>
                <a:cubicBezTo>
                  <a:pt x="25468" y="16534"/>
                  <a:pt x="25408" y="16594"/>
                  <a:pt x="25408" y="16653"/>
                </a:cubicBezTo>
                <a:cubicBezTo>
                  <a:pt x="25428" y="16852"/>
                  <a:pt x="25488" y="17071"/>
                  <a:pt x="25488" y="17230"/>
                </a:cubicBezTo>
                <a:cubicBezTo>
                  <a:pt x="25488" y="17270"/>
                  <a:pt x="25428" y="17350"/>
                  <a:pt x="25428" y="17390"/>
                </a:cubicBezTo>
                <a:cubicBezTo>
                  <a:pt x="25408" y="17668"/>
                  <a:pt x="25428" y="17947"/>
                  <a:pt x="25388" y="18245"/>
                </a:cubicBezTo>
                <a:cubicBezTo>
                  <a:pt x="25368" y="18524"/>
                  <a:pt x="25329" y="18862"/>
                  <a:pt x="25249" y="19160"/>
                </a:cubicBezTo>
                <a:cubicBezTo>
                  <a:pt x="25150" y="19598"/>
                  <a:pt x="24970" y="19996"/>
                  <a:pt x="24851" y="20394"/>
                </a:cubicBezTo>
                <a:cubicBezTo>
                  <a:pt x="24851" y="20394"/>
                  <a:pt x="24771" y="20414"/>
                  <a:pt x="24752" y="20473"/>
                </a:cubicBezTo>
                <a:cubicBezTo>
                  <a:pt x="24712" y="20613"/>
                  <a:pt x="24712" y="20812"/>
                  <a:pt x="24652" y="20931"/>
                </a:cubicBezTo>
                <a:cubicBezTo>
                  <a:pt x="24592" y="21110"/>
                  <a:pt x="24433" y="21229"/>
                  <a:pt x="24453" y="21428"/>
                </a:cubicBezTo>
                <a:cubicBezTo>
                  <a:pt x="24354" y="21627"/>
                  <a:pt x="24155" y="21747"/>
                  <a:pt x="24075" y="21906"/>
                </a:cubicBezTo>
                <a:cubicBezTo>
                  <a:pt x="24035" y="21966"/>
                  <a:pt x="24055" y="22045"/>
                  <a:pt x="23996" y="22105"/>
                </a:cubicBezTo>
                <a:cubicBezTo>
                  <a:pt x="23916" y="22165"/>
                  <a:pt x="23836" y="22165"/>
                  <a:pt x="23757" y="22224"/>
                </a:cubicBezTo>
                <a:cubicBezTo>
                  <a:pt x="23578" y="22324"/>
                  <a:pt x="23518" y="22463"/>
                  <a:pt x="23419" y="22582"/>
                </a:cubicBezTo>
                <a:cubicBezTo>
                  <a:pt x="23339" y="22722"/>
                  <a:pt x="23200" y="22881"/>
                  <a:pt x="23040" y="23000"/>
                </a:cubicBezTo>
                <a:cubicBezTo>
                  <a:pt x="22643" y="23319"/>
                  <a:pt x="22105" y="23557"/>
                  <a:pt x="21747" y="23756"/>
                </a:cubicBezTo>
                <a:cubicBezTo>
                  <a:pt x="21688" y="23816"/>
                  <a:pt x="21648" y="23816"/>
                  <a:pt x="21568" y="23856"/>
                </a:cubicBezTo>
                <a:cubicBezTo>
                  <a:pt x="21409" y="23935"/>
                  <a:pt x="21270" y="24055"/>
                  <a:pt x="21130" y="24114"/>
                </a:cubicBezTo>
                <a:cubicBezTo>
                  <a:pt x="20772" y="24254"/>
                  <a:pt x="20414" y="24274"/>
                  <a:pt x="20096" y="24373"/>
                </a:cubicBezTo>
                <a:cubicBezTo>
                  <a:pt x="19897" y="24433"/>
                  <a:pt x="19718" y="24572"/>
                  <a:pt x="19519" y="24612"/>
                </a:cubicBezTo>
                <a:cubicBezTo>
                  <a:pt x="19280" y="24691"/>
                  <a:pt x="19021" y="24691"/>
                  <a:pt x="18803" y="24711"/>
                </a:cubicBezTo>
                <a:cubicBezTo>
                  <a:pt x="18743" y="24771"/>
                  <a:pt x="18624" y="24791"/>
                  <a:pt x="18584" y="24910"/>
                </a:cubicBezTo>
                <a:cubicBezTo>
                  <a:pt x="18504" y="24930"/>
                  <a:pt x="18484" y="24811"/>
                  <a:pt x="18405" y="24831"/>
                </a:cubicBezTo>
                <a:cubicBezTo>
                  <a:pt x="18405" y="24831"/>
                  <a:pt x="18345" y="24930"/>
                  <a:pt x="18345" y="24930"/>
                </a:cubicBezTo>
                <a:cubicBezTo>
                  <a:pt x="18305" y="24950"/>
                  <a:pt x="18246" y="24950"/>
                  <a:pt x="18206" y="24950"/>
                </a:cubicBezTo>
                <a:cubicBezTo>
                  <a:pt x="18007" y="24990"/>
                  <a:pt x="17768" y="24930"/>
                  <a:pt x="17629" y="25030"/>
                </a:cubicBezTo>
                <a:cubicBezTo>
                  <a:pt x="16912" y="25408"/>
                  <a:pt x="16077" y="25308"/>
                  <a:pt x="15420" y="25646"/>
                </a:cubicBezTo>
                <a:cubicBezTo>
                  <a:pt x="15042" y="25706"/>
                  <a:pt x="14425" y="25786"/>
                  <a:pt x="14067" y="26044"/>
                </a:cubicBezTo>
                <a:cubicBezTo>
                  <a:pt x="13709" y="25945"/>
                  <a:pt x="13351" y="26124"/>
                  <a:pt x="12993" y="26204"/>
                </a:cubicBezTo>
                <a:cubicBezTo>
                  <a:pt x="12774" y="26243"/>
                  <a:pt x="12555" y="26223"/>
                  <a:pt x="12336" y="26263"/>
                </a:cubicBezTo>
                <a:cubicBezTo>
                  <a:pt x="12297" y="26263"/>
                  <a:pt x="12177" y="26363"/>
                  <a:pt x="12157" y="26363"/>
                </a:cubicBezTo>
                <a:cubicBezTo>
                  <a:pt x="12137" y="26363"/>
                  <a:pt x="12137" y="26303"/>
                  <a:pt x="12098" y="26323"/>
                </a:cubicBezTo>
                <a:cubicBezTo>
                  <a:pt x="11978" y="26343"/>
                  <a:pt x="11899" y="26403"/>
                  <a:pt x="11779" y="26422"/>
                </a:cubicBezTo>
                <a:cubicBezTo>
                  <a:pt x="11620" y="26442"/>
                  <a:pt x="11441" y="26422"/>
                  <a:pt x="11282" y="26422"/>
                </a:cubicBezTo>
                <a:cubicBezTo>
                  <a:pt x="11083" y="26403"/>
                  <a:pt x="10904" y="26343"/>
                  <a:pt x="10725" y="26343"/>
                </a:cubicBezTo>
                <a:cubicBezTo>
                  <a:pt x="10347" y="26363"/>
                  <a:pt x="9949" y="26661"/>
                  <a:pt x="9571" y="26482"/>
                </a:cubicBezTo>
                <a:cubicBezTo>
                  <a:pt x="9412" y="26582"/>
                  <a:pt x="9292" y="26522"/>
                  <a:pt x="9173" y="26442"/>
                </a:cubicBezTo>
                <a:cubicBezTo>
                  <a:pt x="8874" y="26582"/>
                  <a:pt x="8576" y="26522"/>
                  <a:pt x="8297" y="26522"/>
                </a:cubicBezTo>
                <a:cubicBezTo>
                  <a:pt x="8118" y="26522"/>
                  <a:pt x="7979" y="26562"/>
                  <a:pt x="7820" y="26562"/>
                </a:cubicBezTo>
                <a:cubicBezTo>
                  <a:pt x="7661" y="26542"/>
                  <a:pt x="7621" y="26462"/>
                  <a:pt x="7502" y="26502"/>
                </a:cubicBezTo>
                <a:cubicBezTo>
                  <a:pt x="7362" y="26542"/>
                  <a:pt x="6885" y="26403"/>
                  <a:pt x="6765" y="26383"/>
                </a:cubicBezTo>
                <a:cubicBezTo>
                  <a:pt x="6686" y="26383"/>
                  <a:pt x="6626" y="26403"/>
                  <a:pt x="6586" y="26383"/>
                </a:cubicBezTo>
                <a:cubicBezTo>
                  <a:pt x="6566" y="26383"/>
                  <a:pt x="6566" y="26323"/>
                  <a:pt x="6566" y="26323"/>
                </a:cubicBezTo>
                <a:cubicBezTo>
                  <a:pt x="6328" y="26303"/>
                  <a:pt x="5890" y="26243"/>
                  <a:pt x="5790" y="26263"/>
                </a:cubicBezTo>
                <a:cubicBezTo>
                  <a:pt x="5651" y="26323"/>
                  <a:pt x="5512" y="26184"/>
                  <a:pt x="5412" y="26144"/>
                </a:cubicBezTo>
                <a:cubicBezTo>
                  <a:pt x="4935" y="25965"/>
                  <a:pt x="4636" y="25925"/>
                  <a:pt x="4219" y="25925"/>
                </a:cubicBezTo>
                <a:cubicBezTo>
                  <a:pt x="4119" y="25885"/>
                  <a:pt x="4079" y="25845"/>
                  <a:pt x="4040" y="25786"/>
                </a:cubicBezTo>
                <a:cubicBezTo>
                  <a:pt x="3980" y="25686"/>
                  <a:pt x="3841" y="25925"/>
                  <a:pt x="3861" y="25766"/>
                </a:cubicBezTo>
                <a:cubicBezTo>
                  <a:pt x="3662" y="25746"/>
                  <a:pt x="3642" y="25666"/>
                  <a:pt x="3443" y="25567"/>
                </a:cubicBezTo>
                <a:cubicBezTo>
                  <a:pt x="3343" y="25746"/>
                  <a:pt x="3204" y="25487"/>
                  <a:pt x="3204" y="25487"/>
                </a:cubicBezTo>
                <a:cubicBezTo>
                  <a:pt x="3144" y="25447"/>
                  <a:pt x="3085" y="25507"/>
                  <a:pt x="3065" y="25487"/>
                </a:cubicBezTo>
                <a:cubicBezTo>
                  <a:pt x="2905" y="25388"/>
                  <a:pt x="2806" y="25209"/>
                  <a:pt x="2647" y="25129"/>
                </a:cubicBezTo>
                <a:cubicBezTo>
                  <a:pt x="2527" y="25089"/>
                  <a:pt x="2408" y="25109"/>
                  <a:pt x="2269" y="25089"/>
                </a:cubicBezTo>
                <a:cubicBezTo>
                  <a:pt x="1931" y="25030"/>
                  <a:pt x="1493" y="24791"/>
                  <a:pt x="1075" y="24552"/>
                </a:cubicBezTo>
                <a:cubicBezTo>
                  <a:pt x="916" y="24691"/>
                  <a:pt x="1155" y="24751"/>
                  <a:pt x="1214" y="24831"/>
                </a:cubicBezTo>
                <a:cubicBezTo>
                  <a:pt x="1354" y="25010"/>
                  <a:pt x="1473" y="25109"/>
                  <a:pt x="1592" y="25169"/>
                </a:cubicBezTo>
                <a:cubicBezTo>
                  <a:pt x="1672" y="25189"/>
                  <a:pt x="1692" y="25288"/>
                  <a:pt x="1712" y="25308"/>
                </a:cubicBezTo>
                <a:cubicBezTo>
                  <a:pt x="2030" y="25567"/>
                  <a:pt x="2508" y="25865"/>
                  <a:pt x="2806" y="25945"/>
                </a:cubicBezTo>
                <a:cubicBezTo>
                  <a:pt x="3284" y="26104"/>
                  <a:pt x="3681" y="26343"/>
                  <a:pt x="4139" y="26522"/>
                </a:cubicBezTo>
                <a:cubicBezTo>
                  <a:pt x="4378" y="26601"/>
                  <a:pt x="4676" y="26701"/>
                  <a:pt x="4855" y="26721"/>
                </a:cubicBezTo>
                <a:cubicBezTo>
                  <a:pt x="4935" y="26741"/>
                  <a:pt x="4955" y="26820"/>
                  <a:pt x="4995" y="26840"/>
                </a:cubicBezTo>
                <a:cubicBezTo>
                  <a:pt x="5174" y="26900"/>
                  <a:pt x="5412" y="26940"/>
                  <a:pt x="5611" y="26980"/>
                </a:cubicBezTo>
                <a:cubicBezTo>
                  <a:pt x="5850" y="27039"/>
                  <a:pt x="6089" y="27099"/>
                  <a:pt x="6228" y="27119"/>
                </a:cubicBezTo>
                <a:cubicBezTo>
                  <a:pt x="6268" y="27119"/>
                  <a:pt x="6268" y="27178"/>
                  <a:pt x="6268" y="27178"/>
                </a:cubicBezTo>
                <a:cubicBezTo>
                  <a:pt x="6507" y="27258"/>
                  <a:pt x="6606" y="27159"/>
                  <a:pt x="6765" y="27198"/>
                </a:cubicBezTo>
                <a:cubicBezTo>
                  <a:pt x="6765" y="27198"/>
                  <a:pt x="6825" y="27258"/>
                  <a:pt x="6885" y="27278"/>
                </a:cubicBezTo>
                <a:cubicBezTo>
                  <a:pt x="6964" y="27298"/>
                  <a:pt x="7024" y="27258"/>
                  <a:pt x="7064" y="27258"/>
                </a:cubicBezTo>
                <a:cubicBezTo>
                  <a:pt x="7322" y="27298"/>
                  <a:pt x="7581" y="27397"/>
                  <a:pt x="7820" y="27417"/>
                </a:cubicBezTo>
                <a:cubicBezTo>
                  <a:pt x="8019" y="27417"/>
                  <a:pt x="8258" y="27338"/>
                  <a:pt x="8437" y="27358"/>
                </a:cubicBezTo>
                <a:cubicBezTo>
                  <a:pt x="8556" y="27358"/>
                  <a:pt x="8596" y="27417"/>
                  <a:pt x="8636" y="27437"/>
                </a:cubicBezTo>
                <a:cubicBezTo>
                  <a:pt x="8656" y="27437"/>
                  <a:pt x="8675" y="27377"/>
                  <a:pt x="8675" y="27377"/>
                </a:cubicBezTo>
                <a:cubicBezTo>
                  <a:pt x="9034" y="27417"/>
                  <a:pt x="9451" y="27457"/>
                  <a:pt x="9670" y="27497"/>
                </a:cubicBezTo>
                <a:cubicBezTo>
                  <a:pt x="9730" y="27497"/>
                  <a:pt x="9750" y="27457"/>
                  <a:pt x="9790" y="27457"/>
                </a:cubicBezTo>
                <a:cubicBezTo>
                  <a:pt x="10008" y="27417"/>
                  <a:pt x="10148" y="27437"/>
                  <a:pt x="10367" y="27437"/>
                </a:cubicBezTo>
                <a:cubicBezTo>
                  <a:pt x="10585" y="27437"/>
                  <a:pt x="10904" y="27377"/>
                  <a:pt x="11162" y="27358"/>
                </a:cubicBezTo>
                <a:cubicBezTo>
                  <a:pt x="11222" y="27358"/>
                  <a:pt x="11302" y="27377"/>
                  <a:pt x="11381" y="27377"/>
                </a:cubicBezTo>
                <a:cubicBezTo>
                  <a:pt x="12018" y="27318"/>
                  <a:pt x="12973" y="27318"/>
                  <a:pt x="13649" y="27178"/>
                </a:cubicBezTo>
                <a:cubicBezTo>
                  <a:pt x="14346" y="27039"/>
                  <a:pt x="14983" y="26860"/>
                  <a:pt x="15599" y="26741"/>
                </a:cubicBezTo>
                <a:cubicBezTo>
                  <a:pt x="15957" y="26661"/>
                  <a:pt x="16256" y="26562"/>
                  <a:pt x="16554" y="26502"/>
                </a:cubicBezTo>
                <a:cubicBezTo>
                  <a:pt x="16952" y="26422"/>
                  <a:pt x="17390" y="26442"/>
                  <a:pt x="17828" y="26323"/>
                </a:cubicBezTo>
                <a:cubicBezTo>
                  <a:pt x="17967" y="26283"/>
                  <a:pt x="18106" y="26223"/>
                  <a:pt x="18246" y="26164"/>
                </a:cubicBezTo>
                <a:cubicBezTo>
                  <a:pt x="18763" y="26005"/>
                  <a:pt x="19101" y="25905"/>
                  <a:pt x="19539" y="25806"/>
                </a:cubicBezTo>
                <a:lnTo>
                  <a:pt x="20116" y="25666"/>
                </a:lnTo>
                <a:cubicBezTo>
                  <a:pt x="20315" y="25607"/>
                  <a:pt x="20534" y="25547"/>
                  <a:pt x="20733" y="25487"/>
                </a:cubicBezTo>
                <a:cubicBezTo>
                  <a:pt x="21130" y="25348"/>
                  <a:pt x="21528" y="25209"/>
                  <a:pt x="21906" y="25030"/>
                </a:cubicBezTo>
                <a:cubicBezTo>
                  <a:pt x="22583" y="24751"/>
                  <a:pt x="23220" y="24333"/>
                  <a:pt x="23797" y="23856"/>
                </a:cubicBezTo>
                <a:cubicBezTo>
                  <a:pt x="24433" y="23279"/>
                  <a:pt x="25010" y="22602"/>
                  <a:pt x="25468" y="21866"/>
                </a:cubicBezTo>
                <a:cubicBezTo>
                  <a:pt x="26105" y="20891"/>
                  <a:pt x="26542" y="19697"/>
                  <a:pt x="26662" y="18563"/>
                </a:cubicBezTo>
                <a:cubicBezTo>
                  <a:pt x="26761" y="17608"/>
                  <a:pt x="26861" y="16474"/>
                  <a:pt x="26781" y="15479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20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1" name="Google Shape;1711;p20"/>
          <p:cNvGrpSpPr/>
          <p:nvPr/>
        </p:nvGrpSpPr>
        <p:grpSpPr>
          <a:xfrm rot="10800000">
            <a:off x="2935317" y="836886"/>
            <a:ext cx="1124259" cy="572702"/>
            <a:chOff x="2094425" y="748900"/>
            <a:chExt cx="887900" cy="452300"/>
          </a:xfrm>
        </p:grpSpPr>
        <p:sp>
          <p:nvSpPr>
            <p:cNvPr id="1712" name="Google Shape;1712;p20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20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20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0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6" name="Google Shape;1716;p20"/>
          <p:cNvSpPr/>
          <p:nvPr/>
        </p:nvSpPr>
        <p:spPr>
          <a:xfrm rot="-927999">
            <a:off x="5985728" y="786808"/>
            <a:ext cx="2597867" cy="2032208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7" name="Google Shape;1717;p20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718" name="Google Shape;1718;p20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9" name="Google Shape;1719;p20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720" name="Google Shape;1720;p20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721" name="Google Shape;1721;p20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722" name="Google Shape;1722;p20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723" name="Google Shape;1723;p20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724" name="Google Shape;1724;p20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725" name="Google Shape;1725;p20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726" name="Google Shape;1726;p20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727" name="Google Shape;1727;p20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728" name="Google Shape;1728;p20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729" name="Google Shape;1729;p20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730" name="Google Shape;1730;p20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731" name="Google Shape;1731;p20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732;p20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33" name="Google Shape;1733;p20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734" name="Google Shape;1734;p20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735" name="Google Shape;173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36" name="Google Shape;1736;p20"/>
          <p:cNvGrpSpPr/>
          <p:nvPr/>
        </p:nvGrpSpPr>
        <p:grpSpPr>
          <a:xfrm rot="2700000">
            <a:off x="6062347" y="4226475"/>
            <a:ext cx="328112" cy="377951"/>
            <a:chOff x="3150425" y="3024575"/>
            <a:chExt cx="130350" cy="150150"/>
          </a:xfrm>
        </p:grpSpPr>
        <p:sp>
          <p:nvSpPr>
            <p:cNvPr id="1737" name="Google Shape;1737;p20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0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0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0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0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0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20"/>
          <p:cNvSpPr txBox="1">
            <a:spLocks noGrp="1"/>
          </p:cNvSpPr>
          <p:nvPr>
            <p:ph type="subTitle" idx="1"/>
          </p:nvPr>
        </p:nvSpPr>
        <p:spPr>
          <a:xfrm>
            <a:off x="1224900" y="3063163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746" name="Google Shape;1746;p20"/>
          <p:cNvSpPr txBox="1">
            <a:spLocks noGrp="1"/>
          </p:cNvSpPr>
          <p:nvPr>
            <p:ph type="subTitle" idx="2"/>
          </p:nvPr>
        </p:nvSpPr>
        <p:spPr>
          <a:xfrm>
            <a:off x="1224900" y="3532963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47" name="Google Shape;1747;p20"/>
          <p:cNvSpPr txBox="1">
            <a:spLocks noGrp="1"/>
          </p:cNvSpPr>
          <p:nvPr>
            <p:ph type="subTitle" idx="3"/>
          </p:nvPr>
        </p:nvSpPr>
        <p:spPr>
          <a:xfrm>
            <a:off x="5851800" y="3063163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748" name="Google Shape;1748;p20"/>
          <p:cNvSpPr txBox="1">
            <a:spLocks noGrp="1"/>
          </p:cNvSpPr>
          <p:nvPr>
            <p:ph type="subTitle" idx="4"/>
          </p:nvPr>
        </p:nvSpPr>
        <p:spPr>
          <a:xfrm>
            <a:off x="5851800" y="3532963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49" name="Google Shape;1749;p20"/>
          <p:cNvSpPr txBox="1">
            <a:spLocks noGrp="1"/>
          </p:cNvSpPr>
          <p:nvPr>
            <p:ph type="subTitle" idx="5"/>
          </p:nvPr>
        </p:nvSpPr>
        <p:spPr>
          <a:xfrm>
            <a:off x="1224900" y="1549050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750" name="Google Shape;1750;p20"/>
          <p:cNvSpPr txBox="1">
            <a:spLocks noGrp="1"/>
          </p:cNvSpPr>
          <p:nvPr>
            <p:ph type="subTitle" idx="6"/>
          </p:nvPr>
        </p:nvSpPr>
        <p:spPr>
          <a:xfrm>
            <a:off x="1224900" y="2018850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51" name="Google Shape;1751;p20"/>
          <p:cNvSpPr txBox="1">
            <a:spLocks noGrp="1"/>
          </p:cNvSpPr>
          <p:nvPr>
            <p:ph type="subTitle" idx="7"/>
          </p:nvPr>
        </p:nvSpPr>
        <p:spPr>
          <a:xfrm>
            <a:off x="5851800" y="1549050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752" name="Google Shape;1752;p20"/>
          <p:cNvSpPr txBox="1">
            <a:spLocks noGrp="1"/>
          </p:cNvSpPr>
          <p:nvPr>
            <p:ph type="subTitle" idx="8"/>
          </p:nvPr>
        </p:nvSpPr>
        <p:spPr>
          <a:xfrm>
            <a:off x="5851800" y="2018850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5"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5" name="Google Shape;2445;p28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446" name="Google Shape;2446;p28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8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8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28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28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8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8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8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8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8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8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8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8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8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8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4" name="Google Shape;2504;p28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5" name="Google Shape;2505;p28"/>
          <p:cNvGrpSpPr/>
          <p:nvPr/>
        </p:nvGrpSpPr>
        <p:grpSpPr>
          <a:xfrm rot="-5400000">
            <a:off x="7598805" y="823914"/>
            <a:ext cx="368499" cy="424474"/>
            <a:chOff x="3150425" y="3024575"/>
            <a:chExt cx="130350" cy="150150"/>
          </a:xfrm>
        </p:grpSpPr>
        <p:sp>
          <p:nvSpPr>
            <p:cNvPr id="2506" name="Google Shape;2506;p28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8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8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8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8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8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8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8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8"/>
          <p:cNvGrpSpPr/>
          <p:nvPr/>
        </p:nvGrpSpPr>
        <p:grpSpPr>
          <a:xfrm rot="9715366" flipH="1">
            <a:off x="8134543" y="833393"/>
            <a:ext cx="578893" cy="989541"/>
            <a:chOff x="478350" y="474400"/>
            <a:chExt cx="344250" cy="588450"/>
          </a:xfrm>
        </p:grpSpPr>
        <p:sp>
          <p:nvSpPr>
            <p:cNvPr id="2515" name="Google Shape;2515;p28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8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28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2518" name="Google Shape;2518;p28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9" name="Google Shape;2519;p28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2520" name="Google Shape;2520;p28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2522" name="Google Shape;2522;p28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2523" name="Google Shape;2523;p28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2524" name="Google Shape;2524;p28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525" name="Google Shape;2525;p28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526" name="Google Shape;2526;p28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2527" name="Google Shape;2527;p28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528" name="Google Shape;2528;p28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529" name="Google Shape;2529;p28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2530" name="Google Shape;2530;p28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2531" name="Google Shape;2531;p28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28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33" name="Google Shape;2533;p28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2534" name="Google Shape;2534;p28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2535" name="Google Shape;2535;p28"/>
          <p:cNvGrpSpPr/>
          <p:nvPr/>
        </p:nvGrpSpPr>
        <p:grpSpPr>
          <a:xfrm>
            <a:off x="5622860" y="4267818"/>
            <a:ext cx="971096" cy="494681"/>
            <a:chOff x="2094425" y="748900"/>
            <a:chExt cx="887900" cy="452300"/>
          </a:xfrm>
        </p:grpSpPr>
        <p:sp>
          <p:nvSpPr>
            <p:cNvPr id="2536" name="Google Shape;2536;p28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0" name="Google Shape;2540;p28"/>
          <p:cNvSpPr/>
          <p:nvPr/>
        </p:nvSpPr>
        <p:spPr>
          <a:xfrm>
            <a:off x="720000" y="4202949"/>
            <a:ext cx="393256" cy="46695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1" name="Google Shape;2541;p28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5_1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3" name="Google Shape;2543;p2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544" name="Google Shape;2544;p2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" name="Google Shape;2602;p2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603" name="Google Shape;2603;p2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1" name="Google Shape;2661;p2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2" name="Google Shape;2662;p29"/>
          <p:cNvSpPr/>
          <p:nvPr/>
        </p:nvSpPr>
        <p:spPr>
          <a:xfrm>
            <a:off x="5975076" y="4136476"/>
            <a:ext cx="2588600" cy="644575"/>
          </a:xfrm>
          <a:custGeom>
            <a:avLst/>
            <a:gdLst/>
            <a:ahLst/>
            <a:cxnLst/>
            <a:rect l="l" t="t" r="r" b="b"/>
            <a:pathLst>
              <a:path w="103544" h="25783" extrusionOk="0">
                <a:moveTo>
                  <a:pt x="5928" y="25504"/>
                </a:moveTo>
                <a:cubicBezTo>
                  <a:pt x="19744" y="26038"/>
                  <a:pt x="75739" y="25735"/>
                  <a:pt x="91923" y="25183"/>
                </a:cubicBezTo>
                <a:cubicBezTo>
                  <a:pt x="108107" y="24631"/>
                  <a:pt x="101894" y="26323"/>
                  <a:pt x="103033" y="22192"/>
                </a:cubicBezTo>
                <a:cubicBezTo>
                  <a:pt x="104173" y="18061"/>
                  <a:pt x="103674" y="2660"/>
                  <a:pt x="98760" y="399"/>
                </a:cubicBezTo>
                <a:cubicBezTo>
                  <a:pt x="93846" y="-1862"/>
                  <a:pt x="79638" y="6115"/>
                  <a:pt x="73549" y="8625"/>
                </a:cubicBezTo>
                <a:cubicBezTo>
                  <a:pt x="67460" y="11136"/>
                  <a:pt x="68458" y="14981"/>
                  <a:pt x="62226" y="15462"/>
                </a:cubicBezTo>
                <a:cubicBezTo>
                  <a:pt x="55995" y="15943"/>
                  <a:pt x="42944" y="10833"/>
                  <a:pt x="36160" y="11509"/>
                </a:cubicBezTo>
                <a:cubicBezTo>
                  <a:pt x="29377" y="12186"/>
                  <a:pt x="26047" y="17776"/>
                  <a:pt x="21525" y="19521"/>
                </a:cubicBezTo>
                <a:cubicBezTo>
                  <a:pt x="17003" y="21266"/>
                  <a:pt x="11626" y="20981"/>
                  <a:pt x="9026" y="21978"/>
                </a:cubicBezTo>
                <a:cubicBezTo>
                  <a:pt x="6427" y="22975"/>
                  <a:pt x="-7888" y="24970"/>
                  <a:pt x="5928" y="255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2663" name="Google Shape;2663;p29"/>
          <p:cNvGrpSpPr/>
          <p:nvPr/>
        </p:nvGrpSpPr>
        <p:grpSpPr>
          <a:xfrm>
            <a:off x="584625" y="540000"/>
            <a:ext cx="1265537" cy="1405864"/>
            <a:chOff x="600600" y="540000"/>
            <a:chExt cx="1265537" cy="1405864"/>
          </a:xfrm>
        </p:grpSpPr>
        <p:sp>
          <p:nvSpPr>
            <p:cNvPr id="2664" name="Google Shape;2664;p29"/>
            <p:cNvSpPr/>
            <p:nvPr/>
          </p:nvSpPr>
          <p:spPr>
            <a:xfrm>
              <a:off x="702549" y="636668"/>
              <a:ext cx="1059313" cy="130919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9"/>
            <p:cNvSpPr/>
            <p:nvPr/>
          </p:nvSpPr>
          <p:spPr>
            <a:xfrm>
              <a:off x="600600" y="540000"/>
              <a:ext cx="1034250" cy="128799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9"/>
            <p:cNvSpPr/>
            <p:nvPr/>
          </p:nvSpPr>
          <p:spPr>
            <a:xfrm>
              <a:off x="946406" y="780744"/>
              <a:ext cx="919732" cy="1073381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7" name="Google Shape;2667;p29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2668" name="Google Shape;2668;p29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9" name="Google Shape;2669;p29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2670" name="Google Shape;2670;p2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2671" name="Google Shape;2671;p2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2672" name="Google Shape;2672;p2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2673" name="Google Shape;2673;p2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2674" name="Google Shape;2674;p2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675" name="Google Shape;2675;p2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676" name="Google Shape;2676;p2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2677" name="Google Shape;2677;p2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678" name="Google Shape;2678;p2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679" name="Google Shape;2679;p29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2680" name="Google Shape;2680;p2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2681" name="Google Shape;2681;p2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2" name="Google Shape;2682;p2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83" name="Google Shape;2683;p2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2684" name="Google Shape;2684;p2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2685" name="Google Shape;2685;p29"/>
          <p:cNvSpPr/>
          <p:nvPr/>
        </p:nvSpPr>
        <p:spPr>
          <a:xfrm>
            <a:off x="7499500" y="4196474"/>
            <a:ext cx="540148" cy="434668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6" name="Google Shape;2686;p2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aegu"/>
              <a:buNone/>
              <a:defRPr sz="3000" b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74" r:id="rId18"/>
    <p:sldLayoutId id="2147483675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YJkMpn1MHbrar8TbxpugG4uJzDlsd1wzTReC6jqfgM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34"/>
          <p:cNvSpPr/>
          <p:nvPr/>
        </p:nvSpPr>
        <p:spPr>
          <a:xfrm rot="3599982">
            <a:off x="6531639" y="-461262"/>
            <a:ext cx="7613" cy="10468"/>
          </a:xfrm>
          <a:custGeom>
            <a:avLst/>
            <a:gdLst/>
            <a:ahLst/>
            <a:cxnLst/>
            <a:rect l="l" t="t" r="r" b="b"/>
            <a:pathLst>
              <a:path w="160" h="220" extrusionOk="0">
                <a:moveTo>
                  <a:pt x="160" y="0"/>
                </a:moveTo>
                <a:lnTo>
                  <a:pt x="160" y="0"/>
                </a:lnTo>
                <a:cubicBezTo>
                  <a:pt x="0" y="219"/>
                  <a:pt x="120" y="160"/>
                  <a:pt x="140" y="219"/>
                </a:cubicBezTo>
                <a:lnTo>
                  <a:pt x="1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0" name="Google Shape;2700;p34"/>
          <p:cNvSpPr/>
          <p:nvPr/>
        </p:nvSpPr>
        <p:spPr>
          <a:xfrm rot="3599982">
            <a:off x="6759282" y="-286817"/>
            <a:ext cx="1951" cy="999"/>
          </a:xfrm>
          <a:custGeom>
            <a:avLst/>
            <a:gdLst/>
            <a:ahLst/>
            <a:cxnLst/>
            <a:rect l="l" t="t" r="r" b="b"/>
            <a:pathLst>
              <a:path w="41" h="21" extrusionOk="0">
                <a:moveTo>
                  <a:pt x="1" y="1"/>
                </a:moveTo>
                <a:cubicBezTo>
                  <a:pt x="1" y="1"/>
                  <a:pt x="1" y="21"/>
                  <a:pt x="1" y="21"/>
                </a:cubicBezTo>
                <a:cubicBezTo>
                  <a:pt x="41" y="1"/>
                  <a:pt x="4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1" name="Google Shape;2701;p34"/>
          <p:cNvSpPr/>
          <p:nvPr/>
        </p:nvSpPr>
        <p:spPr>
          <a:xfrm rot="3599982">
            <a:off x="6992440" y="-378235"/>
            <a:ext cx="3045" cy="4901"/>
          </a:xfrm>
          <a:custGeom>
            <a:avLst/>
            <a:gdLst/>
            <a:ahLst/>
            <a:cxnLst/>
            <a:rect l="l" t="t" r="r" b="b"/>
            <a:pathLst>
              <a:path w="64" h="103" extrusionOk="0">
                <a:moveTo>
                  <a:pt x="60" y="1"/>
                </a:moveTo>
                <a:cubicBezTo>
                  <a:pt x="56" y="1"/>
                  <a:pt x="35" y="45"/>
                  <a:pt x="1" y="103"/>
                </a:cubicBezTo>
                <a:cubicBezTo>
                  <a:pt x="20" y="83"/>
                  <a:pt x="20" y="83"/>
                  <a:pt x="40" y="83"/>
                </a:cubicBezTo>
                <a:cubicBezTo>
                  <a:pt x="57" y="24"/>
                  <a:pt x="63" y="1"/>
                  <a:pt x="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" name="Google Shape;2702;p34"/>
          <p:cNvSpPr/>
          <p:nvPr/>
        </p:nvSpPr>
        <p:spPr>
          <a:xfrm rot="3599982">
            <a:off x="6845545" y="-416022"/>
            <a:ext cx="999" cy="1903"/>
          </a:xfrm>
          <a:custGeom>
            <a:avLst/>
            <a:gdLst/>
            <a:ahLst/>
            <a:cxnLst/>
            <a:rect l="l" t="t" r="r" b="b"/>
            <a:pathLst>
              <a:path w="21" h="40" extrusionOk="0">
                <a:moveTo>
                  <a:pt x="20" y="0"/>
                </a:moveTo>
                <a:lnTo>
                  <a:pt x="20" y="0"/>
                </a:lnTo>
                <a:cubicBezTo>
                  <a:pt x="20" y="20"/>
                  <a:pt x="0" y="40"/>
                  <a:pt x="0" y="40"/>
                </a:cubicBezTo>
                <a:cubicBezTo>
                  <a:pt x="20" y="20"/>
                  <a:pt x="20" y="20"/>
                  <a:pt x="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3" name="Google Shape;2703;p34"/>
          <p:cNvSpPr/>
          <p:nvPr/>
        </p:nvSpPr>
        <p:spPr>
          <a:xfrm rot="3599982">
            <a:off x="6531676" y="-450822"/>
            <a:ext cx="999" cy="999"/>
          </a:xfrm>
          <a:custGeom>
            <a:avLst/>
            <a:gdLst/>
            <a:ahLst/>
            <a:cxnLst/>
            <a:rect l="l" t="t" r="r" b="b"/>
            <a:pathLst>
              <a:path w="21" h="21" extrusionOk="0">
                <a:moveTo>
                  <a:pt x="1" y="0"/>
                </a:moveTo>
                <a:lnTo>
                  <a:pt x="1" y="20"/>
                </a:lnTo>
                <a:lnTo>
                  <a:pt x="21" y="20"/>
                </a:lnTo>
                <a:cubicBezTo>
                  <a:pt x="21" y="0"/>
                  <a:pt x="21" y="0"/>
                  <a:pt x="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4" name="Google Shape;2704;p34"/>
          <p:cNvSpPr/>
          <p:nvPr/>
        </p:nvSpPr>
        <p:spPr>
          <a:xfrm rot="3599982">
            <a:off x="6660619" y="-281384"/>
            <a:ext cx="8564" cy="5139"/>
          </a:xfrm>
          <a:custGeom>
            <a:avLst/>
            <a:gdLst/>
            <a:ahLst/>
            <a:cxnLst/>
            <a:rect l="l" t="t" r="r" b="b"/>
            <a:pathLst>
              <a:path w="180" h="108" extrusionOk="0">
                <a:moveTo>
                  <a:pt x="180" y="1"/>
                </a:moveTo>
                <a:lnTo>
                  <a:pt x="180" y="1"/>
                </a:lnTo>
                <a:cubicBezTo>
                  <a:pt x="100" y="60"/>
                  <a:pt x="40" y="80"/>
                  <a:pt x="1" y="100"/>
                </a:cubicBezTo>
                <a:cubicBezTo>
                  <a:pt x="5" y="105"/>
                  <a:pt x="12" y="107"/>
                  <a:pt x="20" y="107"/>
                </a:cubicBezTo>
                <a:cubicBezTo>
                  <a:pt x="49" y="107"/>
                  <a:pt x="103" y="78"/>
                  <a:pt x="1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5" name="Google Shape;2705;p34"/>
          <p:cNvSpPr/>
          <p:nvPr/>
        </p:nvSpPr>
        <p:spPr>
          <a:xfrm rot="3599982">
            <a:off x="7112092" y="-234514"/>
            <a:ext cx="11419" cy="10468"/>
          </a:xfrm>
          <a:custGeom>
            <a:avLst/>
            <a:gdLst/>
            <a:ahLst/>
            <a:cxnLst/>
            <a:rect l="l" t="t" r="r" b="b"/>
            <a:pathLst>
              <a:path w="240" h="220" extrusionOk="0">
                <a:moveTo>
                  <a:pt x="239" y="0"/>
                </a:moveTo>
                <a:lnTo>
                  <a:pt x="159" y="60"/>
                </a:lnTo>
                <a:lnTo>
                  <a:pt x="0" y="219"/>
                </a:lnTo>
                <a:lnTo>
                  <a:pt x="0" y="219"/>
                </a:lnTo>
                <a:lnTo>
                  <a:pt x="2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6" name="Google Shape;2706;p34"/>
          <p:cNvSpPr/>
          <p:nvPr/>
        </p:nvSpPr>
        <p:spPr>
          <a:xfrm rot="3599982">
            <a:off x="6942150" y="-252139"/>
            <a:ext cx="8564" cy="8564"/>
          </a:xfrm>
          <a:custGeom>
            <a:avLst/>
            <a:gdLst/>
            <a:ahLst/>
            <a:cxnLst/>
            <a:rect l="l" t="t" r="r" b="b"/>
            <a:pathLst>
              <a:path w="180" h="180" extrusionOk="0">
                <a:moveTo>
                  <a:pt x="179" y="1"/>
                </a:moveTo>
                <a:lnTo>
                  <a:pt x="179" y="1"/>
                </a:lnTo>
                <a:cubicBezTo>
                  <a:pt x="100" y="61"/>
                  <a:pt x="60" y="61"/>
                  <a:pt x="0" y="61"/>
                </a:cubicBezTo>
                <a:lnTo>
                  <a:pt x="120" y="180"/>
                </a:lnTo>
                <a:lnTo>
                  <a:pt x="1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7" name="Google Shape;2707;p34"/>
          <p:cNvSpPr/>
          <p:nvPr/>
        </p:nvSpPr>
        <p:spPr>
          <a:xfrm rot="3599982">
            <a:off x="6892432" y="-257988"/>
            <a:ext cx="12133" cy="17319"/>
          </a:xfrm>
          <a:custGeom>
            <a:avLst/>
            <a:gdLst/>
            <a:ahLst/>
            <a:cxnLst/>
            <a:rect l="l" t="t" r="r" b="b"/>
            <a:pathLst>
              <a:path w="255" h="364" extrusionOk="0">
                <a:moveTo>
                  <a:pt x="222" y="0"/>
                </a:moveTo>
                <a:cubicBezTo>
                  <a:pt x="210" y="0"/>
                  <a:pt x="177" y="25"/>
                  <a:pt x="111" y="91"/>
                </a:cubicBezTo>
                <a:cubicBezTo>
                  <a:pt x="125" y="133"/>
                  <a:pt x="1" y="363"/>
                  <a:pt x="23" y="363"/>
                </a:cubicBezTo>
                <a:cubicBezTo>
                  <a:pt x="33" y="363"/>
                  <a:pt x="68" y="323"/>
                  <a:pt x="150" y="211"/>
                </a:cubicBezTo>
                <a:cubicBezTo>
                  <a:pt x="150" y="168"/>
                  <a:pt x="254" y="0"/>
                  <a:pt x="2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8" name="Google Shape;2708;p34"/>
          <p:cNvSpPr/>
          <p:nvPr/>
        </p:nvSpPr>
        <p:spPr>
          <a:xfrm rot="3599982">
            <a:off x="6412561" y="-475900"/>
            <a:ext cx="15178" cy="13275"/>
          </a:xfrm>
          <a:custGeom>
            <a:avLst/>
            <a:gdLst/>
            <a:ahLst/>
            <a:cxnLst/>
            <a:rect l="l" t="t" r="r" b="b"/>
            <a:pathLst>
              <a:path w="319" h="279" extrusionOk="0">
                <a:moveTo>
                  <a:pt x="160" y="0"/>
                </a:moveTo>
                <a:cubicBezTo>
                  <a:pt x="100" y="80"/>
                  <a:pt x="40" y="199"/>
                  <a:pt x="0" y="279"/>
                </a:cubicBezTo>
                <a:cubicBezTo>
                  <a:pt x="140" y="100"/>
                  <a:pt x="319" y="80"/>
                  <a:pt x="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9" name="Google Shape;2709;p34"/>
          <p:cNvSpPr/>
          <p:nvPr/>
        </p:nvSpPr>
        <p:spPr>
          <a:xfrm rot="3599982">
            <a:off x="6476240" y="-484414"/>
            <a:ext cx="999" cy="999"/>
          </a:xfrm>
          <a:custGeom>
            <a:avLst/>
            <a:gdLst/>
            <a:ahLst/>
            <a:cxnLst/>
            <a:rect l="l" t="t" r="r" b="b"/>
            <a:pathLst>
              <a:path w="21" h="21" extrusionOk="0">
                <a:moveTo>
                  <a:pt x="1" y="1"/>
                </a:moveTo>
                <a:lnTo>
                  <a:pt x="1" y="21"/>
                </a:lnTo>
                <a:lnTo>
                  <a:pt x="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34"/>
          <p:cNvSpPr/>
          <p:nvPr/>
        </p:nvSpPr>
        <p:spPr>
          <a:xfrm rot="3599982">
            <a:off x="6416406" y="-490678"/>
            <a:ext cx="9516" cy="6661"/>
          </a:xfrm>
          <a:custGeom>
            <a:avLst/>
            <a:gdLst/>
            <a:ahLst/>
            <a:cxnLst/>
            <a:rect l="l" t="t" r="r" b="b"/>
            <a:pathLst>
              <a:path w="200" h="140" extrusionOk="0">
                <a:moveTo>
                  <a:pt x="200" y="0"/>
                </a:moveTo>
                <a:lnTo>
                  <a:pt x="200" y="0"/>
                </a:lnTo>
                <a:cubicBezTo>
                  <a:pt x="140" y="40"/>
                  <a:pt x="80" y="80"/>
                  <a:pt x="1" y="139"/>
                </a:cubicBezTo>
                <a:cubicBezTo>
                  <a:pt x="80" y="100"/>
                  <a:pt x="200" y="20"/>
                  <a:pt x="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34"/>
          <p:cNvSpPr/>
          <p:nvPr/>
        </p:nvSpPr>
        <p:spPr>
          <a:xfrm rot="3599982">
            <a:off x="6449170" y="-499092"/>
            <a:ext cx="21791" cy="25598"/>
          </a:xfrm>
          <a:custGeom>
            <a:avLst/>
            <a:gdLst/>
            <a:ahLst/>
            <a:cxnLst/>
            <a:rect l="l" t="t" r="r" b="b"/>
            <a:pathLst>
              <a:path w="458" h="538" extrusionOk="0">
                <a:moveTo>
                  <a:pt x="438" y="1"/>
                </a:moveTo>
                <a:lnTo>
                  <a:pt x="60" y="478"/>
                </a:lnTo>
                <a:lnTo>
                  <a:pt x="80" y="419"/>
                </a:lnTo>
                <a:lnTo>
                  <a:pt x="0" y="538"/>
                </a:lnTo>
                <a:cubicBezTo>
                  <a:pt x="100" y="438"/>
                  <a:pt x="199" y="379"/>
                  <a:pt x="378" y="279"/>
                </a:cubicBezTo>
                <a:cubicBezTo>
                  <a:pt x="458" y="80"/>
                  <a:pt x="458" y="41"/>
                  <a:pt x="4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2" name="Google Shape;2712;p34"/>
          <p:cNvSpPr/>
          <p:nvPr/>
        </p:nvSpPr>
        <p:spPr>
          <a:xfrm rot="3599982">
            <a:off x="6405738" y="-511171"/>
            <a:ext cx="31307" cy="33211"/>
          </a:xfrm>
          <a:custGeom>
            <a:avLst/>
            <a:gdLst/>
            <a:ahLst/>
            <a:cxnLst/>
            <a:rect l="l" t="t" r="r" b="b"/>
            <a:pathLst>
              <a:path w="658" h="698" extrusionOk="0">
                <a:moveTo>
                  <a:pt x="657" y="1"/>
                </a:moveTo>
                <a:lnTo>
                  <a:pt x="657" y="1"/>
                </a:lnTo>
                <a:cubicBezTo>
                  <a:pt x="578" y="81"/>
                  <a:pt x="478" y="200"/>
                  <a:pt x="319" y="439"/>
                </a:cubicBezTo>
                <a:cubicBezTo>
                  <a:pt x="357" y="401"/>
                  <a:pt x="375" y="387"/>
                  <a:pt x="381" y="387"/>
                </a:cubicBezTo>
                <a:cubicBezTo>
                  <a:pt x="394" y="387"/>
                  <a:pt x="353" y="451"/>
                  <a:pt x="339" y="478"/>
                </a:cubicBezTo>
                <a:cubicBezTo>
                  <a:pt x="339" y="478"/>
                  <a:pt x="319" y="459"/>
                  <a:pt x="319" y="439"/>
                </a:cubicBezTo>
                <a:cubicBezTo>
                  <a:pt x="302" y="300"/>
                  <a:pt x="405" y="86"/>
                  <a:pt x="287" y="86"/>
                </a:cubicBezTo>
                <a:cubicBezTo>
                  <a:pt x="270" y="86"/>
                  <a:pt x="248" y="90"/>
                  <a:pt x="220" y="100"/>
                </a:cubicBezTo>
                <a:cubicBezTo>
                  <a:pt x="1" y="379"/>
                  <a:pt x="140" y="359"/>
                  <a:pt x="60" y="558"/>
                </a:cubicBezTo>
                <a:cubicBezTo>
                  <a:pt x="153" y="419"/>
                  <a:pt x="187" y="374"/>
                  <a:pt x="195" y="374"/>
                </a:cubicBezTo>
                <a:cubicBezTo>
                  <a:pt x="210" y="374"/>
                  <a:pt x="147" y="512"/>
                  <a:pt x="192" y="512"/>
                </a:cubicBezTo>
                <a:cubicBezTo>
                  <a:pt x="209" y="512"/>
                  <a:pt x="241" y="493"/>
                  <a:pt x="299" y="439"/>
                </a:cubicBezTo>
                <a:lnTo>
                  <a:pt x="299" y="439"/>
                </a:lnTo>
                <a:cubicBezTo>
                  <a:pt x="259" y="538"/>
                  <a:pt x="200" y="618"/>
                  <a:pt x="140" y="697"/>
                </a:cubicBezTo>
                <a:cubicBezTo>
                  <a:pt x="220" y="618"/>
                  <a:pt x="299" y="558"/>
                  <a:pt x="359" y="498"/>
                </a:cubicBezTo>
                <a:lnTo>
                  <a:pt x="65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3" name="Google Shape;2713;p34"/>
          <p:cNvSpPr/>
          <p:nvPr/>
        </p:nvSpPr>
        <p:spPr>
          <a:xfrm rot="3599982">
            <a:off x="6480543" y="-487433"/>
            <a:ext cx="4758" cy="15225"/>
          </a:xfrm>
          <a:custGeom>
            <a:avLst/>
            <a:gdLst/>
            <a:ahLst/>
            <a:cxnLst/>
            <a:rect l="l" t="t" r="r" b="b"/>
            <a:pathLst>
              <a:path w="100" h="320" extrusionOk="0">
                <a:moveTo>
                  <a:pt x="100" y="1"/>
                </a:moveTo>
                <a:lnTo>
                  <a:pt x="0" y="200"/>
                </a:lnTo>
                <a:lnTo>
                  <a:pt x="60" y="319"/>
                </a:lnTo>
                <a:lnTo>
                  <a:pt x="10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4" name="Google Shape;2714;p34"/>
          <p:cNvSpPr/>
          <p:nvPr/>
        </p:nvSpPr>
        <p:spPr>
          <a:xfrm rot="3599982">
            <a:off x="6508541" y="-479224"/>
            <a:ext cx="5710" cy="8564"/>
          </a:xfrm>
          <a:custGeom>
            <a:avLst/>
            <a:gdLst/>
            <a:ahLst/>
            <a:cxnLst/>
            <a:rect l="l" t="t" r="r" b="b"/>
            <a:pathLst>
              <a:path w="120" h="180" extrusionOk="0">
                <a:moveTo>
                  <a:pt x="120" y="0"/>
                </a:moveTo>
                <a:lnTo>
                  <a:pt x="1" y="100"/>
                </a:lnTo>
                <a:lnTo>
                  <a:pt x="80" y="179"/>
                </a:lnTo>
                <a:lnTo>
                  <a:pt x="12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5" name="Google Shape;2715;p34"/>
          <p:cNvSpPr/>
          <p:nvPr/>
        </p:nvSpPr>
        <p:spPr>
          <a:xfrm rot="3599982">
            <a:off x="6817266" y="-440356"/>
            <a:ext cx="18033" cy="14274"/>
          </a:xfrm>
          <a:custGeom>
            <a:avLst/>
            <a:gdLst/>
            <a:ahLst/>
            <a:cxnLst/>
            <a:rect l="l" t="t" r="r" b="b"/>
            <a:pathLst>
              <a:path w="379" h="300" extrusionOk="0">
                <a:moveTo>
                  <a:pt x="379" y="1"/>
                </a:moveTo>
                <a:lnTo>
                  <a:pt x="379" y="1"/>
                </a:lnTo>
                <a:cubicBezTo>
                  <a:pt x="200" y="120"/>
                  <a:pt x="1" y="200"/>
                  <a:pt x="41" y="299"/>
                </a:cubicBezTo>
                <a:cubicBezTo>
                  <a:pt x="200" y="200"/>
                  <a:pt x="299" y="81"/>
                  <a:pt x="37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6" name="Google Shape;2716;p34"/>
          <p:cNvSpPr/>
          <p:nvPr/>
        </p:nvSpPr>
        <p:spPr>
          <a:xfrm rot="3599982">
            <a:off x="6841712" y="-437320"/>
            <a:ext cx="15225" cy="19888"/>
          </a:xfrm>
          <a:custGeom>
            <a:avLst/>
            <a:gdLst/>
            <a:ahLst/>
            <a:cxnLst/>
            <a:rect l="l" t="t" r="r" b="b"/>
            <a:pathLst>
              <a:path w="320" h="418" extrusionOk="0">
                <a:moveTo>
                  <a:pt x="319" y="0"/>
                </a:moveTo>
                <a:cubicBezTo>
                  <a:pt x="299" y="20"/>
                  <a:pt x="280" y="40"/>
                  <a:pt x="240" y="60"/>
                </a:cubicBezTo>
                <a:cubicBezTo>
                  <a:pt x="180" y="179"/>
                  <a:pt x="100" y="299"/>
                  <a:pt x="1" y="418"/>
                </a:cubicBezTo>
                <a:cubicBezTo>
                  <a:pt x="140" y="318"/>
                  <a:pt x="280" y="199"/>
                  <a:pt x="31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7" name="Google Shape;2717;p34"/>
          <p:cNvSpPr/>
          <p:nvPr/>
        </p:nvSpPr>
        <p:spPr>
          <a:xfrm rot="3599982">
            <a:off x="6627397" y="-459563"/>
            <a:ext cx="1808" cy="2807"/>
          </a:xfrm>
          <a:custGeom>
            <a:avLst/>
            <a:gdLst/>
            <a:ahLst/>
            <a:cxnLst/>
            <a:rect l="l" t="t" r="r" b="b"/>
            <a:pathLst>
              <a:path w="38" h="59" extrusionOk="0">
                <a:moveTo>
                  <a:pt x="37" y="1"/>
                </a:moveTo>
                <a:cubicBezTo>
                  <a:pt x="8" y="44"/>
                  <a:pt x="0" y="59"/>
                  <a:pt x="2" y="59"/>
                </a:cubicBezTo>
                <a:cubicBezTo>
                  <a:pt x="5" y="59"/>
                  <a:pt x="37" y="14"/>
                  <a:pt x="3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34"/>
          <p:cNvSpPr/>
          <p:nvPr/>
        </p:nvSpPr>
        <p:spPr>
          <a:xfrm rot="3599982">
            <a:off x="6603706" y="-486395"/>
            <a:ext cx="48" cy="3806"/>
          </a:xfrm>
          <a:custGeom>
            <a:avLst/>
            <a:gdLst/>
            <a:ahLst/>
            <a:cxnLst/>
            <a:rect l="l" t="t" r="r" b="b"/>
            <a:pathLst>
              <a:path w="1" h="80" extrusionOk="0">
                <a:moveTo>
                  <a:pt x="0" y="80"/>
                </a:moveTo>
                <a:cubicBezTo>
                  <a:pt x="0" y="40"/>
                  <a:pt x="0" y="20"/>
                  <a:pt x="0" y="0"/>
                </a:cubicBezTo>
                <a:cubicBezTo>
                  <a:pt x="0" y="20"/>
                  <a:pt x="0" y="60"/>
                  <a:pt x="0" y="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9" name="Google Shape;2719;p34"/>
          <p:cNvSpPr/>
          <p:nvPr/>
        </p:nvSpPr>
        <p:spPr>
          <a:xfrm rot="3599982">
            <a:off x="6621556" y="-462533"/>
            <a:ext cx="6709" cy="4806"/>
          </a:xfrm>
          <a:custGeom>
            <a:avLst/>
            <a:gdLst/>
            <a:ahLst/>
            <a:cxnLst/>
            <a:rect l="l" t="t" r="r" b="b"/>
            <a:pathLst>
              <a:path w="141" h="101" extrusionOk="0">
                <a:moveTo>
                  <a:pt x="140" y="1"/>
                </a:moveTo>
                <a:cubicBezTo>
                  <a:pt x="100" y="1"/>
                  <a:pt x="61" y="41"/>
                  <a:pt x="1" y="100"/>
                </a:cubicBezTo>
                <a:cubicBezTo>
                  <a:pt x="41" y="80"/>
                  <a:pt x="81" y="41"/>
                  <a:pt x="1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0" name="Google Shape;2720;p34"/>
          <p:cNvSpPr/>
          <p:nvPr/>
        </p:nvSpPr>
        <p:spPr>
          <a:xfrm rot="3599982">
            <a:off x="6616926" y="-461694"/>
            <a:ext cx="3806" cy="4710"/>
          </a:xfrm>
          <a:custGeom>
            <a:avLst/>
            <a:gdLst/>
            <a:ahLst/>
            <a:cxnLst/>
            <a:rect l="l" t="t" r="r" b="b"/>
            <a:pathLst>
              <a:path w="80" h="99" extrusionOk="0">
                <a:moveTo>
                  <a:pt x="80" y="0"/>
                </a:moveTo>
                <a:lnTo>
                  <a:pt x="80" y="0"/>
                </a:lnTo>
                <a:cubicBezTo>
                  <a:pt x="40" y="40"/>
                  <a:pt x="20" y="60"/>
                  <a:pt x="0" y="80"/>
                </a:cubicBezTo>
                <a:cubicBezTo>
                  <a:pt x="0" y="92"/>
                  <a:pt x="2" y="99"/>
                  <a:pt x="7" y="99"/>
                </a:cubicBezTo>
                <a:cubicBezTo>
                  <a:pt x="17" y="99"/>
                  <a:pt x="39" y="68"/>
                  <a:pt x="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34"/>
          <p:cNvSpPr/>
          <p:nvPr/>
        </p:nvSpPr>
        <p:spPr>
          <a:xfrm rot="3599982">
            <a:off x="6630608" y="-461917"/>
            <a:ext cx="6566" cy="8422"/>
          </a:xfrm>
          <a:custGeom>
            <a:avLst/>
            <a:gdLst/>
            <a:ahLst/>
            <a:cxnLst/>
            <a:rect l="l" t="t" r="r" b="b"/>
            <a:pathLst>
              <a:path w="138" h="177" extrusionOk="0">
                <a:moveTo>
                  <a:pt x="138" y="0"/>
                </a:moveTo>
                <a:lnTo>
                  <a:pt x="138" y="0"/>
                </a:lnTo>
                <a:cubicBezTo>
                  <a:pt x="79" y="78"/>
                  <a:pt x="40" y="118"/>
                  <a:pt x="0" y="177"/>
                </a:cubicBezTo>
                <a:cubicBezTo>
                  <a:pt x="20" y="157"/>
                  <a:pt x="20" y="157"/>
                  <a:pt x="20" y="157"/>
                </a:cubicBezTo>
                <a:cubicBezTo>
                  <a:pt x="40" y="118"/>
                  <a:pt x="79" y="78"/>
                  <a:pt x="13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34"/>
          <p:cNvSpPr/>
          <p:nvPr/>
        </p:nvSpPr>
        <p:spPr>
          <a:xfrm rot="3599982">
            <a:off x="6563926" y="-465023"/>
            <a:ext cx="999" cy="952"/>
          </a:xfrm>
          <a:custGeom>
            <a:avLst/>
            <a:gdLst/>
            <a:ahLst/>
            <a:cxnLst/>
            <a:rect l="l" t="t" r="r" b="b"/>
            <a:pathLst>
              <a:path w="21" h="20" extrusionOk="0">
                <a:moveTo>
                  <a:pt x="20" y="0"/>
                </a:moveTo>
                <a:lnTo>
                  <a:pt x="0" y="20"/>
                </a:lnTo>
                <a:cubicBezTo>
                  <a:pt x="20" y="0"/>
                  <a:pt x="20" y="0"/>
                  <a:pt x="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34"/>
          <p:cNvSpPr/>
          <p:nvPr/>
        </p:nvSpPr>
        <p:spPr>
          <a:xfrm rot="3599982">
            <a:off x="6566161" y="-471286"/>
            <a:ext cx="9516" cy="11419"/>
          </a:xfrm>
          <a:custGeom>
            <a:avLst/>
            <a:gdLst/>
            <a:ahLst/>
            <a:cxnLst/>
            <a:rect l="l" t="t" r="r" b="b"/>
            <a:pathLst>
              <a:path w="200" h="240" extrusionOk="0">
                <a:moveTo>
                  <a:pt x="200" y="0"/>
                </a:moveTo>
                <a:cubicBezTo>
                  <a:pt x="120" y="120"/>
                  <a:pt x="60" y="140"/>
                  <a:pt x="1" y="179"/>
                </a:cubicBezTo>
                <a:cubicBezTo>
                  <a:pt x="20" y="199"/>
                  <a:pt x="80" y="199"/>
                  <a:pt x="60" y="239"/>
                </a:cubicBezTo>
                <a:lnTo>
                  <a:pt x="2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34"/>
          <p:cNvSpPr/>
          <p:nvPr/>
        </p:nvSpPr>
        <p:spPr>
          <a:xfrm rot="3599982">
            <a:off x="6537576" y="-495988"/>
            <a:ext cx="13275" cy="15130"/>
          </a:xfrm>
          <a:custGeom>
            <a:avLst/>
            <a:gdLst/>
            <a:ahLst/>
            <a:cxnLst/>
            <a:rect l="l" t="t" r="r" b="b"/>
            <a:pathLst>
              <a:path w="279" h="318" extrusionOk="0">
                <a:moveTo>
                  <a:pt x="12" y="272"/>
                </a:moveTo>
                <a:cubicBezTo>
                  <a:pt x="0" y="277"/>
                  <a:pt x="0" y="291"/>
                  <a:pt x="0" y="291"/>
                </a:cubicBezTo>
                <a:cubicBezTo>
                  <a:pt x="4" y="285"/>
                  <a:pt x="8" y="279"/>
                  <a:pt x="12" y="272"/>
                </a:cubicBezTo>
                <a:close/>
                <a:moveTo>
                  <a:pt x="240" y="0"/>
                </a:moveTo>
                <a:cubicBezTo>
                  <a:pt x="161" y="0"/>
                  <a:pt x="93" y="140"/>
                  <a:pt x="12" y="272"/>
                </a:cubicBezTo>
                <a:lnTo>
                  <a:pt x="12" y="272"/>
                </a:lnTo>
                <a:cubicBezTo>
                  <a:pt x="14" y="271"/>
                  <a:pt x="17" y="271"/>
                  <a:pt x="20" y="271"/>
                </a:cubicBezTo>
                <a:cubicBezTo>
                  <a:pt x="39" y="303"/>
                  <a:pt x="57" y="317"/>
                  <a:pt x="76" y="317"/>
                </a:cubicBezTo>
                <a:cubicBezTo>
                  <a:pt x="138" y="317"/>
                  <a:pt x="203" y="165"/>
                  <a:pt x="279" y="12"/>
                </a:cubicBezTo>
                <a:cubicBezTo>
                  <a:pt x="266" y="4"/>
                  <a:pt x="252" y="0"/>
                  <a:pt x="24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5" name="Google Shape;2725;p34"/>
          <p:cNvSpPr/>
          <p:nvPr/>
        </p:nvSpPr>
        <p:spPr>
          <a:xfrm rot="3599982">
            <a:off x="6525012" y="-496276"/>
            <a:ext cx="5710" cy="8374"/>
          </a:xfrm>
          <a:custGeom>
            <a:avLst/>
            <a:gdLst/>
            <a:ahLst/>
            <a:cxnLst/>
            <a:rect l="l" t="t" r="r" b="b"/>
            <a:pathLst>
              <a:path w="120" h="176" extrusionOk="0">
                <a:moveTo>
                  <a:pt x="120" y="1"/>
                </a:moveTo>
                <a:cubicBezTo>
                  <a:pt x="80" y="60"/>
                  <a:pt x="60" y="120"/>
                  <a:pt x="0" y="160"/>
                </a:cubicBezTo>
                <a:cubicBezTo>
                  <a:pt x="8" y="171"/>
                  <a:pt x="14" y="176"/>
                  <a:pt x="21" y="176"/>
                </a:cubicBezTo>
                <a:cubicBezTo>
                  <a:pt x="49" y="176"/>
                  <a:pt x="71" y="82"/>
                  <a:pt x="12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6" name="Google Shape;2726;p34"/>
          <p:cNvSpPr/>
          <p:nvPr/>
        </p:nvSpPr>
        <p:spPr>
          <a:xfrm rot="3599982">
            <a:off x="6645653" y="-464577"/>
            <a:ext cx="12276" cy="14940"/>
          </a:xfrm>
          <a:custGeom>
            <a:avLst/>
            <a:gdLst/>
            <a:ahLst/>
            <a:cxnLst/>
            <a:rect l="l" t="t" r="r" b="b"/>
            <a:pathLst>
              <a:path w="258" h="314" extrusionOk="0">
                <a:moveTo>
                  <a:pt x="203" y="0"/>
                </a:moveTo>
                <a:cubicBezTo>
                  <a:pt x="183" y="0"/>
                  <a:pt x="145" y="40"/>
                  <a:pt x="80" y="147"/>
                </a:cubicBezTo>
                <a:cubicBezTo>
                  <a:pt x="0" y="207"/>
                  <a:pt x="160" y="266"/>
                  <a:pt x="100" y="286"/>
                </a:cubicBezTo>
                <a:cubicBezTo>
                  <a:pt x="104" y="305"/>
                  <a:pt x="111" y="314"/>
                  <a:pt x="118" y="314"/>
                </a:cubicBezTo>
                <a:cubicBezTo>
                  <a:pt x="164" y="314"/>
                  <a:pt x="257" y="0"/>
                  <a:pt x="2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7" name="Google Shape;2727;p34"/>
          <p:cNvSpPr/>
          <p:nvPr/>
        </p:nvSpPr>
        <p:spPr>
          <a:xfrm rot="3599982">
            <a:off x="6548797" y="-505347"/>
            <a:ext cx="7660" cy="6661"/>
          </a:xfrm>
          <a:custGeom>
            <a:avLst/>
            <a:gdLst/>
            <a:ahLst/>
            <a:cxnLst/>
            <a:rect l="l" t="t" r="r" b="b"/>
            <a:pathLst>
              <a:path w="161" h="140" extrusionOk="0">
                <a:moveTo>
                  <a:pt x="140" y="0"/>
                </a:moveTo>
                <a:lnTo>
                  <a:pt x="1" y="120"/>
                </a:lnTo>
                <a:lnTo>
                  <a:pt x="160" y="140"/>
                </a:lnTo>
                <a:lnTo>
                  <a:pt x="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8" name="Google Shape;2728;p34"/>
          <p:cNvSpPr/>
          <p:nvPr/>
        </p:nvSpPr>
        <p:spPr>
          <a:xfrm rot="3599982">
            <a:off x="6608248" y="-496841"/>
            <a:ext cx="13322" cy="16129"/>
          </a:xfrm>
          <a:custGeom>
            <a:avLst/>
            <a:gdLst/>
            <a:ahLst/>
            <a:cxnLst/>
            <a:rect l="l" t="t" r="r" b="b"/>
            <a:pathLst>
              <a:path w="280" h="339" extrusionOk="0">
                <a:moveTo>
                  <a:pt x="239" y="0"/>
                </a:moveTo>
                <a:lnTo>
                  <a:pt x="1" y="239"/>
                </a:lnTo>
                <a:cubicBezTo>
                  <a:pt x="20" y="259"/>
                  <a:pt x="20" y="298"/>
                  <a:pt x="1" y="338"/>
                </a:cubicBezTo>
                <a:cubicBezTo>
                  <a:pt x="120" y="179"/>
                  <a:pt x="279" y="20"/>
                  <a:pt x="2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9" name="Google Shape;2729;p34"/>
          <p:cNvSpPr/>
          <p:nvPr/>
        </p:nvSpPr>
        <p:spPr>
          <a:xfrm rot="3599982">
            <a:off x="6594417" y="-496408"/>
            <a:ext cx="7613" cy="10468"/>
          </a:xfrm>
          <a:custGeom>
            <a:avLst/>
            <a:gdLst/>
            <a:ahLst/>
            <a:cxnLst/>
            <a:rect l="l" t="t" r="r" b="b"/>
            <a:pathLst>
              <a:path w="160" h="220" extrusionOk="0">
                <a:moveTo>
                  <a:pt x="160" y="0"/>
                </a:moveTo>
                <a:lnTo>
                  <a:pt x="160" y="0"/>
                </a:lnTo>
                <a:cubicBezTo>
                  <a:pt x="80" y="80"/>
                  <a:pt x="20" y="159"/>
                  <a:pt x="0" y="219"/>
                </a:cubicBezTo>
                <a:cubicBezTo>
                  <a:pt x="40" y="179"/>
                  <a:pt x="120" y="80"/>
                  <a:pt x="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0" name="Google Shape;2730;p34"/>
          <p:cNvSpPr/>
          <p:nvPr/>
        </p:nvSpPr>
        <p:spPr>
          <a:xfrm rot="3599982">
            <a:off x="6791859" y="-472335"/>
            <a:ext cx="11895" cy="15463"/>
          </a:xfrm>
          <a:custGeom>
            <a:avLst/>
            <a:gdLst/>
            <a:ahLst/>
            <a:cxnLst/>
            <a:rect l="l" t="t" r="r" b="b"/>
            <a:pathLst>
              <a:path w="250" h="325" extrusionOk="0">
                <a:moveTo>
                  <a:pt x="223" y="1"/>
                </a:moveTo>
                <a:cubicBezTo>
                  <a:pt x="189" y="1"/>
                  <a:pt x="134" y="56"/>
                  <a:pt x="91" y="143"/>
                </a:cubicBezTo>
                <a:cubicBezTo>
                  <a:pt x="54" y="217"/>
                  <a:pt x="0" y="325"/>
                  <a:pt x="39" y="325"/>
                </a:cubicBezTo>
                <a:cubicBezTo>
                  <a:pt x="43" y="325"/>
                  <a:pt x="46" y="324"/>
                  <a:pt x="51" y="322"/>
                </a:cubicBezTo>
                <a:lnTo>
                  <a:pt x="250" y="24"/>
                </a:lnTo>
                <a:cubicBezTo>
                  <a:pt x="245" y="8"/>
                  <a:pt x="235" y="1"/>
                  <a:pt x="22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34"/>
          <p:cNvSpPr/>
          <p:nvPr/>
        </p:nvSpPr>
        <p:spPr>
          <a:xfrm rot="3599982">
            <a:off x="6659190" y="-247824"/>
            <a:ext cx="6661" cy="8564"/>
          </a:xfrm>
          <a:custGeom>
            <a:avLst/>
            <a:gdLst/>
            <a:ahLst/>
            <a:cxnLst/>
            <a:rect l="l" t="t" r="r" b="b"/>
            <a:pathLst>
              <a:path w="140" h="180" extrusionOk="0">
                <a:moveTo>
                  <a:pt x="140" y="1"/>
                </a:moveTo>
                <a:cubicBezTo>
                  <a:pt x="0" y="160"/>
                  <a:pt x="100" y="140"/>
                  <a:pt x="140" y="180"/>
                </a:cubicBezTo>
                <a:lnTo>
                  <a:pt x="1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2" name="Google Shape;2732;p34"/>
          <p:cNvSpPr/>
          <p:nvPr/>
        </p:nvSpPr>
        <p:spPr>
          <a:xfrm rot="3599982">
            <a:off x="6855669" y="-51682"/>
            <a:ext cx="1903" cy="999"/>
          </a:xfrm>
          <a:custGeom>
            <a:avLst/>
            <a:gdLst/>
            <a:ahLst/>
            <a:cxnLst/>
            <a:rect l="l" t="t" r="r" b="b"/>
            <a:pathLst>
              <a:path w="40" h="21" extrusionOk="0">
                <a:moveTo>
                  <a:pt x="0" y="0"/>
                </a:moveTo>
                <a:cubicBezTo>
                  <a:pt x="0" y="0"/>
                  <a:pt x="0" y="20"/>
                  <a:pt x="0" y="20"/>
                </a:cubicBezTo>
                <a:cubicBezTo>
                  <a:pt x="40" y="0"/>
                  <a:pt x="20" y="0"/>
                  <a:pt x="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3" name="Google Shape;2733;p34"/>
          <p:cNvSpPr/>
          <p:nvPr/>
        </p:nvSpPr>
        <p:spPr>
          <a:xfrm rot="3599982">
            <a:off x="7043861" y="-151778"/>
            <a:ext cx="2094" cy="3664"/>
          </a:xfrm>
          <a:custGeom>
            <a:avLst/>
            <a:gdLst/>
            <a:ahLst/>
            <a:cxnLst/>
            <a:rect l="l" t="t" r="r" b="b"/>
            <a:pathLst>
              <a:path w="44" h="77" extrusionOk="0">
                <a:moveTo>
                  <a:pt x="41" y="1"/>
                </a:moveTo>
                <a:cubicBezTo>
                  <a:pt x="38" y="1"/>
                  <a:pt x="22" y="33"/>
                  <a:pt x="0" y="76"/>
                </a:cubicBezTo>
                <a:lnTo>
                  <a:pt x="20" y="76"/>
                </a:lnTo>
                <a:cubicBezTo>
                  <a:pt x="38" y="22"/>
                  <a:pt x="44" y="1"/>
                  <a:pt x="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34"/>
          <p:cNvSpPr/>
          <p:nvPr/>
        </p:nvSpPr>
        <p:spPr>
          <a:xfrm rot="3599982">
            <a:off x="6921084" y="-191582"/>
            <a:ext cx="1951" cy="1903"/>
          </a:xfrm>
          <a:custGeom>
            <a:avLst/>
            <a:gdLst/>
            <a:ahLst/>
            <a:cxnLst/>
            <a:rect l="l" t="t" r="r" b="b"/>
            <a:pathLst>
              <a:path w="41" h="40" extrusionOk="0">
                <a:moveTo>
                  <a:pt x="41" y="0"/>
                </a:moveTo>
                <a:cubicBezTo>
                  <a:pt x="21" y="0"/>
                  <a:pt x="1" y="20"/>
                  <a:pt x="1" y="40"/>
                </a:cubicBezTo>
                <a:cubicBezTo>
                  <a:pt x="21" y="20"/>
                  <a:pt x="21" y="0"/>
                  <a:pt x="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34"/>
          <p:cNvSpPr/>
          <p:nvPr/>
        </p:nvSpPr>
        <p:spPr>
          <a:xfrm rot="3599982">
            <a:off x="6659638" y="-239048"/>
            <a:ext cx="48" cy="1951"/>
          </a:xfrm>
          <a:custGeom>
            <a:avLst/>
            <a:gdLst/>
            <a:ahLst/>
            <a:cxnLst/>
            <a:rect l="l" t="t" r="r" b="b"/>
            <a:pathLst>
              <a:path w="1" h="41" extrusionOk="0">
                <a:moveTo>
                  <a:pt x="1" y="41"/>
                </a:moveTo>
                <a:lnTo>
                  <a:pt x="1" y="21"/>
                </a:lnTo>
                <a:cubicBezTo>
                  <a:pt x="1" y="21"/>
                  <a:pt x="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34"/>
          <p:cNvSpPr/>
          <p:nvPr/>
        </p:nvSpPr>
        <p:spPr>
          <a:xfrm rot="3599982">
            <a:off x="6771533" y="-45936"/>
            <a:ext cx="6661" cy="4139"/>
          </a:xfrm>
          <a:custGeom>
            <a:avLst/>
            <a:gdLst/>
            <a:ahLst/>
            <a:cxnLst/>
            <a:rect l="l" t="t" r="r" b="b"/>
            <a:pathLst>
              <a:path w="140" h="87" extrusionOk="0">
                <a:moveTo>
                  <a:pt x="139" y="0"/>
                </a:moveTo>
                <a:lnTo>
                  <a:pt x="139" y="0"/>
                </a:lnTo>
                <a:cubicBezTo>
                  <a:pt x="80" y="40"/>
                  <a:pt x="40" y="60"/>
                  <a:pt x="0" y="80"/>
                </a:cubicBezTo>
                <a:cubicBezTo>
                  <a:pt x="5" y="84"/>
                  <a:pt x="11" y="87"/>
                  <a:pt x="18" y="87"/>
                </a:cubicBezTo>
                <a:cubicBezTo>
                  <a:pt x="41" y="87"/>
                  <a:pt x="79" y="61"/>
                  <a:pt x="1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34"/>
          <p:cNvSpPr/>
          <p:nvPr/>
        </p:nvSpPr>
        <p:spPr>
          <a:xfrm rot="3599982">
            <a:off x="7153366" y="-3454"/>
            <a:ext cx="10420" cy="9516"/>
          </a:xfrm>
          <a:custGeom>
            <a:avLst/>
            <a:gdLst/>
            <a:ahLst/>
            <a:cxnLst/>
            <a:rect l="l" t="t" r="r" b="b"/>
            <a:pathLst>
              <a:path w="219" h="200" extrusionOk="0">
                <a:moveTo>
                  <a:pt x="219" y="0"/>
                </a:moveTo>
                <a:lnTo>
                  <a:pt x="139" y="40"/>
                </a:lnTo>
                <a:lnTo>
                  <a:pt x="0" y="199"/>
                </a:lnTo>
                <a:lnTo>
                  <a:pt x="21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34"/>
          <p:cNvSpPr/>
          <p:nvPr/>
        </p:nvSpPr>
        <p:spPr>
          <a:xfrm rot="3599982">
            <a:off x="7008983" y="-18351"/>
            <a:ext cx="7613" cy="7613"/>
          </a:xfrm>
          <a:custGeom>
            <a:avLst/>
            <a:gdLst/>
            <a:ahLst/>
            <a:cxnLst/>
            <a:rect l="l" t="t" r="r" b="b"/>
            <a:pathLst>
              <a:path w="160" h="160" extrusionOk="0">
                <a:moveTo>
                  <a:pt x="160" y="0"/>
                </a:moveTo>
                <a:lnTo>
                  <a:pt x="160" y="0"/>
                </a:lnTo>
                <a:cubicBezTo>
                  <a:pt x="124" y="36"/>
                  <a:pt x="95" y="43"/>
                  <a:pt x="65" y="43"/>
                </a:cubicBezTo>
                <a:cubicBezTo>
                  <a:pt x="45" y="43"/>
                  <a:pt x="24" y="40"/>
                  <a:pt x="0" y="40"/>
                </a:cubicBezTo>
                <a:lnTo>
                  <a:pt x="120" y="160"/>
                </a:lnTo>
                <a:lnTo>
                  <a:pt x="1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34"/>
          <p:cNvSpPr/>
          <p:nvPr/>
        </p:nvSpPr>
        <p:spPr>
          <a:xfrm rot="3599982">
            <a:off x="6967478" y="-22530"/>
            <a:ext cx="10610" cy="15083"/>
          </a:xfrm>
          <a:custGeom>
            <a:avLst/>
            <a:gdLst/>
            <a:ahLst/>
            <a:cxnLst/>
            <a:rect l="l" t="t" r="r" b="b"/>
            <a:pathLst>
              <a:path w="223" h="317" extrusionOk="0">
                <a:moveTo>
                  <a:pt x="183" y="1"/>
                </a:moveTo>
                <a:cubicBezTo>
                  <a:pt x="169" y="1"/>
                  <a:pt x="139" y="20"/>
                  <a:pt x="82" y="72"/>
                </a:cubicBezTo>
                <a:cubicBezTo>
                  <a:pt x="97" y="114"/>
                  <a:pt x="0" y="317"/>
                  <a:pt x="29" y="317"/>
                </a:cubicBezTo>
                <a:cubicBezTo>
                  <a:pt x="40" y="317"/>
                  <a:pt x="73" y="283"/>
                  <a:pt x="142" y="191"/>
                </a:cubicBezTo>
                <a:cubicBezTo>
                  <a:pt x="127" y="161"/>
                  <a:pt x="222" y="1"/>
                  <a:pt x="18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34"/>
          <p:cNvSpPr/>
          <p:nvPr/>
        </p:nvSpPr>
        <p:spPr>
          <a:xfrm rot="3599982">
            <a:off x="6556359" y="-270066"/>
            <a:ext cx="1903" cy="2902"/>
          </a:xfrm>
          <a:custGeom>
            <a:avLst/>
            <a:gdLst/>
            <a:ahLst/>
            <a:cxnLst/>
            <a:rect l="l" t="t" r="r" b="b"/>
            <a:pathLst>
              <a:path w="40" h="61" extrusionOk="0">
                <a:moveTo>
                  <a:pt x="0" y="60"/>
                </a:moveTo>
                <a:cubicBezTo>
                  <a:pt x="20" y="41"/>
                  <a:pt x="40" y="21"/>
                  <a:pt x="40" y="1"/>
                </a:cubicBezTo>
                <a:cubicBezTo>
                  <a:pt x="40" y="21"/>
                  <a:pt x="20" y="41"/>
                  <a:pt x="0" y="6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34"/>
          <p:cNvSpPr/>
          <p:nvPr/>
        </p:nvSpPr>
        <p:spPr>
          <a:xfrm rot="3599982">
            <a:off x="6559704" y="-269792"/>
            <a:ext cx="15225" cy="10468"/>
          </a:xfrm>
          <a:custGeom>
            <a:avLst/>
            <a:gdLst/>
            <a:ahLst/>
            <a:cxnLst/>
            <a:rect l="l" t="t" r="r" b="b"/>
            <a:pathLst>
              <a:path w="320" h="220" extrusionOk="0">
                <a:moveTo>
                  <a:pt x="160" y="1"/>
                </a:moveTo>
                <a:lnTo>
                  <a:pt x="160" y="1"/>
                </a:lnTo>
                <a:cubicBezTo>
                  <a:pt x="100" y="61"/>
                  <a:pt x="61" y="140"/>
                  <a:pt x="1" y="220"/>
                </a:cubicBezTo>
                <a:cubicBezTo>
                  <a:pt x="140" y="81"/>
                  <a:pt x="319" y="81"/>
                  <a:pt x="1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34"/>
          <p:cNvSpPr txBox="1">
            <a:spLocks noGrp="1"/>
          </p:cNvSpPr>
          <p:nvPr>
            <p:ph type="subTitle" idx="1"/>
          </p:nvPr>
        </p:nvSpPr>
        <p:spPr>
          <a:xfrm>
            <a:off x="2050919" y="3476800"/>
            <a:ext cx="4583700" cy="541500"/>
          </a:xfrm>
          <a:prstGeom prst="rect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3" name="Google Shape;2743;p34"/>
          <p:cNvSpPr txBox="1">
            <a:spLocks noGrp="1"/>
          </p:cNvSpPr>
          <p:nvPr>
            <p:ph type="ctrTitle"/>
          </p:nvPr>
        </p:nvSpPr>
        <p:spPr>
          <a:xfrm>
            <a:off x="1649100" y="1253838"/>
            <a:ext cx="5845800" cy="16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마케팅 프레젠테이션</a:t>
            </a:r>
            <a:endParaRPr b="1" dirty="0"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2744" name="Google Shape;2744;p34"/>
          <p:cNvSpPr/>
          <p:nvPr/>
        </p:nvSpPr>
        <p:spPr>
          <a:xfrm>
            <a:off x="6591800" y="34768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5" name="Google Shape;2745;p34"/>
          <p:cNvGrpSpPr/>
          <p:nvPr/>
        </p:nvGrpSpPr>
        <p:grpSpPr>
          <a:xfrm>
            <a:off x="6773659" y="3561555"/>
            <a:ext cx="296817" cy="371986"/>
            <a:chOff x="1677825" y="3820225"/>
            <a:chExt cx="345900" cy="433500"/>
          </a:xfrm>
        </p:grpSpPr>
        <p:sp>
          <p:nvSpPr>
            <p:cNvPr id="2746" name="Google Shape;2746;p34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34"/>
          <p:cNvSpPr/>
          <p:nvPr/>
        </p:nvSpPr>
        <p:spPr>
          <a:xfrm>
            <a:off x="1165600" y="1313725"/>
            <a:ext cx="483494" cy="441537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34"/>
          <p:cNvSpPr/>
          <p:nvPr/>
        </p:nvSpPr>
        <p:spPr>
          <a:xfrm>
            <a:off x="7433629" y="2673825"/>
            <a:ext cx="296813" cy="271066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p36"/>
          <p:cNvSpPr txBox="1">
            <a:spLocks noGrp="1"/>
          </p:cNvSpPr>
          <p:nvPr>
            <p:ph type="title"/>
          </p:nvPr>
        </p:nvSpPr>
        <p:spPr>
          <a:xfrm>
            <a:off x="2530050" y="1758975"/>
            <a:ext cx="4083900" cy="841800"/>
          </a:xfrm>
          <a:prstGeom prst="rect">
            <a:avLst/>
          </a:prstGeom>
        </p:spPr>
        <p:txBody>
          <a:bodyPr spcFirstLastPara="1" wrap="square" lIns="91425" tIns="91425" rIns="91425" bIns="25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</a:t>
            </a:r>
            <a:r>
              <a:rPr lang="en-US" altLang="ko-KR" dirty="0"/>
              <a:t>1</a:t>
            </a:r>
            <a:endParaRPr dirty="0"/>
          </a:p>
        </p:txBody>
      </p:sp>
      <p:sp>
        <p:nvSpPr>
          <p:cNvPr id="2761" name="Google Shape;2761;p36"/>
          <p:cNvSpPr txBox="1">
            <a:spLocks noGrp="1"/>
          </p:cNvSpPr>
          <p:nvPr>
            <p:ph type="subTitle" idx="1"/>
          </p:nvPr>
        </p:nvSpPr>
        <p:spPr>
          <a:xfrm>
            <a:off x="2530050" y="2600775"/>
            <a:ext cx="4083900" cy="118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</a:t>
            </a:r>
            <a:r>
              <a:rPr lang="en-US" altLang="ko-KR" dirty="0"/>
              <a:t>1</a:t>
            </a:r>
            <a:endParaRPr dirty="0"/>
          </a:p>
        </p:txBody>
      </p:sp>
      <p:sp>
        <p:nvSpPr>
          <p:cNvPr id="2762" name="Google Shape;2762;p36"/>
          <p:cNvSpPr/>
          <p:nvPr/>
        </p:nvSpPr>
        <p:spPr>
          <a:xfrm>
            <a:off x="1775325" y="3530275"/>
            <a:ext cx="430483" cy="426290"/>
          </a:xfrm>
          <a:custGeom>
            <a:avLst/>
            <a:gdLst/>
            <a:ahLst/>
            <a:cxnLst/>
            <a:rect l="l" t="t" r="r" b="b"/>
            <a:pathLst>
              <a:path w="13040" h="12913" extrusionOk="0">
                <a:moveTo>
                  <a:pt x="12211" y="724"/>
                </a:moveTo>
                <a:cubicBezTo>
                  <a:pt x="11302" y="3780"/>
                  <a:pt x="10942" y="6962"/>
                  <a:pt x="10205" y="10066"/>
                </a:cubicBezTo>
                <a:cubicBezTo>
                  <a:pt x="9374" y="9298"/>
                  <a:pt x="8449" y="8624"/>
                  <a:pt x="7775" y="7714"/>
                </a:cubicBezTo>
                <a:cubicBezTo>
                  <a:pt x="7701" y="7621"/>
                  <a:pt x="7587" y="7561"/>
                  <a:pt x="7474" y="7561"/>
                </a:cubicBezTo>
                <a:cubicBezTo>
                  <a:pt x="7398" y="7561"/>
                  <a:pt x="7321" y="7589"/>
                  <a:pt x="7258" y="7652"/>
                </a:cubicBezTo>
                <a:cubicBezTo>
                  <a:pt x="5879" y="9062"/>
                  <a:pt x="4562" y="10536"/>
                  <a:pt x="3308" y="12072"/>
                </a:cubicBezTo>
                <a:cubicBezTo>
                  <a:pt x="2572" y="11179"/>
                  <a:pt x="1678" y="10442"/>
                  <a:pt x="879" y="9595"/>
                </a:cubicBezTo>
                <a:cubicBezTo>
                  <a:pt x="2117" y="8326"/>
                  <a:pt x="3622" y="7338"/>
                  <a:pt x="4829" y="6022"/>
                </a:cubicBezTo>
                <a:cubicBezTo>
                  <a:pt x="4954" y="5896"/>
                  <a:pt x="4954" y="5692"/>
                  <a:pt x="4829" y="5567"/>
                </a:cubicBezTo>
                <a:cubicBezTo>
                  <a:pt x="3967" y="4658"/>
                  <a:pt x="3120" y="3733"/>
                  <a:pt x="2227" y="2855"/>
                </a:cubicBezTo>
                <a:cubicBezTo>
                  <a:pt x="5597" y="2291"/>
                  <a:pt x="8841" y="1225"/>
                  <a:pt x="12211" y="724"/>
                </a:cubicBezTo>
                <a:close/>
                <a:moveTo>
                  <a:pt x="12701" y="0"/>
                </a:moveTo>
                <a:cubicBezTo>
                  <a:pt x="12690" y="0"/>
                  <a:pt x="12678" y="1"/>
                  <a:pt x="12666" y="3"/>
                </a:cubicBezTo>
                <a:cubicBezTo>
                  <a:pt x="8873" y="504"/>
                  <a:pt x="5236" y="1758"/>
                  <a:pt x="1459" y="2323"/>
                </a:cubicBezTo>
                <a:cubicBezTo>
                  <a:pt x="1208" y="2370"/>
                  <a:pt x="1145" y="2714"/>
                  <a:pt x="1318" y="2871"/>
                </a:cubicBezTo>
                <a:cubicBezTo>
                  <a:pt x="2305" y="3812"/>
                  <a:pt x="3214" y="4815"/>
                  <a:pt x="4155" y="5787"/>
                </a:cubicBezTo>
                <a:cubicBezTo>
                  <a:pt x="2932" y="7040"/>
                  <a:pt x="1474" y="8012"/>
                  <a:pt x="267" y="9282"/>
                </a:cubicBezTo>
                <a:cubicBezTo>
                  <a:pt x="111" y="9376"/>
                  <a:pt x="1" y="9627"/>
                  <a:pt x="173" y="9815"/>
                </a:cubicBezTo>
                <a:cubicBezTo>
                  <a:pt x="1082" y="10818"/>
                  <a:pt x="2211" y="11649"/>
                  <a:pt x="3026" y="12746"/>
                </a:cubicBezTo>
                <a:cubicBezTo>
                  <a:pt x="3093" y="12841"/>
                  <a:pt x="3211" y="12913"/>
                  <a:pt x="3329" y="12913"/>
                </a:cubicBezTo>
                <a:cubicBezTo>
                  <a:pt x="3405" y="12913"/>
                  <a:pt x="3482" y="12883"/>
                  <a:pt x="3543" y="12809"/>
                </a:cubicBezTo>
                <a:cubicBezTo>
                  <a:pt x="4782" y="11273"/>
                  <a:pt x="6098" y="9783"/>
                  <a:pt x="7478" y="8373"/>
                </a:cubicBezTo>
                <a:cubicBezTo>
                  <a:pt x="8277" y="9313"/>
                  <a:pt x="9280" y="10034"/>
                  <a:pt x="10142" y="10912"/>
                </a:cubicBezTo>
                <a:cubicBezTo>
                  <a:pt x="10206" y="10981"/>
                  <a:pt x="10288" y="11012"/>
                  <a:pt x="10370" y="11012"/>
                </a:cubicBezTo>
                <a:cubicBezTo>
                  <a:pt x="10511" y="11012"/>
                  <a:pt x="10651" y="10920"/>
                  <a:pt x="10691" y="10771"/>
                </a:cubicBezTo>
                <a:cubicBezTo>
                  <a:pt x="11584" y="7354"/>
                  <a:pt x="11913" y="3796"/>
                  <a:pt x="12995" y="410"/>
                </a:cubicBezTo>
                <a:cubicBezTo>
                  <a:pt x="13039" y="247"/>
                  <a:pt x="12902" y="0"/>
                  <a:pt x="127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37"/>
          <p:cNvSpPr/>
          <p:nvPr/>
        </p:nvSpPr>
        <p:spPr>
          <a:xfrm>
            <a:off x="901926" y="3540938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68" name="Google Shape;2768;p37"/>
          <p:cNvSpPr/>
          <p:nvPr/>
        </p:nvSpPr>
        <p:spPr>
          <a:xfrm>
            <a:off x="1629350" y="3183013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37"/>
          <p:cNvSpPr/>
          <p:nvPr/>
        </p:nvSpPr>
        <p:spPr>
          <a:xfrm>
            <a:off x="4839926" y="1768513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70" name="Google Shape;2770;p37"/>
          <p:cNvSpPr/>
          <p:nvPr/>
        </p:nvSpPr>
        <p:spPr>
          <a:xfrm>
            <a:off x="4839926" y="3540938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71" name="Google Shape;2771;p37"/>
          <p:cNvSpPr/>
          <p:nvPr/>
        </p:nvSpPr>
        <p:spPr>
          <a:xfrm>
            <a:off x="5567350" y="1429188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2772;p37"/>
          <p:cNvSpPr/>
          <p:nvPr/>
        </p:nvSpPr>
        <p:spPr>
          <a:xfrm>
            <a:off x="5567350" y="3183013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chemeClr val="dk1"/>
                </a:solidFill>
              </a:rPr>
              <a:t>목차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2774" name="Google Shape;2774;p37"/>
          <p:cNvSpPr txBox="1">
            <a:spLocks noGrp="1"/>
          </p:cNvSpPr>
          <p:nvPr>
            <p:ph type="subTitle" idx="1"/>
          </p:nvPr>
        </p:nvSpPr>
        <p:spPr>
          <a:xfrm>
            <a:off x="1795550" y="3208938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2775" name="Google Shape;2775;p37"/>
          <p:cNvSpPr/>
          <p:nvPr/>
        </p:nvSpPr>
        <p:spPr>
          <a:xfrm>
            <a:off x="1629350" y="1429188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7"/>
          <p:cNvSpPr/>
          <p:nvPr/>
        </p:nvSpPr>
        <p:spPr>
          <a:xfrm>
            <a:off x="901926" y="1768513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77" name="Google Shape;2777;p37"/>
          <p:cNvSpPr txBox="1">
            <a:spLocks noGrp="1"/>
          </p:cNvSpPr>
          <p:nvPr>
            <p:ph type="subTitle" idx="2"/>
          </p:nvPr>
        </p:nvSpPr>
        <p:spPr>
          <a:xfrm>
            <a:off x="1795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분석</a:t>
            </a:r>
            <a:endParaRPr dirty="0"/>
          </a:p>
        </p:txBody>
      </p:sp>
      <p:sp>
        <p:nvSpPr>
          <p:cNvPr id="2778" name="Google Shape;2778;p37"/>
          <p:cNvSpPr txBox="1">
            <a:spLocks noGrp="1"/>
          </p:cNvSpPr>
          <p:nvPr>
            <p:ph type="title" idx="3"/>
          </p:nvPr>
        </p:nvSpPr>
        <p:spPr>
          <a:xfrm>
            <a:off x="876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79" name="Google Shape;2779;p37"/>
          <p:cNvSpPr txBox="1">
            <a:spLocks noGrp="1"/>
          </p:cNvSpPr>
          <p:nvPr>
            <p:ph type="subTitle" idx="4"/>
          </p:nvPr>
        </p:nvSpPr>
        <p:spPr>
          <a:xfrm>
            <a:off x="5733550" y="3208938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780" name="Google Shape;2780;p37"/>
          <p:cNvSpPr txBox="1">
            <a:spLocks noGrp="1"/>
          </p:cNvSpPr>
          <p:nvPr>
            <p:ph type="subTitle" idx="5"/>
          </p:nvPr>
        </p:nvSpPr>
        <p:spPr>
          <a:xfrm>
            <a:off x="5733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결론</a:t>
            </a:r>
            <a:endParaRPr dirty="0"/>
          </a:p>
        </p:txBody>
      </p:sp>
      <p:sp>
        <p:nvSpPr>
          <p:cNvPr id="2781" name="Google Shape;2781;p37"/>
          <p:cNvSpPr txBox="1">
            <a:spLocks noGrp="1"/>
          </p:cNvSpPr>
          <p:nvPr>
            <p:ph type="title" idx="6"/>
          </p:nvPr>
        </p:nvSpPr>
        <p:spPr>
          <a:xfrm>
            <a:off x="4814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82" name="Google Shape;2782;p37"/>
          <p:cNvSpPr txBox="1">
            <a:spLocks noGrp="1"/>
          </p:cNvSpPr>
          <p:nvPr>
            <p:ph type="subTitle" idx="7"/>
          </p:nvPr>
        </p:nvSpPr>
        <p:spPr>
          <a:xfrm>
            <a:off x="1795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INTRODUCTION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83" name="Google Shape;2783;p37"/>
          <p:cNvSpPr txBox="1">
            <a:spLocks noGrp="1"/>
          </p:cNvSpPr>
          <p:nvPr>
            <p:ph type="subTitle" idx="8"/>
          </p:nvPr>
        </p:nvSpPr>
        <p:spPr>
          <a:xfrm>
            <a:off x="1795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소개</a:t>
            </a:r>
            <a:endParaRPr dirty="0"/>
          </a:p>
        </p:txBody>
      </p:sp>
      <p:sp>
        <p:nvSpPr>
          <p:cNvPr id="2784" name="Google Shape;2784;p37"/>
          <p:cNvSpPr txBox="1">
            <a:spLocks noGrp="1"/>
          </p:cNvSpPr>
          <p:nvPr>
            <p:ph type="title" idx="9"/>
          </p:nvPr>
        </p:nvSpPr>
        <p:spPr>
          <a:xfrm>
            <a:off x="876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85" name="Google Shape;2785;p37"/>
          <p:cNvSpPr txBox="1">
            <a:spLocks noGrp="1"/>
          </p:cNvSpPr>
          <p:nvPr>
            <p:ph type="subTitle" idx="13"/>
          </p:nvPr>
        </p:nvSpPr>
        <p:spPr>
          <a:xfrm>
            <a:off x="5733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2786" name="Google Shape;2786;p37"/>
          <p:cNvSpPr txBox="1">
            <a:spLocks noGrp="1"/>
          </p:cNvSpPr>
          <p:nvPr>
            <p:ph type="subTitle" idx="14"/>
          </p:nvPr>
        </p:nvSpPr>
        <p:spPr>
          <a:xfrm>
            <a:off x="5733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프레젠테이션</a:t>
            </a:r>
            <a:endParaRPr dirty="0"/>
          </a:p>
        </p:txBody>
      </p:sp>
      <p:sp>
        <p:nvSpPr>
          <p:cNvPr id="2787" name="Google Shape;2787;p37"/>
          <p:cNvSpPr txBox="1">
            <a:spLocks noGrp="1"/>
          </p:cNvSpPr>
          <p:nvPr>
            <p:ph type="title" idx="15"/>
          </p:nvPr>
        </p:nvSpPr>
        <p:spPr>
          <a:xfrm>
            <a:off x="4814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p38"/>
          <p:cNvSpPr txBox="1">
            <a:spLocks noGrp="1"/>
          </p:cNvSpPr>
          <p:nvPr>
            <p:ph type="title" idx="2"/>
          </p:nvPr>
        </p:nvSpPr>
        <p:spPr>
          <a:xfrm>
            <a:off x="1509000" y="3019197"/>
            <a:ext cx="6126000" cy="572700"/>
          </a:xfrm>
          <a:prstGeom prst="rect">
            <a:avLst/>
          </a:prstGeom>
        </p:spPr>
        <p:txBody>
          <a:bodyPr spcFirstLastPara="1" wrap="square" lIns="91425" tIns="90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</a:t>
            </a:r>
            <a:r>
              <a:rPr lang="ko-KR" altLang="en-US" dirty="0"/>
              <a:t>유명한 누군가</a:t>
            </a:r>
            <a:endParaRPr dirty="0"/>
          </a:p>
        </p:txBody>
      </p:sp>
      <p:sp>
        <p:nvSpPr>
          <p:cNvPr id="2793" name="Google Shape;2793;p38"/>
          <p:cNvSpPr txBox="1">
            <a:spLocks noGrp="1"/>
          </p:cNvSpPr>
          <p:nvPr>
            <p:ph type="title"/>
          </p:nvPr>
        </p:nvSpPr>
        <p:spPr>
          <a:xfrm>
            <a:off x="1509000" y="1551600"/>
            <a:ext cx="6126000" cy="1467600"/>
          </a:xfrm>
          <a:prstGeom prst="rect">
            <a:avLst/>
          </a:prstGeom>
        </p:spPr>
        <p:txBody>
          <a:bodyPr spcFirstLastPara="1" wrap="square" lIns="91425" tIns="90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인용문</a:t>
            </a:r>
            <a:endParaRPr dirty="0"/>
          </a:p>
        </p:txBody>
      </p:sp>
      <p:sp>
        <p:nvSpPr>
          <p:cNvPr id="2794" name="Google Shape;2794;p38"/>
          <p:cNvSpPr/>
          <p:nvPr/>
        </p:nvSpPr>
        <p:spPr>
          <a:xfrm>
            <a:off x="7593525" y="3591900"/>
            <a:ext cx="385328" cy="45752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39"/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800" name="Google Shape;2800;p39"/>
          <p:cNvSpPr txBox="1">
            <a:spLocks noGrp="1"/>
          </p:cNvSpPr>
          <p:nvPr>
            <p:ph type="subTitle" idx="1"/>
          </p:nvPr>
        </p:nvSpPr>
        <p:spPr>
          <a:xfrm>
            <a:off x="1703838" y="3660200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소개페이지</a:t>
            </a:r>
            <a:endParaRPr dirty="0"/>
          </a:p>
        </p:txBody>
      </p:sp>
      <p:sp>
        <p:nvSpPr>
          <p:cNvPr id="2801" name="Google Shape;2801;p39"/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2" name="Google Shape;2802;p39"/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2803" name="Google Shape;2803;p39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9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5" name="Google Shape;2805;p39"/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2806" name="Google Shape;2806;p39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9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9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9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9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9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9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9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4" name="Google Shape;2814;p39"/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5" name="Google Shape;2815;p39"/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16" name="Google Shape;2816;p39"/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40"/>
          <p:cNvSpPr/>
          <p:nvPr/>
        </p:nvSpPr>
        <p:spPr>
          <a:xfrm>
            <a:off x="4939675" y="2682488"/>
            <a:ext cx="28605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2" name="Google Shape;2822;p40"/>
          <p:cNvSpPr/>
          <p:nvPr/>
        </p:nvSpPr>
        <p:spPr>
          <a:xfrm>
            <a:off x="1343800" y="2682488"/>
            <a:ext cx="28605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3" name="Google Shape;282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SETS US APART?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4" name="Google Shape;2824;p40"/>
          <p:cNvSpPr txBox="1">
            <a:spLocks noGrp="1"/>
          </p:cNvSpPr>
          <p:nvPr>
            <p:ph type="subTitle" idx="1"/>
          </p:nvPr>
        </p:nvSpPr>
        <p:spPr>
          <a:xfrm>
            <a:off x="1514800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825" name="Google Shape;2825;p40"/>
          <p:cNvSpPr txBox="1">
            <a:spLocks noGrp="1"/>
          </p:cNvSpPr>
          <p:nvPr>
            <p:ph type="subTitle" idx="2"/>
          </p:nvPr>
        </p:nvSpPr>
        <p:spPr>
          <a:xfrm>
            <a:off x="151480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소개</a:t>
            </a:r>
            <a:r>
              <a:rPr lang="en-US" altLang="ko-KR" dirty="0"/>
              <a:t>1</a:t>
            </a:r>
            <a:endParaRPr dirty="0"/>
          </a:p>
        </p:txBody>
      </p:sp>
      <p:sp>
        <p:nvSpPr>
          <p:cNvPr id="2826" name="Google Shape;2826;p40"/>
          <p:cNvSpPr txBox="1">
            <a:spLocks noGrp="1"/>
          </p:cNvSpPr>
          <p:nvPr>
            <p:ph type="subTitle" idx="3"/>
          </p:nvPr>
        </p:nvSpPr>
        <p:spPr>
          <a:xfrm>
            <a:off x="5110663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827" name="Google Shape;2827;p40"/>
          <p:cNvSpPr txBox="1">
            <a:spLocks noGrp="1"/>
          </p:cNvSpPr>
          <p:nvPr>
            <p:ph type="subTitle" idx="4"/>
          </p:nvPr>
        </p:nvSpPr>
        <p:spPr>
          <a:xfrm>
            <a:off x="511067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소개</a:t>
            </a:r>
            <a:r>
              <a:rPr lang="en-US" altLang="ko-KR" dirty="0"/>
              <a:t>2</a:t>
            </a:r>
            <a:endParaRPr dirty="0"/>
          </a:p>
        </p:txBody>
      </p:sp>
      <p:sp>
        <p:nvSpPr>
          <p:cNvPr id="2828" name="Google Shape;2828;p40"/>
          <p:cNvSpPr/>
          <p:nvPr/>
        </p:nvSpPr>
        <p:spPr>
          <a:xfrm>
            <a:off x="2388487" y="1570603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29" name="Google Shape;2829;p40"/>
          <p:cNvSpPr/>
          <p:nvPr/>
        </p:nvSpPr>
        <p:spPr>
          <a:xfrm>
            <a:off x="5984362" y="1570603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2830" name="Google Shape;2830;p40"/>
          <p:cNvGrpSpPr/>
          <p:nvPr/>
        </p:nvGrpSpPr>
        <p:grpSpPr>
          <a:xfrm>
            <a:off x="2573213" y="1763125"/>
            <a:ext cx="401700" cy="402575"/>
            <a:chOff x="1103450" y="4011300"/>
            <a:chExt cx="401700" cy="402575"/>
          </a:xfrm>
        </p:grpSpPr>
        <p:sp>
          <p:nvSpPr>
            <p:cNvPr id="2831" name="Google Shape;2831;p40"/>
            <p:cNvSpPr/>
            <p:nvPr/>
          </p:nvSpPr>
          <p:spPr>
            <a:xfrm>
              <a:off x="1220100" y="4066600"/>
              <a:ext cx="225275" cy="265425"/>
            </a:xfrm>
            <a:custGeom>
              <a:avLst/>
              <a:gdLst/>
              <a:ahLst/>
              <a:cxnLst/>
              <a:rect l="l" t="t" r="r" b="b"/>
              <a:pathLst>
                <a:path w="9011" h="10617" extrusionOk="0">
                  <a:moveTo>
                    <a:pt x="0" y="1"/>
                  </a:moveTo>
                  <a:lnTo>
                    <a:pt x="0" y="10617"/>
                  </a:lnTo>
                  <a:lnTo>
                    <a:pt x="9011" y="10617"/>
                  </a:lnTo>
                  <a:lnTo>
                    <a:pt x="90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0"/>
            <p:cNvSpPr/>
            <p:nvPr/>
          </p:nvSpPr>
          <p:spPr>
            <a:xfrm>
              <a:off x="1191775" y="4042075"/>
              <a:ext cx="225275" cy="265425"/>
            </a:xfrm>
            <a:custGeom>
              <a:avLst/>
              <a:gdLst/>
              <a:ahLst/>
              <a:cxnLst/>
              <a:rect l="l" t="t" r="r" b="b"/>
              <a:pathLst>
                <a:path w="9011" h="10617" extrusionOk="0">
                  <a:moveTo>
                    <a:pt x="0" y="0"/>
                  </a:moveTo>
                  <a:lnTo>
                    <a:pt x="0" y="10616"/>
                  </a:lnTo>
                  <a:lnTo>
                    <a:pt x="9011" y="10616"/>
                  </a:lnTo>
                  <a:lnTo>
                    <a:pt x="90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40"/>
            <p:cNvSpPr/>
            <p:nvPr/>
          </p:nvSpPr>
          <p:spPr>
            <a:xfrm>
              <a:off x="1162550" y="4016875"/>
              <a:ext cx="225275" cy="265425"/>
            </a:xfrm>
            <a:custGeom>
              <a:avLst/>
              <a:gdLst/>
              <a:ahLst/>
              <a:cxnLst/>
              <a:rect l="l" t="t" r="r" b="b"/>
              <a:pathLst>
                <a:path w="9011" h="10617" extrusionOk="0">
                  <a:moveTo>
                    <a:pt x="1" y="0"/>
                  </a:moveTo>
                  <a:lnTo>
                    <a:pt x="1" y="10616"/>
                  </a:lnTo>
                  <a:lnTo>
                    <a:pt x="9011" y="10616"/>
                  </a:lnTo>
                  <a:lnTo>
                    <a:pt x="90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40"/>
            <p:cNvSpPr/>
            <p:nvPr/>
          </p:nvSpPr>
          <p:spPr>
            <a:xfrm>
              <a:off x="1109025" y="4124825"/>
              <a:ext cx="389875" cy="283700"/>
            </a:xfrm>
            <a:custGeom>
              <a:avLst/>
              <a:gdLst/>
              <a:ahLst/>
              <a:cxnLst/>
              <a:rect l="l" t="t" r="r" b="b"/>
              <a:pathLst>
                <a:path w="15595" h="11348" extrusionOk="0">
                  <a:moveTo>
                    <a:pt x="1044" y="0"/>
                  </a:moveTo>
                  <a:cubicBezTo>
                    <a:pt x="465" y="0"/>
                    <a:pt x="1" y="473"/>
                    <a:pt x="1" y="1062"/>
                  </a:cubicBezTo>
                  <a:lnTo>
                    <a:pt x="1" y="10286"/>
                  </a:lnTo>
                  <a:cubicBezTo>
                    <a:pt x="1" y="10875"/>
                    <a:pt x="465" y="11348"/>
                    <a:pt x="1044" y="11348"/>
                  </a:cubicBezTo>
                  <a:lnTo>
                    <a:pt x="14551" y="11348"/>
                  </a:lnTo>
                  <a:cubicBezTo>
                    <a:pt x="15131" y="11348"/>
                    <a:pt x="15595" y="10875"/>
                    <a:pt x="15595" y="10286"/>
                  </a:cubicBezTo>
                  <a:lnTo>
                    <a:pt x="15595" y="2480"/>
                  </a:lnTo>
                  <a:cubicBezTo>
                    <a:pt x="15595" y="1891"/>
                    <a:pt x="15122" y="1419"/>
                    <a:pt x="14542" y="1419"/>
                  </a:cubicBezTo>
                  <a:lnTo>
                    <a:pt x="4354" y="1419"/>
                  </a:lnTo>
                  <a:cubicBezTo>
                    <a:pt x="3997" y="1419"/>
                    <a:pt x="3667" y="1240"/>
                    <a:pt x="3471" y="937"/>
                  </a:cubicBezTo>
                  <a:lnTo>
                    <a:pt x="3177" y="482"/>
                  </a:lnTo>
                  <a:cubicBezTo>
                    <a:pt x="2989" y="178"/>
                    <a:pt x="2650" y="0"/>
                    <a:pt x="2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40"/>
            <p:cNvSpPr/>
            <p:nvPr/>
          </p:nvSpPr>
          <p:spPr>
            <a:xfrm>
              <a:off x="1109025" y="4356325"/>
              <a:ext cx="389875" cy="52200"/>
            </a:xfrm>
            <a:custGeom>
              <a:avLst/>
              <a:gdLst/>
              <a:ahLst/>
              <a:cxnLst/>
              <a:rect l="l" t="t" r="r" b="b"/>
              <a:pathLst>
                <a:path w="15595" h="2088" extrusionOk="0">
                  <a:moveTo>
                    <a:pt x="1" y="0"/>
                  </a:moveTo>
                  <a:lnTo>
                    <a:pt x="1" y="1017"/>
                  </a:lnTo>
                  <a:cubicBezTo>
                    <a:pt x="1" y="1606"/>
                    <a:pt x="465" y="2088"/>
                    <a:pt x="1044" y="2088"/>
                  </a:cubicBezTo>
                  <a:lnTo>
                    <a:pt x="14551" y="2088"/>
                  </a:lnTo>
                  <a:cubicBezTo>
                    <a:pt x="15131" y="2088"/>
                    <a:pt x="15595" y="1606"/>
                    <a:pt x="15595" y="1017"/>
                  </a:cubicBezTo>
                  <a:lnTo>
                    <a:pt x="155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40"/>
            <p:cNvSpPr/>
            <p:nvPr/>
          </p:nvSpPr>
          <p:spPr>
            <a:xfrm>
              <a:off x="1441350" y="4356325"/>
              <a:ext cx="57550" cy="52200"/>
            </a:xfrm>
            <a:custGeom>
              <a:avLst/>
              <a:gdLst/>
              <a:ahLst/>
              <a:cxnLst/>
              <a:rect l="l" t="t" r="r" b="b"/>
              <a:pathLst>
                <a:path w="2302" h="2088" extrusionOk="0">
                  <a:moveTo>
                    <a:pt x="1044" y="0"/>
                  </a:moveTo>
                  <a:lnTo>
                    <a:pt x="1044" y="1017"/>
                  </a:lnTo>
                  <a:cubicBezTo>
                    <a:pt x="1044" y="1606"/>
                    <a:pt x="571" y="2088"/>
                    <a:pt x="0" y="2088"/>
                  </a:cubicBezTo>
                  <a:lnTo>
                    <a:pt x="1258" y="2088"/>
                  </a:lnTo>
                  <a:cubicBezTo>
                    <a:pt x="1838" y="2088"/>
                    <a:pt x="2302" y="1606"/>
                    <a:pt x="2302" y="1017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40"/>
            <p:cNvSpPr/>
            <p:nvPr/>
          </p:nvSpPr>
          <p:spPr>
            <a:xfrm>
              <a:off x="1224100" y="4231875"/>
              <a:ext cx="159950" cy="64025"/>
            </a:xfrm>
            <a:custGeom>
              <a:avLst/>
              <a:gdLst/>
              <a:ahLst/>
              <a:cxnLst/>
              <a:rect l="l" t="t" r="r" b="b"/>
              <a:pathLst>
                <a:path w="6398" h="2561" extrusionOk="0">
                  <a:moveTo>
                    <a:pt x="1321" y="0"/>
                  </a:moveTo>
                  <a:cubicBezTo>
                    <a:pt x="590" y="0"/>
                    <a:pt x="1" y="616"/>
                    <a:pt x="46" y="1356"/>
                  </a:cubicBezTo>
                  <a:cubicBezTo>
                    <a:pt x="81" y="2016"/>
                    <a:pt x="679" y="2560"/>
                    <a:pt x="1339" y="2560"/>
                  </a:cubicBezTo>
                  <a:lnTo>
                    <a:pt x="5077" y="2560"/>
                  </a:lnTo>
                  <a:cubicBezTo>
                    <a:pt x="5809" y="2560"/>
                    <a:pt x="6397" y="1945"/>
                    <a:pt x="6353" y="1204"/>
                  </a:cubicBezTo>
                  <a:cubicBezTo>
                    <a:pt x="6317" y="544"/>
                    <a:pt x="5719" y="0"/>
                    <a:pt x="5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1103450" y="4011300"/>
              <a:ext cx="401700" cy="402575"/>
            </a:xfrm>
            <a:custGeom>
              <a:avLst/>
              <a:gdLst/>
              <a:ahLst/>
              <a:cxnLst/>
              <a:rect l="l" t="t" r="r" b="b"/>
              <a:pathLst>
                <a:path w="16068" h="16103" extrusionOk="0">
                  <a:moveTo>
                    <a:pt x="12294" y="1454"/>
                  </a:moveTo>
                  <a:lnTo>
                    <a:pt x="12294" y="5710"/>
                  </a:lnTo>
                  <a:lnTo>
                    <a:pt x="11598" y="5710"/>
                  </a:lnTo>
                  <a:lnTo>
                    <a:pt x="11598" y="1454"/>
                  </a:lnTo>
                  <a:close/>
                  <a:moveTo>
                    <a:pt x="13454" y="2427"/>
                  </a:moveTo>
                  <a:lnTo>
                    <a:pt x="13454" y="5710"/>
                  </a:lnTo>
                  <a:lnTo>
                    <a:pt x="12767" y="5710"/>
                  </a:lnTo>
                  <a:lnTo>
                    <a:pt x="12767" y="2427"/>
                  </a:lnTo>
                  <a:close/>
                  <a:moveTo>
                    <a:pt x="2606" y="4764"/>
                  </a:moveTo>
                  <a:cubicBezTo>
                    <a:pt x="2882" y="4764"/>
                    <a:pt x="3141" y="4898"/>
                    <a:pt x="3284" y="5139"/>
                  </a:cubicBezTo>
                  <a:lnTo>
                    <a:pt x="3578" y="5585"/>
                  </a:lnTo>
                  <a:cubicBezTo>
                    <a:pt x="3819" y="5960"/>
                    <a:pt x="4220" y="6183"/>
                    <a:pt x="4657" y="6183"/>
                  </a:cubicBezTo>
                  <a:lnTo>
                    <a:pt x="14792" y="6183"/>
                  </a:lnTo>
                  <a:cubicBezTo>
                    <a:pt x="15238" y="6183"/>
                    <a:pt x="15595" y="6548"/>
                    <a:pt x="15595" y="7003"/>
                  </a:cubicBezTo>
                  <a:lnTo>
                    <a:pt x="15595" y="13587"/>
                  </a:lnTo>
                  <a:lnTo>
                    <a:pt x="14337" y="13587"/>
                  </a:lnTo>
                  <a:cubicBezTo>
                    <a:pt x="14033" y="13587"/>
                    <a:pt x="14033" y="14060"/>
                    <a:pt x="14337" y="14060"/>
                  </a:cubicBezTo>
                  <a:lnTo>
                    <a:pt x="15595" y="14060"/>
                  </a:lnTo>
                  <a:lnTo>
                    <a:pt x="15595" y="14836"/>
                  </a:lnTo>
                  <a:cubicBezTo>
                    <a:pt x="15595" y="15291"/>
                    <a:pt x="15238" y="15666"/>
                    <a:pt x="14792" y="15666"/>
                  </a:cubicBezTo>
                  <a:lnTo>
                    <a:pt x="1285" y="15666"/>
                  </a:lnTo>
                  <a:cubicBezTo>
                    <a:pt x="839" y="15666"/>
                    <a:pt x="473" y="15291"/>
                    <a:pt x="473" y="14836"/>
                  </a:cubicBezTo>
                  <a:lnTo>
                    <a:pt x="473" y="14060"/>
                  </a:lnTo>
                  <a:lnTo>
                    <a:pt x="13079" y="14060"/>
                  </a:lnTo>
                  <a:cubicBezTo>
                    <a:pt x="13382" y="14060"/>
                    <a:pt x="13382" y="13587"/>
                    <a:pt x="13079" y="13587"/>
                  </a:cubicBezTo>
                  <a:lnTo>
                    <a:pt x="473" y="13587"/>
                  </a:lnTo>
                  <a:lnTo>
                    <a:pt x="473" y="5585"/>
                  </a:lnTo>
                  <a:cubicBezTo>
                    <a:pt x="473" y="5130"/>
                    <a:pt x="839" y="4764"/>
                    <a:pt x="1285" y="4764"/>
                  </a:cubicBezTo>
                  <a:close/>
                  <a:moveTo>
                    <a:pt x="2347" y="0"/>
                  </a:moveTo>
                  <a:cubicBezTo>
                    <a:pt x="2222" y="0"/>
                    <a:pt x="2115" y="107"/>
                    <a:pt x="2115" y="241"/>
                  </a:cubicBezTo>
                  <a:lnTo>
                    <a:pt x="2115" y="1508"/>
                  </a:lnTo>
                  <a:cubicBezTo>
                    <a:pt x="2115" y="1660"/>
                    <a:pt x="2233" y="1735"/>
                    <a:pt x="2351" y="1735"/>
                  </a:cubicBezTo>
                  <a:cubicBezTo>
                    <a:pt x="2470" y="1735"/>
                    <a:pt x="2588" y="1660"/>
                    <a:pt x="2588" y="1508"/>
                  </a:cubicBezTo>
                  <a:lnTo>
                    <a:pt x="2588" y="446"/>
                  </a:lnTo>
                  <a:lnTo>
                    <a:pt x="11125" y="446"/>
                  </a:lnTo>
                  <a:lnTo>
                    <a:pt x="11125" y="5710"/>
                  </a:lnTo>
                  <a:lnTo>
                    <a:pt x="4640" y="5710"/>
                  </a:lnTo>
                  <a:cubicBezTo>
                    <a:pt x="4640" y="5710"/>
                    <a:pt x="4113" y="5576"/>
                    <a:pt x="3962" y="5344"/>
                  </a:cubicBezTo>
                  <a:lnTo>
                    <a:pt x="3676" y="4889"/>
                  </a:lnTo>
                  <a:cubicBezTo>
                    <a:pt x="3435" y="4523"/>
                    <a:pt x="3034" y="4300"/>
                    <a:pt x="2588" y="4300"/>
                  </a:cubicBezTo>
                  <a:lnTo>
                    <a:pt x="2588" y="2748"/>
                  </a:lnTo>
                  <a:cubicBezTo>
                    <a:pt x="2591" y="2647"/>
                    <a:pt x="2542" y="2613"/>
                    <a:pt x="2476" y="2613"/>
                  </a:cubicBezTo>
                  <a:cubicBezTo>
                    <a:pt x="2344" y="2613"/>
                    <a:pt x="2142" y="2748"/>
                    <a:pt x="2142" y="2748"/>
                  </a:cubicBezTo>
                  <a:lnTo>
                    <a:pt x="2142" y="4291"/>
                  </a:lnTo>
                  <a:lnTo>
                    <a:pt x="1285" y="4291"/>
                  </a:lnTo>
                  <a:cubicBezTo>
                    <a:pt x="581" y="4291"/>
                    <a:pt x="1" y="4871"/>
                    <a:pt x="1" y="5585"/>
                  </a:cubicBezTo>
                  <a:lnTo>
                    <a:pt x="1" y="14809"/>
                  </a:lnTo>
                  <a:cubicBezTo>
                    <a:pt x="1" y="15523"/>
                    <a:pt x="581" y="16103"/>
                    <a:pt x="1285" y="16103"/>
                  </a:cubicBezTo>
                  <a:lnTo>
                    <a:pt x="14792" y="16103"/>
                  </a:lnTo>
                  <a:cubicBezTo>
                    <a:pt x="15497" y="16103"/>
                    <a:pt x="16067" y="15523"/>
                    <a:pt x="16067" y="14809"/>
                  </a:cubicBezTo>
                  <a:lnTo>
                    <a:pt x="16067" y="7003"/>
                  </a:lnTo>
                  <a:cubicBezTo>
                    <a:pt x="16067" y="6290"/>
                    <a:pt x="15497" y="5710"/>
                    <a:pt x="14792" y="5710"/>
                  </a:cubicBezTo>
                  <a:lnTo>
                    <a:pt x="13926" y="5710"/>
                  </a:lnTo>
                  <a:lnTo>
                    <a:pt x="13926" y="2195"/>
                  </a:lnTo>
                  <a:cubicBezTo>
                    <a:pt x="13926" y="2061"/>
                    <a:pt x="13819" y="1954"/>
                    <a:pt x="13694" y="1954"/>
                  </a:cubicBezTo>
                  <a:lnTo>
                    <a:pt x="12767" y="1954"/>
                  </a:lnTo>
                  <a:lnTo>
                    <a:pt x="12767" y="1214"/>
                  </a:lnTo>
                  <a:cubicBezTo>
                    <a:pt x="12767" y="1089"/>
                    <a:pt x="12660" y="982"/>
                    <a:pt x="12526" y="982"/>
                  </a:cubicBezTo>
                  <a:lnTo>
                    <a:pt x="11598" y="982"/>
                  </a:lnTo>
                  <a:lnTo>
                    <a:pt x="11598" y="241"/>
                  </a:lnTo>
                  <a:cubicBezTo>
                    <a:pt x="11598" y="107"/>
                    <a:pt x="11491" y="0"/>
                    <a:pt x="11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1218100" y="4225625"/>
              <a:ext cx="171975" cy="75625"/>
            </a:xfrm>
            <a:custGeom>
              <a:avLst/>
              <a:gdLst/>
              <a:ahLst/>
              <a:cxnLst/>
              <a:rect l="l" t="t" r="r" b="b"/>
              <a:pathLst>
                <a:path w="6879" h="3025" extrusionOk="0">
                  <a:moveTo>
                    <a:pt x="5299" y="473"/>
                  </a:moveTo>
                  <a:cubicBezTo>
                    <a:pt x="5834" y="473"/>
                    <a:pt x="6325" y="910"/>
                    <a:pt x="6361" y="1446"/>
                  </a:cubicBezTo>
                  <a:cubicBezTo>
                    <a:pt x="6396" y="2052"/>
                    <a:pt x="5915" y="2552"/>
                    <a:pt x="5317" y="2552"/>
                  </a:cubicBezTo>
                  <a:lnTo>
                    <a:pt x="1579" y="2552"/>
                  </a:lnTo>
                  <a:cubicBezTo>
                    <a:pt x="1044" y="2552"/>
                    <a:pt x="553" y="2115"/>
                    <a:pt x="517" y="1579"/>
                  </a:cubicBezTo>
                  <a:cubicBezTo>
                    <a:pt x="482" y="982"/>
                    <a:pt x="964" y="473"/>
                    <a:pt x="1561" y="473"/>
                  </a:cubicBezTo>
                  <a:close/>
                  <a:moveTo>
                    <a:pt x="1579" y="0"/>
                  </a:moveTo>
                  <a:cubicBezTo>
                    <a:pt x="776" y="0"/>
                    <a:pt x="89" y="625"/>
                    <a:pt x="45" y="1428"/>
                  </a:cubicBezTo>
                  <a:cubicBezTo>
                    <a:pt x="0" y="2302"/>
                    <a:pt x="696" y="3025"/>
                    <a:pt x="1561" y="3025"/>
                  </a:cubicBezTo>
                  <a:lnTo>
                    <a:pt x="5299" y="3025"/>
                  </a:lnTo>
                  <a:cubicBezTo>
                    <a:pt x="6102" y="3025"/>
                    <a:pt x="6789" y="2400"/>
                    <a:pt x="6834" y="1597"/>
                  </a:cubicBezTo>
                  <a:cubicBezTo>
                    <a:pt x="6878" y="723"/>
                    <a:pt x="6182" y="0"/>
                    <a:pt x="5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0" name="Google Shape;2840;p40"/>
          <p:cNvGrpSpPr/>
          <p:nvPr/>
        </p:nvGrpSpPr>
        <p:grpSpPr>
          <a:xfrm>
            <a:off x="6168275" y="1762775"/>
            <a:ext cx="403275" cy="403275"/>
            <a:chOff x="6207400" y="1084975"/>
            <a:chExt cx="403275" cy="403275"/>
          </a:xfrm>
        </p:grpSpPr>
        <p:sp>
          <p:nvSpPr>
            <p:cNvPr id="2841" name="Google Shape;2841;p40"/>
            <p:cNvSpPr/>
            <p:nvPr/>
          </p:nvSpPr>
          <p:spPr>
            <a:xfrm>
              <a:off x="6262725" y="1090550"/>
              <a:ext cx="293075" cy="335475"/>
            </a:xfrm>
            <a:custGeom>
              <a:avLst/>
              <a:gdLst/>
              <a:ahLst/>
              <a:cxnLst/>
              <a:rect l="l" t="t" r="r" b="b"/>
              <a:pathLst>
                <a:path w="11723" h="13419" extrusionOk="0">
                  <a:moveTo>
                    <a:pt x="607" y="1"/>
                  </a:moveTo>
                  <a:cubicBezTo>
                    <a:pt x="268" y="1"/>
                    <a:pt x="0" y="269"/>
                    <a:pt x="0" y="599"/>
                  </a:cubicBezTo>
                  <a:lnTo>
                    <a:pt x="0" y="12820"/>
                  </a:lnTo>
                  <a:cubicBezTo>
                    <a:pt x="0" y="13150"/>
                    <a:pt x="268" y="13418"/>
                    <a:pt x="607" y="13418"/>
                  </a:cubicBezTo>
                  <a:lnTo>
                    <a:pt x="11116" y="13418"/>
                  </a:lnTo>
                  <a:cubicBezTo>
                    <a:pt x="11455" y="13418"/>
                    <a:pt x="11722" y="13150"/>
                    <a:pt x="11722" y="12820"/>
                  </a:cubicBezTo>
                  <a:lnTo>
                    <a:pt x="11722" y="599"/>
                  </a:lnTo>
                  <a:cubicBezTo>
                    <a:pt x="11722" y="269"/>
                    <a:pt x="11455" y="1"/>
                    <a:pt x="11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6509150" y="1090550"/>
              <a:ext cx="46650" cy="335475"/>
            </a:xfrm>
            <a:custGeom>
              <a:avLst/>
              <a:gdLst/>
              <a:ahLst/>
              <a:cxnLst/>
              <a:rect l="l" t="t" r="r" b="b"/>
              <a:pathLst>
                <a:path w="1866" h="13419" extrusionOk="0">
                  <a:moveTo>
                    <a:pt x="1" y="1"/>
                  </a:moveTo>
                  <a:cubicBezTo>
                    <a:pt x="331" y="1"/>
                    <a:pt x="608" y="269"/>
                    <a:pt x="608" y="599"/>
                  </a:cubicBezTo>
                  <a:lnTo>
                    <a:pt x="608" y="12820"/>
                  </a:lnTo>
                  <a:cubicBezTo>
                    <a:pt x="608" y="13150"/>
                    <a:pt x="331" y="13418"/>
                    <a:pt x="1" y="13418"/>
                  </a:cubicBezTo>
                  <a:lnTo>
                    <a:pt x="1259" y="13418"/>
                  </a:lnTo>
                  <a:cubicBezTo>
                    <a:pt x="1598" y="13418"/>
                    <a:pt x="1865" y="13150"/>
                    <a:pt x="1865" y="12820"/>
                  </a:cubicBezTo>
                  <a:lnTo>
                    <a:pt x="1865" y="599"/>
                  </a:lnTo>
                  <a:cubicBezTo>
                    <a:pt x="1865" y="269"/>
                    <a:pt x="1598" y="1"/>
                    <a:pt x="1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6262725" y="1090550"/>
              <a:ext cx="293075" cy="53550"/>
            </a:xfrm>
            <a:custGeom>
              <a:avLst/>
              <a:gdLst/>
              <a:ahLst/>
              <a:cxnLst/>
              <a:rect l="l" t="t" r="r" b="b"/>
              <a:pathLst>
                <a:path w="11723" h="2142" extrusionOk="0">
                  <a:moveTo>
                    <a:pt x="607" y="1"/>
                  </a:moveTo>
                  <a:cubicBezTo>
                    <a:pt x="268" y="1"/>
                    <a:pt x="0" y="269"/>
                    <a:pt x="0" y="599"/>
                  </a:cubicBezTo>
                  <a:lnTo>
                    <a:pt x="0" y="2142"/>
                  </a:lnTo>
                  <a:lnTo>
                    <a:pt x="11722" y="2142"/>
                  </a:lnTo>
                  <a:lnTo>
                    <a:pt x="11722" y="599"/>
                  </a:lnTo>
                  <a:cubicBezTo>
                    <a:pt x="11722" y="269"/>
                    <a:pt x="11455" y="1"/>
                    <a:pt x="11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6509150" y="1090550"/>
              <a:ext cx="46650" cy="53550"/>
            </a:xfrm>
            <a:custGeom>
              <a:avLst/>
              <a:gdLst/>
              <a:ahLst/>
              <a:cxnLst/>
              <a:rect l="l" t="t" r="r" b="b"/>
              <a:pathLst>
                <a:path w="1866" h="2142" extrusionOk="0">
                  <a:moveTo>
                    <a:pt x="1" y="1"/>
                  </a:moveTo>
                  <a:cubicBezTo>
                    <a:pt x="331" y="1"/>
                    <a:pt x="608" y="269"/>
                    <a:pt x="608" y="599"/>
                  </a:cubicBezTo>
                  <a:lnTo>
                    <a:pt x="608" y="2142"/>
                  </a:lnTo>
                  <a:lnTo>
                    <a:pt x="1865" y="2142"/>
                  </a:lnTo>
                  <a:lnTo>
                    <a:pt x="1865" y="599"/>
                  </a:lnTo>
                  <a:cubicBezTo>
                    <a:pt x="1865" y="269"/>
                    <a:pt x="1598" y="1"/>
                    <a:pt x="12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0"/>
            <p:cNvSpPr/>
            <p:nvPr/>
          </p:nvSpPr>
          <p:spPr>
            <a:xfrm>
              <a:off x="6212525" y="1394550"/>
              <a:ext cx="393000" cy="87450"/>
            </a:xfrm>
            <a:custGeom>
              <a:avLst/>
              <a:gdLst/>
              <a:ahLst/>
              <a:cxnLst/>
              <a:rect l="l" t="t" r="r" b="b"/>
              <a:pathLst>
                <a:path w="15720" h="3498" extrusionOk="0">
                  <a:moveTo>
                    <a:pt x="1803" y="0"/>
                  </a:moveTo>
                  <a:cubicBezTo>
                    <a:pt x="866" y="0"/>
                    <a:pt x="108" y="732"/>
                    <a:pt x="54" y="1651"/>
                  </a:cubicBezTo>
                  <a:cubicBezTo>
                    <a:pt x="1" y="2659"/>
                    <a:pt x="822" y="3497"/>
                    <a:pt x="1830" y="3497"/>
                  </a:cubicBezTo>
                  <a:lnTo>
                    <a:pt x="13918" y="3497"/>
                  </a:lnTo>
                  <a:cubicBezTo>
                    <a:pt x="14846" y="3497"/>
                    <a:pt x="15613" y="2766"/>
                    <a:pt x="15666" y="1847"/>
                  </a:cubicBezTo>
                  <a:cubicBezTo>
                    <a:pt x="15720" y="839"/>
                    <a:pt x="14890" y="0"/>
                    <a:pt x="138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0"/>
            <p:cNvSpPr/>
            <p:nvPr/>
          </p:nvSpPr>
          <p:spPr>
            <a:xfrm>
              <a:off x="6529450" y="1394550"/>
              <a:ext cx="76525" cy="87450"/>
            </a:xfrm>
            <a:custGeom>
              <a:avLst/>
              <a:gdLst/>
              <a:ahLst/>
              <a:cxnLst/>
              <a:rect l="l" t="t" r="r" b="b"/>
              <a:pathLst>
                <a:path w="3061" h="3498" extrusionOk="0">
                  <a:moveTo>
                    <a:pt x="1" y="0"/>
                  </a:moveTo>
                  <a:cubicBezTo>
                    <a:pt x="964" y="0"/>
                    <a:pt x="1749" y="785"/>
                    <a:pt x="1749" y="1749"/>
                  </a:cubicBezTo>
                  <a:cubicBezTo>
                    <a:pt x="1749" y="2712"/>
                    <a:pt x="964" y="3497"/>
                    <a:pt x="1" y="3497"/>
                  </a:cubicBezTo>
                  <a:lnTo>
                    <a:pt x="1259" y="3497"/>
                  </a:lnTo>
                  <a:cubicBezTo>
                    <a:pt x="2195" y="3497"/>
                    <a:pt x="2954" y="2766"/>
                    <a:pt x="3007" y="1847"/>
                  </a:cubicBezTo>
                  <a:cubicBezTo>
                    <a:pt x="3061" y="839"/>
                    <a:pt x="2231" y="0"/>
                    <a:pt x="1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0"/>
            <p:cNvSpPr/>
            <p:nvPr/>
          </p:nvSpPr>
          <p:spPr>
            <a:xfrm>
              <a:off x="6286125" y="1111300"/>
              <a:ext cx="15425" cy="11850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1"/>
                  </a:moveTo>
                  <a:cubicBezTo>
                    <a:pt x="1" y="1"/>
                    <a:pt x="1" y="473"/>
                    <a:pt x="313" y="473"/>
                  </a:cubicBezTo>
                  <a:cubicBezTo>
                    <a:pt x="616" y="473"/>
                    <a:pt x="616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0"/>
            <p:cNvSpPr/>
            <p:nvPr/>
          </p:nvSpPr>
          <p:spPr>
            <a:xfrm>
              <a:off x="6311550" y="1111300"/>
              <a:ext cx="15200" cy="11850"/>
            </a:xfrm>
            <a:custGeom>
              <a:avLst/>
              <a:gdLst/>
              <a:ahLst/>
              <a:cxnLst/>
              <a:rect l="l" t="t" r="r" b="b"/>
              <a:pathLst>
                <a:path w="608" h="474" extrusionOk="0">
                  <a:moveTo>
                    <a:pt x="304" y="1"/>
                  </a:moveTo>
                  <a:cubicBezTo>
                    <a:pt x="1" y="1"/>
                    <a:pt x="1" y="473"/>
                    <a:pt x="304" y="473"/>
                  </a:cubicBezTo>
                  <a:cubicBezTo>
                    <a:pt x="608" y="473"/>
                    <a:pt x="608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0"/>
            <p:cNvSpPr/>
            <p:nvPr/>
          </p:nvSpPr>
          <p:spPr>
            <a:xfrm>
              <a:off x="6336750" y="1111300"/>
              <a:ext cx="15425" cy="11850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1"/>
                  </a:moveTo>
                  <a:cubicBezTo>
                    <a:pt x="10" y="1"/>
                    <a:pt x="1" y="473"/>
                    <a:pt x="313" y="473"/>
                  </a:cubicBezTo>
                  <a:cubicBezTo>
                    <a:pt x="617" y="473"/>
                    <a:pt x="617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0"/>
            <p:cNvSpPr/>
            <p:nvPr/>
          </p:nvSpPr>
          <p:spPr>
            <a:xfrm>
              <a:off x="6207400" y="1084975"/>
              <a:ext cx="403275" cy="403275"/>
            </a:xfrm>
            <a:custGeom>
              <a:avLst/>
              <a:gdLst/>
              <a:ahLst/>
              <a:cxnLst/>
              <a:rect l="l" t="t" r="r" b="b"/>
              <a:pathLst>
                <a:path w="16131" h="16131" extrusionOk="0">
                  <a:moveTo>
                    <a:pt x="13320" y="474"/>
                  </a:moveTo>
                  <a:cubicBezTo>
                    <a:pt x="13516" y="474"/>
                    <a:pt x="13686" y="634"/>
                    <a:pt x="13686" y="839"/>
                  </a:cubicBezTo>
                  <a:lnTo>
                    <a:pt x="13686" y="2142"/>
                  </a:lnTo>
                  <a:lnTo>
                    <a:pt x="2436" y="2142"/>
                  </a:lnTo>
                  <a:lnTo>
                    <a:pt x="2436" y="839"/>
                  </a:lnTo>
                  <a:cubicBezTo>
                    <a:pt x="2436" y="634"/>
                    <a:pt x="2597" y="474"/>
                    <a:pt x="2802" y="474"/>
                  </a:cubicBezTo>
                  <a:close/>
                  <a:moveTo>
                    <a:pt x="2213" y="1"/>
                  </a:moveTo>
                  <a:cubicBezTo>
                    <a:pt x="2070" y="1"/>
                    <a:pt x="1963" y="108"/>
                    <a:pt x="1963" y="251"/>
                  </a:cubicBezTo>
                  <a:lnTo>
                    <a:pt x="1963" y="3676"/>
                  </a:lnTo>
                  <a:cubicBezTo>
                    <a:pt x="1963" y="3694"/>
                    <a:pt x="1963" y="3712"/>
                    <a:pt x="1981" y="3730"/>
                  </a:cubicBezTo>
                  <a:cubicBezTo>
                    <a:pt x="2052" y="3800"/>
                    <a:pt x="2127" y="3830"/>
                    <a:pt x="2196" y="3830"/>
                  </a:cubicBezTo>
                  <a:cubicBezTo>
                    <a:pt x="2328" y="3830"/>
                    <a:pt x="2436" y="3722"/>
                    <a:pt x="2436" y="3587"/>
                  </a:cubicBezTo>
                  <a:lnTo>
                    <a:pt x="2436" y="2615"/>
                  </a:lnTo>
                  <a:lnTo>
                    <a:pt x="13686" y="2615"/>
                  </a:lnTo>
                  <a:lnTo>
                    <a:pt x="13686" y="12133"/>
                  </a:lnTo>
                  <a:lnTo>
                    <a:pt x="2436" y="12133"/>
                  </a:lnTo>
                  <a:lnTo>
                    <a:pt x="2436" y="4925"/>
                  </a:lnTo>
                  <a:cubicBezTo>
                    <a:pt x="2436" y="4925"/>
                    <a:pt x="2338" y="4693"/>
                    <a:pt x="2204" y="4693"/>
                  </a:cubicBezTo>
                  <a:cubicBezTo>
                    <a:pt x="2070" y="4693"/>
                    <a:pt x="1972" y="4800"/>
                    <a:pt x="1963" y="4925"/>
                  </a:cubicBezTo>
                  <a:lnTo>
                    <a:pt x="1963" y="12133"/>
                  </a:lnTo>
                  <a:cubicBezTo>
                    <a:pt x="884" y="12151"/>
                    <a:pt x="1" y="13034"/>
                    <a:pt x="1" y="14132"/>
                  </a:cubicBezTo>
                  <a:cubicBezTo>
                    <a:pt x="1" y="15229"/>
                    <a:pt x="893" y="16121"/>
                    <a:pt x="1990" y="16130"/>
                  </a:cubicBezTo>
                  <a:lnTo>
                    <a:pt x="10617" y="16130"/>
                  </a:lnTo>
                  <a:cubicBezTo>
                    <a:pt x="10920" y="16121"/>
                    <a:pt x="10617" y="15630"/>
                    <a:pt x="10617" y="15630"/>
                  </a:cubicBezTo>
                  <a:lnTo>
                    <a:pt x="2035" y="15630"/>
                  </a:lnTo>
                  <a:cubicBezTo>
                    <a:pt x="1205" y="15630"/>
                    <a:pt x="509" y="14970"/>
                    <a:pt x="500" y="14141"/>
                  </a:cubicBezTo>
                  <a:cubicBezTo>
                    <a:pt x="483" y="13293"/>
                    <a:pt x="1169" y="12606"/>
                    <a:pt x="2008" y="12606"/>
                  </a:cubicBezTo>
                  <a:lnTo>
                    <a:pt x="14096" y="12606"/>
                  </a:lnTo>
                  <a:cubicBezTo>
                    <a:pt x="14917" y="12606"/>
                    <a:pt x="15613" y="13257"/>
                    <a:pt x="15630" y="14087"/>
                  </a:cubicBezTo>
                  <a:cubicBezTo>
                    <a:pt x="15648" y="14935"/>
                    <a:pt x="14961" y="15630"/>
                    <a:pt x="14123" y="15630"/>
                  </a:cubicBezTo>
                  <a:lnTo>
                    <a:pt x="11875" y="15630"/>
                  </a:lnTo>
                  <a:cubicBezTo>
                    <a:pt x="11875" y="15630"/>
                    <a:pt x="11571" y="16121"/>
                    <a:pt x="11875" y="16130"/>
                  </a:cubicBezTo>
                  <a:lnTo>
                    <a:pt x="14141" y="16130"/>
                  </a:lnTo>
                  <a:cubicBezTo>
                    <a:pt x="15238" y="16121"/>
                    <a:pt x="16130" y="15229"/>
                    <a:pt x="16130" y="14132"/>
                  </a:cubicBezTo>
                  <a:cubicBezTo>
                    <a:pt x="16130" y="13034"/>
                    <a:pt x="15247" y="12151"/>
                    <a:pt x="14158" y="12133"/>
                  </a:cubicBezTo>
                  <a:lnTo>
                    <a:pt x="14158" y="839"/>
                  </a:lnTo>
                  <a:cubicBezTo>
                    <a:pt x="14158" y="376"/>
                    <a:pt x="13784" y="1"/>
                    <a:pt x="13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0"/>
            <p:cNvSpPr/>
            <p:nvPr/>
          </p:nvSpPr>
          <p:spPr>
            <a:xfrm>
              <a:off x="6525000" y="1411725"/>
              <a:ext cx="54725" cy="51250"/>
            </a:xfrm>
            <a:custGeom>
              <a:avLst/>
              <a:gdLst/>
              <a:ahLst/>
              <a:cxnLst/>
              <a:rect l="l" t="t" r="r" b="b"/>
              <a:pathLst>
                <a:path w="2189" h="2050" extrusionOk="0">
                  <a:moveTo>
                    <a:pt x="875" y="473"/>
                  </a:moveTo>
                  <a:cubicBezTo>
                    <a:pt x="1098" y="473"/>
                    <a:pt x="1276" y="660"/>
                    <a:pt x="1276" y="874"/>
                  </a:cubicBezTo>
                  <a:cubicBezTo>
                    <a:pt x="1276" y="1097"/>
                    <a:pt x="1098" y="1285"/>
                    <a:pt x="875" y="1285"/>
                  </a:cubicBezTo>
                  <a:cubicBezTo>
                    <a:pt x="652" y="1285"/>
                    <a:pt x="473" y="1097"/>
                    <a:pt x="473" y="874"/>
                  </a:cubicBezTo>
                  <a:cubicBezTo>
                    <a:pt x="473" y="660"/>
                    <a:pt x="652" y="473"/>
                    <a:pt x="875" y="473"/>
                  </a:cubicBezTo>
                  <a:close/>
                  <a:moveTo>
                    <a:pt x="875" y="0"/>
                  </a:moveTo>
                  <a:cubicBezTo>
                    <a:pt x="393" y="0"/>
                    <a:pt x="0" y="393"/>
                    <a:pt x="0" y="874"/>
                  </a:cubicBezTo>
                  <a:cubicBezTo>
                    <a:pt x="0" y="1365"/>
                    <a:pt x="393" y="1758"/>
                    <a:pt x="875" y="1758"/>
                  </a:cubicBezTo>
                  <a:cubicBezTo>
                    <a:pt x="1044" y="1758"/>
                    <a:pt x="1196" y="1704"/>
                    <a:pt x="1330" y="1624"/>
                  </a:cubicBezTo>
                  <a:lnTo>
                    <a:pt x="1686" y="1981"/>
                  </a:lnTo>
                  <a:cubicBezTo>
                    <a:pt x="1735" y="2029"/>
                    <a:pt x="1790" y="2050"/>
                    <a:pt x="1844" y="2050"/>
                  </a:cubicBezTo>
                  <a:cubicBezTo>
                    <a:pt x="2026" y="2050"/>
                    <a:pt x="2189" y="1814"/>
                    <a:pt x="2017" y="1642"/>
                  </a:cubicBezTo>
                  <a:lnTo>
                    <a:pt x="1651" y="1276"/>
                  </a:lnTo>
                  <a:cubicBezTo>
                    <a:pt x="1713" y="1160"/>
                    <a:pt x="1749" y="1026"/>
                    <a:pt x="1749" y="874"/>
                  </a:cubicBezTo>
                  <a:cubicBezTo>
                    <a:pt x="1749" y="393"/>
                    <a:pt x="1356" y="0"/>
                    <a:pt x="8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0"/>
            <p:cNvSpPr/>
            <p:nvPr/>
          </p:nvSpPr>
          <p:spPr>
            <a:xfrm>
              <a:off x="6334075" y="1243675"/>
              <a:ext cx="39625" cy="61200"/>
            </a:xfrm>
            <a:custGeom>
              <a:avLst/>
              <a:gdLst/>
              <a:ahLst/>
              <a:cxnLst/>
              <a:rect l="l" t="t" r="r" b="b"/>
              <a:pathLst>
                <a:path w="1585" h="2448" extrusionOk="0">
                  <a:moveTo>
                    <a:pt x="1250" y="0"/>
                  </a:moveTo>
                  <a:cubicBezTo>
                    <a:pt x="1190" y="0"/>
                    <a:pt x="1129" y="22"/>
                    <a:pt x="1080" y="67"/>
                  </a:cubicBezTo>
                  <a:lnTo>
                    <a:pt x="99" y="1057"/>
                  </a:lnTo>
                  <a:cubicBezTo>
                    <a:pt x="1" y="1164"/>
                    <a:pt x="1" y="1280"/>
                    <a:pt x="99" y="1387"/>
                  </a:cubicBezTo>
                  <a:lnTo>
                    <a:pt x="1080" y="2378"/>
                  </a:lnTo>
                  <a:cubicBezTo>
                    <a:pt x="1131" y="2427"/>
                    <a:pt x="1188" y="2447"/>
                    <a:pt x="1242" y="2447"/>
                  </a:cubicBezTo>
                  <a:cubicBezTo>
                    <a:pt x="1426" y="2447"/>
                    <a:pt x="1585" y="2213"/>
                    <a:pt x="1419" y="2048"/>
                  </a:cubicBezTo>
                  <a:lnTo>
                    <a:pt x="599" y="1227"/>
                  </a:lnTo>
                  <a:lnTo>
                    <a:pt x="1419" y="397"/>
                  </a:lnTo>
                  <a:cubicBezTo>
                    <a:pt x="1509" y="308"/>
                    <a:pt x="1509" y="156"/>
                    <a:pt x="1419" y="67"/>
                  </a:cubicBezTo>
                  <a:cubicBezTo>
                    <a:pt x="1370" y="22"/>
                    <a:pt x="1310" y="0"/>
                    <a:pt x="1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0"/>
            <p:cNvSpPr/>
            <p:nvPr/>
          </p:nvSpPr>
          <p:spPr>
            <a:xfrm>
              <a:off x="6444375" y="1243600"/>
              <a:ext cx="39375" cy="61200"/>
            </a:xfrm>
            <a:custGeom>
              <a:avLst/>
              <a:gdLst/>
              <a:ahLst/>
              <a:cxnLst/>
              <a:rect l="l" t="t" r="r" b="b"/>
              <a:pathLst>
                <a:path w="1575" h="2448" extrusionOk="0">
                  <a:moveTo>
                    <a:pt x="339" y="1"/>
                  </a:moveTo>
                  <a:cubicBezTo>
                    <a:pt x="159" y="1"/>
                    <a:pt x="0" y="235"/>
                    <a:pt x="165" y="400"/>
                  </a:cubicBezTo>
                  <a:lnTo>
                    <a:pt x="986" y="1230"/>
                  </a:lnTo>
                  <a:lnTo>
                    <a:pt x="165" y="2051"/>
                  </a:lnTo>
                  <a:cubicBezTo>
                    <a:pt x="67" y="2140"/>
                    <a:pt x="67" y="2291"/>
                    <a:pt x="165" y="2381"/>
                  </a:cubicBezTo>
                  <a:cubicBezTo>
                    <a:pt x="219" y="2425"/>
                    <a:pt x="275" y="2448"/>
                    <a:pt x="330" y="2448"/>
                  </a:cubicBezTo>
                  <a:cubicBezTo>
                    <a:pt x="386" y="2448"/>
                    <a:pt x="442" y="2425"/>
                    <a:pt x="496" y="2381"/>
                  </a:cubicBezTo>
                  <a:lnTo>
                    <a:pt x="1486" y="1390"/>
                  </a:lnTo>
                  <a:cubicBezTo>
                    <a:pt x="1575" y="1283"/>
                    <a:pt x="1575" y="1167"/>
                    <a:pt x="1486" y="1060"/>
                  </a:cubicBezTo>
                  <a:lnTo>
                    <a:pt x="496" y="70"/>
                  </a:lnTo>
                  <a:cubicBezTo>
                    <a:pt x="447" y="21"/>
                    <a:pt x="392" y="1"/>
                    <a:pt x="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0"/>
            <p:cNvSpPr/>
            <p:nvPr/>
          </p:nvSpPr>
          <p:spPr>
            <a:xfrm>
              <a:off x="6386500" y="1215125"/>
              <a:ext cx="45325" cy="118325"/>
            </a:xfrm>
            <a:custGeom>
              <a:avLst/>
              <a:gdLst/>
              <a:ahLst/>
              <a:cxnLst/>
              <a:rect l="l" t="t" r="r" b="b"/>
              <a:pathLst>
                <a:path w="1813" h="4733" extrusionOk="0">
                  <a:moveTo>
                    <a:pt x="1521" y="0"/>
                  </a:moveTo>
                  <a:cubicBezTo>
                    <a:pt x="1429" y="0"/>
                    <a:pt x="1338" y="50"/>
                    <a:pt x="1303" y="165"/>
                  </a:cubicBezTo>
                  <a:lnTo>
                    <a:pt x="36" y="4430"/>
                  </a:lnTo>
                  <a:cubicBezTo>
                    <a:pt x="0" y="4572"/>
                    <a:pt x="125" y="4733"/>
                    <a:pt x="268" y="4733"/>
                  </a:cubicBezTo>
                  <a:cubicBezTo>
                    <a:pt x="366" y="4733"/>
                    <a:pt x="464" y="4670"/>
                    <a:pt x="491" y="4563"/>
                  </a:cubicBezTo>
                  <a:lnTo>
                    <a:pt x="1758" y="299"/>
                  </a:lnTo>
                  <a:cubicBezTo>
                    <a:pt x="1812" y="120"/>
                    <a:pt x="1665" y="0"/>
                    <a:pt x="1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5" name="Google Shape;2855;p40"/>
          <p:cNvGrpSpPr/>
          <p:nvPr/>
        </p:nvGrpSpPr>
        <p:grpSpPr>
          <a:xfrm>
            <a:off x="763096" y="2710477"/>
            <a:ext cx="401699" cy="355554"/>
            <a:chOff x="3279750" y="4755375"/>
            <a:chExt cx="144725" cy="128100"/>
          </a:xfrm>
        </p:grpSpPr>
        <p:sp>
          <p:nvSpPr>
            <p:cNvPr id="2856" name="Google Shape;2856;p40"/>
            <p:cNvSpPr/>
            <p:nvPr/>
          </p:nvSpPr>
          <p:spPr>
            <a:xfrm>
              <a:off x="3279750" y="4755375"/>
              <a:ext cx="144725" cy="128100"/>
            </a:xfrm>
            <a:custGeom>
              <a:avLst/>
              <a:gdLst/>
              <a:ahLst/>
              <a:cxnLst/>
              <a:rect l="l" t="t" r="r" b="b"/>
              <a:pathLst>
                <a:path w="5789" h="5124" extrusionOk="0">
                  <a:moveTo>
                    <a:pt x="3097" y="1"/>
                  </a:moveTo>
                  <a:cubicBezTo>
                    <a:pt x="3055" y="1"/>
                    <a:pt x="3011" y="3"/>
                    <a:pt x="2965" y="8"/>
                  </a:cubicBezTo>
                  <a:cubicBezTo>
                    <a:pt x="2030" y="148"/>
                    <a:pt x="2348" y="1302"/>
                    <a:pt x="2567" y="1938"/>
                  </a:cubicBezTo>
                  <a:cubicBezTo>
                    <a:pt x="2378" y="1445"/>
                    <a:pt x="1787" y="877"/>
                    <a:pt x="1272" y="877"/>
                  </a:cubicBezTo>
                  <a:cubicBezTo>
                    <a:pt x="1082" y="877"/>
                    <a:pt x="902" y="954"/>
                    <a:pt x="757" y="1143"/>
                  </a:cubicBezTo>
                  <a:cubicBezTo>
                    <a:pt x="1" y="2137"/>
                    <a:pt x="1533" y="2515"/>
                    <a:pt x="2169" y="2515"/>
                  </a:cubicBezTo>
                  <a:cubicBezTo>
                    <a:pt x="1473" y="2515"/>
                    <a:pt x="200" y="2515"/>
                    <a:pt x="438" y="3530"/>
                  </a:cubicBezTo>
                  <a:cubicBezTo>
                    <a:pt x="510" y="3845"/>
                    <a:pt x="761" y="3969"/>
                    <a:pt x="1065" y="3969"/>
                  </a:cubicBezTo>
                  <a:cubicBezTo>
                    <a:pt x="1519" y="3969"/>
                    <a:pt x="2091" y="3690"/>
                    <a:pt x="2354" y="3352"/>
                  </a:cubicBezTo>
                  <a:lnTo>
                    <a:pt x="2354" y="3352"/>
                  </a:lnTo>
                  <a:cubicBezTo>
                    <a:pt x="1937" y="4109"/>
                    <a:pt x="1599" y="5067"/>
                    <a:pt x="2766" y="5122"/>
                  </a:cubicBezTo>
                  <a:cubicBezTo>
                    <a:pt x="2785" y="5123"/>
                    <a:pt x="2804" y="5123"/>
                    <a:pt x="2823" y="5123"/>
                  </a:cubicBezTo>
                  <a:cubicBezTo>
                    <a:pt x="3696" y="5123"/>
                    <a:pt x="3575" y="4206"/>
                    <a:pt x="3244" y="3212"/>
                  </a:cubicBezTo>
                  <a:lnTo>
                    <a:pt x="3244" y="3212"/>
                  </a:lnTo>
                  <a:cubicBezTo>
                    <a:pt x="3554" y="3899"/>
                    <a:pt x="4083" y="4413"/>
                    <a:pt x="4559" y="4413"/>
                  </a:cubicBezTo>
                  <a:cubicBezTo>
                    <a:pt x="4786" y="4413"/>
                    <a:pt x="5000" y="4297"/>
                    <a:pt x="5174" y="4028"/>
                  </a:cubicBezTo>
                  <a:cubicBezTo>
                    <a:pt x="5609" y="3334"/>
                    <a:pt x="5040" y="2898"/>
                    <a:pt x="3759" y="2697"/>
                  </a:cubicBezTo>
                  <a:lnTo>
                    <a:pt x="3759" y="2697"/>
                  </a:lnTo>
                  <a:cubicBezTo>
                    <a:pt x="3920" y="2722"/>
                    <a:pt x="4078" y="2734"/>
                    <a:pt x="4229" y="2734"/>
                  </a:cubicBezTo>
                  <a:cubicBezTo>
                    <a:pt x="5133" y="2734"/>
                    <a:pt x="5788" y="2301"/>
                    <a:pt x="5432" y="1521"/>
                  </a:cubicBezTo>
                  <a:cubicBezTo>
                    <a:pt x="5295" y="1219"/>
                    <a:pt x="5074" y="1099"/>
                    <a:pt x="4825" y="1099"/>
                  </a:cubicBezTo>
                  <a:cubicBezTo>
                    <a:pt x="4352" y="1099"/>
                    <a:pt x="3783" y="1535"/>
                    <a:pt x="3522" y="1978"/>
                  </a:cubicBezTo>
                  <a:cubicBezTo>
                    <a:pt x="3846" y="1236"/>
                    <a:pt x="4024" y="1"/>
                    <a:pt x="3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3324800" y="4798525"/>
              <a:ext cx="57975" cy="41975"/>
            </a:xfrm>
            <a:custGeom>
              <a:avLst/>
              <a:gdLst/>
              <a:ahLst/>
              <a:cxnLst/>
              <a:rect l="l" t="t" r="r" b="b"/>
              <a:pathLst>
                <a:path w="2319" h="1679" extrusionOk="0">
                  <a:moveTo>
                    <a:pt x="1142" y="0"/>
                  </a:moveTo>
                  <a:cubicBezTo>
                    <a:pt x="60" y="0"/>
                    <a:pt x="0" y="1533"/>
                    <a:pt x="964" y="1665"/>
                  </a:cubicBezTo>
                  <a:cubicBezTo>
                    <a:pt x="1034" y="1674"/>
                    <a:pt x="1100" y="1678"/>
                    <a:pt x="1162" y="1678"/>
                  </a:cubicBezTo>
                  <a:cubicBezTo>
                    <a:pt x="2318" y="1678"/>
                    <a:pt x="2304" y="183"/>
                    <a:pt x="1322" y="13"/>
                  </a:cubicBezTo>
                  <a:cubicBezTo>
                    <a:pt x="1259" y="4"/>
                    <a:pt x="1199" y="0"/>
                    <a:pt x="1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8" name="Google Shape;2858;p40"/>
          <p:cNvSpPr/>
          <p:nvPr/>
        </p:nvSpPr>
        <p:spPr>
          <a:xfrm>
            <a:off x="4095939" y="1077873"/>
            <a:ext cx="952106" cy="82080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9" name="Google Shape;2859;p40"/>
          <p:cNvGrpSpPr/>
          <p:nvPr/>
        </p:nvGrpSpPr>
        <p:grpSpPr>
          <a:xfrm rot="-1544681">
            <a:off x="7784165" y="1330387"/>
            <a:ext cx="483213" cy="561331"/>
            <a:chOff x="5151000" y="2658925"/>
            <a:chExt cx="176600" cy="205150"/>
          </a:xfrm>
        </p:grpSpPr>
        <p:sp>
          <p:nvSpPr>
            <p:cNvPr id="2860" name="Google Shape;2860;p40"/>
            <p:cNvSpPr/>
            <p:nvPr/>
          </p:nvSpPr>
          <p:spPr>
            <a:xfrm>
              <a:off x="5151000" y="2658925"/>
              <a:ext cx="176600" cy="205150"/>
            </a:xfrm>
            <a:custGeom>
              <a:avLst/>
              <a:gdLst/>
              <a:ahLst/>
              <a:cxnLst/>
              <a:rect l="l" t="t" r="r" b="b"/>
              <a:pathLst>
                <a:path w="7064" h="8206" extrusionOk="0">
                  <a:moveTo>
                    <a:pt x="3564" y="0"/>
                  </a:moveTo>
                  <a:cubicBezTo>
                    <a:pt x="2841" y="0"/>
                    <a:pt x="2175" y="294"/>
                    <a:pt x="1632" y="800"/>
                  </a:cubicBezTo>
                  <a:cubicBezTo>
                    <a:pt x="1493" y="919"/>
                    <a:pt x="1373" y="1058"/>
                    <a:pt x="1254" y="1198"/>
                  </a:cubicBezTo>
                  <a:cubicBezTo>
                    <a:pt x="1075" y="1417"/>
                    <a:pt x="896" y="1655"/>
                    <a:pt x="756" y="1934"/>
                  </a:cubicBezTo>
                  <a:cubicBezTo>
                    <a:pt x="697" y="2033"/>
                    <a:pt x="637" y="2153"/>
                    <a:pt x="577" y="2272"/>
                  </a:cubicBezTo>
                  <a:cubicBezTo>
                    <a:pt x="438" y="2571"/>
                    <a:pt x="319" y="2889"/>
                    <a:pt x="239" y="3227"/>
                  </a:cubicBezTo>
                  <a:cubicBezTo>
                    <a:pt x="199" y="3307"/>
                    <a:pt x="179" y="3386"/>
                    <a:pt x="159" y="3466"/>
                  </a:cubicBezTo>
                  <a:cubicBezTo>
                    <a:pt x="120" y="3645"/>
                    <a:pt x="100" y="3804"/>
                    <a:pt x="80" y="3983"/>
                  </a:cubicBezTo>
                  <a:cubicBezTo>
                    <a:pt x="40" y="4142"/>
                    <a:pt x="20" y="4321"/>
                    <a:pt x="20" y="4481"/>
                  </a:cubicBezTo>
                  <a:cubicBezTo>
                    <a:pt x="20" y="4500"/>
                    <a:pt x="20" y="4520"/>
                    <a:pt x="20" y="4540"/>
                  </a:cubicBezTo>
                  <a:cubicBezTo>
                    <a:pt x="0" y="4779"/>
                    <a:pt x="0" y="5058"/>
                    <a:pt x="20" y="5316"/>
                  </a:cubicBezTo>
                  <a:cubicBezTo>
                    <a:pt x="20" y="5455"/>
                    <a:pt x="40" y="5595"/>
                    <a:pt x="60" y="5734"/>
                  </a:cubicBezTo>
                  <a:cubicBezTo>
                    <a:pt x="120" y="6032"/>
                    <a:pt x="199" y="6311"/>
                    <a:pt x="319" y="6570"/>
                  </a:cubicBezTo>
                  <a:cubicBezTo>
                    <a:pt x="358" y="6689"/>
                    <a:pt x="418" y="6789"/>
                    <a:pt x="478" y="6888"/>
                  </a:cubicBezTo>
                  <a:cubicBezTo>
                    <a:pt x="657" y="7167"/>
                    <a:pt x="876" y="7425"/>
                    <a:pt x="1174" y="7624"/>
                  </a:cubicBezTo>
                  <a:cubicBezTo>
                    <a:pt x="1751" y="8057"/>
                    <a:pt x="2753" y="8205"/>
                    <a:pt x="3569" y="8205"/>
                  </a:cubicBezTo>
                  <a:cubicBezTo>
                    <a:pt x="3766" y="8205"/>
                    <a:pt x="3952" y="8197"/>
                    <a:pt x="4119" y="8181"/>
                  </a:cubicBezTo>
                  <a:cubicBezTo>
                    <a:pt x="5631" y="8082"/>
                    <a:pt x="6467" y="7425"/>
                    <a:pt x="6845" y="6410"/>
                  </a:cubicBezTo>
                  <a:cubicBezTo>
                    <a:pt x="6884" y="6291"/>
                    <a:pt x="6924" y="6172"/>
                    <a:pt x="6944" y="6052"/>
                  </a:cubicBezTo>
                  <a:cubicBezTo>
                    <a:pt x="6984" y="5933"/>
                    <a:pt x="7004" y="5814"/>
                    <a:pt x="7024" y="5694"/>
                  </a:cubicBezTo>
                  <a:cubicBezTo>
                    <a:pt x="7044" y="5555"/>
                    <a:pt x="7044" y="5396"/>
                    <a:pt x="7063" y="5257"/>
                  </a:cubicBezTo>
                  <a:cubicBezTo>
                    <a:pt x="7063" y="5177"/>
                    <a:pt x="7063" y="5097"/>
                    <a:pt x="7063" y="5018"/>
                  </a:cubicBezTo>
                  <a:cubicBezTo>
                    <a:pt x="7063" y="4859"/>
                    <a:pt x="7063" y="4680"/>
                    <a:pt x="7044" y="4520"/>
                  </a:cubicBezTo>
                  <a:cubicBezTo>
                    <a:pt x="7044" y="4500"/>
                    <a:pt x="7044" y="4500"/>
                    <a:pt x="7044" y="4481"/>
                  </a:cubicBezTo>
                  <a:cubicBezTo>
                    <a:pt x="7004" y="4142"/>
                    <a:pt x="6924" y="3685"/>
                    <a:pt x="6805" y="3207"/>
                  </a:cubicBezTo>
                  <a:cubicBezTo>
                    <a:pt x="6785" y="3128"/>
                    <a:pt x="6745" y="3028"/>
                    <a:pt x="6725" y="2949"/>
                  </a:cubicBezTo>
                  <a:cubicBezTo>
                    <a:pt x="6705" y="2829"/>
                    <a:pt x="6666" y="2710"/>
                    <a:pt x="6626" y="2610"/>
                  </a:cubicBezTo>
                  <a:cubicBezTo>
                    <a:pt x="6566" y="2471"/>
                    <a:pt x="6526" y="2352"/>
                    <a:pt x="6467" y="2232"/>
                  </a:cubicBezTo>
                  <a:cubicBezTo>
                    <a:pt x="6447" y="2173"/>
                    <a:pt x="6427" y="2133"/>
                    <a:pt x="6407" y="2073"/>
                  </a:cubicBezTo>
                  <a:cubicBezTo>
                    <a:pt x="6327" y="1894"/>
                    <a:pt x="6248" y="1735"/>
                    <a:pt x="6148" y="1576"/>
                  </a:cubicBezTo>
                  <a:cubicBezTo>
                    <a:pt x="5631" y="700"/>
                    <a:pt x="4855" y="4"/>
                    <a:pt x="3701" y="4"/>
                  </a:cubicBezTo>
                  <a:cubicBezTo>
                    <a:pt x="3655" y="2"/>
                    <a:pt x="3609" y="0"/>
                    <a:pt x="35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5182325" y="2678900"/>
              <a:ext cx="128850" cy="33225"/>
            </a:xfrm>
            <a:custGeom>
              <a:avLst/>
              <a:gdLst/>
              <a:ahLst/>
              <a:cxnLst/>
              <a:rect l="l" t="t" r="r" b="b"/>
              <a:pathLst>
                <a:path w="5154" h="1329" extrusionOk="0">
                  <a:moveTo>
                    <a:pt x="379" y="1"/>
                  </a:moveTo>
                  <a:cubicBezTo>
                    <a:pt x="240" y="120"/>
                    <a:pt x="120" y="259"/>
                    <a:pt x="1" y="399"/>
                  </a:cubicBezTo>
                  <a:cubicBezTo>
                    <a:pt x="1227" y="1082"/>
                    <a:pt x="2587" y="1329"/>
                    <a:pt x="3975" y="1329"/>
                  </a:cubicBezTo>
                  <a:cubicBezTo>
                    <a:pt x="4367" y="1329"/>
                    <a:pt x="4760" y="1309"/>
                    <a:pt x="5154" y="1274"/>
                  </a:cubicBezTo>
                  <a:cubicBezTo>
                    <a:pt x="5074" y="1095"/>
                    <a:pt x="4995" y="936"/>
                    <a:pt x="4895" y="777"/>
                  </a:cubicBezTo>
                  <a:cubicBezTo>
                    <a:pt x="4590" y="800"/>
                    <a:pt x="4286" y="813"/>
                    <a:pt x="3983" y="813"/>
                  </a:cubicBezTo>
                  <a:cubicBezTo>
                    <a:pt x="2727" y="813"/>
                    <a:pt x="1501" y="594"/>
                    <a:pt x="3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5154975" y="2732625"/>
              <a:ext cx="166150" cy="24500"/>
            </a:xfrm>
            <a:custGeom>
              <a:avLst/>
              <a:gdLst/>
              <a:ahLst/>
              <a:cxnLst/>
              <a:rect l="l" t="t" r="r" b="b"/>
              <a:pathLst>
                <a:path w="6646" h="980" extrusionOk="0">
                  <a:moveTo>
                    <a:pt x="6566" y="1"/>
                  </a:moveTo>
                  <a:cubicBezTo>
                    <a:pt x="5493" y="516"/>
                    <a:pt x="4337" y="731"/>
                    <a:pt x="3170" y="731"/>
                  </a:cubicBezTo>
                  <a:cubicBezTo>
                    <a:pt x="2131" y="731"/>
                    <a:pt x="1083" y="560"/>
                    <a:pt x="80" y="279"/>
                  </a:cubicBezTo>
                  <a:cubicBezTo>
                    <a:pt x="40" y="359"/>
                    <a:pt x="20" y="438"/>
                    <a:pt x="0" y="518"/>
                  </a:cubicBezTo>
                  <a:cubicBezTo>
                    <a:pt x="1032" y="809"/>
                    <a:pt x="2103" y="980"/>
                    <a:pt x="3166" y="980"/>
                  </a:cubicBezTo>
                  <a:cubicBezTo>
                    <a:pt x="4359" y="980"/>
                    <a:pt x="5541" y="764"/>
                    <a:pt x="6646" y="259"/>
                  </a:cubicBezTo>
                  <a:cubicBezTo>
                    <a:pt x="6626" y="180"/>
                    <a:pt x="6586" y="80"/>
                    <a:pt x="6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5151500" y="2758500"/>
              <a:ext cx="176100" cy="34075"/>
            </a:xfrm>
            <a:custGeom>
              <a:avLst/>
              <a:gdLst/>
              <a:ahLst/>
              <a:cxnLst/>
              <a:rect l="l" t="t" r="r" b="b"/>
              <a:pathLst>
                <a:path w="7044" h="1363" extrusionOk="0">
                  <a:moveTo>
                    <a:pt x="60" y="0"/>
                  </a:moveTo>
                  <a:cubicBezTo>
                    <a:pt x="20" y="159"/>
                    <a:pt x="0" y="338"/>
                    <a:pt x="0" y="498"/>
                  </a:cubicBezTo>
                  <a:cubicBezTo>
                    <a:pt x="0" y="517"/>
                    <a:pt x="0" y="537"/>
                    <a:pt x="0" y="557"/>
                  </a:cubicBezTo>
                  <a:cubicBezTo>
                    <a:pt x="995" y="1075"/>
                    <a:pt x="2169" y="1274"/>
                    <a:pt x="3283" y="1333"/>
                  </a:cubicBezTo>
                  <a:cubicBezTo>
                    <a:pt x="3583" y="1352"/>
                    <a:pt x="3885" y="1362"/>
                    <a:pt x="4188" y="1362"/>
                  </a:cubicBezTo>
                  <a:cubicBezTo>
                    <a:pt x="5151" y="1362"/>
                    <a:pt x="6120" y="1262"/>
                    <a:pt x="7043" y="1035"/>
                  </a:cubicBezTo>
                  <a:cubicBezTo>
                    <a:pt x="7043" y="876"/>
                    <a:pt x="7043" y="697"/>
                    <a:pt x="7024" y="537"/>
                  </a:cubicBezTo>
                  <a:cubicBezTo>
                    <a:pt x="7024" y="517"/>
                    <a:pt x="7024" y="517"/>
                    <a:pt x="7024" y="498"/>
                  </a:cubicBezTo>
                  <a:cubicBezTo>
                    <a:pt x="6069" y="743"/>
                    <a:pt x="4987" y="899"/>
                    <a:pt x="3907" y="899"/>
                  </a:cubicBezTo>
                  <a:cubicBezTo>
                    <a:pt x="2533" y="899"/>
                    <a:pt x="1163" y="646"/>
                    <a:pt x="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5158950" y="2810225"/>
              <a:ext cx="165675" cy="29700"/>
            </a:xfrm>
            <a:custGeom>
              <a:avLst/>
              <a:gdLst/>
              <a:ahLst/>
              <a:cxnLst/>
              <a:rect l="l" t="t" r="r" b="b"/>
              <a:pathLst>
                <a:path w="6627" h="1188" extrusionOk="0">
                  <a:moveTo>
                    <a:pt x="6626" y="0"/>
                  </a:moveTo>
                  <a:lnTo>
                    <a:pt x="6626" y="0"/>
                  </a:lnTo>
                  <a:cubicBezTo>
                    <a:pt x="5550" y="653"/>
                    <a:pt x="4203" y="930"/>
                    <a:pt x="2859" y="930"/>
                  </a:cubicBezTo>
                  <a:cubicBezTo>
                    <a:pt x="1868" y="930"/>
                    <a:pt x="879" y="779"/>
                    <a:pt x="1" y="518"/>
                  </a:cubicBezTo>
                  <a:lnTo>
                    <a:pt x="1" y="518"/>
                  </a:lnTo>
                  <a:cubicBezTo>
                    <a:pt x="40" y="637"/>
                    <a:pt x="100" y="737"/>
                    <a:pt x="160" y="836"/>
                  </a:cubicBezTo>
                  <a:cubicBezTo>
                    <a:pt x="998" y="1060"/>
                    <a:pt x="1922" y="1187"/>
                    <a:pt x="2849" y="1187"/>
                  </a:cubicBezTo>
                  <a:cubicBezTo>
                    <a:pt x="4146" y="1187"/>
                    <a:pt x="5448" y="939"/>
                    <a:pt x="6527" y="358"/>
                  </a:cubicBezTo>
                  <a:cubicBezTo>
                    <a:pt x="6566" y="239"/>
                    <a:pt x="6606" y="120"/>
                    <a:pt x="66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5165425" y="2707250"/>
              <a:ext cx="151225" cy="26175"/>
            </a:xfrm>
            <a:custGeom>
              <a:avLst/>
              <a:gdLst/>
              <a:ahLst/>
              <a:cxnLst/>
              <a:rect l="l" t="t" r="r" b="b"/>
              <a:pathLst>
                <a:path w="6049" h="1047" extrusionOk="0">
                  <a:moveTo>
                    <a:pt x="179" y="1"/>
                  </a:moveTo>
                  <a:cubicBezTo>
                    <a:pt x="120" y="100"/>
                    <a:pt x="60" y="220"/>
                    <a:pt x="0" y="339"/>
                  </a:cubicBezTo>
                  <a:cubicBezTo>
                    <a:pt x="856" y="797"/>
                    <a:pt x="1890" y="956"/>
                    <a:pt x="2845" y="1016"/>
                  </a:cubicBezTo>
                  <a:cubicBezTo>
                    <a:pt x="3109" y="1035"/>
                    <a:pt x="3378" y="1047"/>
                    <a:pt x="3648" y="1047"/>
                  </a:cubicBezTo>
                  <a:cubicBezTo>
                    <a:pt x="4460" y="1047"/>
                    <a:pt x="5288" y="946"/>
                    <a:pt x="6049" y="677"/>
                  </a:cubicBezTo>
                  <a:cubicBezTo>
                    <a:pt x="5989" y="538"/>
                    <a:pt x="5949" y="419"/>
                    <a:pt x="5890" y="299"/>
                  </a:cubicBezTo>
                  <a:cubicBezTo>
                    <a:pt x="5157" y="554"/>
                    <a:pt x="4374" y="656"/>
                    <a:pt x="3591" y="656"/>
                  </a:cubicBezTo>
                  <a:cubicBezTo>
                    <a:pt x="3395" y="656"/>
                    <a:pt x="3200" y="649"/>
                    <a:pt x="3005" y="638"/>
                  </a:cubicBezTo>
                  <a:cubicBezTo>
                    <a:pt x="2050" y="598"/>
                    <a:pt x="1035" y="439"/>
                    <a:pt x="1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5151500" y="2790325"/>
              <a:ext cx="176100" cy="25650"/>
            </a:xfrm>
            <a:custGeom>
              <a:avLst/>
              <a:gdLst/>
              <a:ahLst/>
              <a:cxnLst/>
              <a:rect l="l" t="t" r="r" b="b"/>
              <a:pathLst>
                <a:path w="7044" h="1026" extrusionOk="0">
                  <a:moveTo>
                    <a:pt x="7043" y="1"/>
                  </a:moveTo>
                  <a:lnTo>
                    <a:pt x="7043" y="1"/>
                  </a:lnTo>
                  <a:cubicBezTo>
                    <a:pt x="5924" y="433"/>
                    <a:pt x="4750" y="627"/>
                    <a:pt x="3574" y="627"/>
                  </a:cubicBezTo>
                  <a:cubicBezTo>
                    <a:pt x="2368" y="627"/>
                    <a:pt x="1159" y="423"/>
                    <a:pt x="0" y="60"/>
                  </a:cubicBezTo>
                  <a:lnTo>
                    <a:pt x="0" y="60"/>
                  </a:lnTo>
                  <a:cubicBezTo>
                    <a:pt x="0" y="199"/>
                    <a:pt x="20" y="339"/>
                    <a:pt x="40" y="478"/>
                  </a:cubicBezTo>
                  <a:cubicBezTo>
                    <a:pt x="1189" y="831"/>
                    <a:pt x="2384" y="1025"/>
                    <a:pt x="3576" y="1025"/>
                  </a:cubicBezTo>
                  <a:cubicBezTo>
                    <a:pt x="4737" y="1025"/>
                    <a:pt x="5894" y="841"/>
                    <a:pt x="7004" y="438"/>
                  </a:cubicBezTo>
                  <a:cubicBezTo>
                    <a:pt x="7024" y="299"/>
                    <a:pt x="7024" y="140"/>
                    <a:pt x="70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1" name="Google Shape;2871;p41"/>
          <p:cNvPicPr preferRelativeResize="0"/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5101475" y="1420888"/>
            <a:ext cx="2934725" cy="2934725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872" name="Google Shape;2872;p41"/>
          <p:cNvGrpSpPr/>
          <p:nvPr/>
        </p:nvGrpSpPr>
        <p:grpSpPr>
          <a:xfrm rot="1725718">
            <a:off x="4813473" y="4098747"/>
            <a:ext cx="425854" cy="494700"/>
            <a:chOff x="5153475" y="3541325"/>
            <a:chExt cx="176600" cy="205150"/>
          </a:xfrm>
        </p:grpSpPr>
        <p:sp>
          <p:nvSpPr>
            <p:cNvPr id="2873" name="Google Shape;2873;p41"/>
            <p:cNvSpPr/>
            <p:nvPr/>
          </p:nvSpPr>
          <p:spPr>
            <a:xfrm>
              <a:off x="5153475" y="3541325"/>
              <a:ext cx="176600" cy="205150"/>
            </a:xfrm>
            <a:custGeom>
              <a:avLst/>
              <a:gdLst/>
              <a:ahLst/>
              <a:cxnLst/>
              <a:rect l="l" t="t" r="r" b="b"/>
              <a:pathLst>
                <a:path w="7064" h="8206" extrusionOk="0">
                  <a:moveTo>
                    <a:pt x="3567" y="0"/>
                  </a:moveTo>
                  <a:cubicBezTo>
                    <a:pt x="2861" y="0"/>
                    <a:pt x="2194" y="294"/>
                    <a:pt x="1632" y="800"/>
                  </a:cubicBezTo>
                  <a:cubicBezTo>
                    <a:pt x="1513" y="919"/>
                    <a:pt x="1394" y="1058"/>
                    <a:pt x="1274" y="1198"/>
                  </a:cubicBezTo>
                  <a:cubicBezTo>
                    <a:pt x="1075" y="1416"/>
                    <a:pt x="916" y="1655"/>
                    <a:pt x="757" y="1934"/>
                  </a:cubicBezTo>
                  <a:cubicBezTo>
                    <a:pt x="697" y="2033"/>
                    <a:pt x="637" y="2153"/>
                    <a:pt x="598" y="2272"/>
                  </a:cubicBezTo>
                  <a:cubicBezTo>
                    <a:pt x="458" y="2570"/>
                    <a:pt x="339" y="2889"/>
                    <a:pt x="240" y="3227"/>
                  </a:cubicBezTo>
                  <a:cubicBezTo>
                    <a:pt x="220" y="3307"/>
                    <a:pt x="200" y="3386"/>
                    <a:pt x="180" y="3466"/>
                  </a:cubicBezTo>
                  <a:cubicBezTo>
                    <a:pt x="140" y="3645"/>
                    <a:pt x="100" y="3804"/>
                    <a:pt x="80" y="3983"/>
                  </a:cubicBezTo>
                  <a:cubicBezTo>
                    <a:pt x="60" y="4142"/>
                    <a:pt x="41" y="4321"/>
                    <a:pt x="21" y="4480"/>
                  </a:cubicBezTo>
                  <a:cubicBezTo>
                    <a:pt x="21" y="4500"/>
                    <a:pt x="21" y="4520"/>
                    <a:pt x="21" y="4540"/>
                  </a:cubicBezTo>
                  <a:cubicBezTo>
                    <a:pt x="1" y="4779"/>
                    <a:pt x="1" y="5057"/>
                    <a:pt x="21" y="5316"/>
                  </a:cubicBezTo>
                  <a:cubicBezTo>
                    <a:pt x="41" y="5455"/>
                    <a:pt x="41" y="5615"/>
                    <a:pt x="80" y="5754"/>
                  </a:cubicBezTo>
                  <a:cubicBezTo>
                    <a:pt x="120" y="6032"/>
                    <a:pt x="200" y="6311"/>
                    <a:pt x="319" y="6570"/>
                  </a:cubicBezTo>
                  <a:cubicBezTo>
                    <a:pt x="379" y="6689"/>
                    <a:pt x="419" y="6788"/>
                    <a:pt x="498" y="6888"/>
                  </a:cubicBezTo>
                  <a:cubicBezTo>
                    <a:pt x="657" y="7166"/>
                    <a:pt x="876" y="7425"/>
                    <a:pt x="1175" y="7624"/>
                  </a:cubicBezTo>
                  <a:cubicBezTo>
                    <a:pt x="1751" y="8057"/>
                    <a:pt x="2754" y="8205"/>
                    <a:pt x="3579" y="8205"/>
                  </a:cubicBezTo>
                  <a:cubicBezTo>
                    <a:pt x="3779" y="8205"/>
                    <a:pt x="3969" y="8197"/>
                    <a:pt x="4139" y="8181"/>
                  </a:cubicBezTo>
                  <a:cubicBezTo>
                    <a:pt x="5631" y="8102"/>
                    <a:pt x="6487" y="7425"/>
                    <a:pt x="6845" y="6410"/>
                  </a:cubicBezTo>
                  <a:cubicBezTo>
                    <a:pt x="6885" y="6291"/>
                    <a:pt x="6925" y="6172"/>
                    <a:pt x="6964" y="6052"/>
                  </a:cubicBezTo>
                  <a:cubicBezTo>
                    <a:pt x="6984" y="5933"/>
                    <a:pt x="7004" y="5814"/>
                    <a:pt x="7024" y="5694"/>
                  </a:cubicBezTo>
                  <a:cubicBezTo>
                    <a:pt x="7044" y="5555"/>
                    <a:pt x="7064" y="5396"/>
                    <a:pt x="7064" y="5256"/>
                  </a:cubicBezTo>
                  <a:cubicBezTo>
                    <a:pt x="7064" y="5177"/>
                    <a:pt x="7064" y="5097"/>
                    <a:pt x="7064" y="5018"/>
                  </a:cubicBezTo>
                  <a:cubicBezTo>
                    <a:pt x="7064" y="4858"/>
                    <a:pt x="7064" y="4679"/>
                    <a:pt x="7064" y="4520"/>
                  </a:cubicBezTo>
                  <a:cubicBezTo>
                    <a:pt x="7064" y="4500"/>
                    <a:pt x="7064" y="4500"/>
                    <a:pt x="7044" y="4480"/>
                  </a:cubicBezTo>
                  <a:cubicBezTo>
                    <a:pt x="7024" y="4142"/>
                    <a:pt x="6945" y="3685"/>
                    <a:pt x="6805" y="3207"/>
                  </a:cubicBezTo>
                  <a:cubicBezTo>
                    <a:pt x="6785" y="3128"/>
                    <a:pt x="6766" y="3028"/>
                    <a:pt x="6746" y="2948"/>
                  </a:cubicBezTo>
                  <a:cubicBezTo>
                    <a:pt x="6706" y="2829"/>
                    <a:pt x="6666" y="2730"/>
                    <a:pt x="6626" y="2610"/>
                  </a:cubicBezTo>
                  <a:cubicBezTo>
                    <a:pt x="6586" y="2491"/>
                    <a:pt x="6527" y="2352"/>
                    <a:pt x="6487" y="2232"/>
                  </a:cubicBezTo>
                  <a:cubicBezTo>
                    <a:pt x="6467" y="2192"/>
                    <a:pt x="6447" y="2133"/>
                    <a:pt x="6407" y="2073"/>
                  </a:cubicBezTo>
                  <a:cubicBezTo>
                    <a:pt x="6348" y="1914"/>
                    <a:pt x="6248" y="1735"/>
                    <a:pt x="6149" y="1576"/>
                  </a:cubicBezTo>
                  <a:cubicBezTo>
                    <a:pt x="5651" y="700"/>
                    <a:pt x="4875" y="4"/>
                    <a:pt x="3701" y="4"/>
                  </a:cubicBezTo>
                  <a:cubicBezTo>
                    <a:pt x="3657" y="1"/>
                    <a:pt x="3612" y="0"/>
                    <a:pt x="3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1"/>
            <p:cNvSpPr/>
            <p:nvPr/>
          </p:nvSpPr>
          <p:spPr>
            <a:xfrm>
              <a:off x="5185325" y="3561300"/>
              <a:ext cx="128350" cy="33225"/>
            </a:xfrm>
            <a:custGeom>
              <a:avLst/>
              <a:gdLst/>
              <a:ahLst/>
              <a:cxnLst/>
              <a:rect l="l" t="t" r="r" b="b"/>
              <a:pathLst>
                <a:path w="5134" h="1329" extrusionOk="0">
                  <a:moveTo>
                    <a:pt x="358" y="1"/>
                  </a:moveTo>
                  <a:cubicBezTo>
                    <a:pt x="239" y="120"/>
                    <a:pt x="120" y="259"/>
                    <a:pt x="0" y="399"/>
                  </a:cubicBezTo>
                  <a:cubicBezTo>
                    <a:pt x="1226" y="1082"/>
                    <a:pt x="2574" y="1329"/>
                    <a:pt x="3957" y="1329"/>
                  </a:cubicBezTo>
                  <a:cubicBezTo>
                    <a:pt x="4347" y="1329"/>
                    <a:pt x="4740" y="1309"/>
                    <a:pt x="5133" y="1274"/>
                  </a:cubicBezTo>
                  <a:cubicBezTo>
                    <a:pt x="5074" y="1115"/>
                    <a:pt x="4974" y="936"/>
                    <a:pt x="4875" y="777"/>
                  </a:cubicBezTo>
                  <a:cubicBezTo>
                    <a:pt x="4570" y="800"/>
                    <a:pt x="4266" y="812"/>
                    <a:pt x="3965" y="812"/>
                  </a:cubicBezTo>
                  <a:cubicBezTo>
                    <a:pt x="2713" y="812"/>
                    <a:pt x="1497" y="594"/>
                    <a:pt x="3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1"/>
            <p:cNvSpPr/>
            <p:nvPr/>
          </p:nvSpPr>
          <p:spPr>
            <a:xfrm>
              <a:off x="5157950" y="3615025"/>
              <a:ext cx="165675" cy="24700"/>
            </a:xfrm>
            <a:custGeom>
              <a:avLst/>
              <a:gdLst/>
              <a:ahLst/>
              <a:cxnLst/>
              <a:rect l="l" t="t" r="r" b="b"/>
              <a:pathLst>
                <a:path w="6627" h="988" extrusionOk="0">
                  <a:moveTo>
                    <a:pt x="6567" y="0"/>
                  </a:moveTo>
                  <a:cubicBezTo>
                    <a:pt x="5483" y="516"/>
                    <a:pt x="4321" y="731"/>
                    <a:pt x="3153" y="731"/>
                  </a:cubicBezTo>
                  <a:cubicBezTo>
                    <a:pt x="2111" y="731"/>
                    <a:pt x="1064" y="560"/>
                    <a:pt x="61" y="279"/>
                  </a:cubicBezTo>
                  <a:cubicBezTo>
                    <a:pt x="41" y="359"/>
                    <a:pt x="21" y="438"/>
                    <a:pt x="1" y="518"/>
                  </a:cubicBezTo>
                  <a:cubicBezTo>
                    <a:pt x="1026" y="816"/>
                    <a:pt x="2086" y="988"/>
                    <a:pt x="3139" y="988"/>
                  </a:cubicBezTo>
                  <a:cubicBezTo>
                    <a:pt x="4332" y="988"/>
                    <a:pt x="5516" y="767"/>
                    <a:pt x="6626" y="259"/>
                  </a:cubicBezTo>
                  <a:cubicBezTo>
                    <a:pt x="6606" y="180"/>
                    <a:pt x="6587" y="80"/>
                    <a:pt x="6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1"/>
            <p:cNvSpPr/>
            <p:nvPr/>
          </p:nvSpPr>
          <p:spPr>
            <a:xfrm>
              <a:off x="5153975" y="3640900"/>
              <a:ext cx="176100" cy="34075"/>
            </a:xfrm>
            <a:custGeom>
              <a:avLst/>
              <a:gdLst/>
              <a:ahLst/>
              <a:cxnLst/>
              <a:rect l="l" t="t" r="r" b="b"/>
              <a:pathLst>
                <a:path w="7044" h="1363" extrusionOk="0">
                  <a:moveTo>
                    <a:pt x="60" y="0"/>
                  </a:moveTo>
                  <a:cubicBezTo>
                    <a:pt x="40" y="159"/>
                    <a:pt x="21" y="338"/>
                    <a:pt x="1" y="497"/>
                  </a:cubicBezTo>
                  <a:cubicBezTo>
                    <a:pt x="1" y="517"/>
                    <a:pt x="1" y="537"/>
                    <a:pt x="1" y="557"/>
                  </a:cubicBezTo>
                  <a:cubicBezTo>
                    <a:pt x="995" y="1074"/>
                    <a:pt x="2169" y="1273"/>
                    <a:pt x="3303" y="1333"/>
                  </a:cubicBezTo>
                  <a:cubicBezTo>
                    <a:pt x="3603" y="1352"/>
                    <a:pt x="3904" y="1362"/>
                    <a:pt x="4206" y="1362"/>
                  </a:cubicBezTo>
                  <a:cubicBezTo>
                    <a:pt x="5163" y="1362"/>
                    <a:pt x="6121" y="1262"/>
                    <a:pt x="7044" y="1035"/>
                  </a:cubicBezTo>
                  <a:cubicBezTo>
                    <a:pt x="7044" y="875"/>
                    <a:pt x="7044" y="696"/>
                    <a:pt x="7044" y="537"/>
                  </a:cubicBezTo>
                  <a:cubicBezTo>
                    <a:pt x="7044" y="517"/>
                    <a:pt x="7044" y="517"/>
                    <a:pt x="7024" y="497"/>
                  </a:cubicBezTo>
                  <a:cubicBezTo>
                    <a:pt x="6078" y="743"/>
                    <a:pt x="4997" y="899"/>
                    <a:pt x="3916" y="899"/>
                  </a:cubicBezTo>
                  <a:cubicBezTo>
                    <a:pt x="2540" y="899"/>
                    <a:pt x="1163" y="646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7" name="Google Shape;2877;p41"/>
          <p:cNvSpPr txBox="1">
            <a:spLocks noGrp="1"/>
          </p:cNvSpPr>
          <p:nvPr>
            <p:ph type="subTitle" idx="1"/>
          </p:nvPr>
        </p:nvSpPr>
        <p:spPr>
          <a:xfrm>
            <a:off x="1107800" y="3225200"/>
            <a:ext cx="3464100" cy="113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 내용</a:t>
            </a:r>
            <a:endParaRPr dirty="0"/>
          </a:p>
        </p:txBody>
      </p:sp>
      <p:sp>
        <p:nvSpPr>
          <p:cNvPr id="2878" name="Google Shape;2878;p41"/>
          <p:cNvSpPr txBox="1">
            <a:spLocks noGrp="1"/>
          </p:cNvSpPr>
          <p:nvPr>
            <p:ph type="title"/>
          </p:nvPr>
        </p:nvSpPr>
        <p:spPr>
          <a:xfrm>
            <a:off x="1107800" y="1420900"/>
            <a:ext cx="3464100" cy="1441500"/>
          </a:xfrm>
          <a:prstGeom prst="rect">
            <a:avLst/>
          </a:prstGeom>
        </p:spPr>
        <p:txBody>
          <a:bodyPr spcFirstLastPara="1" wrap="square" lIns="91425" tIns="90000" rIns="91425" bIns="144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</a:t>
            </a:r>
            <a:endParaRPr/>
          </a:p>
        </p:txBody>
      </p:sp>
      <p:sp>
        <p:nvSpPr>
          <p:cNvPr id="2884" name="Google Shape;2884;p42"/>
          <p:cNvSpPr/>
          <p:nvPr/>
        </p:nvSpPr>
        <p:spPr>
          <a:xfrm>
            <a:off x="1677487" y="1646878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85" name="Google Shape;2885;p42"/>
          <p:cNvSpPr/>
          <p:nvPr/>
        </p:nvSpPr>
        <p:spPr>
          <a:xfrm>
            <a:off x="945097" y="2758700"/>
            <a:ext cx="22359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6" name="Google Shape;2886;p42"/>
          <p:cNvSpPr txBox="1">
            <a:spLocks noGrp="1"/>
          </p:cNvSpPr>
          <p:nvPr>
            <p:ph type="subTitle" idx="1"/>
          </p:nvPr>
        </p:nvSpPr>
        <p:spPr>
          <a:xfrm>
            <a:off x="11256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887" name="Google Shape;2887;p42"/>
          <p:cNvSpPr txBox="1">
            <a:spLocks noGrp="1"/>
          </p:cNvSpPr>
          <p:nvPr>
            <p:ph type="subTitle" idx="2"/>
          </p:nvPr>
        </p:nvSpPr>
        <p:spPr>
          <a:xfrm>
            <a:off x="11256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  <a:endParaRPr dirty="0"/>
          </a:p>
        </p:txBody>
      </p:sp>
      <p:sp>
        <p:nvSpPr>
          <p:cNvPr id="2888" name="Google Shape;2888;p42"/>
          <p:cNvSpPr/>
          <p:nvPr/>
        </p:nvSpPr>
        <p:spPr>
          <a:xfrm>
            <a:off x="3454047" y="2758700"/>
            <a:ext cx="22359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9" name="Google Shape;2889;p42"/>
          <p:cNvSpPr/>
          <p:nvPr/>
        </p:nvSpPr>
        <p:spPr>
          <a:xfrm>
            <a:off x="5962997" y="2758700"/>
            <a:ext cx="22359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0" name="Google Shape;2890;p42"/>
          <p:cNvSpPr txBox="1">
            <a:spLocks noGrp="1"/>
          </p:cNvSpPr>
          <p:nvPr>
            <p:ph type="subTitle" idx="3"/>
          </p:nvPr>
        </p:nvSpPr>
        <p:spPr>
          <a:xfrm>
            <a:off x="363464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891" name="Google Shape;2891;p42"/>
          <p:cNvSpPr txBox="1">
            <a:spLocks noGrp="1"/>
          </p:cNvSpPr>
          <p:nvPr>
            <p:ph type="subTitle" idx="4"/>
          </p:nvPr>
        </p:nvSpPr>
        <p:spPr>
          <a:xfrm>
            <a:off x="363464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2892" name="Google Shape;2892;p42"/>
          <p:cNvSpPr txBox="1">
            <a:spLocks noGrp="1"/>
          </p:cNvSpPr>
          <p:nvPr>
            <p:ph type="subTitle" idx="5"/>
          </p:nvPr>
        </p:nvSpPr>
        <p:spPr>
          <a:xfrm>
            <a:off x="61435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893" name="Google Shape;2893;p42"/>
          <p:cNvSpPr txBox="1">
            <a:spLocks noGrp="1"/>
          </p:cNvSpPr>
          <p:nvPr>
            <p:ph type="subTitle" idx="6"/>
          </p:nvPr>
        </p:nvSpPr>
        <p:spPr>
          <a:xfrm>
            <a:off x="61435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2894" name="Google Shape;2894;p42"/>
          <p:cNvSpPr/>
          <p:nvPr/>
        </p:nvSpPr>
        <p:spPr>
          <a:xfrm>
            <a:off x="4186437" y="1646878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95" name="Google Shape;2895;p42"/>
          <p:cNvSpPr/>
          <p:nvPr/>
        </p:nvSpPr>
        <p:spPr>
          <a:xfrm>
            <a:off x="6695387" y="1646878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2896" name="Google Shape;2896;p42"/>
          <p:cNvGrpSpPr/>
          <p:nvPr/>
        </p:nvGrpSpPr>
        <p:grpSpPr>
          <a:xfrm>
            <a:off x="1830688" y="1828679"/>
            <a:ext cx="464700" cy="457222"/>
            <a:chOff x="492150" y="4024825"/>
            <a:chExt cx="410150" cy="403550"/>
          </a:xfrm>
        </p:grpSpPr>
        <p:sp>
          <p:nvSpPr>
            <p:cNvPr id="2897" name="Google Shape;2897;p42"/>
            <p:cNvSpPr/>
            <p:nvPr/>
          </p:nvSpPr>
          <p:spPr>
            <a:xfrm>
              <a:off x="499975" y="4030525"/>
              <a:ext cx="396200" cy="229225"/>
            </a:xfrm>
            <a:custGeom>
              <a:avLst/>
              <a:gdLst/>
              <a:ahLst/>
              <a:cxnLst/>
              <a:rect l="l" t="t" r="r" b="b"/>
              <a:pathLst>
                <a:path w="15848" h="9169" extrusionOk="0">
                  <a:moveTo>
                    <a:pt x="6519" y="1"/>
                  </a:moveTo>
                  <a:cubicBezTo>
                    <a:pt x="6358" y="1"/>
                    <a:pt x="6197" y="72"/>
                    <a:pt x="6092" y="213"/>
                  </a:cubicBezTo>
                  <a:lnTo>
                    <a:pt x="285" y="8349"/>
                  </a:lnTo>
                  <a:cubicBezTo>
                    <a:pt x="1" y="8742"/>
                    <a:pt x="366" y="9168"/>
                    <a:pt x="738" y="9168"/>
                  </a:cubicBezTo>
                  <a:cubicBezTo>
                    <a:pt x="880" y="9168"/>
                    <a:pt x="1024" y="9106"/>
                    <a:pt x="1132" y="8955"/>
                  </a:cubicBezTo>
                  <a:lnTo>
                    <a:pt x="6538" y="1399"/>
                  </a:lnTo>
                  <a:lnTo>
                    <a:pt x="11980" y="8438"/>
                  </a:lnTo>
                  <a:cubicBezTo>
                    <a:pt x="12086" y="8571"/>
                    <a:pt x="12245" y="8637"/>
                    <a:pt x="12403" y="8637"/>
                  </a:cubicBezTo>
                  <a:cubicBezTo>
                    <a:pt x="12553" y="8637"/>
                    <a:pt x="12701" y="8577"/>
                    <a:pt x="12801" y="8456"/>
                  </a:cubicBezTo>
                  <a:lnTo>
                    <a:pt x="14799" y="6056"/>
                  </a:lnTo>
                  <a:lnTo>
                    <a:pt x="14799" y="6252"/>
                  </a:lnTo>
                  <a:cubicBezTo>
                    <a:pt x="14813" y="6591"/>
                    <a:pt x="15076" y="6761"/>
                    <a:pt x="15335" y="6761"/>
                  </a:cubicBezTo>
                  <a:cubicBezTo>
                    <a:pt x="15593" y="6761"/>
                    <a:pt x="15848" y="6591"/>
                    <a:pt x="15843" y="6252"/>
                  </a:cubicBezTo>
                  <a:lnTo>
                    <a:pt x="15843" y="4584"/>
                  </a:lnTo>
                  <a:cubicBezTo>
                    <a:pt x="15843" y="4292"/>
                    <a:pt x="15593" y="4059"/>
                    <a:pt x="15313" y="4059"/>
                  </a:cubicBezTo>
                  <a:cubicBezTo>
                    <a:pt x="15285" y="4059"/>
                    <a:pt x="15256" y="4062"/>
                    <a:pt x="15228" y="4066"/>
                  </a:cubicBezTo>
                  <a:lnTo>
                    <a:pt x="13595" y="4370"/>
                  </a:lnTo>
                  <a:cubicBezTo>
                    <a:pt x="13310" y="4423"/>
                    <a:pt x="13122" y="4700"/>
                    <a:pt x="13176" y="4985"/>
                  </a:cubicBezTo>
                  <a:cubicBezTo>
                    <a:pt x="13223" y="5230"/>
                    <a:pt x="13438" y="5405"/>
                    <a:pt x="13685" y="5405"/>
                  </a:cubicBezTo>
                  <a:cubicBezTo>
                    <a:pt x="13717" y="5405"/>
                    <a:pt x="13749" y="5402"/>
                    <a:pt x="13782" y="5396"/>
                  </a:cubicBezTo>
                  <a:lnTo>
                    <a:pt x="14005" y="5360"/>
                  </a:lnTo>
                  <a:lnTo>
                    <a:pt x="12408" y="7287"/>
                  </a:lnTo>
                  <a:lnTo>
                    <a:pt x="6931" y="204"/>
                  </a:lnTo>
                  <a:cubicBezTo>
                    <a:pt x="6830" y="68"/>
                    <a:pt x="6675" y="1"/>
                    <a:pt x="6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2"/>
            <p:cNvSpPr/>
            <p:nvPr/>
          </p:nvSpPr>
          <p:spPr>
            <a:xfrm>
              <a:off x="528950" y="4292600"/>
              <a:ext cx="56650" cy="129525"/>
            </a:xfrm>
            <a:custGeom>
              <a:avLst/>
              <a:gdLst/>
              <a:ahLst/>
              <a:cxnLst/>
              <a:rect l="l" t="t" r="r" b="b"/>
              <a:pathLst>
                <a:path w="2266" h="5181" extrusionOk="0">
                  <a:moveTo>
                    <a:pt x="1118" y="0"/>
                  </a:moveTo>
                  <a:cubicBezTo>
                    <a:pt x="782" y="0"/>
                    <a:pt x="441" y="148"/>
                    <a:pt x="205" y="479"/>
                  </a:cubicBezTo>
                  <a:cubicBezTo>
                    <a:pt x="71" y="667"/>
                    <a:pt x="0" y="899"/>
                    <a:pt x="0" y="1140"/>
                  </a:cubicBezTo>
                  <a:lnTo>
                    <a:pt x="0" y="5181"/>
                  </a:lnTo>
                  <a:lnTo>
                    <a:pt x="2266" y="5181"/>
                  </a:lnTo>
                  <a:lnTo>
                    <a:pt x="2266" y="1140"/>
                  </a:lnTo>
                  <a:cubicBezTo>
                    <a:pt x="2266" y="440"/>
                    <a:pt x="1698" y="0"/>
                    <a:pt x="11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2"/>
            <p:cNvSpPr/>
            <p:nvPr/>
          </p:nvSpPr>
          <p:spPr>
            <a:xfrm>
              <a:off x="755750" y="4292600"/>
              <a:ext cx="56675" cy="129525"/>
            </a:xfrm>
            <a:custGeom>
              <a:avLst/>
              <a:gdLst/>
              <a:ahLst/>
              <a:cxnLst/>
              <a:rect l="l" t="t" r="r" b="b"/>
              <a:pathLst>
                <a:path w="2267" h="5181" extrusionOk="0">
                  <a:moveTo>
                    <a:pt x="1125" y="0"/>
                  </a:moveTo>
                  <a:cubicBezTo>
                    <a:pt x="790" y="0"/>
                    <a:pt x="451" y="148"/>
                    <a:pt x="215" y="479"/>
                  </a:cubicBezTo>
                  <a:cubicBezTo>
                    <a:pt x="72" y="667"/>
                    <a:pt x="1" y="899"/>
                    <a:pt x="1" y="1140"/>
                  </a:cubicBezTo>
                  <a:lnTo>
                    <a:pt x="1" y="5181"/>
                  </a:lnTo>
                  <a:lnTo>
                    <a:pt x="2267" y="5181"/>
                  </a:lnTo>
                  <a:lnTo>
                    <a:pt x="2267" y="1140"/>
                  </a:lnTo>
                  <a:cubicBezTo>
                    <a:pt x="2267" y="440"/>
                    <a:pt x="1702" y="0"/>
                    <a:pt x="1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2"/>
            <p:cNvSpPr/>
            <p:nvPr/>
          </p:nvSpPr>
          <p:spPr>
            <a:xfrm>
              <a:off x="585575" y="4213250"/>
              <a:ext cx="56675" cy="208875"/>
            </a:xfrm>
            <a:custGeom>
              <a:avLst/>
              <a:gdLst/>
              <a:ahLst/>
              <a:cxnLst/>
              <a:rect l="l" t="t" r="r" b="b"/>
              <a:pathLst>
                <a:path w="2267" h="8355" extrusionOk="0">
                  <a:moveTo>
                    <a:pt x="1122" y="1"/>
                  </a:moveTo>
                  <a:cubicBezTo>
                    <a:pt x="779" y="1"/>
                    <a:pt x="433" y="154"/>
                    <a:pt x="197" y="495"/>
                  </a:cubicBezTo>
                  <a:cubicBezTo>
                    <a:pt x="63" y="692"/>
                    <a:pt x="1" y="924"/>
                    <a:pt x="1" y="1156"/>
                  </a:cubicBezTo>
                  <a:lnTo>
                    <a:pt x="1" y="8355"/>
                  </a:lnTo>
                  <a:lnTo>
                    <a:pt x="2267" y="8355"/>
                  </a:lnTo>
                  <a:lnTo>
                    <a:pt x="2267" y="1138"/>
                  </a:lnTo>
                  <a:cubicBezTo>
                    <a:pt x="2267" y="437"/>
                    <a:pt x="1700" y="1"/>
                    <a:pt x="1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2"/>
            <p:cNvSpPr/>
            <p:nvPr/>
          </p:nvSpPr>
          <p:spPr>
            <a:xfrm>
              <a:off x="812400" y="4276325"/>
              <a:ext cx="56900" cy="145800"/>
            </a:xfrm>
            <a:custGeom>
              <a:avLst/>
              <a:gdLst/>
              <a:ahLst/>
              <a:cxnLst/>
              <a:rect l="l" t="t" r="r" b="b"/>
              <a:pathLst>
                <a:path w="2276" h="5832" extrusionOk="0">
                  <a:moveTo>
                    <a:pt x="1128" y="0"/>
                  </a:moveTo>
                  <a:cubicBezTo>
                    <a:pt x="791" y="0"/>
                    <a:pt x="451" y="148"/>
                    <a:pt x="215" y="479"/>
                  </a:cubicBezTo>
                  <a:cubicBezTo>
                    <a:pt x="81" y="666"/>
                    <a:pt x="1" y="898"/>
                    <a:pt x="1" y="1139"/>
                  </a:cubicBezTo>
                  <a:lnTo>
                    <a:pt x="1" y="5832"/>
                  </a:lnTo>
                  <a:lnTo>
                    <a:pt x="2276" y="5832"/>
                  </a:lnTo>
                  <a:lnTo>
                    <a:pt x="2276" y="1139"/>
                  </a:lnTo>
                  <a:cubicBezTo>
                    <a:pt x="2276" y="439"/>
                    <a:pt x="1708" y="0"/>
                    <a:pt x="11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2"/>
            <p:cNvSpPr/>
            <p:nvPr/>
          </p:nvSpPr>
          <p:spPr>
            <a:xfrm>
              <a:off x="699100" y="4225425"/>
              <a:ext cx="56675" cy="196700"/>
            </a:xfrm>
            <a:custGeom>
              <a:avLst/>
              <a:gdLst/>
              <a:ahLst/>
              <a:cxnLst/>
              <a:rect l="l" t="t" r="r" b="b"/>
              <a:pathLst>
                <a:path w="2267" h="7868" extrusionOk="0">
                  <a:moveTo>
                    <a:pt x="1139" y="0"/>
                  </a:moveTo>
                  <a:cubicBezTo>
                    <a:pt x="562" y="0"/>
                    <a:pt x="1" y="440"/>
                    <a:pt x="1" y="1132"/>
                  </a:cubicBezTo>
                  <a:lnTo>
                    <a:pt x="1" y="7868"/>
                  </a:lnTo>
                  <a:lnTo>
                    <a:pt x="2267" y="7868"/>
                  </a:lnTo>
                  <a:lnTo>
                    <a:pt x="2267" y="1150"/>
                  </a:lnTo>
                  <a:cubicBezTo>
                    <a:pt x="2267" y="909"/>
                    <a:pt x="2195" y="677"/>
                    <a:pt x="2062" y="490"/>
                  </a:cubicBezTo>
                  <a:cubicBezTo>
                    <a:pt x="1821" y="151"/>
                    <a:pt x="1477" y="0"/>
                    <a:pt x="1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2"/>
            <p:cNvSpPr/>
            <p:nvPr/>
          </p:nvSpPr>
          <p:spPr>
            <a:xfrm>
              <a:off x="642225" y="4142875"/>
              <a:ext cx="56900" cy="279250"/>
            </a:xfrm>
            <a:custGeom>
              <a:avLst/>
              <a:gdLst/>
              <a:ahLst/>
              <a:cxnLst/>
              <a:rect l="l" t="t" r="r" b="b"/>
              <a:pathLst>
                <a:path w="2276" h="11170" extrusionOk="0">
                  <a:moveTo>
                    <a:pt x="1125" y="1"/>
                  </a:moveTo>
                  <a:cubicBezTo>
                    <a:pt x="790" y="1"/>
                    <a:pt x="450" y="147"/>
                    <a:pt x="215" y="473"/>
                  </a:cubicBezTo>
                  <a:cubicBezTo>
                    <a:pt x="81" y="670"/>
                    <a:pt x="1" y="902"/>
                    <a:pt x="1" y="1134"/>
                  </a:cubicBezTo>
                  <a:lnTo>
                    <a:pt x="1" y="11170"/>
                  </a:lnTo>
                  <a:lnTo>
                    <a:pt x="2276" y="11170"/>
                  </a:lnTo>
                  <a:lnTo>
                    <a:pt x="2276" y="1134"/>
                  </a:lnTo>
                  <a:cubicBezTo>
                    <a:pt x="2276" y="438"/>
                    <a:pt x="1706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2"/>
            <p:cNvSpPr/>
            <p:nvPr/>
          </p:nvSpPr>
          <p:spPr>
            <a:xfrm>
              <a:off x="492150" y="4024825"/>
              <a:ext cx="410150" cy="240550"/>
            </a:xfrm>
            <a:custGeom>
              <a:avLst/>
              <a:gdLst/>
              <a:ahLst/>
              <a:cxnLst/>
              <a:rect l="l" t="t" r="r" b="b"/>
              <a:pathLst>
                <a:path w="16406" h="9622" extrusionOk="0">
                  <a:moveTo>
                    <a:pt x="6846" y="0"/>
                  </a:moveTo>
                  <a:cubicBezTo>
                    <a:pt x="6612" y="0"/>
                    <a:pt x="6377" y="103"/>
                    <a:pt x="6227" y="307"/>
                  </a:cubicBezTo>
                  <a:lnTo>
                    <a:pt x="2980" y="4848"/>
                  </a:lnTo>
                  <a:cubicBezTo>
                    <a:pt x="2857" y="5028"/>
                    <a:pt x="3023" y="5222"/>
                    <a:pt x="3192" y="5222"/>
                  </a:cubicBezTo>
                  <a:cubicBezTo>
                    <a:pt x="3257" y="5222"/>
                    <a:pt x="3323" y="5194"/>
                    <a:pt x="3372" y="5124"/>
                  </a:cubicBezTo>
                  <a:lnTo>
                    <a:pt x="6611" y="583"/>
                  </a:lnTo>
                  <a:cubicBezTo>
                    <a:pt x="6665" y="506"/>
                    <a:pt x="6756" y="468"/>
                    <a:pt x="6847" y="468"/>
                  </a:cubicBezTo>
                  <a:cubicBezTo>
                    <a:pt x="6934" y="468"/>
                    <a:pt x="7022" y="504"/>
                    <a:pt x="7074" y="574"/>
                  </a:cubicBezTo>
                  <a:lnTo>
                    <a:pt x="12552" y="7658"/>
                  </a:lnTo>
                  <a:cubicBezTo>
                    <a:pt x="12612" y="7718"/>
                    <a:pt x="12675" y="7749"/>
                    <a:pt x="12739" y="7749"/>
                  </a:cubicBezTo>
                  <a:cubicBezTo>
                    <a:pt x="12798" y="7749"/>
                    <a:pt x="12858" y="7722"/>
                    <a:pt x="12918" y="7667"/>
                  </a:cubicBezTo>
                  <a:lnTo>
                    <a:pt x="14506" y="5740"/>
                  </a:lnTo>
                  <a:cubicBezTo>
                    <a:pt x="14639" y="5581"/>
                    <a:pt x="14515" y="5353"/>
                    <a:pt x="14324" y="5353"/>
                  </a:cubicBezTo>
                  <a:cubicBezTo>
                    <a:pt x="14310" y="5353"/>
                    <a:pt x="14297" y="5354"/>
                    <a:pt x="14283" y="5356"/>
                  </a:cubicBezTo>
                  <a:lnTo>
                    <a:pt x="14069" y="5392"/>
                  </a:lnTo>
                  <a:cubicBezTo>
                    <a:pt x="14047" y="5396"/>
                    <a:pt x="14026" y="5398"/>
                    <a:pt x="14006" y="5398"/>
                  </a:cubicBezTo>
                  <a:cubicBezTo>
                    <a:pt x="13692" y="5398"/>
                    <a:pt x="13617" y="4897"/>
                    <a:pt x="13962" y="4830"/>
                  </a:cubicBezTo>
                  <a:lnTo>
                    <a:pt x="15594" y="4526"/>
                  </a:lnTo>
                  <a:cubicBezTo>
                    <a:pt x="15608" y="4524"/>
                    <a:pt x="15622" y="4523"/>
                    <a:pt x="15636" y="4523"/>
                  </a:cubicBezTo>
                  <a:cubicBezTo>
                    <a:pt x="15790" y="4523"/>
                    <a:pt x="15933" y="4656"/>
                    <a:pt x="15933" y="4812"/>
                  </a:cubicBezTo>
                  <a:lnTo>
                    <a:pt x="15933" y="6480"/>
                  </a:lnTo>
                  <a:cubicBezTo>
                    <a:pt x="15933" y="6661"/>
                    <a:pt x="15798" y="6748"/>
                    <a:pt x="15660" y="6748"/>
                  </a:cubicBezTo>
                  <a:cubicBezTo>
                    <a:pt x="15517" y="6748"/>
                    <a:pt x="15371" y="6656"/>
                    <a:pt x="15362" y="6480"/>
                  </a:cubicBezTo>
                  <a:lnTo>
                    <a:pt x="15362" y="6284"/>
                  </a:lnTo>
                  <a:cubicBezTo>
                    <a:pt x="15362" y="6284"/>
                    <a:pt x="15178" y="6083"/>
                    <a:pt x="15035" y="6083"/>
                  </a:cubicBezTo>
                  <a:cubicBezTo>
                    <a:pt x="14997" y="6083"/>
                    <a:pt x="14962" y="6097"/>
                    <a:pt x="14934" y="6132"/>
                  </a:cubicBezTo>
                  <a:lnTo>
                    <a:pt x="12936" y="8532"/>
                  </a:lnTo>
                  <a:cubicBezTo>
                    <a:pt x="12879" y="8598"/>
                    <a:pt x="12793" y="8631"/>
                    <a:pt x="12709" y="8631"/>
                  </a:cubicBezTo>
                  <a:cubicBezTo>
                    <a:pt x="12622" y="8631"/>
                    <a:pt x="12535" y="8596"/>
                    <a:pt x="12481" y="8523"/>
                  </a:cubicBezTo>
                  <a:lnTo>
                    <a:pt x="7039" y="1475"/>
                  </a:lnTo>
                  <a:cubicBezTo>
                    <a:pt x="6974" y="1415"/>
                    <a:pt x="6912" y="1386"/>
                    <a:pt x="6850" y="1386"/>
                  </a:cubicBezTo>
                  <a:cubicBezTo>
                    <a:pt x="6785" y="1386"/>
                    <a:pt x="6720" y="1420"/>
                    <a:pt x="6655" y="1484"/>
                  </a:cubicBezTo>
                  <a:lnTo>
                    <a:pt x="1258" y="9040"/>
                  </a:lnTo>
                  <a:cubicBezTo>
                    <a:pt x="1202" y="9119"/>
                    <a:pt x="1125" y="9151"/>
                    <a:pt x="1048" y="9151"/>
                  </a:cubicBezTo>
                  <a:cubicBezTo>
                    <a:pt x="844" y="9151"/>
                    <a:pt x="636" y="8924"/>
                    <a:pt x="785" y="8710"/>
                  </a:cubicBezTo>
                  <a:lnTo>
                    <a:pt x="2623" y="6141"/>
                  </a:lnTo>
                  <a:cubicBezTo>
                    <a:pt x="2752" y="5960"/>
                    <a:pt x="2587" y="5770"/>
                    <a:pt x="2418" y="5770"/>
                  </a:cubicBezTo>
                  <a:cubicBezTo>
                    <a:pt x="2354" y="5770"/>
                    <a:pt x="2289" y="5798"/>
                    <a:pt x="2239" y="5865"/>
                  </a:cubicBezTo>
                  <a:lnTo>
                    <a:pt x="402" y="8434"/>
                  </a:lnTo>
                  <a:cubicBezTo>
                    <a:pt x="0" y="8997"/>
                    <a:pt x="538" y="9621"/>
                    <a:pt x="1079" y="9621"/>
                  </a:cubicBezTo>
                  <a:cubicBezTo>
                    <a:pt x="1283" y="9621"/>
                    <a:pt x="1487" y="9532"/>
                    <a:pt x="1642" y="9317"/>
                  </a:cubicBezTo>
                  <a:lnTo>
                    <a:pt x="6860" y="2020"/>
                  </a:lnTo>
                  <a:lnTo>
                    <a:pt x="12115" y="8817"/>
                  </a:lnTo>
                  <a:cubicBezTo>
                    <a:pt x="12261" y="9005"/>
                    <a:pt x="12489" y="9101"/>
                    <a:pt x="12718" y="9101"/>
                  </a:cubicBezTo>
                  <a:cubicBezTo>
                    <a:pt x="12935" y="9101"/>
                    <a:pt x="13153" y="9014"/>
                    <a:pt x="13301" y="8835"/>
                  </a:cubicBezTo>
                  <a:lnTo>
                    <a:pt x="14961" y="6828"/>
                  </a:lnTo>
                  <a:cubicBezTo>
                    <a:pt x="15049" y="6996"/>
                    <a:pt x="15183" y="7060"/>
                    <a:pt x="15334" y="7060"/>
                  </a:cubicBezTo>
                  <a:cubicBezTo>
                    <a:pt x="15791" y="7060"/>
                    <a:pt x="16406" y="6480"/>
                    <a:pt x="16406" y="6480"/>
                  </a:cubicBezTo>
                  <a:lnTo>
                    <a:pt x="16406" y="4821"/>
                  </a:lnTo>
                  <a:cubicBezTo>
                    <a:pt x="16406" y="4399"/>
                    <a:pt x="16038" y="4052"/>
                    <a:pt x="15629" y="4052"/>
                  </a:cubicBezTo>
                  <a:cubicBezTo>
                    <a:pt x="15588" y="4052"/>
                    <a:pt x="15547" y="4055"/>
                    <a:pt x="15505" y="4063"/>
                  </a:cubicBezTo>
                  <a:lnTo>
                    <a:pt x="13872" y="4366"/>
                  </a:lnTo>
                  <a:cubicBezTo>
                    <a:pt x="13105" y="4509"/>
                    <a:pt x="13052" y="5633"/>
                    <a:pt x="13810" y="5847"/>
                  </a:cubicBezTo>
                  <a:lnTo>
                    <a:pt x="12739" y="7131"/>
                  </a:lnTo>
                  <a:lnTo>
                    <a:pt x="7449" y="289"/>
                  </a:lnTo>
                  <a:cubicBezTo>
                    <a:pt x="7300" y="96"/>
                    <a:pt x="7073" y="0"/>
                    <a:pt x="6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2"/>
            <p:cNvSpPr/>
            <p:nvPr/>
          </p:nvSpPr>
          <p:spPr>
            <a:xfrm>
              <a:off x="523375" y="4138075"/>
              <a:ext cx="352175" cy="290300"/>
            </a:xfrm>
            <a:custGeom>
              <a:avLst/>
              <a:gdLst/>
              <a:ahLst/>
              <a:cxnLst/>
              <a:rect l="l" t="t" r="r" b="b"/>
              <a:pathLst>
                <a:path w="14087" h="11612" extrusionOk="0">
                  <a:moveTo>
                    <a:pt x="1367" y="6456"/>
                  </a:moveTo>
                  <a:cubicBezTo>
                    <a:pt x="1816" y="6456"/>
                    <a:pt x="2266" y="6748"/>
                    <a:pt x="2266" y="7329"/>
                  </a:cubicBezTo>
                  <a:lnTo>
                    <a:pt x="2266" y="11139"/>
                  </a:lnTo>
                  <a:lnTo>
                    <a:pt x="473" y="11139"/>
                  </a:lnTo>
                  <a:lnTo>
                    <a:pt x="473" y="7329"/>
                  </a:lnTo>
                  <a:cubicBezTo>
                    <a:pt x="473" y="6746"/>
                    <a:pt x="919" y="6456"/>
                    <a:pt x="1367" y="6456"/>
                  </a:cubicBezTo>
                  <a:close/>
                  <a:moveTo>
                    <a:pt x="3640" y="3286"/>
                  </a:moveTo>
                  <a:cubicBezTo>
                    <a:pt x="4090" y="3286"/>
                    <a:pt x="4541" y="3578"/>
                    <a:pt x="4541" y="4163"/>
                  </a:cubicBezTo>
                  <a:lnTo>
                    <a:pt x="4541" y="11139"/>
                  </a:lnTo>
                  <a:lnTo>
                    <a:pt x="2739" y="11139"/>
                  </a:lnTo>
                  <a:lnTo>
                    <a:pt x="2739" y="4163"/>
                  </a:lnTo>
                  <a:cubicBezTo>
                    <a:pt x="2739" y="3578"/>
                    <a:pt x="3189" y="3286"/>
                    <a:pt x="3640" y="3286"/>
                  </a:cubicBezTo>
                  <a:close/>
                  <a:moveTo>
                    <a:pt x="5910" y="467"/>
                  </a:moveTo>
                  <a:cubicBezTo>
                    <a:pt x="6358" y="467"/>
                    <a:pt x="6807" y="759"/>
                    <a:pt x="6807" y="1343"/>
                  </a:cubicBezTo>
                  <a:lnTo>
                    <a:pt x="6807" y="4644"/>
                  </a:lnTo>
                  <a:lnTo>
                    <a:pt x="6807" y="11139"/>
                  </a:lnTo>
                  <a:lnTo>
                    <a:pt x="5014" y="11139"/>
                  </a:lnTo>
                  <a:lnTo>
                    <a:pt x="5014" y="1343"/>
                  </a:lnTo>
                  <a:cubicBezTo>
                    <a:pt x="5014" y="759"/>
                    <a:pt x="5462" y="467"/>
                    <a:pt x="5910" y="467"/>
                  </a:cubicBezTo>
                  <a:close/>
                  <a:moveTo>
                    <a:pt x="8169" y="3749"/>
                  </a:moveTo>
                  <a:cubicBezTo>
                    <a:pt x="8643" y="3749"/>
                    <a:pt x="9073" y="4138"/>
                    <a:pt x="9073" y="4644"/>
                  </a:cubicBezTo>
                  <a:lnTo>
                    <a:pt x="9073" y="11139"/>
                  </a:lnTo>
                  <a:lnTo>
                    <a:pt x="7280" y="11139"/>
                  </a:lnTo>
                  <a:lnTo>
                    <a:pt x="7280" y="4644"/>
                  </a:lnTo>
                  <a:cubicBezTo>
                    <a:pt x="7280" y="4171"/>
                    <a:pt x="7592" y="3895"/>
                    <a:pt x="7886" y="3797"/>
                  </a:cubicBezTo>
                  <a:cubicBezTo>
                    <a:pt x="7980" y="3764"/>
                    <a:pt x="8076" y="3749"/>
                    <a:pt x="8169" y="3749"/>
                  </a:cubicBezTo>
                  <a:close/>
                  <a:moveTo>
                    <a:pt x="12707" y="5778"/>
                  </a:moveTo>
                  <a:cubicBezTo>
                    <a:pt x="12808" y="5778"/>
                    <a:pt x="12904" y="5794"/>
                    <a:pt x="12989" y="5822"/>
                  </a:cubicBezTo>
                  <a:cubicBezTo>
                    <a:pt x="13292" y="5920"/>
                    <a:pt x="13614" y="6196"/>
                    <a:pt x="13614" y="6678"/>
                  </a:cubicBezTo>
                  <a:lnTo>
                    <a:pt x="13614" y="11139"/>
                  </a:lnTo>
                  <a:lnTo>
                    <a:pt x="11811" y="11139"/>
                  </a:lnTo>
                  <a:lnTo>
                    <a:pt x="11811" y="10256"/>
                  </a:lnTo>
                  <a:cubicBezTo>
                    <a:pt x="11811" y="10104"/>
                    <a:pt x="11696" y="10028"/>
                    <a:pt x="11580" y="10028"/>
                  </a:cubicBezTo>
                  <a:cubicBezTo>
                    <a:pt x="11464" y="10028"/>
                    <a:pt x="11348" y="10104"/>
                    <a:pt x="11348" y="10256"/>
                  </a:cubicBezTo>
                  <a:lnTo>
                    <a:pt x="11348" y="11139"/>
                  </a:lnTo>
                  <a:lnTo>
                    <a:pt x="9546" y="11139"/>
                  </a:lnTo>
                  <a:lnTo>
                    <a:pt x="9546" y="7329"/>
                  </a:lnTo>
                  <a:cubicBezTo>
                    <a:pt x="9546" y="6752"/>
                    <a:pt x="9997" y="6460"/>
                    <a:pt x="10448" y="6460"/>
                  </a:cubicBezTo>
                  <a:cubicBezTo>
                    <a:pt x="10896" y="6460"/>
                    <a:pt x="11343" y="6747"/>
                    <a:pt x="11348" y="7329"/>
                  </a:cubicBezTo>
                  <a:lnTo>
                    <a:pt x="11348" y="8989"/>
                  </a:lnTo>
                  <a:cubicBezTo>
                    <a:pt x="11348" y="9140"/>
                    <a:pt x="11464" y="9216"/>
                    <a:pt x="11580" y="9216"/>
                  </a:cubicBezTo>
                  <a:cubicBezTo>
                    <a:pt x="11696" y="9216"/>
                    <a:pt x="11811" y="9140"/>
                    <a:pt x="11811" y="8989"/>
                  </a:cubicBezTo>
                  <a:lnTo>
                    <a:pt x="11811" y="7329"/>
                  </a:lnTo>
                  <a:lnTo>
                    <a:pt x="11811" y="6696"/>
                  </a:lnTo>
                  <a:cubicBezTo>
                    <a:pt x="11811" y="6509"/>
                    <a:pt x="11865" y="6330"/>
                    <a:pt x="11972" y="6179"/>
                  </a:cubicBezTo>
                  <a:cubicBezTo>
                    <a:pt x="12171" y="5884"/>
                    <a:pt x="12452" y="5778"/>
                    <a:pt x="12707" y="5778"/>
                  </a:cubicBezTo>
                  <a:close/>
                  <a:moveTo>
                    <a:pt x="5905" y="1"/>
                  </a:moveTo>
                  <a:cubicBezTo>
                    <a:pt x="5222" y="1"/>
                    <a:pt x="4541" y="440"/>
                    <a:pt x="4541" y="1326"/>
                  </a:cubicBezTo>
                  <a:lnTo>
                    <a:pt x="4541" y="3101"/>
                  </a:lnTo>
                  <a:cubicBezTo>
                    <a:pt x="4277" y="2880"/>
                    <a:pt x="3969" y="2781"/>
                    <a:pt x="3665" y="2781"/>
                  </a:cubicBezTo>
                  <a:cubicBezTo>
                    <a:pt x="2951" y="2781"/>
                    <a:pt x="2266" y="3331"/>
                    <a:pt x="2266" y="4145"/>
                  </a:cubicBezTo>
                  <a:lnTo>
                    <a:pt x="2266" y="6295"/>
                  </a:lnTo>
                  <a:cubicBezTo>
                    <a:pt x="2003" y="6070"/>
                    <a:pt x="1694" y="5968"/>
                    <a:pt x="1390" y="5968"/>
                  </a:cubicBezTo>
                  <a:cubicBezTo>
                    <a:pt x="681" y="5968"/>
                    <a:pt x="0" y="6518"/>
                    <a:pt x="0" y="7329"/>
                  </a:cubicBezTo>
                  <a:lnTo>
                    <a:pt x="0" y="11380"/>
                  </a:lnTo>
                  <a:cubicBezTo>
                    <a:pt x="0" y="11513"/>
                    <a:pt x="107" y="11612"/>
                    <a:pt x="232" y="11612"/>
                  </a:cubicBezTo>
                  <a:lnTo>
                    <a:pt x="13845" y="11612"/>
                  </a:lnTo>
                  <a:cubicBezTo>
                    <a:pt x="13979" y="11612"/>
                    <a:pt x="14086" y="11513"/>
                    <a:pt x="14086" y="11380"/>
                  </a:cubicBezTo>
                  <a:lnTo>
                    <a:pt x="14086" y="6678"/>
                  </a:lnTo>
                  <a:cubicBezTo>
                    <a:pt x="14086" y="6072"/>
                    <a:pt x="13712" y="5563"/>
                    <a:pt x="13132" y="5376"/>
                  </a:cubicBezTo>
                  <a:cubicBezTo>
                    <a:pt x="12989" y="5330"/>
                    <a:pt x="12844" y="5307"/>
                    <a:pt x="12703" y="5307"/>
                  </a:cubicBezTo>
                  <a:cubicBezTo>
                    <a:pt x="12271" y="5307"/>
                    <a:pt x="11866" y="5515"/>
                    <a:pt x="11597" y="5884"/>
                  </a:cubicBezTo>
                  <a:cubicBezTo>
                    <a:pt x="11499" y="6018"/>
                    <a:pt x="11428" y="6170"/>
                    <a:pt x="11392" y="6330"/>
                  </a:cubicBezTo>
                  <a:cubicBezTo>
                    <a:pt x="11129" y="6090"/>
                    <a:pt x="10783" y="5967"/>
                    <a:pt x="10438" y="5967"/>
                  </a:cubicBezTo>
                  <a:cubicBezTo>
                    <a:pt x="10116" y="5967"/>
                    <a:pt x="9795" y="6075"/>
                    <a:pt x="9546" y="6295"/>
                  </a:cubicBezTo>
                  <a:lnTo>
                    <a:pt x="9546" y="4626"/>
                  </a:lnTo>
                  <a:cubicBezTo>
                    <a:pt x="9546" y="3815"/>
                    <a:pt x="8864" y="3265"/>
                    <a:pt x="8155" y="3265"/>
                  </a:cubicBezTo>
                  <a:cubicBezTo>
                    <a:pt x="7851" y="3265"/>
                    <a:pt x="7542" y="3367"/>
                    <a:pt x="7280" y="3592"/>
                  </a:cubicBezTo>
                  <a:lnTo>
                    <a:pt x="7280" y="1326"/>
                  </a:lnTo>
                  <a:cubicBezTo>
                    <a:pt x="7280" y="445"/>
                    <a:pt x="6591" y="1"/>
                    <a:pt x="59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6" name="Google Shape;2906;p42"/>
          <p:cNvGrpSpPr/>
          <p:nvPr/>
        </p:nvGrpSpPr>
        <p:grpSpPr>
          <a:xfrm>
            <a:off x="6861094" y="1828592"/>
            <a:ext cx="439717" cy="457392"/>
            <a:chOff x="6162125" y="2314300"/>
            <a:chExt cx="388100" cy="403700"/>
          </a:xfrm>
        </p:grpSpPr>
        <p:sp>
          <p:nvSpPr>
            <p:cNvPr id="2907" name="Google Shape;2907;p42"/>
            <p:cNvSpPr/>
            <p:nvPr/>
          </p:nvSpPr>
          <p:spPr>
            <a:xfrm>
              <a:off x="6168375" y="2376075"/>
              <a:ext cx="298650" cy="335675"/>
            </a:xfrm>
            <a:custGeom>
              <a:avLst/>
              <a:gdLst/>
              <a:ahLst/>
              <a:cxnLst/>
              <a:rect l="l" t="t" r="r" b="b"/>
              <a:pathLst>
                <a:path w="11946" h="13427" extrusionOk="0">
                  <a:moveTo>
                    <a:pt x="1374" y="1"/>
                  </a:moveTo>
                  <a:cubicBezTo>
                    <a:pt x="616" y="1"/>
                    <a:pt x="1" y="607"/>
                    <a:pt x="1" y="1365"/>
                  </a:cubicBezTo>
                  <a:lnTo>
                    <a:pt x="1" y="12062"/>
                  </a:lnTo>
                  <a:cubicBezTo>
                    <a:pt x="1" y="12811"/>
                    <a:pt x="616" y="13427"/>
                    <a:pt x="1374" y="13427"/>
                  </a:cubicBezTo>
                  <a:lnTo>
                    <a:pt x="8092" y="13427"/>
                  </a:lnTo>
                  <a:lnTo>
                    <a:pt x="11946" y="9591"/>
                  </a:lnTo>
                  <a:lnTo>
                    <a:pt x="11946" y="1365"/>
                  </a:lnTo>
                  <a:cubicBezTo>
                    <a:pt x="11946" y="607"/>
                    <a:pt x="11330" y="1"/>
                    <a:pt x="10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2"/>
            <p:cNvSpPr/>
            <p:nvPr/>
          </p:nvSpPr>
          <p:spPr>
            <a:xfrm>
              <a:off x="6370225" y="2615600"/>
              <a:ext cx="96150" cy="95700"/>
            </a:xfrm>
            <a:custGeom>
              <a:avLst/>
              <a:gdLst/>
              <a:ahLst/>
              <a:cxnLst/>
              <a:rect l="l" t="t" r="r" b="b"/>
              <a:pathLst>
                <a:path w="3846" h="3828" extrusionOk="0">
                  <a:moveTo>
                    <a:pt x="1365" y="1"/>
                  </a:moveTo>
                  <a:cubicBezTo>
                    <a:pt x="607" y="1"/>
                    <a:pt x="0" y="607"/>
                    <a:pt x="0" y="1357"/>
                  </a:cubicBezTo>
                  <a:lnTo>
                    <a:pt x="0" y="3828"/>
                  </a:lnTo>
                  <a:lnTo>
                    <a:pt x="38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2"/>
            <p:cNvSpPr/>
            <p:nvPr/>
          </p:nvSpPr>
          <p:spPr>
            <a:xfrm>
              <a:off x="6209850" y="24412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0"/>
                  </a:moveTo>
                  <a:cubicBezTo>
                    <a:pt x="429" y="0"/>
                    <a:pt x="1" y="429"/>
                    <a:pt x="1" y="964"/>
                  </a:cubicBezTo>
                  <a:cubicBezTo>
                    <a:pt x="1" y="1490"/>
                    <a:pt x="429" y="1918"/>
                    <a:pt x="964" y="1918"/>
                  </a:cubicBezTo>
                  <a:cubicBezTo>
                    <a:pt x="1500" y="1918"/>
                    <a:pt x="1928" y="1490"/>
                    <a:pt x="1928" y="964"/>
                  </a:cubicBezTo>
                  <a:cubicBezTo>
                    <a:pt x="1928" y="429"/>
                    <a:pt x="1500" y="0"/>
                    <a:pt x="9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2"/>
            <p:cNvSpPr/>
            <p:nvPr/>
          </p:nvSpPr>
          <p:spPr>
            <a:xfrm>
              <a:off x="6209850" y="25226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90"/>
                    <a:pt x="429" y="1919"/>
                    <a:pt x="964" y="1919"/>
                  </a:cubicBezTo>
                  <a:cubicBezTo>
                    <a:pt x="1500" y="1919"/>
                    <a:pt x="1928" y="1490"/>
                    <a:pt x="1928" y="955"/>
                  </a:cubicBezTo>
                  <a:cubicBezTo>
                    <a:pt x="1928" y="429"/>
                    <a:pt x="1500" y="1"/>
                    <a:pt x="9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2"/>
            <p:cNvSpPr/>
            <p:nvPr/>
          </p:nvSpPr>
          <p:spPr>
            <a:xfrm>
              <a:off x="6209850" y="26040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91"/>
                    <a:pt x="429" y="1919"/>
                    <a:pt x="964" y="1919"/>
                  </a:cubicBezTo>
                  <a:cubicBezTo>
                    <a:pt x="1500" y="1919"/>
                    <a:pt x="1928" y="1491"/>
                    <a:pt x="1928" y="955"/>
                  </a:cubicBezTo>
                  <a:cubicBezTo>
                    <a:pt x="1928" y="429"/>
                    <a:pt x="1500" y="1"/>
                    <a:pt x="9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2"/>
            <p:cNvSpPr/>
            <p:nvPr/>
          </p:nvSpPr>
          <p:spPr>
            <a:xfrm>
              <a:off x="6419950" y="2320100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2490" y="0"/>
                  </a:moveTo>
                  <a:cubicBezTo>
                    <a:pt x="1107" y="0"/>
                    <a:pt x="1" y="1115"/>
                    <a:pt x="1" y="2489"/>
                  </a:cubicBezTo>
                  <a:cubicBezTo>
                    <a:pt x="1" y="3863"/>
                    <a:pt x="1107" y="4978"/>
                    <a:pt x="2490" y="4978"/>
                  </a:cubicBezTo>
                  <a:cubicBezTo>
                    <a:pt x="3863" y="4978"/>
                    <a:pt x="4978" y="3863"/>
                    <a:pt x="4978" y="2489"/>
                  </a:cubicBezTo>
                  <a:cubicBezTo>
                    <a:pt x="4978" y="1115"/>
                    <a:pt x="3863" y="0"/>
                    <a:pt x="24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2"/>
            <p:cNvSpPr/>
            <p:nvPr/>
          </p:nvSpPr>
          <p:spPr>
            <a:xfrm>
              <a:off x="6203850" y="2435175"/>
              <a:ext cx="60225" cy="60025"/>
            </a:xfrm>
            <a:custGeom>
              <a:avLst/>
              <a:gdLst/>
              <a:ahLst/>
              <a:cxnLst/>
              <a:rect l="l" t="t" r="r" b="b"/>
              <a:pathLst>
                <a:path w="2409" h="2401" extrusionOk="0">
                  <a:moveTo>
                    <a:pt x="1204" y="473"/>
                  </a:moveTo>
                  <a:cubicBezTo>
                    <a:pt x="1606" y="473"/>
                    <a:pt x="1936" y="803"/>
                    <a:pt x="1936" y="1205"/>
                  </a:cubicBezTo>
                  <a:cubicBezTo>
                    <a:pt x="1936" y="1597"/>
                    <a:pt x="1606" y="1928"/>
                    <a:pt x="1204" y="1928"/>
                  </a:cubicBezTo>
                  <a:cubicBezTo>
                    <a:pt x="803" y="1928"/>
                    <a:pt x="473" y="1597"/>
                    <a:pt x="473" y="1205"/>
                  </a:cubicBezTo>
                  <a:cubicBezTo>
                    <a:pt x="473" y="803"/>
                    <a:pt x="803" y="473"/>
                    <a:pt x="1204" y="473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45"/>
                    <a:pt x="0" y="1205"/>
                  </a:cubicBezTo>
                  <a:cubicBezTo>
                    <a:pt x="0" y="1865"/>
                    <a:pt x="544" y="2400"/>
                    <a:pt x="1204" y="2400"/>
                  </a:cubicBezTo>
                  <a:cubicBezTo>
                    <a:pt x="1865" y="2400"/>
                    <a:pt x="2409" y="1865"/>
                    <a:pt x="2409" y="1205"/>
                  </a:cubicBezTo>
                  <a:cubicBezTo>
                    <a:pt x="2409" y="545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2"/>
            <p:cNvSpPr/>
            <p:nvPr/>
          </p:nvSpPr>
          <p:spPr>
            <a:xfrm>
              <a:off x="6203850" y="2516575"/>
              <a:ext cx="60225" cy="60025"/>
            </a:xfrm>
            <a:custGeom>
              <a:avLst/>
              <a:gdLst/>
              <a:ahLst/>
              <a:cxnLst/>
              <a:rect l="l" t="t" r="r" b="b"/>
              <a:pathLst>
                <a:path w="2409" h="2401" extrusionOk="0">
                  <a:moveTo>
                    <a:pt x="1204" y="474"/>
                  </a:moveTo>
                  <a:cubicBezTo>
                    <a:pt x="1606" y="474"/>
                    <a:pt x="1936" y="804"/>
                    <a:pt x="1936" y="1196"/>
                  </a:cubicBezTo>
                  <a:cubicBezTo>
                    <a:pt x="1936" y="1598"/>
                    <a:pt x="1606" y="1928"/>
                    <a:pt x="1204" y="1928"/>
                  </a:cubicBezTo>
                  <a:cubicBezTo>
                    <a:pt x="803" y="1928"/>
                    <a:pt x="473" y="1598"/>
                    <a:pt x="473" y="1196"/>
                  </a:cubicBezTo>
                  <a:cubicBezTo>
                    <a:pt x="473" y="804"/>
                    <a:pt x="803" y="474"/>
                    <a:pt x="1204" y="474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36"/>
                    <a:pt x="0" y="1196"/>
                  </a:cubicBezTo>
                  <a:cubicBezTo>
                    <a:pt x="0" y="1856"/>
                    <a:pt x="544" y="2401"/>
                    <a:pt x="1204" y="2401"/>
                  </a:cubicBezTo>
                  <a:cubicBezTo>
                    <a:pt x="1865" y="2401"/>
                    <a:pt x="2409" y="1856"/>
                    <a:pt x="2409" y="1196"/>
                  </a:cubicBezTo>
                  <a:cubicBezTo>
                    <a:pt x="2409" y="536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2"/>
            <p:cNvSpPr/>
            <p:nvPr/>
          </p:nvSpPr>
          <p:spPr>
            <a:xfrm>
              <a:off x="6203850" y="2597975"/>
              <a:ext cx="60225" cy="59800"/>
            </a:xfrm>
            <a:custGeom>
              <a:avLst/>
              <a:gdLst/>
              <a:ahLst/>
              <a:cxnLst/>
              <a:rect l="l" t="t" r="r" b="b"/>
              <a:pathLst>
                <a:path w="2409" h="2392" extrusionOk="0">
                  <a:moveTo>
                    <a:pt x="1204" y="474"/>
                  </a:moveTo>
                  <a:cubicBezTo>
                    <a:pt x="1606" y="474"/>
                    <a:pt x="1936" y="804"/>
                    <a:pt x="1936" y="1196"/>
                  </a:cubicBezTo>
                  <a:cubicBezTo>
                    <a:pt x="1936" y="1598"/>
                    <a:pt x="1606" y="1928"/>
                    <a:pt x="1204" y="1928"/>
                  </a:cubicBezTo>
                  <a:cubicBezTo>
                    <a:pt x="803" y="1928"/>
                    <a:pt x="473" y="1598"/>
                    <a:pt x="473" y="1196"/>
                  </a:cubicBezTo>
                  <a:cubicBezTo>
                    <a:pt x="473" y="804"/>
                    <a:pt x="803" y="474"/>
                    <a:pt x="1204" y="474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36"/>
                    <a:pt x="0" y="1196"/>
                  </a:cubicBezTo>
                  <a:cubicBezTo>
                    <a:pt x="0" y="1856"/>
                    <a:pt x="544" y="2392"/>
                    <a:pt x="1204" y="2392"/>
                  </a:cubicBezTo>
                  <a:cubicBezTo>
                    <a:pt x="1865" y="2392"/>
                    <a:pt x="2409" y="1856"/>
                    <a:pt x="2409" y="1196"/>
                  </a:cubicBezTo>
                  <a:cubicBezTo>
                    <a:pt x="2409" y="536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2"/>
            <p:cNvSpPr/>
            <p:nvPr/>
          </p:nvSpPr>
          <p:spPr>
            <a:xfrm>
              <a:off x="6281450" y="2459475"/>
              <a:ext cx="143425" cy="11850"/>
            </a:xfrm>
            <a:custGeom>
              <a:avLst/>
              <a:gdLst/>
              <a:ahLst/>
              <a:cxnLst/>
              <a:rect l="l" t="t" r="r" b="b"/>
              <a:pathLst>
                <a:path w="5737" h="474" extrusionOk="0">
                  <a:moveTo>
                    <a:pt x="259" y="1"/>
                  </a:moveTo>
                  <a:cubicBezTo>
                    <a:pt x="143" y="1"/>
                    <a:pt x="27" y="90"/>
                    <a:pt x="18" y="206"/>
                  </a:cubicBezTo>
                  <a:cubicBezTo>
                    <a:pt x="1" y="358"/>
                    <a:pt x="108" y="474"/>
                    <a:pt x="250" y="474"/>
                  </a:cubicBezTo>
                  <a:lnTo>
                    <a:pt x="5478" y="474"/>
                  </a:lnTo>
                  <a:cubicBezTo>
                    <a:pt x="5603" y="474"/>
                    <a:pt x="5710" y="385"/>
                    <a:pt x="5719" y="269"/>
                  </a:cubicBezTo>
                  <a:cubicBezTo>
                    <a:pt x="5737" y="126"/>
                    <a:pt x="5630" y="1"/>
                    <a:pt x="54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2"/>
            <p:cNvSpPr/>
            <p:nvPr/>
          </p:nvSpPr>
          <p:spPr>
            <a:xfrm>
              <a:off x="6281450" y="2540675"/>
              <a:ext cx="143425" cy="11850"/>
            </a:xfrm>
            <a:custGeom>
              <a:avLst/>
              <a:gdLst/>
              <a:ahLst/>
              <a:cxnLst/>
              <a:rect l="l" t="t" r="r" b="b"/>
              <a:pathLst>
                <a:path w="5737" h="474" extrusionOk="0">
                  <a:moveTo>
                    <a:pt x="259" y="0"/>
                  </a:moveTo>
                  <a:cubicBezTo>
                    <a:pt x="143" y="0"/>
                    <a:pt x="27" y="89"/>
                    <a:pt x="18" y="205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5478" y="473"/>
                  </a:lnTo>
                  <a:cubicBezTo>
                    <a:pt x="5603" y="473"/>
                    <a:pt x="5710" y="384"/>
                    <a:pt x="5719" y="268"/>
                  </a:cubicBezTo>
                  <a:cubicBezTo>
                    <a:pt x="5737" y="125"/>
                    <a:pt x="5630" y="0"/>
                    <a:pt x="5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2"/>
            <p:cNvSpPr/>
            <p:nvPr/>
          </p:nvSpPr>
          <p:spPr>
            <a:xfrm>
              <a:off x="6281450" y="2621850"/>
              <a:ext cx="62250" cy="11850"/>
            </a:xfrm>
            <a:custGeom>
              <a:avLst/>
              <a:gdLst/>
              <a:ahLst/>
              <a:cxnLst/>
              <a:rect l="l" t="t" r="r" b="b"/>
              <a:pathLst>
                <a:path w="2490" h="474" extrusionOk="0">
                  <a:moveTo>
                    <a:pt x="259" y="0"/>
                  </a:moveTo>
                  <a:cubicBezTo>
                    <a:pt x="143" y="0"/>
                    <a:pt x="27" y="90"/>
                    <a:pt x="18" y="206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2231" y="473"/>
                  </a:lnTo>
                  <a:cubicBezTo>
                    <a:pt x="2347" y="473"/>
                    <a:pt x="2454" y="384"/>
                    <a:pt x="2472" y="268"/>
                  </a:cubicBezTo>
                  <a:cubicBezTo>
                    <a:pt x="2490" y="125"/>
                    <a:pt x="2374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2"/>
            <p:cNvSpPr/>
            <p:nvPr/>
          </p:nvSpPr>
          <p:spPr>
            <a:xfrm>
              <a:off x="6162125" y="2314300"/>
              <a:ext cx="388100" cy="403700"/>
            </a:xfrm>
            <a:custGeom>
              <a:avLst/>
              <a:gdLst/>
              <a:ahLst/>
              <a:cxnLst/>
              <a:rect l="l" t="t" r="r" b="b"/>
              <a:pathLst>
                <a:path w="15524" h="16148" extrusionOk="0">
                  <a:moveTo>
                    <a:pt x="11616" y="12302"/>
                  </a:moveTo>
                  <a:lnTo>
                    <a:pt x="8574" y="15327"/>
                  </a:lnTo>
                  <a:lnTo>
                    <a:pt x="8574" y="13427"/>
                  </a:lnTo>
                  <a:cubicBezTo>
                    <a:pt x="8574" y="12811"/>
                    <a:pt x="9082" y="12302"/>
                    <a:pt x="9707" y="12302"/>
                  </a:cubicBezTo>
                  <a:close/>
                  <a:moveTo>
                    <a:pt x="12794" y="0"/>
                  </a:moveTo>
                  <a:cubicBezTo>
                    <a:pt x="11455" y="0"/>
                    <a:pt x="10331" y="973"/>
                    <a:pt x="10108" y="2249"/>
                  </a:cubicBezTo>
                  <a:lnTo>
                    <a:pt x="1624" y="2249"/>
                  </a:lnTo>
                  <a:cubicBezTo>
                    <a:pt x="1624" y="2249"/>
                    <a:pt x="19" y="2962"/>
                    <a:pt x="36" y="3845"/>
                  </a:cubicBezTo>
                  <a:lnTo>
                    <a:pt x="36" y="11874"/>
                  </a:lnTo>
                  <a:cubicBezTo>
                    <a:pt x="31" y="11978"/>
                    <a:pt x="77" y="12013"/>
                    <a:pt x="142" y="12013"/>
                  </a:cubicBezTo>
                  <a:cubicBezTo>
                    <a:pt x="271" y="12013"/>
                    <a:pt x="474" y="11874"/>
                    <a:pt x="474" y="11874"/>
                  </a:cubicBezTo>
                  <a:lnTo>
                    <a:pt x="474" y="3845"/>
                  </a:lnTo>
                  <a:cubicBezTo>
                    <a:pt x="474" y="3230"/>
                    <a:pt x="982" y="2721"/>
                    <a:pt x="1607" y="2721"/>
                  </a:cubicBezTo>
                  <a:lnTo>
                    <a:pt x="10064" y="2721"/>
                  </a:lnTo>
                  <a:cubicBezTo>
                    <a:pt x="10064" y="2721"/>
                    <a:pt x="10064" y="2730"/>
                    <a:pt x="10064" y="2730"/>
                  </a:cubicBezTo>
                  <a:cubicBezTo>
                    <a:pt x="10064" y="3935"/>
                    <a:pt x="10849" y="4960"/>
                    <a:pt x="11946" y="5326"/>
                  </a:cubicBezTo>
                  <a:lnTo>
                    <a:pt x="11946" y="11830"/>
                  </a:lnTo>
                  <a:lnTo>
                    <a:pt x="9707" y="11830"/>
                  </a:lnTo>
                  <a:cubicBezTo>
                    <a:pt x="8815" y="11830"/>
                    <a:pt x="8101" y="12552"/>
                    <a:pt x="8101" y="13435"/>
                  </a:cubicBezTo>
                  <a:lnTo>
                    <a:pt x="8101" y="15675"/>
                  </a:lnTo>
                  <a:lnTo>
                    <a:pt x="1624" y="15675"/>
                  </a:lnTo>
                  <a:cubicBezTo>
                    <a:pt x="1624" y="15675"/>
                    <a:pt x="491" y="15157"/>
                    <a:pt x="509" y="14533"/>
                  </a:cubicBezTo>
                  <a:lnTo>
                    <a:pt x="509" y="13177"/>
                  </a:lnTo>
                  <a:cubicBezTo>
                    <a:pt x="503" y="13076"/>
                    <a:pt x="445" y="13042"/>
                    <a:pt x="370" y="13042"/>
                  </a:cubicBezTo>
                  <a:cubicBezTo>
                    <a:pt x="219" y="13042"/>
                    <a:pt x="1" y="13177"/>
                    <a:pt x="1" y="13177"/>
                  </a:cubicBezTo>
                  <a:lnTo>
                    <a:pt x="1" y="14542"/>
                  </a:lnTo>
                  <a:cubicBezTo>
                    <a:pt x="1" y="15425"/>
                    <a:pt x="723" y="16147"/>
                    <a:pt x="1607" y="16147"/>
                  </a:cubicBezTo>
                  <a:lnTo>
                    <a:pt x="8324" y="16147"/>
                  </a:lnTo>
                  <a:cubicBezTo>
                    <a:pt x="8387" y="16147"/>
                    <a:pt x="8449" y="16121"/>
                    <a:pt x="8494" y="16076"/>
                  </a:cubicBezTo>
                  <a:lnTo>
                    <a:pt x="12348" y="12240"/>
                  </a:lnTo>
                  <a:cubicBezTo>
                    <a:pt x="12392" y="12195"/>
                    <a:pt x="12419" y="12142"/>
                    <a:pt x="12419" y="12079"/>
                  </a:cubicBezTo>
                  <a:lnTo>
                    <a:pt x="12419" y="5433"/>
                  </a:lnTo>
                  <a:cubicBezTo>
                    <a:pt x="12535" y="5451"/>
                    <a:pt x="12660" y="5460"/>
                    <a:pt x="12794" y="5460"/>
                  </a:cubicBezTo>
                  <a:cubicBezTo>
                    <a:pt x="14292" y="5460"/>
                    <a:pt x="15523" y="4238"/>
                    <a:pt x="15523" y="2730"/>
                  </a:cubicBezTo>
                  <a:cubicBezTo>
                    <a:pt x="15523" y="2177"/>
                    <a:pt x="15354" y="1642"/>
                    <a:pt x="15033" y="1187"/>
                  </a:cubicBezTo>
                  <a:cubicBezTo>
                    <a:pt x="14984" y="1112"/>
                    <a:pt x="14917" y="1082"/>
                    <a:pt x="14850" y="1082"/>
                  </a:cubicBezTo>
                  <a:cubicBezTo>
                    <a:pt x="14685" y="1082"/>
                    <a:pt x="14522" y="1270"/>
                    <a:pt x="14649" y="1455"/>
                  </a:cubicBezTo>
                  <a:cubicBezTo>
                    <a:pt x="14952" y="1892"/>
                    <a:pt x="15086" y="2418"/>
                    <a:pt x="15033" y="2953"/>
                  </a:cubicBezTo>
                  <a:cubicBezTo>
                    <a:pt x="14926" y="4086"/>
                    <a:pt x="13971" y="4969"/>
                    <a:pt x="12829" y="4987"/>
                  </a:cubicBezTo>
                  <a:cubicBezTo>
                    <a:pt x="12818" y="4987"/>
                    <a:pt x="12807" y="4987"/>
                    <a:pt x="12796" y="4987"/>
                  </a:cubicBezTo>
                  <a:cubicBezTo>
                    <a:pt x="11545" y="4987"/>
                    <a:pt x="10537" y="3977"/>
                    <a:pt x="10537" y="2730"/>
                  </a:cubicBezTo>
                  <a:cubicBezTo>
                    <a:pt x="10537" y="1490"/>
                    <a:pt x="11545" y="473"/>
                    <a:pt x="12794" y="473"/>
                  </a:cubicBezTo>
                  <a:cubicBezTo>
                    <a:pt x="13142" y="473"/>
                    <a:pt x="13472" y="554"/>
                    <a:pt x="13784" y="705"/>
                  </a:cubicBezTo>
                  <a:cubicBezTo>
                    <a:pt x="13822" y="725"/>
                    <a:pt x="13860" y="734"/>
                    <a:pt x="13895" y="734"/>
                  </a:cubicBezTo>
                  <a:cubicBezTo>
                    <a:pt x="14111" y="734"/>
                    <a:pt x="14236" y="401"/>
                    <a:pt x="13998" y="286"/>
                  </a:cubicBezTo>
                  <a:cubicBezTo>
                    <a:pt x="13614" y="99"/>
                    <a:pt x="13213" y="0"/>
                    <a:pt x="1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2"/>
            <p:cNvSpPr/>
            <p:nvPr/>
          </p:nvSpPr>
          <p:spPr>
            <a:xfrm>
              <a:off x="6451850" y="2352625"/>
              <a:ext cx="61125" cy="60325"/>
            </a:xfrm>
            <a:custGeom>
              <a:avLst/>
              <a:gdLst/>
              <a:ahLst/>
              <a:cxnLst/>
              <a:rect l="l" t="t" r="r" b="b"/>
              <a:pathLst>
                <a:path w="2445" h="2413" extrusionOk="0">
                  <a:moveTo>
                    <a:pt x="1220" y="0"/>
                  </a:moveTo>
                  <a:cubicBezTo>
                    <a:pt x="1090" y="0"/>
                    <a:pt x="982" y="109"/>
                    <a:pt x="982" y="234"/>
                  </a:cubicBezTo>
                  <a:lnTo>
                    <a:pt x="982" y="965"/>
                  </a:lnTo>
                  <a:lnTo>
                    <a:pt x="259" y="965"/>
                  </a:lnTo>
                  <a:cubicBezTo>
                    <a:pt x="143" y="965"/>
                    <a:pt x="36" y="1055"/>
                    <a:pt x="18" y="1179"/>
                  </a:cubicBezTo>
                  <a:cubicBezTo>
                    <a:pt x="0" y="1322"/>
                    <a:pt x="116" y="1438"/>
                    <a:pt x="250" y="1438"/>
                  </a:cubicBezTo>
                  <a:lnTo>
                    <a:pt x="982" y="1438"/>
                  </a:lnTo>
                  <a:lnTo>
                    <a:pt x="982" y="2170"/>
                  </a:lnTo>
                  <a:cubicBezTo>
                    <a:pt x="982" y="2303"/>
                    <a:pt x="1090" y="2412"/>
                    <a:pt x="1220" y="2412"/>
                  </a:cubicBezTo>
                  <a:cubicBezTo>
                    <a:pt x="1230" y="2412"/>
                    <a:pt x="1239" y="2412"/>
                    <a:pt x="1249" y="2410"/>
                  </a:cubicBezTo>
                  <a:cubicBezTo>
                    <a:pt x="1374" y="2393"/>
                    <a:pt x="1454" y="2286"/>
                    <a:pt x="1454" y="2161"/>
                  </a:cubicBezTo>
                  <a:lnTo>
                    <a:pt x="1454" y="1438"/>
                  </a:lnTo>
                  <a:lnTo>
                    <a:pt x="2177" y="1438"/>
                  </a:lnTo>
                  <a:cubicBezTo>
                    <a:pt x="2302" y="1438"/>
                    <a:pt x="2409" y="1358"/>
                    <a:pt x="2427" y="1233"/>
                  </a:cubicBezTo>
                  <a:cubicBezTo>
                    <a:pt x="2445" y="1090"/>
                    <a:pt x="2329" y="965"/>
                    <a:pt x="2186" y="965"/>
                  </a:cubicBezTo>
                  <a:lnTo>
                    <a:pt x="1454" y="965"/>
                  </a:lnTo>
                  <a:lnTo>
                    <a:pt x="1454" y="243"/>
                  </a:lnTo>
                  <a:cubicBezTo>
                    <a:pt x="1454" y="127"/>
                    <a:pt x="1374" y="20"/>
                    <a:pt x="1249" y="2"/>
                  </a:cubicBezTo>
                  <a:cubicBezTo>
                    <a:pt x="1239" y="1"/>
                    <a:pt x="1230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1" name="Google Shape;2921;p42"/>
          <p:cNvGrpSpPr/>
          <p:nvPr/>
        </p:nvGrpSpPr>
        <p:grpSpPr>
          <a:xfrm>
            <a:off x="4343606" y="1829328"/>
            <a:ext cx="456209" cy="455955"/>
            <a:chOff x="6855075" y="2361350"/>
            <a:chExt cx="403475" cy="403250"/>
          </a:xfrm>
        </p:grpSpPr>
        <p:sp>
          <p:nvSpPr>
            <p:cNvPr id="2922" name="Google Shape;2922;p42"/>
            <p:cNvSpPr/>
            <p:nvPr/>
          </p:nvSpPr>
          <p:spPr>
            <a:xfrm>
              <a:off x="6948075" y="2366925"/>
              <a:ext cx="217475" cy="391450"/>
            </a:xfrm>
            <a:custGeom>
              <a:avLst/>
              <a:gdLst/>
              <a:ahLst/>
              <a:cxnLst/>
              <a:rect l="l" t="t" r="r" b="b"/>
              <a:pathLst>
                <a:path w="8699" h="15658" extrusionOk="0">
                  <a:moveTo>
                    <a:pt x="679" y="1"/>
                  </a:moveTo>
                  <a:cubicBezTo>
                    <a:pt x="304" y="1"/>
                    <a:pt x="1" y="295"/>
                    <a:pt x="1" y="670"/>
                  </a:cubicBezTo>
                  <a:lnTo>
                    <a:pt x="1" y="1535"/>
                  </a:lnTo>
                  <a:lnTo>
                    <a:pt x="946" y="7182"/>
                  </a:lnTo>
                  <a:lnTo>
                    <a:pt x="1" y="12579"/>
                  </a:lnTo>
                  <a:lnTo>
                    <a:pt x="1" y="14988"/>
                  </a:lnTo>
                  <a:cubicBezTo>
                    <a:pt x="1" y="15354"/>
                    <a:pt x="304" y="15657"/>
                    <a:pt x="679" y="15657"/>
                  </a:cubicBezTo>
                  <a:lnTo>
                    <a:pt x="8030" y="15657"/>
                  </a:lnTo>
                  <a:cubicBezTo>
                    <a:pt x="8395" y="15657"/>
                    <a:pt x="8699" y="15354"/>
                    <a:pt x="8699" y="14988"/>
                  </a:cubicBezTo>
                  <a:lnTo>
                    <a:pt x="8699" y="12579"/>
                  </a:lnTo>
                  <a:lnTo>
                    <a:pt x="7753" y="7182"/>
                  </a:lnTo>
                  <a:lnTo>
                    <a:pt x="8699" y="1535"/>
                  </a:lnTo>
                  <a:lnTo>
                    <a:pt x="8699" y="670"/>
                  </a:lnTo>
                  <a:cubicBezTo>
                    <a:pt x="8699" y="295"/>
                    <a:pt x="8395" y="1"/>
                    <a:pt x="80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42"/>
            <p:cNvSpPr/>
            <p:nvPr/>
          </p:nvSpPr>
          <p:spPr>
            <a:xfrm>
              <a:off x="6948075" y="2405525"/>
              <a:ext cx="217475" cy="275675"/>
            </a:xfrm>
            <a:custGeom>
              <a:avLst/>
              <a:gdLst/>
              <a:ahLst/>
              <a:cxnLst/>
              <a:rect l="l" t="t" r="r" b="b"/>
              <a:pathLst>
                <a:path w="8699" h="11027" extrusionOk="0">
                  <a:moveTo>
                    <a:pt x="1" y="0"/>
                  </a:moveTo>
                  <a:lnTo>
                    <a:pt x="1" y="11026"/>
                  </a:lnTo>
                  <a:lnTo>
                    <a:pt x="8699" y="11026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2"/>
            <p:cNvSpPr/>
            <p:nvPr/>
          </p:nvSpPr>
          <p:spPr>
            <a:xfrm>
              <a:off x="7131400" y="2493550"/>
              <a:ext cx="55125" cy="106025"/>
            </a:xfrm>
            <a:custGeom>
              <a:avLst/>
              <a:gdLst/>
              <a:ahLst/>
              <a:cxnLst/>
              <a:rect l="l" t="t" r="r" b="b"/>
              <a:pathLst>
                <a:path w="2205" h="4241" extrusionOk="0">
                  <a:moveTo>
                    <a:pt x="691" y="1"/>
                  </a:moveTo>
                  <a:cubicBezTo>
                    <a:pt x="529" y="1"/>
                    <a:pt x="366" y="61"/>
                    <a:pt x="242" y="181"/>
                  </a:cubicBezTo>
                  <a:cubicBezTo>
                    <a:pt x="1" y="431"/>
                    <a:pt x="1" y="833"/>
                    <a:pt x="242" y="1073"/>
                  </a:cubicBezTo>
                  <a:cubicBezTo>
                    <a:pt x="821" y="1653"/>
                    <a:pt x="821" y="2590"/>
                    <a:pt x="242" y="3170"/>
                  </a:cubicBezTo>
                  <a:cubicBezTo>
                    <a:pt x="1" y="3411"/>
                    <a:pt x="1" y="3812"/>
                    <a:pt x="242" y="4062"/>
                  </a:cubicBezTo>
                  <a:cubicBezTo>
                    <a:pt x="366" y="4178"/>
                    <a:pt x="527" y="4240"/>
                    <a:pt x="688" y="4240"/>
                  </a:cubicBezTo>
                  <a:cubicBezTo>
                    <a:pt x="848" y="4240"/>
                    <a:pt x="1018" y="4178"/>
                    <a:pt x="1134" y="4062"/>
                  </a:cubicBezTo>
                  <a:cubicBezTo>
                    <a:pt x="2204" y="2991"/>
                    <a:pt x="2204" y="1252"/>
                    <a:pt x="1134" y="181"/>
                  </a:cubicBezTo>
                  <a:cubicBezTo>
                    <a:pt x="1013" y="61"/>
                    <a:pt x="853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42"/>
            <p:cNvSpPr/>
            <p:nvPr/>
          </p:nvSpPr>
          <p:spPr>
            <a:xfrm>
              <a:off x="7185375" y="2448125"/>
              <a:ext cx="67150" cy="196950"/>
            </a:xfrm>
            <a:custGeom>
              <a:avLst/>
              <a:gdLst/>
              <a:ahLst/>
              <a:cxnLst/>
              <a:rect l="l" t="t" r="r" b="b"/>
              <a:pathLst>
                <a:path w="2686" h="7878" extrusionOk="0">
                  <a:moveTo>
                    <a:pt x="687" y="0"/>
                  </a:moveTo>
                  <a:cubicBezTo>
                    <a:pt x="527" y="0"/>
                    <a:pt x="366" y="62"/>
                    <a:pt x="241" y="187"/>
                  </a:cubicBezTo>
                  <a:cubicBezTo>
                    <a:pt x="1" y="428"/>
                    <a:pt x="1" y="830"/>
                    <a:pt x="241" y="1079"/>
                  </a:cubicBezTo>
                  <a:cubicBezTo>
                    <a:pt x="1820" y="2658"/>
                    <a:pt x="1820" y="5219"/>
                    <a:pt x="241" y="6798"/>
                  </a:cubicBezTo>
                  <a:cubicBezTo>
                    <a:pt x="1" y="7048"/>
                    <a:pt x="1" y="7449"/>
                    <a:pt x="241" y="7690"/>
                  </a:cubicBezTo>
                  <a:cubicBezTo>
                    <a:pt x="366" y="7815"/>
                    <a:pt x="527" y="7877"/>
                    <a:pt x="687" y="7877"/>
                  </a:cubicBezTo>
                  <a:cubicBezTo>
                    <a:pt x="848" y="7877"/>
                    <a:pt x="1009" y="7815"/>
                    <a:pt x="1134" y="7690"/>
                  </a:cubicBezTo>
                  <a:cubicBezTo>
                    <a:pt x="2133" y="6691"/>
                    <a:pt x="2686" y="5353"/>
                    <a:pt x="2686" y="3934"/>
                  </a:cubicBezTo>
                  <a:cubicBezTo>
                    <a:pt x="2686" y="2525"/>
                    <a:pt x="2133" y="1187"/>
                    <a:pt x="1134" y="187"/>
                  </a:cubicBezTo>
                  <a:cubicBezTo>
                    <a:pt x="1009" y="62"/>
                    <a:pt x="848" y="0"/>
                    <a:pt x="6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42"/>
            <p:cNvSpPr/>
            <p:nvPr/>
          </p:nvSpPr>
          <p:spPr>
            <a:xfrm>
              <a:off x="6927125" y="2493600"/>
              <a:ext cx="55325" cy="106025"/>
            </a:xfrm>
            <a:custGeom>
              <a:avLst/>
              <a:gdLst/>
              <a:ahLst/>
              <a:cxnLst/>
              <a:rect l="l" t="t" r="r" b="b"/>
              <a:pathLst>
                <a:path w="2213" h="4241" extrusionOk="0">
                  <a:moveTo>
                    <a:pt x="1517" y="1"/>
                  </a:moveTo>
                  <a:cubicBezTo>
                    <a:pt x="1356" y="1"/>
                    <a:pt x="1195" y="63"/>
                    <a:pt x="1071" y="179"/>
                  </a:cubicBezTo>
                  <a:cubicBezTo>
                    <a:pt x="0" y="1250"/>
                    <a:pt x="0" y="2989"/>
                    <a:pt x="1071" y="4060"/>
                  </a:cubicBezTo>
                  <a:cubicBezTo>
                    <a:pt x="1195" y="4180"/>
                    <a:pt x="1356" y="4241"/>
                    <a:pt x="1517" y="4241"/>
                  </a:cubicBezTo>
                  <a:cubicBezTo>
                    <a:pt x="1677" y="4241"/>
                    <a:pt x="1838" y="4180"/>
                    <a:pt x="1963" y="4060"/>
                  </a:cubicBezTo>
                  <a:cubicBezTo>
                    <a:pt x="2212" y="3810"/>
                    <a:pt x="2212" y="3409"/>
                    <a:pt x="1963" y="3168"/>
                  </a:cubicBezTo>
                  <a:cubicBezTo>
                    <a:pt x="1383" y="2588"/>
                    <a:pt x="1383" y="1651"/>
                    <a:pt x="1963" y="1071"/>
                  </a:cubicBezTo>
                  <a:cubicBezTo>
                    <a:pt x="2212" y="831"/>
                    <a:pt x="2212" y="429"/>
                    <a:pt x="1963" y="179"/>
                  </a:cubicBezTo>
                  <a:cubicBezTo>
                    <a:pt x="1838" y="63"/>
                    <a:pt x="1677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42"/>
            <p:cNvSpPr/>
            <p:nvPr/>
          </p:nvSpPr>
          <p:spPr>
            <a:xfrm>
              <a:off x="6861100" y="2448125"/>
              <a:ext cx="67375" cy="196950"/>
            </a:xfrm>
            <a:custGeom>
              <a:avLst/>
              <a:gdLst/>
              <a:ahLst/>
              <a:cxnLst/>
              <a:rect l="l" t="t" r="r" b="b"/>
              <a:pathLst>
                <a:path w="2695" h="7878" extrusionOk="0">
                  <a:moveTo>
                    <a:pt x="1999" y="0"/>
                  </a:moveTo>
                  <a:cubicBezTo>
                    <a:pt x="1838" y="0"/>
                    <a:pt x="1678" y="62"/>
                    <a:pt x="1553" y="187"/>
                  </a:cubicBezTo>
                  <a:cubicBezTo>
                    <a:pt x="553" y="1187"/>
                    <a:pt x="0" y="2525"/>
                    <a:pt x="0" y="3934"/>
                  </a:cubicBezTo>
                  <a:cubicBezTo>
                    <a:pt x="0" y="5353"/>
                    <a:pt x="553" y="6691"/>
                    <a:pt x="1553" y="7690"/>
                  </a:cubicBezTo>
                  <a:cubicBezTo>
                    <a:pt x="1678" y="7815"/>
                    <a:pt x="1840" y="7877"/>
                    <a:pt x="2002" y="7877"/>
                  </a:cubicBezTo>
                  <a:cubicBezTo>
                    <a:pt x="2164" y="7877"/>
                    <a:pt x="2324" y="7815"/>
                    <a:pt x="2445" y="7690"/>
                  </a:cubicBezTo>
                  <a:cubicBezTo>
                    <a:pt x="2695" y="7449"/>
                    <a:pt x="2695" y="7048"/>
                    <a:pt x="2445" y="6798"/>
                  </a:cubicBezTo>
                  <a:cubicBezTo>
                    <a:pt x="866" y="5219"/>
                    <a:pt x="866" y="2658"/>
                    <a:pt x="2445" y="1079"/>
                  </a:cubicBezTo>
                  <a:cubicBezTo>
                    <a:pt x="2695" y="830"/>
                    <a:pt x="2695" y="428"/>
                    <a:pt x="2445" y="187"/>
                  </a:cubicBezTo>
                  <a:cubicBezTo>
                    <a:pt x="2320" y="62"/>
                    <a:pt x="2159" y="0"/>
                    <a:pt x="19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42"/>
            <p:cNvSpPr/>
            <p:nvPr/>
          </p:nvSpPr>
          <p:spPr>
            <a:xfrm>
              <a:off x="7016100" y="2505875"/>
              <a:ext cx="81425" cy="81425"/>
            </a:xfrm>
            <a:custGeom>
              <a:avLst/>
              <a:gdLst/>
              <a:ahLst/>
              <a:cxnLst/>
              <a:rect l="l" t="t" r="r" b="b"/>
              <a:pathLst>
                <a:path w="3257" h="3257" extrusionOk="0">
                  <a:moveTo>
                    <a:pt x="1633" y="1"/>
                  </a:moveTo>
                  <a:cubicBezTo>
                    <a:pt x="732" y="1"/>
                    <a:pt x="1" y="732"/>
                    <a:pt x="1" y="1624"/>
                  </a:cubicBezTo>
                  <a:cubicBezTo>
                    <a:pt x="1" y="2525"/>
                    <a:pt x="732" y="3257"/>
                    <a:pt x="1633" y="3257"/>
                  </a:cubicBezTo>
                  <a:cubicBezTo>
                    <a:pt x="2534" y="3257"/>
                    <a:pt x="3257" y="2525"/>
                    <a:pt x="3257" y="1624"/>
                  </a:cubicBezTo>
                  <a:cubicBezTo>
                    <a:pt x="3257" y="732"/>
                    <a:pt x="2534" y="1"/>
                    <a:pt x="16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42"/>
            <p:cNvSpPr/>
            <p:nvPr/>
          </p:nvSpPr>
          <p:spPr>
            <a:xfrm>
              <a:off x="7021000" y="2704825"/>
              <a:ext cx="71625" cy="30800"/>
            </a:xfrm>
            <a:custGeom>
              <a:avLst/>
              <a:gdLst/>
              <a:ahLst/>
              <a:cxnLst/>
              <a:rect l="l" t="t" r="r" b="b"/>
              <a:pathLst>
                <a:path w="2865" h="1232" extrusionOk="0">
                  <a:moveTo>
                    <a:pt x="643" y="0"/>
                  </a:moveTo>
                  <a:cubicBezTo>
                    <a:pt x="286" y="0"/>
                    <a:pt x="1" y="303"/>
                    <a:pt x="28" y="669"/>
                  </a:cubicBezTo>
                  <a:cubicBezTo>
                    <a:pt x="63" y="990"/>
                    <a:pt x="340" y="1231"/>
                    <a:pt x="661" y="1231"/>
                  </a:cubicBezTo>
                  <a:lnTo>
                    <a:pt x="2222" y="1231"/>
                  </a:lnTo>
                  <a:cubicBezTo>
                    <a:pt x="2579" y="1231"/>
                    <a:pt x="2864" y="919"/>
                    <a:pt x="2838" y="553"/>
                  </a:cubicBezTo>
                  <a:cubicBezTo>
                    <a:pt x="2811" y="241"/>
                    <a:pt x="2534" y="0"/>
                    <a:pt x="2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2"/>
            <p:cNvSpPr/>
            <p:nvPr/>
          </p:nvSpPr>
          <p:spPr>
            <a:xfrm>
              <a:off x="6922875" y="2361350"/>
              <a:ext cx="267200" cy="403250"/>
            </a:xfrm>
            <a:custGeom>
              <a:avLst/>
              <a:gdLst/>
              <a:ahLst/>
              <a:cxnLst/>
              <a:rect l="l" t="t" r="r" b="b"/>
              <a:pathLst>
                <a:path w="10688" h="16130" extrusionOk="0">
                  <a:moveTo>
                    <a:pt x="1687" y="5525"/>
                  </a:moveTo>
                  <a:cubicBezTo>
                    <a:pt x="1787" y="5525"/>
                    <a:pt x="1887" y="5563"/>
                    <a:pt x="1963" y="5639"/>
                  </a:cubicBezTo>
                  <a:cubicBezTo>
                    <a:pt x="2115" y="5790"/>
                    <a:pt x="2115" y="6040"/>
                    <a:pt x="1963" y="6201"/>
                  </a:cubicBezTo>
                  <a:cubicBezTo>
                    <a:pt x="1642" y="6522"/>
                    <a:pt x="1464" y="6950"/>
                    <a:pt x="1464" y="7405"/>
                  </a:cubicBezTo>
                  <a:cubicBezTo>
                    <a:pt x="1464" y="7869"/>
                    <a:pt x="1642" y="8297"/>
                    <a:pt x="1963" y="8618"/>
                  </a:cubicBezTo>
                  <a:cubicBezTo>
                    <a:pt x="2115" y="8779"/>
                    <a:pt x="2115" y="9029"/>
                    <a:pt x="1963" y="9180"/>
                  </a:cubicBezTo>
                  <a:cubicBezTo>
                    <a:pt x="1887" y="9256"/>
                    <a:pt x="1787" y="9294"/>
                    <a:pt x="1687" y="9294"/>
                  </a:cubicBezTo>
                  <a:cubicBezTo>
                    <a:pt x="1586" y="9294"/>
                    <a:pt x="1486" y="9256"/>
                    <a:pt x="1410" y="9180"/>
                  </a:cubicBezTo>
                  <a:cubicBezTo>
                    <a:pt x="429" y="8199"/>
                    <a:pt x="429" y="6611"/>
                    <a:pt x="1410" y="5639"/>
                  </a:cubicBezTo>
                  <a:cubicBezTo>
                    <a:pt x="1486" y="5563"/>
                    <a:pt x="1586" y="5525"/>
                    <a:pt x="1687" y="5525"/>
                  </a:cubicBezTo>
                  <a:close/>
                  <a:moveTo>
                    <a:pt x="9033" y="5525"/>
                  </a:moveTo>
                  <a:cubicBezTo>
                    <a:pt x="9136" y="5525"/>
                    <a:pt x="9238" y="5563"/>
                    <a:pt x="9314" y="5639"/>
                  </a:cubicBezTo>
                  <a:cubicBezTo>
                    <a:pt x="10286" y="6611"/>
                    <a:pt x="10286" y="8199"/>
                    <a:pt x="9314" y="9180"/>
                  </a:cubicBezTo>
                  <a:cubicBezTo>
                    <a:pt x="9234" y="9252"/>
                    <a:pt x="9136" y="9296"/>
                    <a:pt x="9029" y="9296"/>
                  </a:cubicBezTo>
                  <a:cubicBezTo>
                    <a:pt x="8930" y="9296"/>
                    <a:pt x="8823" y="9252"/>
                    <a:pt x="8752" y="9180"/>
                  </a:cubicBezTo>
                  <a:cubicBezTo>
                    <a:pt x="8600" y="9029"/>
                    <a:pt x="8600" y="8779"/>
                    <a:pt x="8752" y="8618"/>
                  </a:cubicBezTo>
                  <a:cubicBezTo>
                    <a:pt x="9073" y="8297"/>
                    <a:pt x="9252" y="7869"/>
                    <a:pt x="9252" y="7405"/>
                  </a:cubicBezTo>
                  <a:cubicBezTo>
                    <a:pt x="9252" y="6950"/>
                    <a:pt x="9073" y="6522"/>
                    <a:pt x="8752" y="6201"/>
                  </a:cubicBezTo>
                  <a:cubicBezTo>
                    <a:pt x="8600" y="6040"/>
                    <a:pt x="8600" y="5790"/>
                    <a:pt x="8752" y="5639"/>
                  </a:cubicBezTo>
                  <a:cubicBezTo>
                    <a:pt x="8828" y="5563"/>
                    <a:pt x="8930" y="5525"/>
                    <a:pt x="9033" y="5525"/>
                  </a:cubicBezTo>
                  <a:close/>
                  <a:moveTo>
                    <a:pt x="9046" y="474"/>
                  </a:moveTo>
                  <a:cubicBezTo>
                    <a:pt x="9287" y="474"/>
                    <a:pt x="9484" y="670"/>
                    <a:pt x="9484" y="911"/>
                  </a:cubicBezTo>
                  <a:lnTo>
                    <a:pt x="9484" y="1544"/>
                  </a:lnTo>
                  <a:lnTo>
                    <a:pt x="3292" y="1544"/>
                  </a:lnTo>
                  <a:cubicBezTo>
                    <a:pt x="2989" y="1544"/>
                    <a:pt x="2989" y="2017"/>
                    <a:pt x="3292" y="2017"/>
                  </a:cubicBezTo>
                  <a:lnTo>
                    <a:pt x="9484" y="2017"/>
                  </a:lnTo>
                  <a:lnTo>
                    <a:pt x="9484" y="5184"/>
                  </a:lnTo>
                  <a:cubicBezTo>
                    <a:pt x="9349" y="5104"/>
                    <a:pt x="9197" y="5064"/>
                    <a:pt x="9044" y="5064"/>
                  </a:cubicBezTo>
                  <a:cubicBezTo>
                    <a:pt x="8822" y="5064"/>
                    <a:pt x="8600" y="5148"/>
                    <a:pt x="8431" y="5318"/>
                  </a:cubicBezTo>
                  <a:cubicBezTo>
                    <a:pt x="8092" y="5657"/>
                    <a:pt x="8092" y="6201"/>
                    <a:pt x="8431" y="6540"/>
                  </a:cubicBezTo>
                  <a:cubicBezTo>
                    <a:pt x="8672" y="6772"/>
                    <a:pt x="8797" y="7084"/>
                    <a:pt x="8797" y="7414"/>
                  </a:cubicBezTo>
                  <a:cubicBezTo>
                    <a:pt x="8797" y="7753"/>
                    <a:pt x="8672" y="8065"/>
                    <a:pt x="8431" y="8297"/>
                  </a:cubicBezTo>
                  <a:cubicBezTo>
                    <a:pt x="8092" y="8636"/>
                    <a:pt x="8092" y="9180"/>
                    <a:pt x="8431" y="9519"/>
                  </a:cubicBezTo>
                  <a:cubicBezTo>
                    <a:pt x="8600" y="9680"/>
                    <a:pt x="8814" y="9769"/>
                    <a:pt x="9046" y="9769"/>
                  </a:cubicBezTo>
                  <a:cubicBezTo>
                    <a:pt x="9207" y="9769"/>
                    <a:pt x="9359" y="9734"/>
                    <a:pt x="9484" y="9653"/>
                  </a:cubicBezTo>
                  <a:lnTo>
                    <a:pt x="9484" y="12570"/>
                  </a:lnTo>
                  <a:lnTo>
                    <a:pt x="1258" y="12570"/>
                  </a:lnTo>
                  <a:lnTo>
                    <a:pt x="1258" y="9662"/>
                  </a:lnTo>
                  <a:cubicBezTo>
                    <a:pt x="1394" y="9741"/>
                    <a:pt x="1548" y="9780"/>
                    <a:pt x="1701" y="9780"/>
                  </a:cubicBezTo>
                  <a:cubicBezTo>
                    <a:pt x="1928" y="9780"/>
                    <a:pt x="2154" y="9694"/>
                    <a:pt x="2320" y="9528"/>
                  </a:cubicBezTo>
                  <a:cubicBezTo>
                    <a:pt x="2650" y="9189"/>
                    <a:pt x="2650" y="8645"/>
                    <a:pt x="2320" y="8306"/>
                  </a:cubicBezTo>
                  <a:cubicBezTo>
                    <a:pt x="2079" y="8065"/>
                    <a:pt x="1954" y="7753"/>
                    <a:pt x="1954" y="7423"/>
                  </a:cubicBezTo>
                  <a:cubicBezTo>
                    <a:pt x="1954" y="7093"/>
                    <a:pt x="2079" y="6781"/>
                    <a:pt x="2320" y="6549"/>
                  </a:cubicBezTo>
                  <a:cubicBezTo>
                    <a:pt x="2650" y="6210"/>
                    <a:pt x="2650" y="5657"/>
                    <a:pt x="2320" y="5318"/>
                  </a:cubicBezTo>
                  <a:cubicBezTo>
                    <a:pt x="2153" y="5156"/>
                    <a:pt x="1924" y="5069"/>
                    <a:pt x="1694" y="5069"/>
                  </a:cubicBezTo>
                  <a:cubicBezTo>
                    <a:pt x="1543" y="5069"/>
                    <a:pt x="1392" y="5106"/>
                    <a:pt x="1258" y="5184"/>
                  </a:cubicBezTo>
                  <a:lnTo>
                    <a:pt x="1258" y="2017"/>
                  </a:lnTo>
                  <a:lnTo>
                    <a:pt x="2017" y="2017"/>
                  </a:lnTo>
                  <a:cubicBezTo>
                    <a:pt x="2320" y="2017"/>
                    <a:pt x="2320" y="1544"/>
                    <a:pt x="2017" y="1544"/>
                  </a:cubicBezTo>
                  <a:lnTo>
                    <a:pt x="1258" y="1544"/>
                  </a:lnTo>
                  <a:lnTo>
                    <a:pt x="1258" y="911"/>
                  </a:lnTo>
                  <a:cubicBezTo>
                    <a:pt x="1258" y="670"/>
                    <a:pt x="1455" y="474"/>
                    <a:pt x="1696" y="474"/>
                  </a:cubicBezTo>
                  <a:close/>
                  <a:moveTo>
                    <a:pt x="9457" y="13043"/>
                  </a:moveTo>
                  <a:lnTo>
                    <a:pt x="9457" y="15220"/>
                  </a:lnTo>
                  <a:cubicBezTo>
                    <a:pt x="9457" y="15461"/>
                    <a:pt x="9261" y="15657"/>
                    <a:pt x="9020" y="15657"/>
                  </a:cubicBezTo>
                  <a:lnTo>
                    <a:pt x="1669" y="15657"/>
                  </a:lnTo>
                  <a:cubicBezTo>
                    <a:pt x="1428" y="15657"/>
                    <a:pt x="1232" y="15461"/>
                    <a:pt x="1232" y="15220"/>
                  </a:cubicBezTo>
                  <a:lnTo>
                    <a:pt x="1232" y="13043"/>
                  </a:lnTo>
                  <a:close/>
                  <a:moveTo>
                    <a:pt x="1669" y="1"/>
                  </a:moveTo>
                  <a:cubicBezTo>
                    <a:pt x="1169" y="1"/>
                    <a:pt x="759" y="402"/>
                    <a:pt x="759" y="911"/>
                  </a:cubicBezTo>
                  <a:lnTo>
                    <a:pt x="759" y="5648"/>
                  </a:lnTo>
                  <a:cubicBezTo>
                    <a:pt x="759" y="5657"/>
                    <a:pt x="759" y="5657"/>
                    <a:pt x="759" y="5666"/>
                  </a:cubicBezTo>
                  <a:cubicBezTo>
                    <a:pt x="1" y="6709"/>
                    <a:pt x="1" y="8128"/>
                    <a:pt x="759" y="9172"/>
                  </a:cubicBezTo>
                  <a:lnTo>
                    <a:pt x="759" y="15220"/>
                  </a:lnTo>
                  <a:cubicBezTo>
                    <a:pt x="759" y="15728"/>
                    <a:pt x="1169" y="16130"/>
                    <a:pt x="1669" y="16130"/>
                  </a:cubicBezTo>
                  <a:lnTo>
                    <a:pt x="9020" y="16130"/>
                  </a:lnTo>
                  <a:cubicBezTo>
                    <a:pt x="9519" y="16130"/>
                    <a:pt x="9930" y="15728"/>
                    <a:pt x="9930" y="15220"/>
                  </a:cubicBezTo>
                  <a:lnTo>
                    <a:pt x="9930" y="9172"/>
                  </a:lnTo>
                  <a:cubicBezTo>
                    <a:pt x="10688" y="8128"/>
                    <a:pt x="10688" y="6709"/>
                    <a:pt x="9930" y="5666"/>
                  </a:cubicBezTo>
                  <a:lnTo>
                    <a:pt x="9930" y="911"/>
                  </a:lnTo>
                  <a:cubicBezTo>
                    <a:pt x="9930" y="402"/>
                    <a:pt x="9519" y="1"/>
                    <a:pt x="90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2"/>
            <p:cNvSpPr/>
            <p:nvPr/>
          </p:nvSpPr>
          <p:spPr>
            <a:xfrm>
              <a:off x="7178900" y="2442200"/>
              <a:ext cx="79650" cy="208600"/>
            </a:xfrm>
            <a:custGeom>
              <a:avLst/>
              <a:gdLst/>
              <a:ahLst/>
              <a:cxnLst/>
              <a:rect l="l" t="t" r="r" b="b"/>
              <a:pathLst>
                <a:path w="3186" h="8344" extrusionOk="0">
                  <a:moveTo>
                    <a:pt x="946" y="1"/>
                  </a:moveTo>
                  <a:cubicBezTo>
                    <a:pt x="723" y="1"/>
                    <a:pt x="500" y="85"/>
                    <a:pt x="331" y="255"/>
                  </a:cubicBezTo>
                  <a:cubicBezTo>
                    <a:pt x="1" y="594"/>
                    <a:pt x="1" y="1147"/>
                    <a:pt x="331" y="1477"/>
                  </a:cubicBezTo>
                  <a:cubicBezTo>
                    <a:pt x="1054" y="2200"/>
                    <a:pt x="1446" y="3154"/>
                    <a:pt x="1446" y="4171"/>
                  </a:cubicBezTo>
                  <a:cubicBezTo>
                    <a:pt x="1446" y="5197"/>
                    <a:pt x="1054" y="6152"/>
                    <a:pt x="331" y="6865"/>
                  </a:cubicBezTo>
                  <a:cubicBezTo>
                    <a:pt x="170" y="7035"/>
                    <a:pt x="81" y="7249"/>
                    <a:pt x="81" y="7481"/>
                  </a:cubicBezTo>
                  <a:cubicBezTo>
                    <a:pt x="81" y="7713"/>
                    <a:pt x="170" y="7936"/>
                    <a:pt x="331" y="8096"/>
                  </a:cubicBezTo>
                  <a:cubicBezTo>
                    <a:pt x="496" y="8261"/>
                    <a:pt x="721" y="8344"/>
                    <a:pt x="946" y="8344"/>
                  </a:cubicBezTo>
                  <a:cubicBezTo>
                    <a:pt x="1172" y="8344"/>
                    <a:pt x="1397" y="8261"/>
                    <a:pt x="1562" y="8096"/>
                  </a:cubicBezTo>
                  <a:cubicBezTo>
                    <a:pt x="1740" y="7909"/>
                    <a:pt x="1919" y="7713"/>
                    <a:pt x="2071" y="7508"/>
                  </a:cubicBezTo>
                  <a:cubicBezTo>
                    <a:pt x="2208" y="7331"/>
                    <a:pt x="2039" y="7131"/>
                    <a:pt x="1868" y="7131"/>
                  </a:cubicBezTo>
                  <a:cubicBezTo>
                    <a:pt x="1806" y="7131"/>
                    <a:pt x="1744" y="7158"/>
                    <a:pt x="1696" y="7222"/>
                  </a:cubicBezTo>
                  <a:cubicBezTo>
                    <a:pt x="1553" y="7409"/>
                    <a:pt x="1393" y="7597"/>
                    <a:pt x="1223" y="7757"/>
                  </a:cubicBezTo>
                  <a:cubicBezTo>
                    <a:pt x="1147" y="7833"/>
                    <a:pt x="1047" y="7871"/>
                    <a:pt x="946" y="7871"/>
                  </a:cubicBezTo>
                  <a:cubicBezTo>
                    <a:pt x="846" y="7871"/>
                    <a:pt x="746" y="7833"/>
                    <a:pt x="670" y="7757"/>
                  </a:cubicBezTo>
                  <a:cubicBezTo>
                    <a:pt x="518" y="7606"/>
                    <a:pt x="518" y="7356"/>
                    <a:pt x="670" y="7204"/>
                  </a:cubicBezTo>
                  <a:cubicBezTo>
                    <a:pt x="1473" y="6393"/>
                    <a:pt x="1919" y="5322"/>
                    <a:pt x="1919" y="4171"/>
                  </a:cubicBezTo>
                  <a:cubicBezTo>
                    <a:pt x="1919" y="3029"/>
                    <a:pt x="1473" y="1959"/>
                    <a:pt x="670" y="1147"/>
                  </a:cubicBezTo>
                  <a:cubicBezTo>
                    <a:pt x="518" y="995"/>
                    <a:pt x="518" y="746"/>
                    <a:pt x="670" y="594"/>
                  </a:cubicBezTo>
                  <a:cubicBezTo>
                    <a:pt x="746" y="514"/>
                    <a:pt x="846" y="473"/>
                    <a:pt x="946" y="473"/>
                  </a:cubicBezTo>
                  <a:cubicBezTo>
                    <a:pt x="1047" y="473"/>
                    <a:pt x="1147" y="514"/>
                    <a:pt x="1223" y="594"/>
                  </a:cubicBezTo>
                  <a:cubicBezTo>
                    <a:pt x="2187" y="1548"/>
                    <a:pt x="2713" y="2824"/>
                    <a:pt x="2713" y="4171"/>
                  </a:cubicBezTo>
                  <a:cubicBezTo>
                    <a:pt x="2713" y="4885"/>
                    <a:pt x="2570" y="5572"/>
                    <a:pt x="2285" y="6214"/>
                  </a:cubicBezTo>
                  <a:cubicBezTo>
                    <a:pt x="2209" y="6395"/>
                    <a:pt x="2365" y="6537"/>
                    <a:pt x="2518" y="6537"/>
                  </a:cubicBezTo>
                  <a:cubicBezTo>
                    <a:pt x="2599" y="6537"/>
                    <a:pt x="2678" y="6497"/>
                    <a:pt x="2722" y="6401"/>
                  </a:cubicBezTo>
                  <a:cubicBezTo>
                    <a:pt x="3025" y="5697"/>
                    <a:pt x="3186" y="4947"/>
                    <a:pt x="3186" y="4171"/>
                  </a:cubicBezTo>
                  <a:cubicBezTo>
                    <a:pt x="3186" y="2699"/>
                    <a:pt x="2606" y="1308"/>
                    <a:pt x="1562" y="255"/>
                  </a:cubicBezTo>
                  <a:cubicBezTo>
                    <a:pt x="1393" y="85"/>
                    <a:pt x="1170" y="1"/>
                    <a:pt x="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2"/>
            <p:cNvSpPr/>
            <p:nvPr/>
          </p:nvSpPr>
          <p:spPr>
            <a:xfrm>
              <a:off x="6855075" y="2442375"/>
              <a:ext cx="79875" cy="208425"/>
            </a:xfrm>
            <a:custGeom>
              <a:avLst/>
              <a:gdLst/>
              <a:ahLst/>
              <a:cxnLst/>
              <a:rect l="l" t="t" r="r" b="b"/>
              <a:pathLst>
                <a:path w="3195" h="8337" extrusionOk="0">
                  <a:moveTo>
                    <a:pt x="2240" y="473"/>
                  </a:moveTo>
                  <a:cubicBezTo>
                    <a:pt x="2340" y="473"/>
                    <a:pt x="2440" y="511"/>
                    <a:pt x="2516" y="587"/>
                  </a:cubicBezTo>
                  <a:cubicBezTo>
                    <a:pt x="2677" y="739"/>
                    <a:pt x="2677" y="988"/>
                    <a:pt x="2516" y="1140"/>
                  </a:cubicBezTo>
                  <a:cubicBezTo>
                    <a:pt x="1713" y="1952"/>
                    <a:pt x="1267" y="3022"/>
                    <a:pt x="1267" y="4164"/>
                  </a:cubicBezTo>
                  <a:cubicBezTo>
                    <a:pt x="1267" y="5315"/>
                    <a:pt x="1713" y="6386"/>
                    <a:pt x="2516" y="7197"/>
                  </a:cubicBezTo>
                  <a:cubicBezTo>
                    <a:pt x="2677" y="7349"/>
                    <a:pt x="2677" y="7599"/>
                    <a:pt x="2516" y="7750"/>
                  </a:cubicBezTo>
                  <a:cubicBezTo>
                    <a:pt x="2440" y="7831"/>
                    <a:pt x="2340" y="7871"/>
                    <a:pt x="2240" y="7871"/>
                  </a:cubicBezTo>
                  <a:cubicBezTo>
                    <a:pt x="2139" y="7871"/>
                    <a:pt x="2039" y="7831"/>
                    <a:pt x="1963" y="7750"/>
                  </a:cubicBezTo>
                  <a:cubicBezTo>
                    <a:pt x="1009" y="6796"/>
                    <a:pt x="473" y="5520"/>
                    <a:pt x="473" y="4164"/>
                  </a:cubicBezTo>
                  <a:cubicBezTo>
                    <a:pt x="473" y="2817"/>
                    <a:pt x="1009" y="1541"/>
                    <a:pt x="1963" y="587"/>
                  </a:cubicBezTo>
                  <a:cubicBezTo>
                    <a:pt x="2039" y="511"/>
                    <a:pt x="2139" y="473"/>
                    <a:pt x="2240" y="473"/>
                  </a:cubicBezTo>
                  <a:close/>
                  <a:moveTo>
                    <a:pt x="2244" y="0"/>
                  </a:moveTo>
                  <a:cubicBezTo>
                    <a:pt x="2021" y="0"/>
                    <a:pt x="1798" y="83"/>
                    <a:pt x="1633" y="248"/>
                  </a:cubicBezTo>
                  <a:cubicBezTo>
                    <a:pt x="580" y="1301"/>
                    <a:pt x="1" y="2692"/>
                    <a:pt x="1" y="4164"/>
                  </a:cubicBezTo>
                  <a:cubicBezTo>
                    <a:pt x="1" y="5645"/>
                    <a:pt x="580" y="7037"/>
                    <a:pt x="1633" y="8089"/>
                  </a:cubicBezTo>
                  <a:cubicBezTo>
                    <a:pt x="1798" y="8254"/>
                    <a:pt x="2021" y="8337"/>
                    <a:pt x="2244" y="8337"/>
                  </a:cubicBezTo>
                  <a:cubicBezTo>
                    <a:pt x="2467" y="8337"/>
                    <a:pt x="2690" y="8254"/>
                    <a:pt x="2855" y="8089"/>
                  </a:cubicBezTo>
                  <a:cubicBezTo>
                    <a:pt x="3194" y="7750"/>
                    <a:pt x="3194" y="7197"/>
                    <a:pt x="2855" y="6858"/>
                  </a:cubicBezTo>
                  <a:cubicBezTo>
                    <a:pt x="2133" y="6145"/>
                    <a:pt x="1740" y="5190"/>
                    <a:pt x="1740" y="4164"/>
                  </a:cubicBezTo>
                  <a:cubicBezTo>
                    <a:pt x="1740" y="3147"/>
                    <a:pt x="2133" y="2193"/>
                    <a:pt x="2855" y="1470"/>
                  </a:cubicBezTo>
                  <a:cubicBezTo>
                    <a:pt x="3185" y="1140"/>
                    <a:pt x="3185" y="578"/>
                    <a:pt x="2855" y="248"/>
                  </a:cubicBezTo>
                  <a:cubicBezTo>
                    <a:pt x="2690" y="83"/>
                    <a:pt x="2467" y="0"/>
                    <a:pt x="2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2"/>
            <p:cNvSpPr/>
            <p:nvPr/>
          </p:nvSpPr>
          <p:spPr>
            <a:xfrm>
              <a:off x="7010075" y="2499850"/>
              <a:ext cx="93475" cy="93475"/>
            </a:xfrm>
            <a:custGeom>
              <a:avLst/>
              <a:gdLst/>
              <a:ahLst/>
              <a:cxnLst/>
              <a:rect l="l" t="t" r="r" b="b"/>
              <a:pathLst>
                <a:path w="3739" h="3739" extrusionOk="0">
                  <a:moveTo>
                    <a:pt x="1874" y="474"/>
                  </a:moveTo>
                  <a:cubicBezTo>
                    <a:pt x="2641" y="474"/>
                    <a:pt x="3266" y="1098"/>
                    <a:pt x="3266" y="1865"/>
                  </a:cubicBezTo>
                  <a:cubicBezTo>
                    <a:pt x="3266" y="2641"/>
                    <a:pt x="2641" y="3266"/>
                    <a:pt x="1874" y="3266"/>
                  </a:cubicBezTo>
                  <a:cubicBezTo>
                    <a:pt x="1098" y="3266"/>
                    <a:pt x="473" y="2641"/>
                    <a:pt x="473" y="1865"/>
                  </a:cubicBezTo>
                  <a:cubicBezTo>
                    <a:pt x="473" y="1098"/>
                    <a:pt x="1098" y="474"/>
                    <a:pt x="1874" y="474"/>
                  </a:cubicBezTo>
                  <a:close/>
                  <a:moveTo>
                    <a:pt x="1874" y="1"/>
                  </a:moveTo>
                  <a:cubicBezTo>
                    <a:pt x="839" y="1"/>
                    <a:pt x="1" y="839"/>
                    <a:pt x="1" y="1865"/>
                  </a:cubicBezTo>
                  <a:cubicBezTo>
                    <a:pt x="1" y="2900"/>
                    <a:pt x="839" y="3739"/>
                    <a:pt x="1874" y="3739"/>
                  </a:cubicBezTo>
                  <a:cubicBezTo>
                    <a:pt x="2900" y="3739"/>
                    <a:pt x="3739" y="2900"/>
                    <a:pt x="3739" y="1865"/>
                  </a:cubicBezTo>
                  <a:cubicBezTo>
                    <a:pt x="3739" y="839"/>
                    <a:pt x="2900" y="1"/>
                    <a:pt x="18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2"/>
            <p:cNvSpPr/>
            <p:nvPr/>
          </p:nvSpPr>
          <p:spPr>
            <a:xfrm>
              <a:off x="7014975" y="2698575"/>
              <a:ext cx="83900" cy="42400"/>
            </a:xfrm>
            <a:custGeom>
              <a:avLst/>
              <a:gdLst/>
              <a:ahLst/>
              <a:cxnLst/>
              <a:rect l="l" t="t" r="r" b="b"/>
              <a:pathLst>
                <a:path w="3356" h="1696" extrusionOk="0">
                  <a:moveTo>
                    <a:pt x="2454" y="473"/>
                  </a:moveTo>
                  <a:cubicBezTo>
                    <a:pt x="2642" y="473"/>
                    <a:pt x="2811" y="598"/>
                    <a:pt x="2838" y="785"/>
                  </a:cubicBezTo>
                  <a:cubicBezTo>
                    <a:pt x="2873" y="1017"/>
                    <a:pt x="2695" y="1222"/>
                    <a:pt x="2463" y="1222"/>
                  </a:cubicBezTo>
                  <a:lnTo>
                    <a:pt x="893" y="1222"/>
                  </a:lnTo>
                  <a:cubicBezTo>
                    <a:pt x="706" y="1222"/>
                    <a:pt x="545" y="1098"/>
                    <a:pt x="509" y="910"/>
                  </a:cubicBezTo>
                  <a:cubicBezTo>
                    <a:pt x="474" y="678"/>
                    <a:pt x="652" y="473"/>
                    <a:pt x="884" y="473"/>
                  </a:cubicBezTo>
                  <a:close/>
                  <a:moveTo>
                    <a:pt x="902" y="0"/>
                  </a:moveTo>
                  <a:cubicBezTo>
                    <a:pt x="456" y="0"/>
                    <a:pt x="72" y="339"/>
                    <a:pt x="37" y="785"/>
                  </a:cubicBezTo>
                  <a:cubicBezTo>
                    <a:pt x="1" y="1285"/>
                    <a:pt x="393" y="1695"/>
                    <a:pt x="884" y="1695"/>
                  </a:cubicBezTo>
                  <a:lnTo>
                    <a:pt x="2445" y="1695"/>
                  </a:lnTo>
                  <a:cubicBezTo>
                    <a:pt x="2900" y="1695"/>
                    <a:pt x="3284" y="1356"/>
                    <a:pt x="3311" y="910"/>
                  </a:cubicBezTo>
                  <a:cubicBezTo>
                    <a:pt x="3355" y="411"/>
                    <a:pt x="2954" y="0"/>
                    <a:pt x="2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43"/>
          <p:cNvSpPr txBox="1">
            <a:spLocks noGrp="1"/>
          </p:cNvSpPr>
          <p:nvPr>
            <p:ph type="title"/>
          </p:nvPr>
        </p:nvSpPr>
        <p:spPr>
          <a:xfrm>
            <a:off x="2893225" y="1699038"/>
            <a:ext cx="47949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2940" name="Google Shape;2940;p43"/>
          <p:cNvSpPr txBox="1">
            <a:spLocks noGrp="1"/>
          </p:cNvSpPr>
          <p:nvPr>
            <p:ph type="subTitle" idx="1"/>
          </p:nvPr>
        </p:nvSpPr>
        <p:spPr>
          <a:xfrm>
            <a:off x="1456650" y="3686275"/>
            <a:ext cx="54132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2941" name="Google Shape;2941;p43"/>
          <p:cNvSpPr/>
          <p:nvPr/>
        </p:nvSpPr>
        <p:spPr>
          <a:xfrm rot="5400000">
            <a:off x="1490249" y="1638776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942" name="Google Shape;2942;p43"/>
          <p:cNvSpPr txBox="1">
            <a:spLocks noGrp="1"/>
          </p:cNvSpPr>
          <p:nvPr>
            <p:ph type="title" idx="2"/>
          </p:nvPr>
        </p:nvSpPr>
        <p:spPr>
          <a:xfrm>
            <a:off x="1455875" y="1764375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43" name="Google Shape;2943;p43"/>
          <p:cNvSpPr/>
          <p:nvPr/>
        </p:nvSpPr>
        <p:spPr>
          <a:xfrm>
            <a:off x="6869813" y="3686275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4" name="Google Shape;2944;p43"/>
          <p:cNvGrpSpPr/>
          <p:nvPr/>
        </p:nvGrpSpPr>
        <p:grpSpPr>
          <a:xfrm>
            <a:off x="7044209" y="3771030"/>
            <a:ext cx="296817" cy="371986"/>
            <a:chOff x="1677825" y="3820225"/>
            <a:chExt cx="345900" cy="433500"/>
          </a:xfrm>
        </p:grpSpPr>
        <p:sp>
          <p:nvSpPr>
            <p:cNvPr id="2945" name="Google Shape;2945;p43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43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7" name="Google Shape;2947;p43"/>
          <p:cNvGrpSpPr/>
          <p:nvPr/>
        </p:nvGrpSpPr>
        <p:grpSpPr>
          <a:xfrm>
            <a:off x="7826418" y="3428985"/>
            <a:ext cx="364446" cy="419819"/>
            <a:chOff x="3150425" y="3024575"/>
            <a:chExt cx="130350" cy="150150"/>
          </a:xfrm>
        </p:grpSpPr>
        <p:sp>
          <p:nvSpPr>
            <p:cNvPr id="2948" name="Google Shape;2948;p43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43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43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3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3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3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3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3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EVOLUTION</a:t>
            </a:r>
            <a:endParaRPr/>
          </a:p>
        </p:txBody>
      </p:sp>
      <p:sp>
        <p:nvSpPr>
          <p:cNvPr id="2961" name="Google Shape;2961;p44"/>
          <p:cNvSpPr txBox="1"/>
          <p:nvPr/>
        </p:nvSpPr>
        <p:spPr>
          <a:xfrm>
            <a:off x="1123175" y="2732479"/>
            <a:ext cx="1514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2962" name="Google Shape;2962;p44"/>
          <p:cNvSpPr txBox="1"/>
          <p:nvPr/>
        </p:nvSpPr>
        <p:spPr>
          <a:xfrm>
            <a:off x="1123175" y="1360025"/>
            <a:ext cx="1514400" cy="468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2005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2963" name="Google Shape;2963;p44"/>
          <p:cNvSpPr txBox="1"/>
          <p:nvPr/>
        </p:nvSpPr>
        <p:spPr>
          <a:xfrm>
            <a:off x="2917600" y="3813078"/>
            <a:ext cx="1514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2964" name="Google Shape;2964;p44"/>
          <p:cNvSpPr txBox="1"/>
          <p:nvPr/>
        </p:nvSpPr>
        <p:spPr>
          <a:xfrm>
            <a:off x="2917593" y="2440779"/>
            <a:ext cx="1514400" cy="468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2010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2965" name="Google Shape;2965;p44"/>
          <p:cNvSpPr txBox="1"/>
          <p:nvPr/>
        </p:nvSpPr>
        <p:spPr>
          <a:xfrm>
            <a:off x="4712000" y="2732329"/>
            <a:ext cx="1514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2966" name="Google Shape;2966;p44"/>
          <p:cNvSpPr txBox="1"/>
          <p:nvPr/>
        </p:nvSpPr>
        <p:spPr>
          <a:xfrm>
            <a:off x="4712012" y="1360025"/>
            <a:ext cx="1514400" cy="468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2015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2967" name="Google Shape;2967;p44"/>
          <p:cNvSpPr txBox="1"/>
          <p:nvPr/>
        </p:nvSpPr>
        <p:spPr>
          <a:xfrm>
            <a:off x="6506425" y="3813078"/>
            <a:ext cx="1514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2968" name="Google Shape;2968;p44"/>
          <p:cNvSpPr txBox="1"/>
          <p:nvPr/>
        </p:nvSpPr>
        <p:spPr>
          <a:xfrm>
            <a:off x="6506430" y="2440779"/>
            <a:ext cx="1514400" cy="468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2020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grpSp>
        <p:nvGrpSpPr>
          <p:cNvPr id="2969" name="Google Shape;2969;p44"/>
          <p:cNvGrpSpPr/>
          <p:nvPr/>
        </p:nvGrpSpPr>
        <p:grpSpPr>
          <a:xfrm>
            <a:off x="1572776" y="1594179"/>
            <a:ext cx="5998579" cy="2537050"/>
            <a:chOff x="1572776" y="1594179"/>
            <a:chExt cx="5998579" cy="2537050"/>
          </a:xfrm>
        </p:grpSpPr>
        <p:sp>
          <p:nvSpPr>
            <p:cNvPr id="2970" name="Google Shape;2970;p44"/>
            <p:cNvSpPr/>
            <p:nvPr/>
          </p:nvSpPr>
          <p:spPr>
            <a:xfrm>
              <a:off x="1572776" y="2078849"/>
              <a:ext cx="615479" cy="655144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971" name="Google Shape;2971;p44"/>
            <p:cNvCxnSpPr>
              <a:stCxn id="2961" idx="2"/>
              <a:endCxn id="2963" idx="1"/>
            </p:cNvCxnSpPr>
            <p:nvPr/>
          </p:nvCxnSpPr>
          <p:spPr>
            <a:xfrm rot="-5400000" flipH="1">
              <a:off x="2017775" y="3231379"/>
              <a:ext cx="762300" cy="1037100"/>
            </a:xfrm>
            <a:prstGeom prst="curvedConnector2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972" name="Google Shape;2972;p44"/>
            <p:cNvCxnSpPr>
              <a:stCxn id="2964" idx="0"/>
            </p:cNvCxnSpPr>
            <p:nvPr/>
          </p:nvCxnSpPr>
          <p:spPr>
            <a:xfrm rot="-5400000">
              <a:off x="3735393" y="1533579"/>
              <a:ext cx="846600" cy="967800"/>
            </a:xfrm>
            <a:prstGeom prst="curvedConnector2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973" name="Google Shape;2973;p44"/>
            <p:cNvCxnSpPr>
              <a:stCxn id="2965" idx="2"/>
              <a:endCxn id="2967" idx="1"/>
            </p:cNvCxnSpPr>
            <p:nvPr/>
          </p:nvCxnSpPr>
          <p:spPr>
            <a:xfrm rot="-5400000" flipH="1">
              <a:off x="5606450" y="3231379"/>
              <a:ext cx="762600" cy="1037100"/>
            </a:xfrm>
            <a:prstGeom prst="curvedConnector2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74" name="Google Shape;2974;p44"/>
            <p:cNvSpPr/>
            <p:nvPr/>
          </p:nvSpPr>
          <p:spPr>
            <a:xfrm>
              <a:off x="3367051" y="3159599"/>
              <a:ext cx="615479" cy="655144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75" name="Google Shape;2975;p44"/>
            <p:cNvSpPr/>
            <p:nvPr/>
          </p:nvSpPr>
          <p:spPr>
            <a:xfrm>
              <a:off x="5161476" y="2078849"/>
              <a:ext cx="615479" cy="655144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76" name="Google Shape;2976;p44"/>
            <p:cNvSpPr/>
            <p:nvPr/>
          </p:nvSpPr>
          <p:spPr>
            <a:xfrm>
              <a:off x="6955876" y="3159599"/>
              <a:ext cx="615479" cy="655144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977" name="Google Shape;2977;p44"/>
          <p:cNvGrpSpPr/>
          <p:nvPr/>
        </p:nvGrpSpPr>
        <p:grpSpPr>
          <a:xfrm>
            <a:off x="3498138" y="3285400"/>
            <a:ext cx="353300" cy="403550"/>
            <a:chOff x="3892850" y="1082075"/>
            <a:chExt cx="353300" cy="403550"/>
          </a:xfrm>
        </p:grpSpPr>
        <p:sp>
          <p:nvSpPr>
            <p:cNvPr id="2978" name="Google Shape;2978;p44"/>
            <p:cNvSpPr/>
            <p:nvPr/>
          </p:nvSpPr>
          <p:spPr>
            <a:xfrm>
              <a:off x="3898200" y="1087650"/>
              <a:ext cx="267875" cy="347500"/>
            </a:xfrm>
            <a:custGeom>
              <a:avLst/>
              <a:gdLst/>
              <a:ahLst/>
              <a:cxnLst/>
              <a:rect l="l" t="t" r="r" b="b"/>
              <a:pathLst>
                <a:path w="10715" h="13900" extrusionOk="0">
                  <a:moveTo>
                    <a:pt x="625" y="1"/>
                  </a:moveTo>
                  <a:cubicBezTo>
                    <a:pt x="277" y="1"/>
                    <a:pt x="0" y="277"/>
                    <a:pt x="0" y="616"/>
                  </a:cubicBezTo>
                  <a:lnTo>
                    <a:pt x="0" y="13284"/>
                  </a:lnTo>
                  <a:cubicBezTo>
                    <a:pt x="0" y="13623"/>
                    <a:pt x="277" y="13900"/>
                    <a:pt x="625" y="13900"/>
                  </a:cubicBezTo>
                  <a:lnTo>
                    <a:pt x="7253" y="13900"/>
                  </a:lnTo>
                  <a:lnTo>
                    <a:pt x="10714" y="10447"/>
                  </a:lnTo>
                  <a:lnTo>
                    <a:pt x="10714" y="616"/>
                  </a:lnTo>
                  <a:cubicBezTo>
                    <a:pt x="10714" y="277"/>
                    <a:pt x="10438" y="1"/>
                    <a:pt x="100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4"/>
            <p:cNvSpPr/>
            <p:nvPr/>
          </p:nvSpPr>
          <p:spPr>
            <a:xfrm>
              <a:off x="4079525" y="1348375"/>
              <a:ext cx="86325" cy="86350"/>
            </a:xfrm>
            <a:custGeom>
              <a:avLst/>
              <a:gdLst/>
              <a:ahLst/>
              <a:cxnLst/>
              <a:rect l="l" t="t" r="r" b="b"/>
              <a:pathLst>
                <a:path w="3453" h="3454" extrusionOk="0">
                  <a:moveTo>
                    <a:pt x="616" y="1"/>
                  </a:moveTo>
                  <a:cubicBezTo>
                    <a:pt x="277" y="1"/>
                    <a:pt x="0" y="277"/>
                    <a:pt x="0" y="625"/>
                  </a:cubicBezTo>
                  <a:lnTo>
                    <a:pt x="0" y="3453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4"/>
            <p:cNvSpPr/>
            <p:nvPr/>
          </p:nvSpPr>
          <p:spPr>
            <a:xfrm>
              <a:off x="3928075" y="1119100"/>
              <a:ext cx="206550" cy="70950"/>
            </a:xfrm>
            <a:custGeom>
              <a:avLst/>
              <a:gdLst/>
              <a:ahLst/>
              <a:cxnLst/>
              <a:rect l="l" t="t" r="r" b="b"/>
              <a:pathLst>
                <a:path w="8262" h="2838" extrusionOk="0">
                  <a:moveTo>
                    <a:pt x="1" y="1"/>
                  </a:moveTo>
                  <a:lnTo>
                    <a:pt x="1" y="2838"/>
                  </a:lnTo>
                  <a:lnTo>
                    <a:pt x="8262" y="2838"/>
                  </a:lnTo>
                  <a:lnTo>
                    <a:pt x="82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4"/>
            <p:cNvSpPr/>
            <p:nvPr/>
          </p:nvSpPr>
          <p:spPr>
            <a:xfrm>
              <a:off x="4099375" y="1234400"/>
              <a:ext cx="118675" cy="232175"/>
            </a:xfrm>
            <a:custGeom>
              <a:avLst/>
              <a:gdLst/>
              <a:ahLst/>
              <a:cxnLst/>
              <a:rect l="l" t="t" r="r" b="b"/>
              <a:pathLst>
                <a:path w="4747" h="9287" extrusionOk="0">
                  <a:moveTo>
                    <a:pt x="2953" y="1"/>
                  </a:moveTo>
                  <a:lnTo>
                    <a:pt x="178" y="8021"/>
                  </a:lnTo>
                  <a:cubicBezTo>
                    <a:pt x="0" y="8521"/>
                    <a:pt x="268" y="9056"/>
                    <a:pt x="758" y="9234"/>
                  </a:cubicBezTo>
                  <a:cubicBezTo>
                    <a:pt x="862" y="9269"/>
                    <a:pt x="967" y="9286"/>
                    <a:pt x="1070" y="9286"/>
                  </a:cubicBezTo>
                  <a:cubicBezTo>
                    <a:pt x="1465" y="9286"/>
                    <a:pt x="1830" y="9041"/>
                    <a:pt x="1972" y="8645"/>
                  </a:cubicBezTo>
                  <a:lnTo>
                    <a:pt x="4746" y="625"/>
                  </a:lnTo>
                  <a:lnTo>
                    <a:pt x="2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4"/>
            <p:cNvSpPr/>
            <p:nvPr/>
          </p:nvSpPr>
          <p:spPr>
            <a:xfrm>
              <a:off x="4157800" y="1229025"/>
              <a:ext cx="83200" cy="125100"/>
            </a:xfrm>
            <a:custGeom>
              <a:avLst/>
              <a:gdLst/>
              <a:ahLst/>
              <a:cxnLst/>
              <a:rect l="l" t="t" r="r" b="b"/>
              <a:pathLst>
                <a:path w="3328" h="5004" extrusionOk="0">
                  <a:moveTo>
                    <a:pt x="537" y="1"/>
                  </a:moveTo>
                  <a:cubicBezTo>
                    <a:pt x="338" y="1"/>
                    <a:pt x="151" y="126"/>
                    <a:pt x="81" y="323"/>
                  </a:cubicBezTo>
                  <a:cubicBezTo>
                    <a:pt x="0" y="573"/>
                    <a:pt x="125" y="849"/>
                    <a:pt x="375" y="939"/>
                  </a:cubicBezTo>
                  <a:lnTo>
                    <a:pt x="2177" y="1563"/>
                  </a:lnTo>
                  <a:lnTo>
                    <a:pt x="1196" y="4364"/>
                  </a:lnTo>
                  <a:cubicBezTo>
                    <a:pt x="1107" y="4614"/>
                    <a:pt x="1240" y="4891"/>
                    <a:pt x="1490" y="4980"/>
                  </a:cubicBezTo>
                  <a:cubicBezTo>
                    <a:pt x="1541" y="4996"/>
                    <a:pt x="1593" y="5004"/>
                    <a:pt x="1644" y="5004"/>
                  </a:cubicBezTo>
                  <a:cubicBezTo>
                    <a:pt x="1845" y="5004"/>
                    <a:pt x="2035" y="4884"/>
                    <a:pt x="2106" y="4685"/>
                  </a:cubicBezTo>
                  <a:lnTo>
                    <a:pt x="3239" y="1420"/>
                  </a:lnTo>
                  <a:cubicBezTo>
                    <a:pt x="3328" y="1171"/>
                    <a:pt x="3194" y="903"/>
                    <a:pt x="2944" y="814"/>
                  </a:cubicBezTo>
                  <a:lnTo>
                    <a:pt x="696" y="29"/>
                  </a:lnTo>
                  <a:cubicBezTo>
                    <a:pt x="644" y="10"/>
                    <a:pt x="590" y="1"/>
                    <a:pt x="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4"/>
            <p:cNvSpPr/>
            <p:nvPr/>
          </p:nvSpPr>
          <p:spPr>
            <a:xfrm>
              <a:off x="4184550" y="1179025"/>
              <a:ext cx="44200" cy="63225"/>
            </a:xfrm>
            <a:custGeom>
              <a:avLst/>
              <a:gdLst/>
              <a:ahLst/>
              <a:cxnLst/>
              <a:rect l="l" t="t" r="r" b="b"/>
              <a:pathLst>
                <a:path w="1768" h="2529" extrusionOk="0">
                  <a:moveTo>
                    <a:pt x="1143" y="0"/>
                  </a:moveTo>
                  <a:cubicBezTo>
                    <a:pt x="916" y="0"/>
                    <a:pt x="701" y="143"/>
                    <a:pt x="616" y="369"/>
                  </a:cubicBezTo>
                  <a:lnTo>
                    <a:pt x="1" y="2162"/>
                  </a:lnTo>
                  <a:lnTo>
                    <a:pt x="1045" y="2528"/>
                  </a:lnTo>
                  <a:lnTo>
                    <a:pt x="1669" y="735"/>
                  </a:lnTo>
                  <a:cubicBezTo>
                    <a:pt x="1767" y="450"/>
                    <a:pt x="1616" y="128"/>
                    <a:pt x="1321" y="30"/>
                  </a:cubicBezTo>
                  <a:cubicBezTo>
                    <a:pt x="1262" y="10"/>
                    <a:pt x="1202" y="0"/>
                    <a:pt x="11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4"/>
            <p:cNvSpPr/>
            <p:nvPr/>
          </p:nvSpPr>
          <p:spPr>
            <a:xfrm>
              <a:off x="3921825" y="1113750"/>
              <a:ext cx="218375" cy="82775"/>
            </a:xfrm>
            <a:custGeom>
              <a:avLst/>
              <a:gdLst/>
              <a:ahLst/>
              <a:cxnLst/>
              <a:rect l="l" t="t" r="r" b="b"/>
              <a:pathLst>
                <a:path w="8735" h="3311" extrusionOk="0">
                  <a:moveTo>
                    <a:pt x="8262" y="474"/>
                  </a:moveTo>
                  <a:lnTo>
                    <a:pt x="8262" y="2838"/>
                  </a:lnTo>
                  <a:lnTo>
                    <a:pt x="474" y="2838"/>
                  </a:lnTo>
                  <a:lnTo>
                    <a:pt x="474" y="474"/>
                  </a:lnTo>
                  <a:close/>
                  <a:moveTo>
                    <a:pt x="242" y="1"/>
                  </a:moveTo>
                  <a:cubicBezTo>
                    <a:pt x="108" y="1"/>
                    <a:pt x="1" y="108"/>
                    <a:pt x="1" y="233"/>
                  </a:cubicBezTo>
                  <a:lnTo>
                    <a:pt x="1" y="3070"/>
                  </a:lnTo>
                  <a:cubicBezTo>
                    <a:pt x="1" y="3203"/>
                    <a:pt x="108" y="3310"/>
                    <a:pt x="242" y="3310"/>
                  </a:cubicBezTo>
                  <a:lnTo>
                    <a:pt x="8494" y="3310"/>
                  </a:lnTo>
                  <a:cubicBezTo>
                    <a:pt x="8628" y="3310"/>
                    <a:pt x="8735" y="3203"/>
                    <a:pt x="8735" y="3070"/>
                  </a:cubicBezTo>
                  <a:lnTo>
                    <a:pt x="8735" y="233"/>
                  </a:lnTo>
                  <a:cubicBezTo>
                    <a:pt x="8735" y="108"/>
                    <a:pt x="8628" y="1"/>
                    <a:pt x="8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4"/>
            <p:cNvSpPr/>
            <p:nvPr/>
          </p:nvSpPr>
          <p:spPr>
            <a:xfrm>
              <a:off x="3937225" y="1228625"/>
              <a:ext cx="188250" cy="11825"/>
            </a:xfrm>
            <a:custGeom>
              <a:avLst/>
              <a:gdLst/>
              <a:ahLst/>
              <a:cxnLst/>
              <a:rect l="l" t="t" r="r" b="b"/>
              <a:pathLst>
                <a:path w="7530" h="473" extrusionOk="0">
                  <a:moveTo>
                    <a:pt x="259" y="0"/>
                  </a:moveTo>
                  <a:cubicBezTo>
                    <a:pt x="134" y="0"/>
                    <a:pt x="27" y="89"/>
                    <a:pt x="18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7271" y="473"/>
                  </a:lnTo>
                  <a:cubicBezTo>
                    <a:pt x="7387" y="473"/>
                    <a:pt x="7494" y="393"/>
                    <a:pt x="7512" y="268"/>
                  </a:cubicBezTo>
                  <a:cubicBezTo>
                    <a:pt x="7530" y="125"/>
                    <a:pt x="7414" y="0"/>
                    <a:pt x="7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4"/>
            <p:cNvSpPr/>
            <p:nvPr/>
          </p:nvSpPr>
          <p:spPr>
            <a:xfrm>
              <a:off x="3937225" y="1266525"/>
              <a:ext cx="188250" cy="11850"/>
            </a:xfrm>
            <a:custGeom>
              <a:avLst/>
              <a:gdLst/>
              <a:ahLst/>
              <a:cxnLst/>
              <a:rect l="l" t="t" r="r" b="b"/>
              <a:pathLst>
                <a:path w="7530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7271" y="473"/>
                  </a:lnTo>
                  <a:cubicBezTo>
                    <a:pt x="7387" y="473"/>
                    <a:pt x="7494" y="384"/>
                    <a:pt x="7512" y="268"/>
                  </a:cubicBezTo>
                  <a:cubicBezTo>
                    <a:pt x="7530" y="125"/>
                    <a:pt x="7414" y="1"/>
                    <a:pt x="72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4"/>
            <p:cNvSpPr/>
            <p:nvPr/>
          </p:nvSpPr>
          <p:spPr>
            <a:xfrm>
              <a:off x="3937225" y="1304225"/>
              <a:ext cx="188250" cy="11850"/>
            </a:xfrm>
            <a:custGeom>
              <a:avLst/>
              <a:gdLst/>
              <a:ahLst/>
              <a:cxnLst/>
              <a:rect l="l" t="t" r="r" b="b"/>
              <a:pathLst>
                <a:path w="7530" h="474" extrusionOk="0">
                  <a:moveTo>
                    <a:pt x="259" y="0"/>
                  </a:moveTo>
                  <a:cubicBezTo>
                    <a:pt x="134" y="0"/>
                    <a:pt x="27" y="89"/>
                    <a:pt x="18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7280" y="473"/>
                  </a:lnTo>
                  <a:cubicBezTo>
                    <a:pt x="7414" y="473"/>
                    <a:pt x="7530" y="357"/>
                    <a:pt x="7512" y="214"/>
                  </a:cubicBezTo>
                  <a:cubicBezTo>
                    <a:pt x="7494" y="89"/>
                    <a:pt x="7387" y="0"/>
                    <a:pt x="7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4"/>
            <p:cNvSpPr/>
            <p:nvPr/>
          </p:nvSpPr>
          <p:spPr>
            <a:xfrm>
              <a:off x="3937225" y="1342125"/>
              <a:ext cx="110875" cy="11850"/>
            </a:xfrm>
            <a:custGeom>
              <a:avLst/>
              <a:gdLst/>
              <a:ahLst/>
              <a:cxnLst/>
              <a:rect l="l" t="t" r="r" b="b"/>
              <a:pathLst>
                <a:path w="4435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9"/>
                    <a:pt x="108" y="474"/>
                    <a:pt x="250" y="474"/>
                  </a:cubicBezTo>
                  <a:lnTo>
                    <a:pt x="4176" y="474"/>
                  </a:lnTo>
                  <a:cubicBezTo>
                    <a:pt x="4291" y="474"/>
                    <a:pt x="4407" y="384"/>
                    <a:pt x="4416" y="268"/>
                  </a:cubicBezTo>
                  <a:cubicBezTo>
                    <a:pt x="4434" y="126"/>
                    <a:pt x="4327" y="1"/>
                    <a:pt x="4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4"/>
            <p:cNvSpPr/>
            <p:nvPr/>
          </p:nvSpPr>
          <p:spPr>
            <a:xfrm>
              <a:off x="3937225" y="1380050"/>
              <a:ext cx="110875" cy="11850"/>
            </a:xfrm>
            <a:custGeom>
              <a:avLst/>
              <a:gdLst/>
              <a:ahLst/>
              <a:cxnLst/>
              <a:rect l="l" t="t" r="r" b="b"/>
              <a:pathLst>
                <a:path w="4435" h="474" extrusionOk="0">
                  <a:moveTo>
                    <a:pt x="259" y="0"/>
                  </a:moveTo>
                  <a:cubicBezTo>
                    <a:pt x="134" y="0"/>
                    <a:pt x="27" y="81"/>
                    <a:pt x="18" y="206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4176" y="473"/>
                  </a:lnTo>
                  <a:cubicBezTo>
                    <a:pt x="4291" y="473"/>
                    <a:pt x="4407" y="384"/>
                    <a:pt x="4416" y="259"/>
                  </a:cubicBezTo>
                  <a:cubicBezTo>
                    <a:pt x="4434" y="116"/>
                    <a:pt x="4327" y="0"/>
                    <a:pt x="4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4"/>
            <p:cNvSpPr/>
            <p:nvPr/>
          </p:nvSpPr>
          <p:spPr>
            <a:xfrm>
              <a:off x="3892850" y="1082075"/>
              <a:ext cx="353300" cy="403550"/>
            </a:xfrm>
            <a:custGeom>
              <a:avLst/>
              <a:gdLst/>
              <a:ahLst/>
              <a:cxnLst/>
              <a:rect l="l" t="t" r="r" b="b"/>
              <a:pathLst>
                <a:path w="14132" h="16142" extrusionOk="0">
                  <a:moveTo>
                    <a:pt x="12817" y="4116"/>
                  </a:moveTo>
                  <a:cubicBezTo>
                    <a:pt x="12851" y="4116"/>
                    <a:pt x="12884" y="4121"/>
                    <a:pt x="12918" y="4131"/>
                  </a:cubicBezTo>
                  <a:cubicBezTo>
                    <a:pt x="13070" y="4185"/>
                    <a:pt x="13168" y="4372"/>
                    <a:pt x="13114" y="4533"/>
                  </a:cubicBezTo>
                  <a:lnTo>
                    <a:pt x="12570" y="6103"/>
                  </a:lnTo>
                  <a:lnTo>
                    <a:pt x="11963" y="5889"/>
                  </a:lnTo>
                  <a:lnTo>
                    <a:pt x="12507" y="4328"/>
                  </a:lnTo>
                  <a:cubicBezTo>
                    <a:pt x="12558" y="4199"/>
                    <a:pt x="12682" y="4116"/>
                    <a:pt x="12817" y="4116"/>
                  </a:cubicBezTo>
                  <a:close/>
                  <a:moveTo>
                    <a:pt x="11133" y="6116"/>
                  </a:moveTo>
                  <a:cubicBezTo>
                    <a:pt x="11159" y="6116"/>
                    <a:pt x="11186" y="6120"/>
                    <a:pt x="11214" y="6130"/>
                  </a:cubicBezTo>
                  <a:lnTo>
                    <a:pt x="13462" y="6915"/>
                  </a:lnTo>
                  <a:cubicBezTo>
                    <a:pt x="13596" y="6977"/>
                    <a:pt x="13649" y="7075"/>
                    <a:pt x="13614" y="7218"/>
                  </a:cubicBezTo>
                  <a:lnTo>
                    <a:pt x="12481" y="10483"/>
                  </a:lnTo>
                  <a:cubicBezTo>
                    <a:pt x="12441" y="10593"/>
                    <a:pt x="12353" y="10639"/>
                    <a:pt x="12263" y="10639"/>
                  </a:cubicBezTo>
                  <a:cubicBezTo>
                    <a:pt x="12111" y="10639"/>
                    <a:pt x="11955" y="10507"/>
                    <a:pt x="12017" y="10323"/>
                  </a:cubicBezTo>
                  <a:lnTo>
                    <a:pt x="12998" y="7512"/>
                  </a:lnTo>
                  <a:cubicBezTo>
                    <a:pt x="13034" y="7379"/>
                    <a:pt x="12980" y="7272"/>
                    <a:pt x="12846" y="7218"/>
                  </a:cubicBezTo>
                  <a:lnTo>
                    <a:pt x="11053" y="6594"/>
                  </a:lnTo>
                  <a:cubicBezTo>
                    <a:pt x="10795" y="6497"/>
                    <a:pt x="10894" y="6116"/>
                    <a:pt x="11133" y="6116"/>
                  </a:cubicBezTo>
                  <a:close/>
                  <a:moveTo>
                    <a:pt x="9305" y="10911"/>
                  </a:moveTo>
                  <a:lnTo>
                    <a:pt x="8743" y="12526"/>
                  </a:lnTo>
                  <a:lnTo>
                    <a:pt x="7717" y="13552"/>
                  </a:lnTo>
                  <a:lnTo>
                    <a:pt x="7717" y="11286"/>
                  </a:lnTo>
                  <a:cubicBezTo>
                    <a:pt x="7717" y="11081"/>
                    <a:pt x="7886" y="10911"/>
                    <a:pt x="8100" y="10911"/>
                  </a:cubicBezTo>
                  <a:close/>
                  <a:moveTo>
                    <a:pt x="848" y="1"/>
                  </a:moveTo>
                  <a:cubicBezTo>
                    <a:pt x="384" y="1"/>
                    <a:pt x="0" y="385"/>
                    <a:pt x="0" y="857"/>
                  </a:cubicBezTo>
                  <a:lnTo>
                    <a:pt x="0" y="2115"/>
                  </a:lnTo>
                  <a:cubicBezTo>
                    <a:pt x="0" y="2267"/>
                    <a:pt x="118" y="2343"/>
                    <a:pt x="237" y="2343"/>
                  </a:cubicBezTo>
                  <a:cubicBezTo>
                    <a:pt x="355" y="2343"/>
                    <a:pt x="473" y="2267"/>
                    <a:pt x="473" y="2115"/>
                  </a:cubicBezTo>
                  <a:lnTo>
                    <a:pt x="473" y="857"/>
                  </a:lnTo>
                  <a:cubicBezTo>
                    <a:pt x="473" y="652"/>
                    <a:pt x="642" y="474"/>
                    <a:pt x="848" y="474"/>
                  </a:cubicBezTo>
                  <a:lnTo>
                    <a:pt x="10331" y="474"/>
                  </a:lnTo>
                  <a:cubicBezTo>
                    <a:pt x="10536" y="474"/>
                    <a:pt x="10705" y="652"/>
                    <a:pt x="10705" y="857"/>
                  </a:cubicBezTo>
                  <a:lnTo>
                    <a:pt x="10705" y="5782"/>
                  </a:lnTo>
                  <a:cubicBezTo>
                    <a:pt x="10340" y="6058"/>
                    <a:pt x="10340" y="6629"/>
                    <a:pt x="10697" y="6906"/>
                  </a:cubicBezTo>
                  <a:lnTo>
                    <a:pt x="9474" y="10438"/>
                  </a:lnTo>
                  <a:lnTo>
                    <a:pt x="8100" y="10438"/>
                  </a:lnTo>
                  <a:cubicBezTo>
                    <a:pt x="7628" y="10438"/>
                    <a:pt x="7244" y="10822"/>
                    <a:pt x="7244" y="11295"/>
                  </a:cubicBezTo>
                  <a:lnTo>
                    <a:pt x="7244" y="13900"/>
                  </a:lnTo>
                  <a:lnTo>
                    <a:pt x="848" y="13900"/>
                  </a:lnTo>
                  <a:cubicBezTo>
                    <a:pt x="642" y="13900"/>
                    <a:pt x="473" y="13730"/>
                    <a:pt x="473" y="13516"/>
                  </a:cubicBezTo>
                  <a:lnTo>
                    <a:pt x="473" y="3391"/>
                  </a:lnTo>
                  <a:cubicBezTo>
                    <a:pt x="473" y="3239"/>
                    <a:pt x="355" y="3163"/>
                    <a:pt x="237" y="3163"/>
                  </a:cubicBezTo>
                  <a:cubicBezTo>
                    <a:pt x="118" y="3163"/>
                    <a:pt x="0" y="3239"/>
                    <a:pt x="0" y="3391"/>
                  </a:cubicBezTo>
                  <a:lnTo>
                    <a:pt x="0" y="13516"/>
                  </a:lnTo>
                  <a:cubicBezTo>
                    <a:pt x="0" y="13989"/>
                    <a:pt x="384" y="14373"/>
                    <a:pt x="848" y="14373"/>
                  </a:cubicBezTo>
                  <a:lnTo>
                    <a:pt x="7485" y="14373"/>
                  </a:lnTo>
                  <a:cubicBezTo>
                    <a:pt x="7547" y="14373"/>
                    <a:pt x="7610" y="14346"/>
                    <a:pt x="7654" y="14301"/>
                  </a:cubicBezTo>
                  <a:lnTo>
                    <a:pt x="8395" y="13561"/>
                  </a:lnTo>
                  <a:lnTo>
                    <a:pt x="8225" y="14051"/>
                  </a:lnTo>
                  <a:cubicBezTo>
                    <a:pt x="8038" y="14578"/>
                    <a:pt x="8261" y="15184"/>
                    <a:pt x="8743" y="15470"/>
                  </a:cubicBezTo>
                  <a:lnTo>
                    <a:pt x="8609" y="15836"/>
                  </a:lnTo>
                  <a:cubicBezTo>
                    <a:pt x="8547" y="16010"/>
                    <a:pt x="8701" y="16142"/>
                    <a:pt x="8848" y="16142"/>
                  </a:cubicBezTo>
                  <a:cubicBezTo>
                    <a:pt x="8935" y="16142"/>
                    <a:pt x="9019" y="16096"/>
                    <a:pt x="9055" y="15987"/>
                  </a:cubicBezTo>
                  <a:lnTo>
                    <a:pt x="9189" y="15622"/>
                  </a:lnTo>
                  <a:cubicBezTo>
                    <a:pt x="9239" y="15628"/>
                    <a:pt x="9289" y="15631"/>
                    <a:pt x="9339" y="15631"/>
                  </a:cubicBezTo>
                  <a:cubicBezTo>
                    <a:pt x="9838" y="15631"/>
                    <a:pt x="10302" y="15315"/>
                    <a:pt x="10465" y="14837"/>
                  </a:cubicBezTo>
                  <a:lnTo>
                    <a:pt x="10670" y="14239"/>
                  </a:lnTo>
                  <a:cubicBezTo>
                    <a:pt x="10731" y="14061"/>
                    <a:pt x="10580" y="13934"/>
                    <a:pt x="10434" y="13934"/>
                  </a:cubicBezTo>
                  <a:cubicBezTo>
                    <a:pt x="10346" y="13934"/>
                    <a:pt x="10261" y="13980"/>
                    <a:pt x="10224" y="14087"/>
                  </a:cubicBezTo>
                  <a:lnTo>
                    <a:pt x="10019" y="14676"/>
                  </a:lnTo>
                  <a:cubicBezTo>
                    <a:pt x="9919" y="14974"/>
                    <a:pt x="9639" y="15160"/>
                    <a:pt x="9339" y="15160"/>
                  </a:cubicBezTo>
                  <a:cubicBezTo>
                    <a:pt x="9263" y="15160"/>
                    <a:pt x="9185" y="15147"/>
                    <a:pt x="9109" y="15122"/>
                  </a:cubicBezTo>
                  <a:cubicBezTo>
                    <a:pt x="8752" y="14988"/>
                    <a:pt x="8538" y="14578"/>
                    <a:pt x="8671" y="14212"/>
                  </a:cubicBezTo>
                  <a:lnTo>
                    <a:pt x="11134" y="7129"/>
                  </a:lnTo>
                  <a:lnTo>
                    <a:pt x="12481" y="7602"/>
                  </a:lnTo>
                  <a:lnTo>
                    <a:pt x="11580" y="10180"/>
                  </a:lnTo>
                  <a:lnTo>
                    <a:pt x="10643" y="12901"/>
                  </a:lnTo>
                  <a:cubicBezTo>
                    <a:pt x="10576" y="13079"/>
                    <a:pt x="10726" y="13209"/>
                    <a:pt x="10873" y="13209"/>
                  </a:cubicBezTo>
                  <a:cubicBezTo>
                    <a:pt x="10961" y="13209"/>
                    <a:pt x="11049" y="13163"/>
                    <a:pt x="11089" y="13052"/>
                  </a:cubicBezTo>
                  <a:lnTo>
                    <a:pt x="11812" y="10974"/>
                  </a:lnTo>
                  <a:cubicBezTo>
                    <a:pt x="11942" y="11082"/>
                    <a:pt x="12098" y="11133"/>
                    <a:pt x="12253" y="11133"/>
                  </a:cubicBezTo>
                  <a:cubicBezTo>
                    <a:pt x="12544" y="11133"/>
                    <a:pt x="12831" y="10955"/>
                    <a:pt x="12936" y="10653"/>
                  </a:cubicBezTo>
                  <a:lnTo>
                    <a:pt x="14069" y="7396"/>
                  </a:lnTo>
                  <a:cubicBezTo>
                    <a:pt x="14131" y="7209"/>
                    <a:pt x="14122" y="7022"/>
                    <a:pt x="14042" y="6843"/>
                  </a:cubicBezTo>
                  <a:cubicBezTo>
                    <a:pt x="13953" y="6674"/>
                    <a:pt x="13810" y="6540"/>
                    <a:pt x="13632" y="6478"/>
                  </a:cubicBezTo>
                  <a:lnTo>
                    <a:pt x="13025" y="6272"/>
                  </a:lnTo>
                  <a:lnTo>
                    <a:pt x="13569" y="4711"/>
                  </a:lnTo>
                  <a:cubicBezTo>
                    <a:pt x="13712" y="4301"/>
                    <a:pt x="13489" y="3837"/>
                    <a:pt x="13078" y="3703"/>
                  </a:cubicBezTo>
                  <a:cubicBezTo>
                    <a:pt x="12992" y="3673"/>
                    <a:pt x="12905" y="3659"/>
                    <a:pt x="12818" y="3659"/>
                  </a:cubicBezTo>
                  <a:cubicBezTo>
                    <a:pt x="12494" y="3659"/>
                    <a:pt x="12192" y="3861"/>
                    <a:pt x="12079" y="4185"/>
                  </a:cubicBezTo>
                  <a:lnTo>
                    <a:pt x="11535" y="5755"/>
                  </a:lnTo>
                  <a:cubicBezTo>
                    <a:pt x="11428" y="5710"/>
                    <a:pt x="11294" y="5666"/>
                    <a:pt x="11178" y="5657"/>
                  </a:cubicBezTo>
                  <a:lnTo>
                    <a:pt x="11178" y="857"/>
                  </a:lnTo>
                  <a:cubicBezTo>
                    <a:pt x="11178" y="385"/>
                    <a:pt x="10795" y="1"/>
                    <a:pt x="10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1" name="Google Shape;2991;p44"/>
          <p:cNvGrpSpPr/>
          <p:nvPr/>
        </p:nvGrpSpPr>
        <p:grpSpPr>
          <a:xfrm>
            <a:off x="1678988" y="2204863"/>
            <a:ext cx="402775" cy="403125"/>
            <a:chOff x="1540350" y="1082075"/>
            <a:chExt cx="402775" cy="403125"/>
          </a:xfrm>
        </p:grpSpPr>
        <p:sp>
          <p:nvSpPr>
            <p:cNvPr id="2992" name="Google Shape;2992;p44"/>
            <p:cNvSpPr/>
            <p:nvPr/>
          </p:nvSpPr>
          <p:spPr>
            <a:xfrm>
              <a:off x="1807325" y="1124025"/>
              <a:ext cx="62250" cy="32125"/>
            </a:xfrm>
            <a:custGeom>
              <a:avLst/>
              <a:gdLst/>
              <a:ahLst/>
              <a:cxnLst/>
              <a:rect l="l" t="t" r="r" b="b"/>
              <a:pathLst>
                <a:path w="2490" h="1285" extrusionOk="0">
                  <a:moveTo>
                    <a:pt x="598" y="0"/>
                  </a:moveTo>
                  <a:cubicBezTo>
                    <a:pt x="268" y="0"/>
                    <a:pt x="0" y="268"/>
                    <a:pt x="0" y="598"/>
                  </a:cubicBezTo>
                  <a:lnTo>
                    <a:pt x="0" y="1285"/>
                  </a:lnTo>
                  <a:lnTo>
                    <a:pt x="2489" y="1285"/>
                  </a:lnTo>
                  <a:lnTo>
                    <a:pt x="2489" y="598"/>
                  </a:lnTo>
                  <a:cubicBezTo>
                    <a:pt x="2489" y="268"/>
                    <a:pt x="2222" y="0"/>
                    <a:pt x="18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4"/>
            <p:cNvSpPr/>
            <p:nvPr/>
          </p:nvSpPr>
          <p:spPr>
            <a:xfrm>
              <a:off x="1572475" y="1124025"/>
              <a:ext cx="62250" cy="32125"/>
            </a:xfrm>
            <a:custGeom>
              <a:avLst/>
              <a:gdLst/>
              <a:ahLst/>
              <a:cxnLst/>
              <a:rect l="l" t="t" r="r" b="b"/>
              <a:pathLst>
                <a:path w="2490" h="1285" extrusionOk="0">
                  <a:moveTo>
                    <a:pt x="607" y="0"/>
                  </a:moveTo>
                  <a:cubicBezTo>
                    <a:pt x="277" y="0"/>
                    <a:pt x="1" y="268"/>
                    <a:pt x="1" y="598"/>
                  </a:cubicBezTo>
                  <a:lnTo>
                    <a:pt x="1" y="1285"/>
                  </a:lnTo>
                  <a:lnTo>
                    <a:pt x="2490" y="1285"/>
                  </a:lnTo>
                  <a:lnTo>
                    <a:pt x="2490" y="598"/>
                  </a:lnTo>
                  <a:cubicBezTo>
                    <a:pt x="2490" y="268"/>
                    <a:pt x="2222" y="0"/>
                    <a:pt x="18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4"/>
            <p:cNvSpPr/>
            <p:nvPr/>
          </p:nvSpPr>
          <p:spPr>
            <a:xfrm>
              <a:off x="1655225" y="1087650"/>
              <a:ext cx="132500" cy="60700"/>
            </a:xfrm>
            <a:custGeom>
              <a:avLst/>
              <a:gdLst/>
              <a:ahLst/>
              <a:cxnLst/>
              <a:rect l="l" t="t" r="r" b="b"/>
              <a:pathLst>
                <a:path w="5300" h="2428" extrusionOk="0">
                  <a:moveTo>
                    <a:pt x="1330" y="1"/>
                  </a:moveTo>
                  <a:cubicBezTo>
                    <a:pt x="598" y="1"/>
                    <a:pt x="0" y="599"/>
                    <a:pt x="0" y="1330"/>
                  </a:cubicBezTo>
                  <a:lnTo>
                    <a:pt x="0" y="2427"/>
                  </a:lnTo>
                  <a:lnTo>
                    <a:pt x="1133" y="2427"/>
                  </a:lnTo>
                  <a:lnTo>
                    <a:pt x="1133" y="1518"/>
                  </a:lnTo>
                  <a:cubicBezTo>
                    <a:pt x="1133" y="1303"/>
                    <a:pt x="1303" y="1134"/>
                    <a:pt x="1517" y="1134"/>
                  </a:cubicBezTo>
                  <a:lnTo>
                    <a:pt x="3783" y="1134"/>
                  </a:lnTo>
                  <a:cubicBezTo>
                    <a:pt x="3997" y="1134"/>
                    <a:pt x="4166" y="1303"/>
                    <a:pt x="4166" y="1518"/>
                  </a:cubicBezTo>
                  <a:lnTo>
                    <a:pt x="4166" y="2427"/>
                  </a:lnTo>
                  <a:lnTo>
                    <a:pt x="5299" y="2427"/>
                  </a:lnTo>
                  <a:lnTo>
                    <a:pt x="5299" y="1321"/>
                  </a:lnTo>
                  <a:cubicBezTo>
                    <a:pt x="5299" y="590"/>
                    <a:pt x="4702" y="1"/>
                    <a:pt x="39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4"/>
            <p:cNvSpPr/>
            <p:nvPr/>
          </p:nvSpPr>
          <p:spPr>
            <a:xfrm>
              <a:off x="1545725" y="1148325"/>
              <a:ext cx="350600" cy="243575"/>
            </a:xfrm>
            <a:custGeom>
              <a:avLst/>
              <a:gdLst/>
              <a:ahLst/>
              <a:cxnLst/>
              <a:rect l="l" t="t" r="r" b="b"/>
              <a:pathLst>
                <a:path w="14024" h="9743" extrusionOk="0">
                  <a:moveTo>
                    <a:pt x="696" y="0"/>
                  </a:moveTo>
                  <a:cubicBezTo>
                    <a:pt x="312" y="0"/>
                    <a:pt x="0" y="313"/>
                    <a:pt x="0" y="696"/>
                  </a:cubicBezTo>
                  <a:lnTo>
                    <a:pt x="0" y="9046"/>
                  </a:lnTo>
                  <a:cubicBezTo>
                    <a:pt x="0" y="9430"/>
                    <a:pt x="312" y="9742"/>
                    <a:pt x="696" y="9742"/>
                  </a:cubicBezTo>
                  <a:lnTo>
                    <a:pt x="13328" y="9742"/>
                  </a:lnTo>
                  <a:cubicBezTo>
                    <a:pt x="13712" y="9742"/>
                    <a:pt x="14024" y="9430"/>
                    <a:pt x="14024" y="9046"/>
                  </a:cubicBezTo>
                  <a:lnTo>
                    <a:pt x="14024" y="696"/>
                  </a:lnTo>
                  <a:cubicBezTo>
                    <a:pt x="14024" y="313"/>
                    <a:pt x="13712" y="0"/>
                    <a:pt x="13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4"/>
            <p:cNvSpPr/>
            <p:nvPr/>
          </p:nvSpPr>
          <p:spPr>
            <a:xfrm>
              <a:off x="1545725" y="1148325"/>
              <a:ext cx="350600" cy="155025"/>
            </a:xfrm>
            <a:custGeom>
              <a:avLst/>
              <a:gdLst/>
              <a:ahLst/>
              <a:cxnLst/>
              <a:rect l="l" t="t" r="r" b="b"/>
              <a:pathLst>
                <a:path w="14024" h="6201" extrusionOk="0">
                  <a:moveTo>
                    <a:pt x="696" y="0"/>
                  </a:moveTo>
                  <a:cubicBezTo>
                    <a:pt x="312" y="0"/>
                    <a:pt x="0" y="313"/>
                    <a:pt x="0" y="696"/>
                  </a:cubicBezTo>
                  <a:lnTo>
                    <a:pt x="0" y="2115"/>
                  </a:lnTo>
                  <a:lnTo>
                    <a:pt x="7012" y="6201"/>
                  </a:lnTo>
                  <a:lnTo>
                    <a:pt x="14024" y="2115"/>
                  </a:lnTo>
                  <a:lnTo>
                    <a:pt x="14024" y="696"/>
                  </a:lnTo>
                  <a:cubicBezTo>
                    <a:pt x="14024" y="313"/>
                    <a:pt x="13712" y="0"/>
                    <a:pt x="133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4"/>
            <p:cNvSpPr/>
            <p:nvPr/>
          </p:nvSpPr>
          <p:spPr>
            <a:xfrm>
              <a:off x="1719225" y="1302200"/>
              <a:ext cx="4275" cy="1375"/>
            </a:xfrm>
            <a:custGeom>
              <a:avLst/>
              <a:gdLst/>
              <a:ahLst/>
              <a:cxnLst/>
              <a:rect l="l" t="t" r="r" b="b"/>
              <a:pathLst>
                <a:path w="171" h="55" extrusionOk="0">
                  <a:moveTo>
                    <a:pt x="170" y="1"/>
                  </a:moveTo>
                  <a:lnTo>
                    <a:pt x="1" y="10"/>
                  </a:lnTo>
                  <a:lnTo>
                    <a:pt x="81" y="54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rgbClr val="FA8D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4"/>
            <p:cNvSpPr/>
            <p:nvPr/>
          </p:nvSpPr>
          <p:spPr>
            <a:xfrm>
              <a:off x="1705625" y="1269775"/>
              <a:ext cx="30800" cy="54575"/>
            </a:xfrm>
            <a:custGeom>
              <a:avLst/>
              <a:gdLst/>
              <a:ahLst/>
              <a:cxnLst/>
              <a:rect l="l" t="t" r="r" b="b"/>
              <a:pathLst>
                <a:path w="1232" h="2183" extrusionOk="0">
                  <a:moveTo>
                    <a:pt x="618" y="0"/>
                  </a:moveTo>
                  <a:cubicBezTo>
                    <a:pt x="577" y="0"/>
                    <a:pt x="534" y="5"/>
                    <a:pt x="491" y="13"/>
                  </a:cubicBezTo>
                  <a:cubicBezTo>
                    <a:pt x="206" y="67"/>
                    <a:pt x="0" y="326"/>
                    <a:pt x="0" y="620"/>
                  </a:cubicBezTo>
                  <a:lnTo>
                    <a:pt x="0" y="1557"/>
                  </a:lnTo>
                  <a:cubicBezTo>
                    <a:pt x="0" y="1851"/>
                    <a:pt x="206" y="2110"/>
                    <a:pt x="491" y="2172"/>
                  </a:cubicBezTo>
                  <a:cubicBezTo>
                    <a:pt x="531" y="2179"/>
                    <a:pt x="570" y="2183"/>
                    <a:pt x="609" y="2183"/>
                  </a:cubicBezTo>
                  <a:cubicBezTo>
                    <a:pt x="951" y="2183"/>
                    <a:pt x="1232" y="1910"/>
                    <a:pt x="1232" y="1566"/>
                  </a:cubicBezTo>
                  <a:lnTo>
                    <a:pt x="1232" y="611"/>
                  </a:lnTo>
                  <a:cubicBezTo>
                    <a:pt x="1232" y="277"/>
                    <a:pt x="956" y="0"/>
                    <a:pt x="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4"/>
            <p:cNvSpPr/>
            <p:nvPr/>
          </p:nvSpPr>
          <p:spPr>
            <a:xfrm>
              <a:off x="1771200" y="1306000"/>
              <a:ext cx="166400" cy="173325"/>
            </a:xfrm>
            <a:custGeom>
              <a:avLst/>
              <a:gdLst/>
              <a:ahLst/>
              <a:cxnLst/>
              <a:rect l="l" t="t" r="r" b="b"/>
              <a:pathLst>
                <a:path w="6656" h="6933" extrusionOk="0">
                  <a:moveTo>
                    <a:pt x="3341" y="0"/>
                  </a:moveTo>
                  <a:cubicBezTo>
                    <a:pt x="3325" y="0"/>
                    <a:pt x="3308" y="0"/>
                    <a:pt x="3292" y="1"/>
                  </a:cubicBezTo>
                  <a:cubicBezTo>
                    <a:pt x="1508" y="27"/>
                    <a:pt x="54" y="1481"/>
                    <a:pt x="27" y="3266"/>
                  </a:cubicBezTo>
                  <a:cubicBezTo>
                    <a:pt x="0" y="5121"/>
                    <a:pt x="1499" y="6629"/>
                    <a:pt x="3346" y="6629"/>
                  </a:cubicBezTo>
                  <a:cubicBezTo>
                    <a:pt x="3729" y="6629"/>
                    <a:pt x="4095" y="6558"/>
                    <a:pt x="4434" y="6442"/>
                  </a:cubicBezTo>
                  <a:lnTo>
                    <a:pt x="5451" y="6932"/>
                  </a:lnTo>
                  <a:lnTo>
                    <a:pt x="5451" y="5871"/>
                  </a:lnTo>
                  <a:cubicBezTo>
                    <a:pt x="6183" y="5264"/>
                    <a:pt x="6655" y="4345"/>
                    <a:pt x="6655" y="3310"/>
                  </a:cubicBezTo>
                  <a:cubicBezTo>
                    <a:pt x="6655" y="1489"/>
                    <a:pt x="5174" y="0"/>
                    <a:pt x="33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4"/>
            <p:cNvSpPr/>
            <p:nvPr/>
          </p:nvSpPr>
          <p:spPr>
            <a:xfrm>
              <a:off x="1540350" y="1082075"/>
              <a:ext cx="402775" cy="403125"/>
            </a:xfrm>
            <a:custGeom>
              <a:avLst/>
              <a:gdLst/>
              <a:ahLst/>
              <a:cxnLst/>
              <a:rect l="l" t="t" r="r" b="b"/>
              <a:pathLst>
                <a:path w="16111" h="16125" extrusionOk="0">
                  <a:moveTo>
                    <a:pt x="3195" y="1928"/>
                  </a:moveTo>
                  <a:cubicBezTo>
                    <a:pt x="3400" y="1928"/>
                    <a:pt x="3560" y="2088"/>
                    <a:pt x="3560" y="2294"/>
                  </a:cubicBezTo>
                  <a:lnTo>
                    <a:pt x="3560" y="2427"/>
                  </a:lnTo>
                  <a:lnTo>
                    <a:pt x="1544" y="2427"/>
                  </a:lnTo>
                  <a:lnTo>
                    <a:pt x="1544" y="2294"/>
                  </a:lnTo>
                  <a:cubicBezTo>
                    <a:pt x="1544" y="2088"/>
                    <a:pt x="1705" y="1928"/>
                    <a:pt x="1901" y="1928"/>
                  </a:cubicBezTo>
                  <a:close/>
                  <a:moveTo>
                    <a:pt x="8360" y="1616"/>
                  </a:moveTo>
                  <a:cubicBezTo>
                    <a:pt x="8440" y="1616"/>
                    <a:pt x="8503" y="1678"/>
                    <a:pt x="8503" y="1749"/>
                  </a:cubicBezTo>
                  <a:lnTo>
                    <a:pt x="8503" y="2427"/>
                  </a:lnTo>
                  <a:lnTo>
                    <a:pt x="5951" y="2427"/>
                  </a:lnTo>
                  <a:lnTo>
                    <a:pt x="5951" y="1749"/>
                  </a:lnTo>
                  <a:cubicBezTo>
                    <a:pt x="5951" y="1678"/>
                    <a:pt x="6014" y="1616"/>
                    <a:pt x="6094" y="1616"/>
                  </a:cubicBezTo>
                  <a:close/>
                  <a:moveTo>
                    <a:pt x="8547" y="447"/>
                  </a:moveTo>
                  <a:cubicBezTo>
                    <a:pt x="9154" y="447"/>
                    <a:pt x="9636" y="929"/>
                    <a:pt x="9636" y="1535"/>
                  </a:cubicBezTo>
                  <a:lnTo>
                    <a:pt x="9636" y="2427"/>
                  </a:lnTo>
                  <a:lnTo>
                    <a:pt x="8976" y="2427"/>
                  </a:lnTo>
                  <a:lnTo>
                    <a:pt x="8976" y="1749"/>
                  </a:lnTo>
                  <a:cubicBezTo>
                    <a:pt x="8976" y="1410"/>
                    <a:pt x="8699" y="1143"/>
                    <a:pt x="8360" y="1143"/>
                  </a:cubicBezTo>
                  <a:lnTo>
                    <a:pt x="6094" y="1143"/>
                  </a:lnTo>
                  <a:cubicBezTo>
                    <a:pt x="5755" y="1143"/>
                    <a:pt x="5479" y="1410"/>
                    <a:pt x="5479" y="1749"/>
                  </a:cubicBezTo>
                  <a:lnTo>
                    <a:pt x="5479" y="2427"/>
                  </a:lnTo>
                  <a:lnTo>
                    <a:pt x="4818" y="2427"/>
                  </a:lnTo>
                  <a:lnTo>
                    <a:pt x="4818" y="1544"/>
                  </a:lnTo>
                  <a:cubicBezTo>
                    <a:pt x="4818" y="938"/>
                    <a:pt x="5309" y="447"/>
                    <a:pt x="5907" y="447"/>
                  </a:cubicBezTo>
                  <a:close/>
                  <a:moveTo>
                    <a:pt x="12589" y="1928"/>
                  </a:moveTo>
                  <a:cubicBezTo>
                    <a:pt x="12785" y="1928"/>
                    <a:pt x="12945" y="2088"/>
                    <a:pt x="12945" y="2294"/>
                  </a:cubicBezTo>
                  <a:lnTo>
                    <a:pt x="12945" y="2427"/>
                  </a:lnTo>
                  <a:lnTo>
                    <a:pt x="10929" y="2427"/>
                  </a:lnTo>
                  <a:lnTo>
                    <a:pt x="10929" y="2294"/>
                  </a:lnTo>
                  <a:cubicBezTo>
                    <a:pt x="10929" y="2088"/>
                    <a:pt x="11099" y="1928"/>
                    <a:pt x="11295" y="1928"/>
                  </a:cubicBezTo>
                  <a:close/>
                  <a:moveTo>
                    <a:pt x="7244" y="7741"/>
                  </a:moveTo>
                  <a:cubicBezTo>
                    <a:pt x="7451" y="7741"/>
                    <a:pt x="7620" y="7910"/>
                    <a:pt x="7620" y="8119"/>
                  </a:cubicBezTo>
                  <a:lnTo>
                    <a:pt x="7620" y="9074"/>
                  </a:lnTo>
                  <a:cubicBezTo>
                    <a:pt x="7620" y="9243"/>
                    <a:pt x="7513" y="9404"/>
                    <a:pt x="7343" y="9439"/>
                  </a:cubicBezTo>
                  <a:cubicBezTo>
                    <a:pt x="7310" y="9448"/>
                    <a:pt x="7278" y="9451"/>
                    <a:pt x="7246" y="9451"/>
                  </a:cubicBezTo>
                  <a:cubicBezTo>
                    <a:pt x="7038" y="9451"/>
                    <a:pt x="6870" y="9283"/>
                    <a:pt x="6870" y="9074"/>
                  </a:cubicBezTo>
                  <a:lnTo>
                    <a:pt x="6870" y="8128"/>
                  </a:lnTo>
                  <a:cubicBezTo>
                    <a:pt x="6870" y="7950"/>
                    <a:pt x="6986" y="7798"/>
                    <a:pt x="7147" y="7753"/>
                  </a:cubicBezTo>
                  <a:cubicBezTo>
                    <a:pt x="7180" y="7745"/>
                    <a:pt x="7212" y="7741"/>
                    <a:pt x="7244" y="7741"/>
                  </a:cubicBezTo>
                  <a:close/>
                  <a:moveTo>
                    <a:pt x="13561" y="2900"/>
                  </a:moveTo>
                  <a:cubicBezTo>
                    <a:pt x="13811" y="2900"/>
                    <a:pt x="14016" y="3105"/>
                    <a:pt x="14016" y="3364"/>
                  </a:cubicBezTo>
                  <a:lnTo>
                    <a:pt x="14016" y="4649"/>
                  </a:lnTo>
                  <a:lnTo>
                    <a:pt x="8083" y="8101"/>
                  </a:lnTo>
                  <a:cubicBezTo>
                    <a:pt x="8066" y="7655"/>
                    <a:pt x="7700" y="7289"/>
                    <a:pt x="7245" y="7289"/>
                  </a:cubicBezTo>
                  <a:cubicBezTo>
                    <a:pt x="6781" y="7289"/>
                    <a:pt x="6415" y="7655"/>
                    <a:pt x="6397" y="8101"/>
                  </a:cubicBezTo>
                  <a:cubicBezTo>
                    <a:pt x="6121" y="7941"/>
                    <a:pt x="4265" y="6870"/>
                    <a:pt x="3623" y="6486"/>
                  </a:cubicBezTo>
                  <a:cubicBezTo>
                    <a:pt x="3583" y="6463"/>
                    <a:pt x="3544" y="6453"/>
                    <a:pt x="3506" y="6453"/>
                  </a:cubicBezTo>
                  <a:cubicBezTo>
                    <a:pt x="3302" y="6453"/>
                    <a:pt x="3163" y="6761"/>
                    <a:pt x="3382" y="6897"/>
                  </a:cubicBezTo>
                  <a:cubicBezTo>
                    <a:pt x="4024" y="7280"/>
                    <a:pt x="6041" y="8440"/>
                    <a:pt x="6397" y="8645"/>
                  </a:cubicBezTo>
                  <a:lnTo>
                    <a:pt x="6397" y="9056"/>
                  </a:lnTo>
                  <a:cubicBezTo>
                    <a:pt x="6397" y="9475"/>
                    <a:pt x="6692" y="9832"/>
                    <a:pt x="7093" y="9903"/>
                  </a:cubicBezTo>
                  <a:cubicBezTo>
                    <a:pt x="7143" y="9911"/>
                    <a:pt x="7192" y="9915"/>
                    <a:pt x="7240" y="9915"/>
                  </a:cubicBezTo>
                  <a:cubicBezTo>
                    <a:pt x="7710" y="9915"/>
                    <a:pt x="8092" y="9534"/>
                    <a:pt x="8092" y="9065"/>
                  </a:cubicBezTo>
                  <a:lnTo>
                    <a:pt x="8092" y="8636"/>
                  </a:lnTo>
                  <a:lnTo>
                    <a:pt x="14016" y="5184"/>
                  </a:lnTo>
                  <a:lnTo>
                    <a:pt x="14016" y="9038"/>
                  </a:lnTo>
                  <a:cubicBezTo>
                    <a:pt x="13570" y="8833"/>
                    <a:pt x="13079" y="8735"/>
                    <a:pt x="12580" y="8735"/>
                  </a:cubicBezTo>
                  <a:cubicBezTo>
                    <a:pt x="10662" y="8735"/>
                    <a:pt x="9092" y="10260"/>
                    <a:pt x="9038" y="12169"/>
                  </a:cubicBezTo>
                  <a:lnTo>
                    <a:pt x="929" y="12169"/>
                  </a:lnTo>
                  <a:cubicBezTo>
                    <a:pt x="679" y="12169"/>
                    <a:pt x="474" y="11964"/>
                    <a:pt x="474" y="11705"/>
                  </a:cubicBezTo>
                  <a:lnTo>
                    <a:pt x="474" y="5184"/>
                  </a:lnTo>
                  <a:cubicBezTo>
                    <a:pt x="733" y="5345"/>
                    <a:pt x="1812" y="5969"/>
                    <a:pt x="2097" y="6139"/>
                  </a:cubicBezTo>
                  <a:cubicBezTo>
                    <a:pt x="2137" y="6162"/>
                    <a:pt x="2176" y="6172"/>
                    <a:pt x="2212" y="6172"/>
                  </a:cubicBezTo>
                  <a:cubicBezTo>
                    <a:pt x="2418" y="6172"/>
                    <a:pt x="2556" y="5857"/>
                    <a:pt x="2329" y="5728"/>
                  </a:cubicBezTo>
                  <a:cubicBezTo>
                    <a:pt x="2044" y="5568"/>
                    <a:pt x="822" y="4845"/>
                    <a:pt x="474" y="4640"/>
                  </a:cubicBezTo>
                  <a:lnTo>
                    <a:pt x="474" y="3364"/>
                  </a:lnTo>
                  <a:cubicBezTo>
                    <a:pt x="474" y="3105"/>
                    <a:pt x="679" y="2900"/>
                    <a:pt x="929" y="2900"/>
                  </a:cubicBezTo>
                  <a:close/>
                  <a:moveTo>
                    <a:pt x="5907" y="1"/>
                  </a:moveTo>
                  <a:cubicBezTo>
                    <a:pt x="5041" y="1"/>
                    <a:pt x="4346" y="706"/>
                    <a:pt x="4346" y="1562"/>
                  </a:cubicBezTo>
                  <a:lnTo>
                    <a:pt x="4346" y="2427"/>
                  </a:lnTo>
                  <a:lnTo>
                    <a:pt x="4033" y="2427"/>
                  </a:lnTo>
                  <a:lnTo>
                    <a:pt x="4033" y="2294"/>
                  </a:lnTo>
                  <a:cubicBezTo>
                    <a:pt x="4033" y="1830"/>
                    <a:pt x="3659" y="1455"/>
                    <a:pt x="3195" y="1455"/>
                  </a:cubicBezTo>
                  <a:lnTo>
                    <a:pt x="1901" y="1455"/>
                  </a:lnTo>
                  <a:cubicBezTo>
                    <a:pt x="1446" y="1455"/>
                    <a:pt x="1072" y="1830"/>
                    <a:pt x="1072" y="2294"/>
                  </a:cubicBezTo>
                  <a:lnTo>
                    <a:pt x="1072" y="2427"/>
                  </a:lnTo>
                  <a:lnTo>
                    <a:pt x="929" y="2427"/>
                  </a:lnTo>
                  <a:cubicBezTo>
                    <a:pt x="411" y="2427"/>
                    <a:pt x="1" y="2847"/>
                    <a:pt x="1" y="3364"/>
                  </a:cubicBezTo>
                  <a:lnTo>
                    <a:pt x="1" y="11705"/>
                  </a:lnTo>
                  <a:cubicBezTo>
                    <a:pt x="1" y="12223"/>
                    <a:pt x="411" y="12642"/>
                    <a:pt x="929" y="12642"/>
                  </a:cubicBezTo>
                  <a:lnTo>
                    <a:pt x="9047" y="12642"/>
                  </a:lnTo>
                  <a:cubicBezTo>
                    <a:pt x="9047" y="12642"/>
                    <a:pt x="10742" y="15818"/>
                    <a:pt x="12571" y="15818"/>
                  </a:cubicBezTo>
                  <a:cubicBezTo>
                    <a:pt x="12945" y="15818"/>
                    <a:pt x="13302" y="15764"/>
                    <a:pt x="13650" y="15648"/>
                  </a:cubicBezTo>
                  <a:lnTo>
                    <a:pt x="14578" y="16103"/>
                  </a:lnTo>
                  <a:cubicBezTo>
                    <a:pt x="14609" y="16118"/>
                    <a:pt x="14642" y="16125"/>
                    <a:pt x="14674" y="16125"/>
                  </a:cubicBezTo>
                  <a:cubicBezTo>
                    <a:pt x="14798" y="16125"/>
                    <a:pt x="14913" y="16024"/>
                    <a:pt x="14899" y="15889"/>
                  </a:cubicBezTo>
                  <a:lnTo>
                    <a:pt x="14899" y="14935"/>
                  </a:lnTo>
                  <a:cubicBezTo>
                    <a:pt x="15461" y="14453"/>
                    <a:pt x="15854" y="13811"/>
                    <a:pt x="16023" y="13106"/>
                  </a:cubicBezTo>
                  <a:cubicBezTo>
                    <a:pt x="16050" y="12981"/>
                    <a:pt x="15979" y="12856"/>
                    <a:pt x="15845" y="12820"/>
                  </a:cubicBezTo>
                  <a:cubicBezTo>
                    <a:pt x="15827" y="12817"/>
                    <a:pt x="15810" y="12815"/>
                    <a:pt x="15793" y="12815"/>
                  </a:cubicBezTo>
                  <a:cubicBezTo>
                    <a:pt x="15687" y="12815"/>
                    <a:pt x="15590" y="12884"/>
                    <a:pt x="15559" y="12999"/>
                  </a:cubicBezTo>
                  <a:cubicBezTo>
                    <a:pt x="15408" y="13641"/>
                    <a:pt x="15042" y="14221"/>
                    <a:pt x="14524" y="14649"/>
                  </a:cubicBezTo>
                  <a:cubicBezTo>
                    <a:pt x="14471" y="14694"/>
                    <a:pt x="14462" y="14828"/>
                    <a:pt x="14462" y="14828"/>
                  </a:cubicBezTo>
                  <a:lnTo>
                    <a:pt x="14462" y="15515"/>
                  </a:lnTo>
                  <a:lnTo>
                    <a:pt x="13775" y="15184"/>
                  </a:lnTo>
                  <a:cubicBezTo>
                    <a:pt x="13741" y="15170"/>
                    <a:pt x="13706" y="15163"/>
                    <a:pt x="13672" y="15163"/>
                  </a:cubicBezTo>
                  <a:cubicBezTo>
                    <a:pt x="13644" y="15163"/>
                    <a:pt x="13616" y="15168"/>
                    <a:pt x="13588" y="15176"/>
                  </a:cubicBezTo>
                  <a:cubicBezTo>
                    <a:pt x="13267" y="15292"/>
                    <a:pt x="12919" y="15345"/>
                    <a:pt x="12571" y="15345"/>
                  </a:cubicBezTo>
                  <a:cubicBezTo>
                    <a:pt x="10876" y="15345"/>
                    <a:pt x="9493" y="13971"/>
                    <a:pt x="9493" y="12267"/>
                  </a:cubicBezTo>
                  <a:cubicBezTo>
                    <a:pt x="9493" y="10572"/>
                    <a:pt x="10876" y="9198"/>
                    <a:pt x="12571" y="9198"/>
                  </a:cubicBezTo>
                  <a:cubicBezTo>
                    <a:pt x="14087" y="9198"/>
                    <a:pt x="15408" y="10349"/>
                    <a:pt x="15622" y="11848"/>
                  </a:cubicBezTo>
                  <a:cubicBezTo>
                    <a:pt x="15638" y="11982"/>
                    <a:pt x="15739" y="12043"/>
                    <a:pt x="15843" y="12043"/>
                  </a:cubicBezTo>
                  <a:cubicBezTo>
                    <a:pt x="15974" y="12043"/>
                    <a:pt x="16111" y="11946"/>
                    <a:pt x="16086" y="11777"/>
                  </a:cubicBezTo>
                  <a:cubicBezTo>
                    <a:pt x="15943" y="10760"/>
                    <a:pt x="15345" y="9832"/>
                    <a:pt x="14489" y="9279"/>
                  </a:cubicBezTo>
                  <a:lnTo>
                    <a:pt x="14489" y="3355"/>
                  </a:lnTo>
                  <a:cubicBezTo>
                    <a:pt x="14480" y="2838"/>
                    <a:pt x="13552" y="2427"/>
                    <a:pt x="13552" y="2427"/>
                  </a:cubicBezTo>
                  <a:lnTo>
                    <a:pt x="13418" y="2427"/>
                  </a:lnTo>
                  <a:lnTo>
                    <a:pt x="13418" y="2294"/>
                  </a:lnTo>
                  <a:cubicBezTo>
                    <a:pt x="13418" y="1830"/>
                    <a:pt x="13044" y="1455"/>
                    <a:pt x="12589" y="1455"/>
                  </a:cubicBezTo>
                  <a:lnTo>
                    <a:pt x="11295" y="1455"/>
                  </a:lnTo>
                  <a:cubicBezTo>
                    <a:pt x="10831" y="1455"/>
                    <a:pt x="10456" y="1830"/>
                    <a:pt x="10456" y="2294"/>
                  </a:cubicBezTo>
                  <a:lnTo>
                    <a:pt x="10456" y="2427"/>
                  </a:lnTo>
                  <a:lnTo>
                    <a:pt x="10109" y="2427"/>
                  </a:lnTo>
                  <a:lnTo>
                    <a:pt x="10109" y="1562"/>
                  </a:lnTo>
                  <a:cubicBezTo>
                    <a:pt x="10109" y="706"/>
                    <a:pt x="9413" y="1"/>
                    <a:pt x="85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4"/>
            <p:cNvSpPr/>
            <p:nvPr/>
          </p:nvSpPr>
          <p:spPr>
            <a:xfrm>
              <a:off x="1832525" y="1352400"/>
              <a:ext cx="44400" cy="11825"/>
            </a:xfrm>
            <a:custGeom>
              <a:avLst/>
              <a:gdLst/>
              <a:ahLst/>
              <a:cxnLst/>
              <a:rect l="l" t="t" r="r" b="b"/>
              <a:pathLst>
                <a:path w="1776" h="473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1464" y="473"/>
                  </a:lnTo>
                  <a:cubicBezTo>
                    <a:pt x="1776" y="473"/>
                    <a:pt x="1776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4"/>
            <p:cNvSpPr/>
            <p:nvPr/>
          </p:nvSpPr>
          <p:spPr>
            <a:xfrm>
              <a:off x="1806425" y="1386300"/>
              <a:ext cx="95050" cy="11825"/>
            </a:xfrm>
            <a:custGeom>
              <a:avLst/>
              <a:gdLst/>
              <a:ahLst/>
              <a:cxnLst/>
              <a:rect l="l" t="t" r="r" b="b"/>
              <a:pathLst>
                <a:path w="3802" h="473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3551" y="473"/>
                  </a:lnTo>
                  <a:cubicBezTo>
                    <a:pt x="3694" y="473"/>
                    <a:pt x="3801" y="348"/>
                    <a:pt x="3783" y="205"/>
                  </a:cubicBezTo>
                  <a:cubicBezTo>
                    <a:pt x="3774" y="89"/>
                    <a:pt x="3658" y="0"/>
                    <a:pt x="35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4"/>
            <p:cNvSpPr/>
            <p:nvPr/>
          </p:nvSpPr>
          <p:spPr>
            <a:xfrm>
              <a:off x="1832525" y="1419300"/>
              <a:ext cx="44400" cy="11850"/>
            </a:xfrm>
            <a:custGeom>
              <a:avLst/>
              <a:gdLst/>
              <a:ahLst/>
              <a:cxnLst/>
              <a:rect l="l" t="t" r="r" b="b"/>
              <a:pathLst>
                <a:path w="1776" h="474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1464" y="473"/>
                  </a:lnTo>
                  <a:cubicBezTo>
                    <a:pt x="1776" y="473"/>
                    <a:pt x="1776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4" name="Google Shape;3004;p44"/>
          <p:cNvGrpSpPr/>
          <p:nvPr/>
        </p:nvGrpSpPr>
        <p:grpSpPr>
          <a:xfrm>
            <a:off x="5265963" y="2204775"/>
            <a:ext cx="406500" cy="403300"/>
            <a:chOff x="1456150" y="1680925"/>
            <a:chExt cx="406500" cy="403300"/>
          </a:xfrm>
        </p:grpSpPr>
        <p:sp>
          <p:nvSpPr>
            <p:cNvPr id="3005" name="Google Shape;3005;p44"/>
            <p:cNvSpPr/>
            <p:nvPr/>
          </p:nvSpPr>
          <p:spPr>
            <a:xfrm>
              <a:off x="1495975" y="1686750"/>
              <a:ext cx="361275" cy="357750"/>
            </a:xfrm>
            <a:custGeom>
              <a:avLst/>
              <a:gdLst/>
              <a:ahLst/>
              <a:cxnLst/>
              <a:rect l="l" t="t" r="r" b="b"/>
              <a:pathLst>
                <a:path w="14451" h="14310" extrusionOk="0">
                  <a:moveTo>
                    <a:pt x="14081" y="0"/>
                  </a:moveTo>
                  <a:cubicBezTo>
                    <a:pt x="14048" y="0"/>
                    <a:pt x="14014" y="6"/>
                    <a:pt x="13980" y="17"/>
                  </a:cubicBezTo>
                  <a:lnTo>
                    <a:pt x="340" y="4540"/>
                  </a:lnTo>
                  <a:cubicBezTo>
                    <a:pt x="27" y="4638"/>
                    <a:pt x="1" y="5066"/>
                    <a:pt x="295" y="5209"/>
                  </a:cubicBezTo>
                  <a:lnTo>
                    <a:pt x="4310" y="7100"/>
                  </a:lnTo>
                  <a:lnTo>
                    <a:pt x="4533" y="9874"/>
                  </a:lnTo>
                  <a:lnTo>
                    <a:pt x="7316" y="10106"/>
                  </a:lnTo>
                  <a:lnTo>
                    <a:pt x="9198" y="14103"/>
                  </a:lnTo>
                  <a:cubicBezTo>
                    <a:pt x="9262" y="14242"/>
                    <a:pt x="9391" y="14310"/>
                    <a:pt x="9521" y="14310"/>
                  </a:cubicBezTo>
                  <a:cubicBezTo>
                    <a:pt x="9666" y="14310"/>
                    <a:pt x="9811" y="14227"/>
                    <a:pt x="9867" y="14067"/>
                  </a:cubicBezTo>
                  <a:lnTo>
                    <a:pt x="14381" y="418"/>
                  </a:lnTo>
                  <a:cubicBezTo>
                    <a:pt x="14451" y="203"/>
                    <a:pt x="14288" y="0"/>
                    <a:pt x="140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4"/>
            <p:cNvSpPr/>
            <p:nvPr/>
          </p:nvSpPr>
          <p:spPr>
            <a:xfrm>
              <a:off x="1603700" y="1740675"/>
              <a:ext cx="198300" cy="192950"/>
            </a:xfrm>
            <a:custGeom>
              <a:avLst/>
              <a:gdLst/>
              <a:ahLst/>
              <a:cxnLst/>
              <a:rect l="l" t="t" r="r" b="b"/>
              <a:pathLst>
                <a:path w="7932" h="7718" extrusionOk="0">
                  <a:moveTo>
                    <a:pt x="7931" y="1"/>
                  </a:moveTo>
                  <a:lnTo>
                    <a:pt x="1" y="4943"/>
                  </a:lnTo>
                  <a:lnTo>
                    <a:pt x="224" y="7717"/>
                  </a:lnTo>
                  <a:lnTo>
                    <a:pt x="7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4"/>
            <p:cNvSpPr/>
            <p:nvPr/>
          </p:nvSpPr>
          <p:spPr>
            <a:xfrm>
              <a:off x="1609275" y="1740675"/>
              <a:ext cx="192725" cy="198750"/>
            </a:xfrm>
            <a:custGeom>
              <a:avLst/>
              <a:gdLst/>
              <a:ahLst/>
              <a:cxnLst/>
              <a:rect l="l" t="t" r="r" b="b"/>
              <a:pathLst>
                <a:path w="7709" h="7950" extrusionOk="0">
                  <a:moveTo>
                    <a:pt x="7708" y="1"/>
                  </a:moveTo>
                  <a:lnTo>
                    <a:pt x="1" y="7717"/>
                  </a:lnTo>
                  <a:lnTo>
                    <a:pt x="2784" y="7949"/>
                  </a:lnTo>
                  <a:lnTo>
                    <a:pt x="7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44"/>
            <p:cNvSpPr/>
            <p:nvPr/>
          </p:nvSpPr>
          <p:spPr>
            <a:xfrm>
              <a:off x="1488850" y="1680925"/>
              <a:ext cx="373800" cy="369300"/>
            </a:xfrm>
            <a:custGeom>
              <a:avLst/>
              <a:gdLst/>
              <a:ahLst/>
              <a:cxnLst/>
              <a:rect l="l" t="t" r="r" b="b"/>
              <a:pathLst>
                <a:path w="14952" h="14772" extrusionOk="0">
                  <a:moveTo>
                    <a:pt x="10902" y="3675"/>
                  </a:moveTo>
                  <a:lnTo>
                    <a:pt x="5005" y="9572"/>
                  </a:lnTo>
                  <a:lnTo>
                    <a:pt x="4853" y="7699"/>
                  </a:lnTo>
                  <a:lnTo>
                    <a:pt x="4835" y="7449"/>
                  </a:lnTo>
                  <a:lnTo>
                    <a:pt x="10902" y="3675"/>
                  </a:lnTo>
                  <a:close/>
                  <a:moveTo>
                    <a:pt x="14360" y="1"/>
                  </a:moveTo>
                  <a:cubicBezTo>
                    <a:pt x="14304" y="1"/>
                    <a:pt x="14248" y="9"/>
                    <a:pt x="14194" y="27"/>
                  </a:cubicBezTo>
                  <a:lnTo>
                    <a:pt x="3551" y="3550"/>
                  </a:lnTo>
                  <a:cubicBezTo>
                    <a:pt x="3285" y="3639"/>
                    <a:pt x="3383" y="4010"/>
                    <a:pt x="3614" y="4010"/>
                  </a:cubicBezTo>
                  <a:cubicBezTo>
                    <a:pt x="3639" y="4010"/>
                    <a:pt x="3666" y="4006"/>
                    <a:pt x="3694" y="3996"/>
                  </a:cubicBezTo>
                  <a:lnTo>
                    <a:pt x="14345" y="473"/>
                  </a:lnTo>
                  <a:cubicBezTo>
                    <a:pt x="14417" y="473"/>
                    <a:pt x="14452" y="499"/>
                    <a:pt x="14443" y="580"/>
                  </a:cubicBezTo>
                  <a:lnTo>
                    <a:pt x="9920" y="14220"/>
                  </a:lnTo>
                  <a:cubicBezTo>
                    <a:pt x="9906" y="14277"/>
                    <a:pt x="9856" y="14306"/>
                    <a:pt x="9806" y="14306"/>
                  </a:cubicBezTo>
                  <a:cubicBezTo>
                    <a:pt x="9762" y="14306"/>
                    <a:pt x="9718" y="14284"/>
                    <a:pt x="9697" y="14238"/>
                  </a:cubicBezTo>
                  <a:lnTo>
                    <a:pt x="7869" y="10357"/>
                  </a:lnTo>
                  <a:lnTo>
                    <a:pt x="8734" y="8956"/>
                  </a:lnTo>
                  <a:cubicBezTo>
                    <a:pt x="8847" y="8775"/>
                    <a:pt x="8682" y="8598"/>
                    <a:pt x="8519" y="8598"/>
                  </a:cubicBezTo>
                  <a:cubicBezTo>
                    <a:pt x="8450" y="8598"/>
                    <a:pt x="8380" y="8630"/>
                    <a:pt x="8332" y="8707"/>
                  </a:cubicBezTo>
                  <a:lnTo>
                    <a:pt x="7476" y="10089"/>
                  </a:lnTo>
                  <a:lnTo>
                    <a:pt x="5344" y="9911"/>
                  </a:lnTo>
                  <a:lnTo>
                    <a:pt x="11250" y="4005"/>
                  </a:lnTo>
                  <a:lnTo>
                    <a:pt x="8993" y="7654"/>
                  </a:lnTo>
                  <a:cubicBezTo>
                    <a:pt x="8880" y="7836"/>
                    <a:pt x="9044" y="8013"/>
                    <a:pt x="9208" y="8013"/>
                  </a:cubicBezTo>
                  <a:cubicBezTo>
                    <a:pt x="9277" y="8013"/>
                    <a:pt x="9346" y="7981"/>
                    <a:pt x="9394" y="7904"/>
                  </a:cubicBezTo>
                  <a:lnTo>
                    <a:pt x="12731" y="2516"/>
                  </a:lnTo>
                  <a:cubicBezTo>
                    <a:pt x="12831" y="2351"/>
                    <a:pt x="12689" y="2157"/>
                    <a:pt x="12523" y="2157"/>
                  </a:cubicBezTo>
                  <a:cubicBezTo>
                    <a:pt x="12483" y="2157"/>
                    <a:pt x="12441" y="2168"/>
                    <a:pt x="12400" y="2194"/>
                  </a:cubicBezTo>
                  <a:lnTo>
                    <a:pt x="4577" y="7056"/>
                  </a:lnTo>
                  <a:lnTo>
                    <a:pt x="678" y="5227"/>
                  </a:lnTo>
                  <a:cubicBezTo>
                    <a:pt x="580" y="5174"/>
                    <a:pt x="589" y="5031"/>
                    <a:pt x="696" y="4996"/>
                  </a:cubicBezTo>
                  <a:lnTo>
                    <a:pt x="2516" y="4389"/>
                  </a:lnTo>
                  <a:cubicBezTo>
                    <a:pt x="2774" y="4308"/>
                    <a:pt x="2675" y="3929"/>
                    <a:pt x="2443" y="3929"/>
                  </a:cubicBezTo>
                  <a:cubicBezTo>
                    <a:pt x="2418" y="3929"/>
                    <a:pt x="2392" y="3933"/>
                    <a:pt x="2364" y="3943"/>
                  </a:cubicBezTo>
                  <a:lnTo>
                    <a:pt x="544" y="4541"/>
                  </a:lnTo>
                  <a:cubicBezTo>
                    <a:pt x="45" y="4710"/>
                    <a:pt x="0" y="5424"/>
                    <a:pt x="482" y="5656"/>
                  </a:cubicBezTo>
                  <a:lnTo>
                    <a:pt x="4363" y="7485"/>
                  </a:lnTo>
                  <a:lnTo>
                    <a:pt x="4577" y="10125"/>
                  </a:lnTo>
                  <a:cubicBezTo>
                    <a:pt x="4586" y="10241"/>
                    <a:pt x="4684" y="10330"/>
                    <a:pt x="4791" y="10339"/>
                  </a:cubicBezTo>
                  <a:lnTo>
                    <a:pt x="7449" y="10562"/>
                  </a:lnTo>
                  <a:lnTo>
                    <a:pt x="9269" y="14434"/>
                  </a:lnTo>
                  <a:cubicBezTo>
                    <a:pt x="9375" y="14662"/>
                    <a:pt x="9590" y="14772"/>
                    <a:pt x="9805" y="14772"/>
                  </a:cubicBezTo>
                  <a:cubicBezTo>
                    <a:pt x="10045" y="14772"/>
                    <a:pt x="10286" y="14635"/>
                    <a:pt x="10375" y="14372"/>
                  </a:cubicBezTo>
                  <a:lnTo>
                    <a:pt x="14889" y="722"/>
                  </a:lnTo>
                  <a:cubicBezTo>
                    <a:pt x="14952" y="526"/>
                    <a:pt x="14907" y="312"/>
                    <a:pt x="14756" y="160"/>
                  </a:cubicBezTo>
                  <a:cubicBezTo>
                    <a:pt x="14646" y="57"/>
                    <a:pt x="14504" y="1"/>
                    <a:pt x="14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44"/>
            <p:cNvSpPr/>
            <p:nvPr/>
          </p:nvSpPr>
          <p:spPr>
            <a:xfrm>
              <a:off x="1456150" y="1963275"/>
              <a:ext cx="120375" cy="120950"/>
            </a:xfrm>
            <a:custGeom>
              <a:avLst/>
              <a:gdLst/>
              <a:ahLst/>
              <a:cxnLst/>
              <a:rect l="l" t="t" r="r" b="b"/>
              <a:pathLst>
                <a:path w="4815" h="4838" extrusionOk="0">
                  <a:moveTo>
                    <a:pt x="4557" y="1"/>
                  </a:moveTo>
                  <a:cubicBezTo>
                    <a:pt x="4494" y="1"/>
                    <a:pt x="4432" y="25"/>
                    <a:pt x="4386" y="71"/>
                  </a:cubicBezTo>
                  <a:lnTo>
                    <a:pt x="157" y="4434"/>
                  </a:lnTo>
                  <a:cubicBezTo>
                    <a:pt x="0" y="4604"/>
                    <a:pt x="157" y="4838"/>
                    <a:pt x="335" y="4838"/>
                  </a:cubicBezTo>
                  <a:cubicBezTo>
                    <a:pt x="390" y="4838"/>
                    <a:pt x="446" y="4816"/>
                    <a:pt x="496" y="4764"/>
                  </a:cubicBezTo>
                  <a:lnTo>
                    <a:pt x="4725" y="401"/>
                  </a:lnTo>
                  <a:cubicBezTo>
                    <a:pt x="4814" y="312"/>
                    <a:pt x="4814" y="160"/>
                    <a:pt x="4725" y="71"/>
                  </a:cubicBezTo>
                  <a:cubicBezTo>
                    <a:pt x="4677" y="23"/>
                    <a:pt x="4616" y="1"/>
                    <a:pt x="4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44"/>
            <p:cNvSpPr/>
            <p:nvPr/>
          </p:nvSpPr>
          <p:spPr>
            <a:xfrm>
              <a:off x="1524625" y="1963275"/>
              <a:ext cx="100175" cy="98875"/>
            </a:xfrm>
            <a:custGeom>
              <a:avLst/>
              <a:gdLst/>
              <a:ahLst/>
              <a:cxnLst/>
              <a:rect l="l" t="t" r="r" b="b"/>
              <a:pathLst>
                <a:path w="4007" h="3955" extrusionOk="0">
                  <a:moveTo>
                    <a:pt x="3659" y="1"/>
                  </a:moveTo>
                  <a:cubicBezTo>
                    <a:pt x="3605" y="1"/>
                    <a:pt x="3550" y="22"/>
                    <a:pt x="3503" y="71"/>
                  </a:cubicBezTo>
                  <a:lnTo>
                    <a:pt x="157" y="3550"/>
                  </a:lnTo>
                  <a:cubicBezTo>
                    <a:pt x="0" y="3721"/>
                    <a:pt x="162" y="3955"/>
                    <a:pt x="339" y="3955"/>
                  </a:cubicBezTo>
                  <a:cubicBezTo>
                    <a:pt x="393" y="3955"/>
                    <a:pt x="448" y="3933"/>
                    <a:pt x="496" y="3880"/>
                  </a:cubicBezTo>
                  <a:lnTo>
                    <a:pt x="3842" y="401"/>
                  </a:lnTo>
                  <a:cubicBezTo>
                    <a:pt x="4006" y="230"/>
                    <a:pt x="3839" y="1"/>
                    <a:pt x="3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44"/>
            <p:cNvSpPr/>
            <p:nvPr/>
          </p:nvSpPr>
          <p:spPr>
            <a:xfrm>
              <a:off x="1476350" y="1916575"/>
              <a:ext cx="99575" cy="98900"/>
            </a:xfrm>
            <a:custGeom>
              <a:avLst/>
              <a:gdLst/>
              <a:ahLst/>
              <a:cxnLst/>
              <a:rect l="l" t="t" r="r" b="b"/>
              <a:pathLst>
                <a:path w="3983" h="3956" extrusionOk="0">
                  <a:moveTo>
                    <a:pt x="3643" y="0"/>
                  </a:moveTo>
                  <a:cubicBezTo>
                    <a:pt x="3587" y="0"/>
                    <a:pt x="3530" y="22"/>
                    <a:pt x="3480" y="75"/>
                  </a:cubicBezTo>
                  <a:lnTo>
                    <a:pt x="143" y="3554"/>
                  </a:lnTo>
                  <a:cubicBezTo>
                    <a:pt x="1" y="3697"/>
                    <a:pt x="117" y="3955"/>
                    <a:pt x="313" y="3955"/>
                  </a:cubicBezTo>
                  <a:cubicBezTo>
                    <a:pt x="375" y="3955"/>
                    <a:pt x="438" y="3929"/>
                    <a:pt x="482" y="3875"/>
                  </a:cubicBezTo>
                  <a:lnTo>
                    <a:pt x="3819" y="396"/>
                  </a:lnTo>
                  <a:cubicBezTo>
                    <a:pt x="3983" y="232"/>
                    <a:pt x="3823" y="0"/>
                    <a:pt x="3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2" name="Google Shape;3012;p44"/>
          <p:cNvGrpSpPr/>
          <p:nvPr/>
        </p:nvGrpSpPr>
        <p:grpSpPr>
          <a:xfrm>
            <a:off x="7061875" y="3285888"/>
            <a:ext cx="403475" cy="402575"/>
            <a:chOff x="2007600" y="2929625"/>
            <a:chExt cx="403475" cy="402575"/>
          </a:xfrm>
        </p:grpSpPr>
        <p:sp>
          <p:nvSpPr>
            <p:cNvPr id="3013" name="Google Shape;3013;p44"/>
            <p:cNvSpPr/>
            <p:nvPr/>
          </p:nvSpPr>
          <p:spPr>
            <a:xfrm>
              <a:off x="2127375" y="2935200"/>
              <a:ext cx="277250" cy="268550"/>
            </a:xfrm>
            <a:custGeom>
              <a:avLst/>
              <a:gdLst/>
              <a:ahLst/>
              <a:cxnLst/>
              <a:rect l="l" t="t" r="r" b="b"/>
              <a:pathLst>
                <a:path w="11090" h="10742" extrusionOk="0">
                  <a:moveTo>
                    <a:pt x="785" y="0"/>
                  </a:moveTo>
                  <a:cubicBezTo>
                    <a:pt x="348" y="0"/>
                    <a:pt x="0" y="348"/>
                    <a:pt x="0" y="786"/>
                  </a:cubicBezTo>
                  <a:lnTo>
                    <a:pt x="0" y="9956"/>
                  </a:lnTo>
                  <a:cubicBezTo>
                    <a:pt x="0" y="10393"/>
                    <a:pt x="348" y="10741"/>
                    <a:pt x="785" y="10741"/>
                  </a:cubicBezTo>
                  <a:lnTo>
                    <a:pt x="10304" y="10741"/>
                  </a:lnTo>
                  <a:cubicBezTo>
                    <a:pt x="10741" y="10741"/>
                    <a:pt x="11089" y="10393"/>
                    <a:pt x="11089" y="9956"/>
                  </a:cubicBezTo>
                  <a:lnTo>
                    <a:pt x="11089" y="786"/>
                  </a:lnTo>
                  <a:cubicBezTo>
                    <a:pt x="11089" y="348"/>
                    <a:pt x="10741" y="0"/>
                    <a:pt x="10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4"/>
            <p:cNvSpPr/>
            <p:nvPr/>
          </p:nvSpPr>
          <p:spPr>
            <a:xfrm>
              <a:off x="2166175" y="2987825"/>
              <a:ext cx="200075" cy="215925"/>
            </a:xfrm>
            <a:custGeom>
              <a:avLst/>
              <a:gdLst/>
              <a:ahLst/>
              <a:cxnLst/>
              <a:rect l="l" t="t" r="r" b="b"/>
              <a:pathLst>
                <a:path w="8003" h="8637" extrusionOk="0">
                  <a:moveTo>
                    <a:pt x="3995" y="0"/>
                  </a:moveTo>
                  <a:cubicBezTo>
                    <a:pt x="2615" y="0"/>
                    <a:pt x="1490" y="1128"/>
                    <a:pt x="1490" y="2508"/>
                  </a:cubicBezTo>
                  <a:cubicBezTo>
                    <a:pt x="1490" y="3516"/>
                    <a:pt x="2079" y="4381"/>
                    <a:pt x="2935" y="4782"/>
                  </a:cubicBezTo>
                  <a:cubicBezTo>
                    <a:pt x="1240" y="5246"/>
                    <a:pt x="0" y="6799"/>
                    <a:pt x="0" y="8636"/>
                  </a:cubicBezTo>
                  <a:lnTo>
                    <a:pt x="8003" y="8636"/>
                  </a:lnTo>
                  <a:cubicBezTo>
                    <a:pt x="8003" y="6799"/>
                    <a:pt x="6754" y="5246"/>
                    <a:pt x="5068" y="4782"/>
                  </a:cubicBezTo>
                  <a:cubicBezTo>
                    <a:pt x="5906" y="4381"/>
                    <a:pt x="6495" y="3534"/>
                    <a:pt x="6504" y="2534"/>
                  </a:cubicBezTo>
                  <a:cubicBezTo>
                    <a:pt x="6522" y="1169"/>
                    <a:pt x="5424" y="37"/>
                    <a:pt x="4060" y="1"/>
                  </a:cubicBezTo>
                  <a:cubicBezTo>
                    <a:pt x="4038" y="0"/>
                    <a:pt x="4017" y="0"/>
                    <a:pt x="39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4"/>
            <p:cNvSpPr/>
            <p:nvPr/>
          </p:nvSpPr>
          <p:spPr>
            <a:xfrm>
              <a:off x="2069150" y="3094050"/>
              <a:ext cx="211250" cy="231925"/>
            </a:xfrm>
            <a:custGeom>
              <a:avLst/>
              <a:gdLst/>
              <a:ahLst/>
              <a:cxnLst/>
              <a:rect l="l" t="t" r="r" b="b"/>
              <a:pathLst>
                <a:path w="8450" h="9277" extrusionOk="0">
                  <a:moveTo>
                    <a:pt x="3656" y="1"/>
                  </a:moveTo>
                  <a:cubicBezTo>
                    <a:pt x="3418" y="1"/>
                    <a:pt x="3181" y="106"/>
                    <a:pt x="3025" y="346"/>
                  </a:cubicBezTo>
                  <a:lnTo>
                    <a:pt x="1" y="4441"/>
                  </a:lnTo>
                  <a:lnTo>
                    <a:pt x="1" y="9276"/>
                  </a:lnTo>
                  <a:lnTo>
                    <a:pt x="5773" y="9276"/>
                  </a:lnTo>
                  <a:cubicBezTo>
                    <a:pt x="6254" y="9276"/>
                    <a:pt x="6683" y="8973"/>
                    <a:pt x="6852" y="8527"/>
                  </a:cubicBezTo>
                  <a:lnTo>
                    <a:pt x="8164" y="4994"/>
                  </a:lnTo>
                  <a:cubicBezTo>
                    <a:pt x="8449" y="4245"/>
                    <a:pt x="7887" y="3442"/>
                    <a:pt x="7084" y="3442"/>
                  </a:cubicBezTo>
                  <a:lnTo>
                    <a:pt x="4033" y="3442"/>
                  </a:lnTo>
                  <a:lnTo>
                    <a:pt x="4470" y="890"/>
                  </a:lnTo>
                  <a:cubicBezTo>
                    <a:pt x="4540" y="363"/>
                    <a:pt x="4097" y="1"/>
                    <a:pt x="3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4"/>
            <p:cNvSpPr/>
            <p:nvPr/>
          </p:nvSpPr>
          <p:spPr>
            <a:xfrm>
              <a:off x="2013175" y="3205275"/>
              <a:ext cx="56000" cy="120700"/>
            </a:xfrm>
            <a:custGeom>
              <a:avLst/>
              <a:gdLst/>
              <a:ahLst/>
              <a:cxnLst/>
              <a:rect l="l" t="t" r="r" b="b"/>
              <a:pathLst>
                <a:path w="2240" h="4828" extrusionOk="0">
                  <a:moveTo>
                    <a:pt x="652" y="1"/>
                  </a:moveTo>
                  <a:cubicBezTo>
                    <a:pt x="295" y="1"/>
                    <a:pt x="1" y="295"/>
                    <a:pt x="1" y="652"/>
                  </a:cubicBezTo>
                  <a:lnTo>
                    <a:pt x="1" y="4176"/>
                  </a:lnTo>
                  <a:cubicBezTo>
                    <a:pt x="1" y="4533"/>
                    <a:pt x="295" y="4827"/>
                    <a:pt x="652" y="4827"/>
                  </a:cubicBezTo>
                  <a:lnTo>
                    <a:pt x="2240" y="4827"/>
                  </a:lnTo>
                  <a:lnTo>
                    <a:pt x="22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4"/>
            <p:cNvSpPr/>
            <p:nvPr/>
          </p:nvSpPr>
          <p:spPr>
            <a:xfrm>
              <a:off x="2007600" y="2929625"/>
              <a:ext cx="403475" cy="402575"/>
            </a:xfrm>
            <a:custGeom>
              <a:avLst/>
              <a:gdLst/>
              <a:ahLst/>
              <a:cxnLst/>
              <a:rect l="l" t="t" r="r" b="b"/>
              <a:pathLst>
                <a:path w="16139" h="16103" extrusionOk="0">
                  <a:moveTo>
                    <a:pt x="10340" y="2507"/>
                  </a:moveTo>
                  <a:cubicBezTo>
                    <a:pt x="11607" y="2507"/>
                    <a:pt x="12633" y="3533"/>
                    <a:pt x="12633" y="4800"/>
                  </a:cubicBezTo>
                  <a:cubicBezTo>
                    <a:pt x="12633" y="5683"/>
                    <a:pt x="12115" y="6495"/>
                    <a:pt x="11312" y="6870"/>
                  </a:cubicBezTo>
                  <a:cubicBezTo>
                    <a:pt x="11116" y="6968"/>
                    <a:pt x="11143" y="7262"/>
                    <a:pt x="11357" y="7325"/>
                  </a:cubicBezTo>
                  <a:cubicBezTo>
                    <a:pt x="12918" y="7753"/>
                    <a:pt x="14033" y="9144"/>
                    <a:pt x="14132" y="10750"/>
                  </a:cubicBezTo>
                  <a:lnTo>
                    <a:pt x="10875" y="10750"/>
                  </a:lnTo>
                  <a:cubicBezTo>
                    <a:pt x="10679" y="10188"/>
                    <a:pt x="10144" y="9805"/>
                    <a:pt x="9546" y="9805"/>
                  </a:cubicBezTo>
                  <a:lnTo>
                    <a:pt x="6754" y="9805"/>
                  </a:lnTo>
                  <a:cubicBezTo>
                    <a:pt x="6754" y="9724"/>
                    <a:pt x="6772" y="9662"/>
                    <a:pt x="6798" y="9599"/>
                  </a:cubicBezTo>
                  <a:cubicBezTo>
                    <a:pt x="7236" y="8484"/>
                    <a:pt x="8181" y="7637"/>
                    <a:pt x="9332" y="7325"/>
                  </a:cubicBezTo>
                  <a:cubicBezTo>
                    <a:pt x="9537" y="7262"/>
                    <a:pt x="9564" y="6968"/>
                    <a:pt x="9368" y="6870"/>
                  </a:cubicBezTo>
                  <a:cubicBezTo>
                    <a:pt x="8565" y="6495"/>
                    <a:pt x="8047" y="5683"/>
                    <a:pt x="8047" y="4800"/>
                  </a:cubicBezTo>
                  <a:cubicBezTo>
                    <a:pt x="8047" y="3533"/>
                    <a:pt x="9073" y="2507"/>
                    <a:pt x="10340" y="2507"/>
                  </a:cubicBezTo>
                  <a:close/>
                  <a:moveTo>
                    <a:pt x="6134" y="6832"/>
                  </a:moveTo>
                  <a:cubicBezTo>
                    <a:pt x="6210" y="6832"/>
                    <a:pt x="6282" y="6846"/>
                    <a:pt x="6343" y="6870"/>
                  </a:cubicBezTo>
                  <a:cubicBezTo>
                    <a:pt x="6540" y="6941"/>
                    <a:pt x="6745" y="7137"/>
                    <a:pt x="6709" y="7449"/>
                  </a:cubicBezTo>
                  <a:lnTo>
                    <a:pt x="6281" y="10001"/>
                  </a:lnTo>
                  <a:cubicBezTo>
                    <a:pt x="6272" y="10161"/>
                    <a:pt x="6343" y="10251"/>
                    <a:pt x="6513" y="10277"/>
                  </a:cubicBezTo>
                  <a:lnTo>
                    <a:pt x="9555" y="10277"/>
                  </a:lnTo>
                  <a:cubicBezTo>
                    <a:pt x="10197" y="10277"/>
                    <a:pt x="10634" y="10911"/>
                    <a:pt x="10411" y="11509"/>
                  </a:cubicBezTo>
                  <a:lnTo>
                    <a:pt x="9100" y="15032"/>
                  </a:lnTo>
                  <a:cubicBezTo>
                    <a:pt x="8966" y="15389"/>
                    <a:pt x="8627" y="15630"/>
                    <a:pt x="8244" y="15630"/>
                  </a:cubicBezTo>
                  <a:lnTo>
                    <a:pt x="2713" y="15630"/>
                  </a:lnTo>
                  <a:lnTo>
                    <a:pt x="2713" y="14925"/>
                  </a:lnTo>
                  <a:cubicBezTo>
                    <a:pt x="2713" y="14774"/>
                    <a:pt x="2594" y="14698"/>
                    <a:pt x="2476" y="14698"/>
                  </a:cubicBezTo>
                  <a:cubicBezTo>
                    <a:pt x="2358" y="14698"/>
                    <a:pt x="2240" y="14774"/>
                    <a:pt x="2240" y="14925"/>
                  </a:cubicBezTo>
                  <a:lnTo>
                    <a:pt x="2240" y="15630"/>
                  </a:lnTo>
                  <a:lnTo>
                    <a:pt x="893" y="15630"/>
                  </a:lnTo>
                  <a:cubicBezTo>
                    <a:pt x="661" y="15630"/>
                    <a:pt x="473" y="15443"/>
                    <a:pt x="473" y="15211"/>
                  </a:cubicBezTo>
                  <a:lnTo>
                    <a:pt x="473" y="11696"/>
                  </a:lnTo>
                  <a:cubicBezTo>
                    <a:pt x="473" y="11464"/>
                    <a:pt x="661" y="11286"/>
                    <a:pt x="893" y="11286"/>
                  </a:cubicBezTo>
                  <a:lnTo>
                    <a:pt x="2240" y="11286"/>
                  </a:lnTo>
                  <a:lnTo>
                    <a:pt x="2240" y="13667"/>
                  </a:lnTo>
                  <a:cubicBezTo>
                    <a:pt x="2240" y="13819"/>
                    <a:pt x="2358" y="13895"/>
                    <a:pt x="2476" y="13895"/>
                  </a:cubicBezTo>
                  <a:cubicBezTo>
                    <a:pt x="2594" y="13895"/>
                    <a:pt x="2713" y="13819"/>
                    <a:pt x="2713" y="13667"/>
                  </a:cubicBezTo>
                  <a:lnTo>
                    <a:pt x="2713" y="11107"/>
                  </a:lnTo>
                  <a:lnTo>
                    <a:pt x="5683" y="7084"/>
                  </a:lnTo>
                  <a:cubicBezTo>
                    <a:pt x="5692" y="7075"/>
                    <a:pt x="5692" y="7075"/>
                    <a:pt x="5692" y="7075"/>
                  </a:cubicBezTo>
                  <a:cubicBezTo>
                    <a:pt x="5806" y="6894"/>
                    <a:pt x="5977" y="6832"/>
                    <a:pt x="6134" y="6832"/>
                  </a:cubicBezTo>
                  <a:close/>
                  <a:moveTo>
                    <a:pt x="5594" y="0"/>
                  </a:moveTo>
                  <a:cubicBezTo>
                    <a:pt x="5032" y="0"/>
                    <a:pt x="4568" y="455"/>
                    <a:pt x="4568" y="1026"/>
                  </a:cubicBezTo>
                  <a:lnTo>
                    <a:pt x="4568" y="7780"/>
                  </a:lnTo>
                  <a:lnTo>
                    <a:pt x="2356" y="10777"/>
                  </a:lnTo>
                  <a:lnTo>
                    <a:pt x="893" y="10777"/>
                  </a:lnTo>
                  <a:cubicBezTo>
                    <a:pt x="402" y="10777"/>
                    <a:pt x="1" y="11178"/>
                    <a:pt x="1" y="11669"/>
                  </a:cubicBezTo>
                  <a:lnTo>
                    <a:pt x="1" y="15211"/>
                  </a:lnTo>
                  <a:cubicBezTo>
                    <a:pt x="1" y="15701"/>
                    <a:pt x="402" y="16103"/>
                    <a:pt x="893" y="16103"/>
                  </a:cubicBezTo>
                  <a:lnTo>
                    <a:pt x="8261" y="16103"/>
                  </a:lnTo>
                  <a:cubicBezTo>
                    <a:pt x="8841" y="16103"/>
                    <a:pt x="9359" y="15737"/>
                    <a:pt x="9564" y="15202"/>
                  </a:cubicBezTo>
                  <a:lnTo>
                    <a:pt x="10875" y="11678"/>
                  </a:lnTo>
                  <a:cubicBezTo>
                    <a:pt x="10929" y="11526"/>
                    <a:pt x="10956" y="11375"/>
                    <a:pt x="10965" y="11214"/>
                  </a:cubicBezTo>
                  <a:lnTo>
                    <a:pt x="15113" y="11214"/>
                  </a:lnTo>
                  <a:cubicBezTo>
                    <a:pt x="15675" y="11214"/>
                    <a:pt x="16139" y="10759"/>
                    <a:pt x="16139" y="10197"/>
                  </a:cubicBezTo>
                  <a:lnTo>
                    <a:pt x="16139" y="3408"/>
                  </a:lnTo>
                  <a:cubicBezTo>
                    <a:pt x="16139" y="3252"/>
                    <a:pt x="16021" y="3174"/>
                    <a:pt x="15902" y="3174"/>
                  </a:cubicBezTo>
                  <a:cubicBezTo>
                    <a:pt x="15784" y="3174"/>
                    <a:pt x="15666" y="3252"/>
                    <a:pt x="15666" y="3408"/>
                  </a:cubicBezTo>
                  <a:lnTo>
                    <a:pt x="15666" y="10599"/>
                  </a:lnTo>
                  <a:cubicBezTo>
                    <a:pt x="15666" y="10679"/>
                    <a:pt x="15595" y="10750"/>
                    <a:pt x="15514" y="10750"/>
                  </a:cubicBezTo>
                  <a:lnTo>
                    <a:pt x="14586" y="10750"/>
                  </a:lnTo>
                  <a:cubicBezTo>
                    <a:pt x="14497" y="9118"/>
                    <a:pt x="13471" y="7681"/>
                    <a:pt x="11973" y="7066"/>
                  </a:cubicBezTo>
                  <a:cubicBezTo>
                    <a:pt x="12668" y="6557"/>
                    <a:pt x="13097" y="5737"/>
                    <a:pt x="13097" y="4853"/>
                  </a:cubicBezTo>
                  <a:cubicBezTo>
                    <a:pt x="13097" y="3337"/>
                    <a:pt x="11866" y="2106"/>
                    <a:pt x="10349" y="2106"/>
                  </a:cubicBezTo>
                  <a:cubicBezTo>
                    <a:pt x="8841" y="2106"/>
                    <a:pt x="7610" y="3337"/>
                    <a:pt x="7610" y="4853"/>
                  </a:cubicBezTo>
                  <a:cubicBezTo>
                    <a:pt x="7610" y="5737"/>
                    <a:pt x="8038" y="6557"/>
                    <a:pt x="8734" y="7066"/>
                  </a:cubicBezTo>
                  <a:cubicBezTo>
                    <a:pt x="8074" y="7342"/>
                    <a:pt x="7485" y="7780"/>
                    <a:pt x="7048" y="8333"/>
                  </a:cubicBezTo>
                  <a:lnTo>
                    <a:pt x="7182" y="7530"/>
                  </a:lnTo>
                  <a:cubicBezTo>
                    <a:pt x="7182" y="7530"/>
                    <a:pt x="7182" y="7521"/>
                    <a:pt x="7182" y="7521"/>
                  </a:cubicBezTo>
                  <a:cubicBezTo>
                    <a:pt x="7244" y="7048"/>
                    <a:pt x="6977" y="6611"/>
                    <a:pt x="6513" y="6432"/>
                  </a:cubicBezTo>
                  <a:cubicBezTo>
                    <a:pt x="6389" y="6386"/>
                    <a:pt x="6263" y="6364"/>
                    <a:pt x="6139" y="6364"/>
                  </a:cubicBezTo>
                  <a:cubicBezTo>
                    <a:pt x="5808" y="6364"/>
                    <a:pt x="5497" y="6524"/>
                    <a:pt x="5309" y="6816"/>
                  </a:cubicBezTo>
                  <a:lnTo>
                    <a:pt x="5041" y="7173"/>
                  </a:lnTo>
                  <a:lnTo>
                    <a:pt x="5041" y="616"/>
                  </a:lnTo>
                  <a:cubicBezTo>
                    <a:pt x="5041" y="536"/>
                    <a:pt x="5112" y="473"/>
                    <a:pt x="5193" y="473"/>
                  </a:cubicBezTo>
                  <a:lnTo>
                    <a:pt x="15113" y="473"/>
                  </a:lnTo>
                  <a:cubicBezTo>
                    <a:pt x="15416" y="473"/>
                    <a:pt x="15666" y="723"/>
                    <a:pt x="15666" y="1026"/>
                  </a:cubicBezTo>
                  <a:lnTo>
                    <a:pt x="15666" y="1945"/>
                  </a:lnTo>
                  <a:cubicBezTo>
                    <a:pt x="15666" y="2088"/>
                    <a:pt x="15773" y="2266"/>
                    <a:pt x="15898" y="2329"/>
                  </a:cubicBezTo>
                  <a:cubicBezTo>
                    <a:pt x="15921" y="2340"/>
                    <a:pt x="15946" y="2346"/>
                    <a:pt x="15970" y="2346"/>
                  </a:cubicBezTo>
                  <a:cubicBezTo>
                    <a:pt x="16057" y="2346"/>
                    <a:pt x="16139" y="2277"/>
                    <a:pt x="16139" y="2186"/>
                  </a:cubicBezTo>
                  <a:lnTo>
                    <a:pt x="16139" y="1026"/>
                  </a:lnTo>
                  <a:cubicBezTo>
                    <a:pt x="16139" y="455"/>
                    <a:pt x="15675" y="0"/>
                    <a:pt x="15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45"/>
          <p:cNvSpPr txBox="1">
            <a:spLocks noGrp="1"/>
          </p:cNvSpPr>
          <p:nvPr>
            <p:ph type="title"/>
          </p:nvPr>
        </p:nvSpPr>
        <p:spPr>
          <a:xfrm>
            <a:off x="906450" y="3900025"/>
            <a:ext cx="7331100" cy="633300"/>
          </a:xfrm>
          <a:prstGeom prst="rect">
            <a:avLst/>
          </a:prstGeom>
        </p:spPr>
        <p:txBody>
          <a:bodyPr spcFirstLastPara="1" wrap="square" lIns="91425" tIns="91425" rIns="91425" bIns="144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사진 사용</a:t>
            </a:r>
            <a:endParaRPr dirty="0"/>
          </a:p>
        </p:txBody>
      </p:sp>
      <p:grpSp>
        <p:nvGrpSpPr>
          <p:cNvPr id="3023" name="Google Shape;3023;p45"/>
          <p:cNvGrpSpPr/>
          <p:nvPr/>
        </p:nvGrpSpPr>
        <p:grpSpPr>
          <a:xfrm rot="-566989">
            <a:off x="7719206" y="2603347"/>
            <a:ext cx="425840" cy="494683"/>
            <a:chOff x="5153475" y="3541325"/>
            <a:chExt cx="176600" cy="205150"/>
          </a:xfrm>
        </p:grpSpPr>
        <p:sp>
          <p:nvSpPr>
            <p:cNvPr id="3024" name="Google Shape;3024;p45"/>
            <p:cNvSpPr/>
            <p:nvPr/>
          </p:nvSpPr>
          <p:spPr>
            <a:xfrm>
              <a:off x="5153475" y="3541325"/>
              <a:ext cx="176600" cy="205150"/>
            </a:xfrm>
            <a:custGeom>
              <a:avLst/>
              <a:gdLst/>
              <a:ahLst/>
              <a:cxnLst/>
              <a:rect l="l" t="t" r="r" b="b"/>
              <a:pathLst>
                <a:path w="7064" h="8206" extrusionOk="0">
                  <a:moveTo>
                    <a:pt x="3567" y="0"/>
                  </a:moveTo>
                  <a:cubicBezTo>
                    <a:pt x="2861" y="0"/>
                    <a:pt x="2194" y="294"/>
                    <a:pt x="1632" y="800"/>
                  </a:cubicBezTo>
                  <a:cubicBezTo>
                    <a:pt x="1513" y="919"/>
                    <a:pt x="1394" y="1058"/>
                    <a:pt x="1274" y="1198"/>
                  </a:cubicBezTo>
                  <a:cubicBezTo>
                    <a:pt x="1075" y="1416"/>
                    <a:pt x="916" y="1655"/>
                    <a:pt x="757" y="1934"/>
                  </a:cubicBezTo>
                  <a:cubicBezTo>
                    <a:pt x="697" y="2033"/>
                    <a:pt x="637" y="2153"/>
                    <a:pt x="598" y="2272"/>
                  </a:cubicBezTo>
                  <a:cubicBezTo>
                    <a:pt x="458" y="2570"/>
                    <a:pt x="339" y="2889"/>
                    <a:pt x="240" y="3227"/>
                  </a:cubicBezTo>
                  <a:cubicBezTo>
                    <a:pt x="220" y="3307"/>
                    <a:pt x="200" y="3386"/>
                    <a:pt x="180" y="3466"/>
                  </a:cubicBezTo>
                  <a:cubicBezTo>
                    <a:pt x="140" y="3645"/>
                    <a:pt x="100" y="3804"/>
                    <a:pt x="80" y="3983"/>
                  </a:cubicBezTo>
                  <a:cubicBezTo>
                    <a:pt x="60" y="4142"/>
                    <a:pt x="41" y="4321"/>
                    <a:pt x="21" y="4480"/>
                  </a:cubicBezTo>
                  <a:cubicBezTo>
                    <a:pt x="21" y="4500"/>
                    <a:pt x="21" y="4520"/>
                    <a:pt x="21" y="4540"/>
                  </a:cubicBezTo>
                  <a:cubicBezTo>
                    <a:pt x="1" y="4779"/>
                    <a:pt x="1" y="5057"/>
                    <a:pt x="21" y="5316"/>
                  </a:cubicBezTo>
                  <a:cubicBezTo>
                    <a:pt x="41" y="5455"/>
                    <a:pt x="41" y="5615"/>
                    <a:pt x="80" y="5754"/>
                  </a:cubicBezTo>
                  <a:cubicBezTo>
                    <a:pt x="120" y="6032"/>
                    <a:pt x="200" y="6311"/>
                    <a:pt x="319" y="6570"/>
                  </a:cubicBezTo>
                  <a:cubicBezTo>
                    <a:pt x="379" y="6689"/>
                    <a:pt x="419" y="6788"/>
                    <a:pt x="498" y="6888"/>
                  </a:cubicBezTo>
                  <a:cubicBezTo>
                    <a:pt x="657" y="7166"/>
                    <a:pt x="876" y="7425"/>
                    <a:pt x="1175" y="7624"/>
                  </a:cubicBezTo>
                  <a:cubicBezTo>
                    <a:pt x="1751" y="8057"/>
                    <a:pt x="2754" y="8205"/>
                    <a:pt x="3579" y="8205"/>
                  </a:cubicBezTo>
                  <a:cubicBezTo>
                    <a:pt x="3779" y="8205"/>
                    <a:pt x="3969" y="8197"/>
                    <a:pt x="4139" y="8181"/>
                  </a:cubicBezTo>
                  <a:cubicBezTo>
                    <a:pt x="5631" y="8102"/>
                    <a:pt x="6487" y="7425"/>
                    <a:pt x="6845" y="6410"/>
                  </a:cubicBezTo>
                  <a:cubicBezTo>
                    <a:pt x="6885" y="6291"/>
                    <a:pt x="6925" y="6172"/>
                    <a:pt x="6964" y="6052"/>
                  </a:cubicBezTo>
                  <a:cubicBezTo>
                    <a:pt x="6984" y="5933"/>
                    <a:pt x="7004" y="5814"/>
                    <a:pt x="7024" y="5694"/>
                  </a:cubicBezTo>
                  <a:cubicBezTo>
                    <a:pt x="7044" y="5555"/>
                    <a:pt x="7064" y="5396"/>
                    <a:pt x="7064" y="5256"/>
                  </a:cubicBezTo>
                  <a:cubicBezTo>
                    <a:pt x="7064" y="5177"/>
                    <a:pt x="7064" y="5097"/>
                    <a:pt x="7064" y="5018"/>
                  </a:cubicBezTo>
                  <a:cubicBezTo>
                    <a:pt x="7064" y="4858"/>
                    <a:pt x="7064" y="4679"/>
                    <a:pt x="7064" y="4520"/>
                  </a:cubicBezTo>
                  <a:cubicBezTo>
                    <a:pt x="7064" y="4500"/>
                    <a:pt x="7064" y="4500"/>
                    <a:pt x="7044" y="4480"/>
                  </a:cubicBezTo>
                  <a:cubicBezTo>
                    <a:pt x="7024" y="4142"/>
                    <a:pt x="6945" y="3685"/>
                    <a:pt x="6805" y="3207"/>
                  </a:cubicBezTo>
                  <a:cubicBezTo>
                    <a:pt x="6785" y="3128"/>
                    <a:pt x="6766" y="3028"/>
                    <a:pt x="6746" y="2948"/>
                  </a:cubicBezTo>
                  <a:cubicBezTo>
                    <a:pt x="6706" y="2829"/>
                    <a:pt x="6666" y="2730"/>
                    <a:pt x="6626" y="2610"/>
                  </a:cubicBezTo>
                  <a:cubicBezTo>
                    <a:pt x="6586" y="2491"/>
                    <a:pt x="6527" y="2352"/>
                    <a:pt x="6487" y="2232"/>
                  </a:cubicBezTo>
                  <a:cubicBezTo>
                    <a:pt x="6467" y="2192"/>
                    <a:pt x="6447" y="2133"/>
                    <a:pt x="6407" y="2073"/>
                  </a:cubicBezTo>
                  <a:cubicBezTo>
                    <a:pt x="6348" y="1914"/>
                    <a:pt x="6248" y="1735"/>
                    <a:pt x="6149" y="1576"/>
                  </a:cubicBezTo>
                  <a:cubicBezTo>
                    <a:pt x="5651" y="700"/>
                    <a:pt x="4875" y="4"/>
                    <a:pt x="3701" y="4"/>
                  </a:cubicBezTo>
                  <a:cubicBezTo>
                    <a:pt x="3657" y="1"/>
                    <a:pt x="3612" y="0"/>
                    <a:pt x="3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5"/>
            <p:cNvSpPr/>
            <p:nvPr/>
          </p:nvSpPr>
          <p:spPr>
            <a:xfrm>
              <a:off x="5185325" y="3561300"/>
              <a:ext cx="128350" cy="33225"/>
            </a:xfrm>
            <a:custGeom>
              <a:avLst/>
              <a:gdLst/>
              <a:ahLst/>
              <a:cxnLst/>
              <a:rect l="l" t="t" r="r" b="b"/>
              <a:pathLst>
                <a:path w="5134" h="1329" extrusionOk="0">
                  <a:moveTo>
                    <a:pt x="358" y="1"/>
                  </a:moveTo>
                  <a:cubicBezTo>
                    <a:pt x="239" y="120"/>
                    <a:pt x="120" y="259"/>
                    <a:pt x="0" y="399"/>
                  </a:cubicBezTo>
                  <a:cubicBezTo>
                    <a:pt x="1226" y="1082"/>
                    <a:pt x="2574" y="1329"/>
                    <a:pt x="3957" y="1329"/>
                  </a:cubicBezTo>
                  <a:cubicBezTo>
                    <a:pt x="4347" y="1329"/>
                    <a:pt x="4740" y="1309"/>
                    <a:pt x="5133" y="1274"/>
                  </a:cubicBezTo>
                  <a:cubicBezTo>
                    <a:pt x="5074" y="1115"/>
                    <a:pt x="4974" y="936"/>
                    <a:pt x="4875" y="777"/>
                  </a:cubicBezTo>
                  <a:cubicBezTo>
                    <a:pt x="4570" y="800"/>
                    <a:pt x="4266" y="812"/>
                    <a:pt x="3965" y="812"/>
                  </a:cubicBezTo>
                  <a:cubicBezTo>
                    <a:pt x="2713" y="812"/>
                    <a:pt x="1497" y="594"/>
                    <a:pt x="3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5"/>
            <p:cNvSpPr/>
            <p:nvPr/>
          </p:nvSpPr>
          <p:spPr>
            <a:xfrm>
              <a:off x="5157950" y="3615025"/>
              <a:ext cx="165675" cy="24700"/>
            </a:xfrm>
            <a:custGeom>
              <a:avLst/>
              <a:gdLst/>
              <a:ahLst/>
              <a:cxnLst/>
              <a:rect l="l" t="t" r="r" b="b"/>
              <a:pathLst>
                <a:path w="6627" h="988" extrusionOk="0">
                  <a:moveTo>
                    <a:pt x="6567" y="0"/>
                  </a:moveTo>
                  <a:cubicBezTo>
                    <a:pt x="5483" y="516"/>
                    <a:pt x="4321" y="731"/>
                    <a:pt x="3153" y="731"/>
                  </a:cubicBezTo>
                  <a:cubicBezTo>
                    <a:pt x="2111" y="731"/>
                    <a:pt x="1064" y="560"/>
                    <a:pt x="61" y="279"/>
                  </a:cubicBezTo>
                  <a:cubicBezTo>
                    <a:pt x="41" y="359"/>
                    <a:pt x="21" y="438"/>
                    <a:pt x="1" y="518"/>
                  </a:cubicBezTo>
                  <a:cubicBezTo>
                    <a:pt x="1026" y="816"/>
                    <a:pt x="2086" y="988"/>
                    <a:pt x="3139" y="988"/>
                  </a:cubicBezTo>
                  <a:cubicBezTo>
                    <a:pt x="4332" y="988"/>
                    <a:pt x="5516" y="767"/>
                    <a:pt x="6626" y="259"/>
                  </a:cubicBezTo>
                  <a:cubicBezTo>
                    <a:pt x="6606" y="180"/>
                    <a:pt x="6587" y="80"/>
                    <a:pt x="6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5"/>
            <p:cNvSpPr/>
            <p:nvPr/>
          </p:nvSpPr>
          <p:spPr>
            <a:xfrm>
              <a:off x="5153975" y="3640900"/>
              <a:ext cx="176100" cy="34075"/>
            </a:xfrm>
            <a:custGeom>
              <a:avLst/>
              <a:gdLst/>
              <a:ahLst/>
              <a:cxnLst/>
              <a:rect l="l" t="t" r="r" b="b"/>
              <a:pathLst>
                <a:path w="7044" h="1363" extrusionOk="0">
                  <a:moveTo>
                    <a:pt x="60" y="0"/>
                  </a:moveTo>
                  <a:cubicBezTo>
                    <a:pt x="40" y="159"/>
                    <a:pt x="21" y="338"/>
                    <a:pt x="1" y="497"/>
                  </a:cubicBezTo>
                  <a:cubicBezTo>
                    <a:pt x="1" y="517"/>
                    <a:pt x="1" y="537"/>
                    <a:pt x="1" y="557"/>
                  </a:cubicBezTo>
                  <a:cubicBezTo>
                    <a:pt x="995" y="1074"/>
                    <a:pt x="2169" y="1273"/>
                    <a:pt x="3303" y="1333"/>
                  </a:cubicBezTo>
                  <a:cubicBezTo>
                    <a:pt x="3603" y="1352"/>
                    <a:pt x="3904" y="1362"/>
                    <a:pt x="4206" y="1362"/>
                  </a:cubicBezTo>
                  <a:cubicBezTo>
                    <a:pt x="5163" y="1362"/>
                    <a:pt x="6121" y="1262"/>
                    <a:pt x="7044" y="1035"/>
                  </a:cubicBezTo>
                  <a:cubicBezTo>
                    <a:pt x="7044" y="875"/>
                    <a:pt x="7044" y="696"/>
                    <a:pt x="7044" y="537"/>
                  </a:cubicBezTo>
                  <a:cubicBezTo>
                    <a:pt x="7044" y="517"/>
                    <a:pt x="7044" y="517"/>
                    <a:pt x="7024" y="497"/>
                  </a:cubicBezTo>
                  <a:cubicBezTo>
                    <a:pt x="6078" y="743"/>
                    <a:pt x="4997" y="899"/>
                    <a:pt x="3916" y="899"/>
                  </a:cubicBezTo>
                  <a:cubicBezTo>
                    <a:pt x="2540" y="899"/>
                    <a:pt x="1163" y="646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8" name="Google Shape;3028;p45"/>
          <p:cNvGrpSpPr/>
          <p:nvPr/>
        </p:nvGrpSpPr>
        <p:grpSpPr>
          <a:xfrm>
            <a:off x="1106983" y="3129621"/>
            <a:ext cx="429464" cy="494699"/>
            <a:chOff x="3150425" y="3024575"/>
            <a:chExt cx="130350" cy="150150"/>
          </a:xfrm>
        </p:grpSpPr>
        <p:sp>
          <p:nvSpPr>
            <p:cNvPr id="3029" name="Google Shape;3029;p45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5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5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5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5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5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5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5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46"/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3042" name="Google Shape;3042;p46"/>
          <p:cNvSpPr txBox="1">
            <a:spLocks noGrp="1"/>
          </p:cNvSpPr>
          <p:nvPr>
            <p:ph type="subTitle" idx="1"/>
          </p:nvPr>
        </p:nvSpPr>
        <p:spPr>
          <a:xfrm>
            <a:off x="1703838" y="3660200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043" name="Google Shape;3043;p46"/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4" name="Google Shape;3044;p46"/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3045" name="Google Shape;3045;p46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6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7" name="Google Shape;3047;p46"/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48" name="Google Shape;3048;p46"/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049" name="Google Shape;3049;p46"/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3050" name="Google Shape;3050;p46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6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6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6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6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6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6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6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8" name="Google Shape;3058;p46"/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SEGMENTATION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064" name="Google Shape;3064;p47"/>
          <p:cNvSpPr txBox="1"/>
          <p:nvPr/>
        </p:nvSpPr>
        <p:spPr>
          <a:xfrm>
            <a:off x="720000" y="2888238"/>
            <a:ext cx="15321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VENUS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065" name="Google Shape;3065;p47"/>
          <p:cNvSpPr txBox="1"/>
          <p:nvPr/>
        </p:nvSpPr>
        <p:spPr>
          <a:xfrm>
            <a:off x="720000" y="3358038"/>
            <a:ext cx="15321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066" name="Google Shape;3066;p47"/>
          <p:cNvSpPr txBox="1"/>
          <p:nvPr/>
        </p:nvSpPr>
        <p:spPr>
          <a:xfrm>
            <a:off x="2448975" y="3070288"/>
            <a:ext cx="712500" cy="732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12%</a:t>
            </a:r>
            <a:endParaRPr sz="24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cxnSp>
        <p:nvCxnSpPr>
          <p:cNvPr id="3067" name="Google Shape;3067;p47"/>
          <p:cNvCxnSpPr>
            <a:stCxn id="3066" idx="3"/>
          </p:cNvCxnSpPr>
          <p:nvPr/>
        </p:nvCxnSpPr>
        <p:spPr>
          <a:xfrm>
            <a:off x="3161475" y="3436738"/>
            <a:ext cx="778800" cy="132600"/>
          </a:xfrm>
          <a:prstGeom prst="curvedConnector3">
            <a:avLst>
              <a:gd name="adj1" fmla="val 4722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8" name="Google Shape;3068;p47"/>
          <p:cNvSpPr txBox="1"/>
          <p:nvPr/>
        </p:nvSpPr>
        <p:spPr>
          <a:xfrm>
            <a:off x="720000" y="1310525"/>
            <a:ext cx="15321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JUPITER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069" name="Google Shape;3069;p47"/>
          <p:cNvSpPr txBox="1"/>
          <p:nvPr/>
        </p:nvSpPr>
        <p:spPr>
          <a:xfrm>
            <a:off x="720000" y="1780325"/>
            <a:ext cx="15321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070" name="Google Shape;3070;p47"/>
          <p:cNvSpPr txBox="1"/>
          <p:nvPr/>
        </p:nvSpPr>
        <p:spPr>
          <a:xfrm>
            <a:off x="2448975" y="1492575"/>
            <a:ext cx="712500" cy="732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38%</a:t>
            </a:r>
            <a:endParaRPr sz="24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cxnSp>
        <p:nvCxnSpPr>
          <p:cNvPr id="3071" name="Google Shape;3071;p47"/>
          <p:cNvCxnSpPr>
            <a:stCxn id="3070" idx="3"/>
          </p:cNvCxnSpPr>
          <p:nvPr/>
        </p:nvCxnSpPr>
        <p:spPr>
          <a:xfrm>
            <a:off x="3161475" y="1859025"/>
            <a:ext cx="479100" cy="195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2" name="Google Shape;3072;p47"/>
          <p:cNvSpPr txBox="1"/>
          <p:nvPr/>
        </p:nvSpPr>
        <p:spPr>
          <a:xfrm flipH="1">
            <a:off x="6896725" y="2888238"/>
            <a:ext cx="15321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MERCURY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073" name="Google Shape;3073;p47"/>
          <p:cNvSpPr txBox="1"/>
          <p:nvPr/>
        </p:nvSpPr>
        <p:spPr>
          <a:xfrm flipH="1">
            <a:off x="6896725" y="3358038"/>
            <a:ext cx="15321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074" name="Google Shape;3074;p47"/>
          <p:cNvSpPr txBox="1"/>
          <p:nvPr/>
        </p:nvSpPr>
        <p:spPr>
          <a:xfrm flipH="1">
            <a:off x="6896725" y="1310525"/>
            <a:ext cx="15321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NEPTUNE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075" name="Google Shape;3075;p47"/>
          <p:cNvSpPr txBox="1"/>
          <p:nvPr/>
        </p:nvSpPr>
        <p:spPr>
          <a:xfrm flipH="1">
            <a:off x="6896725" y="1780325"/>
            <a:ext cx="15321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076" name="Google Shape;3076;p47"/>
          <p:cNvSpPr txBox="1"/>
          <p:nvPr/>
        </p:nvSpPr>
        <p:spPr>
          <a:xfrm flipH="1">
            <a:off x="5987350" y="3070288"/>
            <a:ext cx="712500" cy="732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36%</a:t>
            </a:r>
            <a:endParaRPr sz="24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cxnSp>
        <p:nvCxnSpPr>
          <p:cNvPr id="3077" name="Google Shape;3077;p47"/>
          <p:cNvCxnSpPr>
            <a:stCxn id="3076" idx="3"/>
          </p:cNvCxnSpPr>
          <p:nvPr/>
        </p:nvCxnSpPr>
        <p:spPr>
          <a:xfrm flipH="1">
            <a:off x="5317450" y="3436738"/>
            <a:ext cx="669900" cy="864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8" name="Google Shape;3078;p47"/>
          <p:cNvSpPr txBox="1"/>
          <p:nvPr/>
        </p:nvSpPr>
        <p:spPr>
          <a:xfrm flipH="1">
            <a:off x="5987350" y="1492575"/>
            <a:ext cx="712500" cy="732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24%</a:t>
            </a:r>
            <a:endParaRPr sz="24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cxnSp>
        <p:nvCxnSpPr>
          <p:cNvPr id="3079" name="Google Shape;3079;p47"/>
          <p:cNvCxnSpPr>
            <a:stCxn id="3078" idx="3"/>
          </p:cNvCxnSpPr>
          <p:nvPr/>
        </p:nvCxnSpPr>
        <p:spPr>
          <a:xfrm rot="10800000">
            <a:off x="5256550" y="1732725"/>
            <a:ext cx="730800" cy="126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0" name="Google Shape;3080;p47"/>
          <p:cNvSpPr txBox="1"/>
          <p:nvPr/>
        </p:nvSpPr>
        <p:spPr>
          <a:xfrm>
            <a:off x="2274900" y="4057500"/>
            <a:ext cx="45942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4B553A"/>
                </a:solidFill>
                <a:latin typeface="Varela Round"/>
                <a:ea typeface="Varela Round"/>
                <a:cs typeface="Varela Round"/>
                <a:sym typeface="Varela Round"/>
              </a:rPr>
              <a:t>세부설명</a:t>
            </a:r>
            <a:r>
              <a:rPr lang="en-US" altLang="ko-KR" sz="1200" dirty="0">
                <a:solidFill>
                  <a:srgbClr val="4B553A"/>
                </a:solidFill>
                <a:latin typeface="Varela Round"/>
                <a:ea typeface="Varela Round"/>
                <a:cs typeface="Varela Round"/>
                <a:sym typeface="Varela Round"/>
              </a:rPr>
              <a:t>1</a:t>
            </a:r>
            <a:endParaRPr sz="1200" dirty="0">
              <a:solidFill>
                <a:srgbClr val="4B553A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3081" name="Google Shape;3081;p47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2850" y="1248125"/>
            <a:ext cx="2638974" cy="280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48"/>
          <p:cNvSpPr/>
          <p:nvPr/>
        </p:nvSpPr>
        <p:spPr>
          <a:xfrm>
            <a:off x="3454050" y="3080100"/>
            <a:ext cx="2235900" cy="12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7" name="Google Shape;3087;p48"/>
          <p:cNvSpPr/>
          <p:nvPr/>
        </p:nvSpPr>
        <p:spPr>
          <a:xfrm>
            <a:off x="5963000" y="3080100"/>
            <a:ext cx="2235900" cy="12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8" name="Google Shape;3088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VALUES</a:t>
            </a:r>
            <a:endParaRPr/>
          </a:p>
        </p:txBody>
      </p:sp>
      <p:sp>
        <p:nvSpPr>
          <p:cNvPr id="3089" name="Google Shape;3089;p48"/>
          <p:cNvSpPr/>
          <p:nvPr/>
        </p:nvSpPr>
        <p:spPr>
          <a:xfrm>
            <a:off x="945100" y="3080100"/>
            <a:ext cx="2235900" cy="12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0" name="Google Shape;3090;p48"/>
          <p:cNvSpPr txBox="1">
            <a:spLocks noGrp="1"/>
          </p:cNvSpPr>
          <p:nvPr>
            <p:ph type="subTitle" idx="1"/>
          </p:nvPr>
        </p:nvSpPr>
        <p:spPr>
          <a:xfrm>
            <a:off x="1125697" y="31278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3091" name="Google Shape;3091;p48"/>
          <p:cNvSpPr txBox="1">
            <a:spLocks noGrp="1"/>
          </p:cNvSpPr>
          <p:nvPr>
            <p:ph type="subTitle" idx="2"/>
          </p:nvPr>
        </p:nvSpPr>
        <p:spPr>
          <a:xfrm>
            <a:off x="1125700" y="362287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092" name="Google Shape;3092;p48"/>
          <p:cNvSpPr txBox="1">
            <a:spLocks noGrp="1"/>
          </p:cNvSpPr>
          <p:nvPr>
            <p:ph type="subTitle" idx="3"/>
          </p:nvPr>
        </p:nvSpPr>
        <p:spPr>
          <a:xfrm>
            <a:off x="3634647" y="31278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3093" name="Google Shape;3093;p48"/>
          <p:cNvSpPr txBox="1">
            <a:spLocks noGrp="1"/>
          </p:cNvSpPr>
          <p:nvPr>
            <p:ph type="subTitle" idx="4"/>
          </p:nvPr>
        </p:nvSpPr>
        <p:spPr>
          <a:xfrm>
            <a:off x="3634650" y="362287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094" name="Google Shape;3094;p48"/>
          <p:cNvSpPr txBox="1">
            <a:spLocks noGrp="1"/>
          </p:cNvSpPr>
          <p:nvPr>
            <p:ph type="subTitle" idx="5"/>
          </p:nvPr>
        </p:nvSpPr>
        <p:spPr>
          <a:xfrm>
            <a:off x="6143597" y="31278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3095" name="Google Shape;3095;p48"/>
          <p:cNvSpPr txBox="1">
            <a:spLocks noGrp="1"/>
          </p:cNvSpPr>
          <p:nvPr>
            <p:ph type="subTitle" idx="6"/>
          </p:nvPr>
        </p:nvSpPr>
        <p:spPr>
          <a:xfrm>
            <a:off x="6143600" y="362287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096" name="Google Shape;3096;p48"/>
          <p:cNvSpPr/>
          <p:nvPr/>
        </p:nvSpPr>
        <p:spPr>
          <a:xfrm>
            <a:off x="945100" y="1427250"/>
            <a:ext cx="2235900" cy="12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7" name="Google Shape;3097;p48"/>
          <p:cNvSpPr/>
          <p:nvPr/>
        </p:nvSpPr>
        <p:spPr>
          <a:xfrm>
            <a:off x="3454050" y="1427250"/>
            <a:ext cx="2235900" cy="12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8" name="Google Shape;3098;p48"/>
          <p:cNvSpPr/>
          <p:nvPr/>
        </p:nvSpPr>
        <p:spPr>
          <a:xfrm>
            <a:off x="5963000" y="1427250"/>
            <a:ext cx="2235900" cy="12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9" name="Google Shape;3099;p48"/>
          <p:cNvSpPr txBox="1">
            <a:spLocks noGrp="1"/>
          </p:cNvSpPr>
          <p:nvPr>
            <p:ph type="subTitle" idx="7"/>
          </p:nvPr>
        </p:nvSpPr>
        <p:spPr>
          <a:xfrm>
            <a:off x="1125697" y="1473436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3100" name="Google Shape;3100;p48"/>
          <p:cNvSpPr txBox="1">
            <a:spLocks noGrp="1"/>
          </p:cNvSpPr>
          <p:nvPr>
            <p:ph type="subTitle" idx="8"/>
          </p:nvPr>
        </p:nvSpPr>
        <p:spPr>
          <a:xfrm>
            <a:off x="1125700" y="1963328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101" name="Google Shape;3101;p48"/>
          <p:cNvSpPr txBox="1">
            <a:spLocks noGrp="1"/>
          </p:cNvSpPr>
          <p:nvPr>
            <p:ph type="subTitle" idx="9"/>
          </p:nvPr>
        </p:nvSpPr>
        <p:spPr>
          <a:xfrm>
            <a:off x="3634647" y="147342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3102" name="Google Shape;3102;p48"/>
          <p:cNvSpPr txBox="1">
            <a:spLocks noGrp="1"/>
          </p:cNvSpPr>
          <p:nvPr>
            <p:ph type="subTitle" idx="13"/>
          </p:nvPr>
        </p:nvSpPr>
        <p:spPr>
          <a:xfrm>
            <a:off x="3634650" y="197002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103" name="Google Shape;3103;p48"/>
          <p:cNvSpPr txBox="1">
            <a:spLocks noGrp="1"/>
          </p:cNvSpPr>
          <p:nvPr>
            <p:ph type="subTitle" idx="14"/>
          </p:nvPr>
        </p:nvSpPr>
        <p:spPr>
          <a:xfrm>
            <a:off x="6143597" y="147342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3104" name="Google Shape;3104;p48"/>
          <p:cNvSpPr txBox="1">
            <a:spLocks noGrp="1"/>
          </p:cNvSpPr>
          <p:nvPr>
            <p:ph type="subTitle" idx="15"/>
          </p:nvPr>
        </p:nvSpPr>
        <p:spPr>
          <a:xfrm>
            <a:off x="6143600" y="1970025"/>
            <a:ext cx="1874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KPI OVERVIEW</a:t>
            </a:r>
            <a:endParaRPr/>
          </a:p>
        </p:txBody>
      </p:sp>
      <p:grpSp>
        <p:nvGrpSpPr>
          <p:cNvPr id="3110" name="Google Shape;3110;p49"/>
          <p:cNvGrpSpPr/>
          <p:nvPr/>
        </p:nvGrpSpPr>
        <p:grpSpPr>
          <a:xfrm>
            <a:off x="1013579" y="1988047"/>
            <a:ext cx="3586466" cy="2489448"/>
            <a:chOff x="603252" y="830650"/>
            <a:chExt cx="6610998" cy="4588844"/>
          </a:xfrm>
        </p:grpSpPr>
        <p:sp>
          <p:nvSpPr>
            <p:cNvPr id="3111" name="Google Shape;3111;p49"/>
            <p:cNvSpPr/>
            <p:nvPr/>
          </p:nvSpPr>
          <p:spPr>
            <a:xfrm>
              <a:off x="603252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rgbClr val="D5C5B5">
                <a:alpha val="69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9"/>
            <p:cNvSpPr/>
            <p:nvPr/>
          </p:nvSpPr>
          <p:spPr>
            <a:xfrm>
              <a:off x="2737677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rgbClr val="D5C5B5">
                <a:alpha val="69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9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rgbClr val="D5C5B5">
                <a:alpha val="69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9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rgbClr val="D5C5B5">
                <a:alpha val="69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9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rgbClr val="D5C5B5">
                <a:alpha val="69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9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rgbClr val="D5C5B5">
                <a:alpha val="69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7" name="Google Shape;3117;p49"/>
          <p:cNvSpPr/>
          <p:nvPr/>
        </p:nvSpPr>
        <p:spPr>
          <a:xfrm rot="5400000">
            <a:off x="3843911" y="2361510"/>
            <a:ext cx="199768" cy="21264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18" name="Google Shape;3118;p49"/>
          <p:cNvSpPr/>
          <p:nvPr/>
        </p:nvSpPr>
        <p:spPr>
          <a:xfrm rot="5400000">
            <a:off x="2790158" y="3310825"/>
            <a:ext cx="199768" cy="21264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19" name="Google Shape;3119;p49"/>
          <p:cNvSpPr/>
          <p:nvPr/>
        </p:nvSpPr>
        <p:spPr>
          <a:xfrm rot="5400000">
            <a:off x="1423123" y="2473094"/>
            <a:ext cx="199768" cy="21264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120" name="Google Shape;3120;p49"/>
          <p:cNvSpPr/>
          <p:nvPr/>
        </p:nvSpPr>
        <p:spPr>
          <a:xfrm rot="5400000">
            <a:off x="2362948" y="2166416"/>
            <a:ext cx="199768" cy="21264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21" name="Google Shape;3121;p49"/>
          <p:cNvSpPr/>
          <p:nvPr/>
        </p:nvSpPr>
        <p:spPr>
          <a:xfrm rot="5400000">
            <a:off x="2011721" y="3709534"/>
            <a:ext cx="199768" cy="21264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22" name="Google Shape;3122;p49"/>
          <p:cNvSpPr/>
          <p:nvPr/>
        </p:nvSpPr>
        <p:spPr>
          <a:xfrm rot="5400000">
            <a:off x="3511644" y="2832972"/>
            <a:ext cx="199768" cy="21264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123" name="Google Shape;3123;p49"/>
          <p:cNvSpPr txBox="1"/>
          <p:nvPr/>
        </p:nvSpPr>
        <p:spPr>
          <a:xfrm>
            <a:off x="2040750" y="1298825"/>
            <a:ext cx="15321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JUPITER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124" name="Google Shape;3124;p49"/>
          <p:cNvSpPr txBox="1"/>
          <p:nvPr/>
        </p:nvSpPr>
        <p:spPr>
          <a:xfrm>
            <a:off x="5852388" y="1298825"/>
            <a:ext cx="15321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VENUS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125" name="Google Shape;3125;p49"/>
          <p:cNvSpPr/>
          <p:nvPr/>
        </p:nvSpPr>
        <p:spPr>
          <a:xfrm>
            <a:off x="5914625" y="2511675"/>
            <a:ext cx="22158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6" name="Google Shape;3126;p49"/>
          <p:cNvSpPr/>
          <p:nvPr/>
        </p:nvSpPr>
        <p:spPr>
          <a:xfrm>
            <a:off x="5914625" y="2956300"/>
            <a:ext cx="22158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7" name="Google Shape;3127;p49"/>
          <p:cNvGrpSpPr/>
          <p:nvPr/>
        </p:nvGrpSpPr>
        <p:grpSpPr>
          <a:xfrm>
            <a:off x="5914625" y="2432694"/>
            <a:ext cx="1373700" cy="317594"/>
            <a:chOff x="6015800" y="2098369"/>
            <a:chExt cx="1373700" cy="317594"/>
          </a:xfrm>
        </p:grpSpPr>
        <p:sp>
          <p:nvSpPr>
            <p:cNvPr id="3128" name="Google Shape;3128;p49"/>
            <p:cNvSpPr/>
            <p:nvPr/>
          </p:nvSpPr>
          <p:spPr>
            <a:xfrm>
              <a:off x="6015800" y="2177375"/>
              <a:ext cx="1373700" cy="15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29" name="Google Shape;3129;p49"/>
            <p:cNvGrpSpPr/>
            <p:nvPr/>
          </p:nvGrpSpPr>
          <p:grpSpPr>
            <a:xfrm>
              <a:off x="7283331" y="2098369"/>
              <a:ext cx="106169" cy="317594"/>
              <a:chOff x="6977750" y="1530100"/>
              <a:chExt cx="166435" cy="317594"/>
            </a:xfrm>
          </p:grpSpPr>
          <p:sp>
            <p:nvSpPr>
              <p:cNvPr id="3130" name="Google Shape;3130;p49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31" name="Google Shape;3131;p49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32" name="Google Shape;3132;p49"/>
          <p:cNvGrpSpPr/>
          <p:nvPr/>
        </p:nvGrpSpPr>
        <p:grpSpPr>
          <a:xfrm>
            <a:off x="5914625" y="2870906"/>
            <a:ext cx="922500" cy="317594"/>
            <a:chOff x="6015800" y="2536581"/>
            <a:chExt cx="922500" cy="317594"/>
          </a:xfrm>
        </p:grpSpPr>
        <p:sp>
          <p:nvSpPr>
            <p:cNvPr id="3133" name="Google Shape;3133;p49"/>
            <p:cNvSpPr/>
            <p:nvPr/>
          </p:nvSpPr>
          <p:spPr>
            <a:xfrm>
              <a:off x="6015800" y="2622000"/>
              <a:ext cx="922500" cy="159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34" name="Google Shape;3134;p49"/>
            <p:cNvGrpSpPr/>
            <p:nvPr/>
          </p:nvGrpSpPr>
          <p:grpSpPr>
            <a:xfrm>
              <a:off x="6832131" y="2536581"/>
              <a:ext cx="106169" cy="317594"/>
              <a:chOff x="6977750" y="1530100"/>
              <a:chExt cx="166435" cy="317594"/>
            </a:xfrm>
          </p:grpSpPr>
          <p:sp>
            <p:nvSpPr>
              <p:cNvPr id="3135" name="Google Shape;3135;p49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136" name="Google Shape;3136;p49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37" name="Google Shape;3137;p49"/>
          <p:cNvSpPr/>
          <p:nvPr/>
        </p:nvSpPr>
        <p:spPr>
          <a:xfrm>
            <a:off x="5914625" y="2067050"/>
            <a:ext cx="22158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38" name="Google Shape;3138;p49"/>
          <p:cNvGrpSpPr/>
          <p:nvPr/>
        </p:nvGrpSpPr>
        <p:grpSpPr>
          <a:xfrm>
            <a:off x="5914625" y="1988081"/>
            <a:ext cx="1133100" cy="317594"/>
            <a:chOff x="6015800" y="1653756"/>
            <a:chExt cx="1133100" cy="317594"/>
          </a:xfrm>
        </p:grpSpPr>
        <p:sp>
          <p:nvSpPr>
            <p:cNvPr id="3139" name="Google Shape;3139;p49"/>
            <p:cNvSpPr/>
            <p:nvPr/>
          </p:nvSpPr>
          <p:spPr>
            <a:xfrm>
              <a:off x="6015800" y="1732738"/>
              <a:ext cx="1133100" cy="159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0" name="Google Shape;3140;p49"/>
            <p:cNvGrpSpPr/>
            <p:nvPr/>
          </p:nvGrpSpPr>
          <p:grpSpPr>
            <a:xfrm>
              <a:off x="7042731" y="1653756"/>
              <a:ext cx="106169" cy="317594"/>
              <a:chOff x="6977750" y="1530100"/>
              <a:chExt cx="166435" cy="317594"/>
            </a:xfrm>
          </p:grpSpPr>
          <p:sp>
            <p:nvSpPr>
              <p:cNvPr id="3141" name="Google Shape;3141;p49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142" name="Google Shape;3142;p49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3" name="Google Shape;3143;p49"/>
          <p:cNvSpPr txBox="1"/>
          <p:nvPr/>
        </p:nvSpPr>
        <p:spPr>
          <a:xfrm>
            <a:off x="5106475" y="1988025"/>
            <a:ext cx="591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65%</a:t>
            </a:r>
            <a:endParaRPr sz="22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144" name="Google Shape;3144;p49"/>
          <p:cNvSpPr txBox="1"/>
          <p:nvPr/>
        </p:nvSpPr>
        <p:spPr>
          <a:xfrm>
            <a:off x="5106475" y="2432638"/>
            <a:ext cx="591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80%</a:t>
            </a:r>
            <a:endParaRPr sz="22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145" name="Google Shape;3145;p49"/>
          <p:cNvSpPr txBox="1"/>
          <p:nvPr/>
        </p:nvSpPr>
        <p:spPr>
          <a:xfrm>
            <a:off x="5106475" y="2877263"/>
            <a:ext cx="591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45%</a:t>
            </a:r>
            <a:endParaRPr sz="22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grpSp>
        <p:nvGrpSpPr>
          <p:cNvPr id="3146" name="Google Shape;3146;p49"/>
          <p:cNvGrpSpPr/>
          <p:nvPr/>
        </p:nvGrpSpPr>
        <p:grpSpPr>
          <a:xfrm>
            <a:off x="5202757" y="3462183"/>
            <a:ext cx="1015500" cy="1015500"/>
            <a:chOff x="5273400" y="3640500"/>
            <a:chExt cx="823200" cy="823200"/>
          </a:xfrm>
        </p:grpSpPr>
        <p:sp>
          <p:nvSpPr>
            <p:cNvPr id="3147" name="Google Shape;3147;p49"/>
            <p:cNvSpPr/>
            <p:nvPr/>
          </p:nvSpPr>
          <p:spPr>
            <a:xfrm rot="5400000">
              <a:off x="5301346" y="3697270"/>
              <a:ext cx="767406" cy="709672"/>
            </a:xfrm>
            <a:custGeom>
              <a:avLst/>
              <a:gdLst/>
              <a:ahLst/>
              <a:cxnLst/>
              <a:rect l="l" t="t" r="r" b="b"/>
              <a:pathLst>
                <a:path w="19845" h="18352" extrusionOk="0">
                  <a:moveTo>
                    <a:pt x="10313" y="652"/>
                  </a:moveTo>
                  <a:cubicBezTo>
                    <a:pt x="10464" y="652"/>
                    <a:pt x="10616" y="656"/>
                    <a:pt x="10769" y="663"/>
                  </a:cubicBezTo>
                  <a:cubicBezTo>
                    <a:pt x="10816" y="694"/>
                    <a:pt x="10863" y="726"/>
                    <a:pt x="10942" y="726"/>
                  </a:cubicBezTo>
                  <a:cubicBezTo>
                    <a:pt x="14468" y="1008"/>
                    <a:pt x="17368" y="3657"/>
                    <a:pt x="18355" y="7011"/>
                  </a:cubicBezTo>
                  <a:cubicBezTo>
                    <a:pt x="19421" y="10663"/>
                    <a:pt x="17901" y="14472"/>
                    <a:pt x="14656" y="16463"/>
                  </a:cubicBezTo>
                  <a:cubicBezTo>
                    <a:pt x="13295" y="17297"/>
                    <a:pt x="11780" y="17676"/>
                    <a:pt x="10274" y="17676"/>
                  </a:cubicBezTo>
                  <a:cubicBezTo>
                    <a:pt x="5330" y="17676"/>
                    <a:pt x="484" y="13591"/>
                    <a:pt x="1506" y="8124"/>
                  </a:cubicBezTo>
                  <a:cubicBezTo>
                    <a:pt x="2324" y="3685"/>
                    <a:pt x="5953" y="652"/>
                    <a:pt x="10313" y="652"/>
                  </a:cubicBezTo>
                  <a:close/>
                  <a:moveTo>
                    <a:pt x="10212" y="1"/>
                  </a:moveTo>
                  <a:cubicBezTo>
                    <a:pt x="6224" y="1"/>
                    <a:pt x="2765" y="2434"/>
                    <a:pt x="1333" y="6290"/>
                  </a:cubicBezTo>
                  <a:cubicBezTo>
                    <a:pt x="1" y="9911"/>
                    <a:pt x="973" y="13845"/>
                    <a:pt x="4045" y="16243"/>
                  </a:cubicBezTo>
                  <a:cubicBezTo>
                    <a:pt x="5789" y="17610"/>
                    <a:pt x="7989" y="18351"/>
                    <a:pt x="10192" y="18351"/>
                  </a:cubicBezTo>
                  <a:cubicBezTo>
                    <a:pt x="11474" y="18351"/>
                    <a:pt x="12757" y="18100"/>
                    <a:pt x="13951" y="17576"/>
                  </a:cubicBezTo>
                  <a:cubicBezTo>
                    <a:pt x="17587" y="15945"/>
                    <a:pt x="19845" y="12105"/>
                    <a:pt x="19265" y="8140"/>
                  </a:cubicBezTo>
                  <a:cubicBezTo>
                    <a:pt x="18685" y="4174"/>
                    <a:pt x="15628" y="835"/>
                    <a:pt x="11694" y="177"/>
                  </a:cubicBezTo>
                  <a:cubicBezTo>
                    <a:pt x="11631" y="114"/>
                    <a:pt x="11569" y="83"/>
                    <a:pt x="11490" y="83"/>
                  </a:cubicBezTo>
                  <a:cubicBezTo>
                    <a:pt x="11059" y="28"/>
                    <a:pt x="10633" y="1"/>
                    <a:pt x="10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49"/>
            <p:cNvSpPr/>
            <p:nvPr/>
          </p:nvSpPr>
          <p:spPr>
            <a:xfrm rot="-5400000">
              <a:off x="5273400" y="3640500"/>
              <a:ext cx="823200" cy="823200"/>
            </a:xfrm>
            <a:prstGeom prst="blockArc">
              <a:avLst>
                <a:gd name="adj1" fmla="val 10800000"/>
                <a:gd name="adj2" fmla="val 87770"/>
                <a:gd name="adj3" fmla="val 1581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9" name="Google Shape;3149;p49"/>
          <p:cNvSpPr txBox="1"/>
          <p:nvPr/>
        </p:nvSpPr>
        <p:spPr>
          <a:xfrm>
            <a:off x="5355753" y="3766525"/>
            <a:ext cx="7095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50%</a:t>
            </a:r>
            <a:endParaRPr sz="22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150" name="Google Shape;3150;p49"/>
          <p:cNvSpPr txBox="1"/>
          <p:nvPr/>
        </p:nvSpPr>
        <p:spPr>
          <a:xfrm>
            <a:off x="6526325" y="3462075"/>
            <a:ext cx="1604100" cy="1015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50"/>
          <p:cNvSpPr/>
          <p:nvPr/>
        </p:nvSpPr>
        <p:spPr>
          <a:xfrm>
            <a:off x="5924975" y="3529925"/>
            <a:ext cx="2392800" cy="799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50"/>
          <p:cNvSpPr/>
          <p:nvPr/>
        </p:nvSpPr>
        <p:spPr>
          <a:xfrm>
            <a:off x="6567724" y="2111082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157" name="Google Shape;3157;p50"/>
          <p:cNvSpPr/>
          <p:nvPr/>
        </p:nvSpPr>
        <p:spPr>
          <a:xfrm>
            <a:off x="7210472" y="2111082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158" name="Google Shape;3158;p50"/>
          <p:cNvSpPr/>
          <p:nvPr/>
        </p:nvSpPr>
        <p:spPr>
          <a:xfrm>
            <a:off x="7853221" y="2111082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159" name="Google Shape;3159;p50"/>
          <p:cNvSpPr/>
          <p:nvPr/>
        </p:nvSpPr>
        <p:spPr>
          <a:xfrm>
            <a:off x="5924975" y="2111082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160" name="Google Shape;3160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CUSTOMER AUDIENCES</a:t>
            </a:r>
            <a:endParaRPr/>
          </a:p>
        </p:txBody>
      </p:sp>
      <p:sp>
        <p:nvSpPr>
          <p:cNvPr id="3161" name="Google Shape;3161;p50"/>
          <p:cNvSpPr/>
          <p:nvPr/>
        </p:nvSpPr>
        <p:spPr>
          <a:xfrm>
            <a:off x="1077400" y="2345488"/>
            <a:ext cx="630451" cy="671081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3162" name="Google Shape;3162;p50"/>
          <p:cNvGrpSpPr/>
          <p:nvPr/>
        </p:nvGrpSpPr>
        <p:grpSpPr>
          <a:xfrm>
            <a:off x="1226170" y="2467600"/>
            <a:ext cx="333002" cy="426594"/>
            <a:chOff x="5805866" y="1983430"/>
            <a:chExt cx="284958" cy="365079"/>
          </a:xfrm>
        </p:grpSpPr>
        <p:sp>
          <p:nvSpPr>
            <p:cNvPr id="3163" name="Google Shape;3163;p50"/>
            <p:cNvSpPr/>
            <p:nvPr/>
          </p:nvSpPr>
          <p:spPr>
            <a:xfrm>
              <a:off x="5811266" y="2225811"/>
              <a:ext cx="274261" cy="117297"/>
            </a:xfrm>
            <a:custGeom>
              <a:avLst/>
              <a:gdLst/>
              <a:ahLst/>
              <a:cxnLst/>
              <a:rect l="l" t="t" r="r" b="b"/>
              <a:pathLst>
                <a:path w="10461" h="4474" extrusionOk="0">
                  <a:moveTo>
                    <a:pt x="3582" y="1"/>
                  </a:moveTo>
                  <a:cubicBezTo>
                    <a:pt x="3499" y="124"/>
                    <a:pt x="3376" y="211"/>
                    <a:pt x="3235" y="254"/>
                  </a:cubicBezTo>
                  <a:lnTo>
                    <a:pt x="939" y="928"/>
                  </a:lnTo>
                  <a:cubicBezTo>
                    <a:pt x="381" y="1091"/>
                    <a:pt x="0" y="1602"/>
                    <a:pt x="0" y="2185"/>
                  </a:cubicBezTo>
                  <a:lnTo>
                    <a:pt x="0" y="4474"/>
                  </a:lnTo>
                  <a:lnTo>
                    <a:pt x="10460" y="4474"/>
                  </a:lnTo>
                  <a:lnTo>
                    <a:pt x="10460" y="2181"/>
                  </a:lnTo>
                  <a:cubicBezTo>
                    <a:pt x="10460" y="1602"/>
                    <a:pt x="10076" y="1091"/>
                    <a:pt x="9522" y="928"/>
                  </a:cubicBezTo>
                  <a:lnTo>
                    <a:pt x="7226" y="254"/>
                  </a:lnTo>
                  <a:cubicBezTo>
                    <a:pt x="7085" y="211"/>
                    <a:pt x="6961" y="124"/>
                    <a:pt x="68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50"/>
            <p:cNvSpPr/>
            <p:nvPr/>
          </p:nvSpPr>
          <p:spPr>
            <a:xfrm>
              <a:off x="5880769" y="2285927"/>
              <a:ext cx="135151" cy="57180"/>
            </a:xfrm>
            <a:custGeom>
              <a:avLst/>
              <a:gdLst/>
              <a:ahLst/>
              <a:cxnLst/>
              <a:rect l="l" t="t" r="r" b="b"/>
              <a:pathLst>
                <a:path w="5155" h="2181" extrusionOk="0">
                  <a:moveTo>
                    <a:pt x="2579" y="0"/>
                  </a:moveTo>
                  <a:cubicBezTo>
                    <a:pt x="1304" y="0"/>
                    <a:pt x="214" y="920"/>
                    <a:pt x="1" y="2181"/>
                  </a:cubicBezTo>
                  <a:lnTo>
                    <a:pt x="5154" y="2181"/>
                  </a:lnTo>
                  <a:cubicBezTo>
                    <a:pt x="4941" y="920"/>
                    <a:pt x="3854" y="0"/>
                    <a:pt x="25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50"/>
            <p:cNvSpPr/>
            <p:nvPr/>
          </p:nvSpPr>
          <p:spPr>
            <a:xfrm>
              <a:off x="5999744" y="1988804"/>
              <a:ext cx="68690" cy="68585"/>
            </a:xfrm>
            <a:custGeom>
              <a:avLst/>
              <a:gdLst/>
              <a:ahLst/>
              <a:cxnLst/>
              <a:rect l="l" t="t" r="r" b="b"/>
              <a:pathLst>
                <a:path w="2620" h="2616" extrusionOk="0">
                  <a:moveTo>
                    <a:pt x="1312" y="1"/>
                  </a:moveTo>
                  <a:cubicBezTo>
                    <a:pt x="587" y="1"/>
                    <a:pt x="1" y="588"/>
                    <a:pt x="1" y="1308"/>
                  </a:cubicBezTo>
                  <a:cubicBezTo>
                    <a:pt x="1" y="2029"/>
                    <a:pt x="587" y="2616"/>
                    <a:pt x="1312" y="2616"/>
                  </a:cubicBezTo>
                  <a:cubicBezTo>
                    <a:pt x="2032" y="2616"/>
                    <a:pt x="2619" y="2029"/>
                    <a:pt x="2619" y="1308"/>
                  </a:cubicBezTo>
                  <a:cubicBezTo>
                    <a:pt x="2619" y="588"/>
                    <a:pt x="2032" y="1"/>
                    <a:pt x="1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50"/>
            <p:cNvSpPr/>
            <p:nvPr/>
          </p:nvSpPr>
          <p:spPr>
            <a:xfrm>
              <a:off x="6022632" y="2011692"/>
              <a:ext cx="22914" cy="22809"/>
            </a:xfrm>
            <a:custGeom>
              <a:avLst/>
              <a:gdLst/>
              <a:ahLst/>
              <a:cxnLst/>
              <a:rect l="l" t="t" r="r" b="b"/>
              <a:pathLst>
                <a:path w="874" h="870" extrusionOk="0">
                  <a:moveTo>
                    <a:pt x="439" y="1"/>
                  </a:moveTo>
                  <a:cubicBezTo>
                    <a:pt x="196" y="1"/>
                    <a:pt x="0" y="196"/>
                    <a:pt x="0" y="435"/>
                  </a:cubicBezTo>
                  <a:cubicBezTo>
                    <a:pt x="0" y="674"/>
                    <a:pt x="196" y="870"/>
                    <a:pt x="439" y="870"/>
                  </a:cubicBezTo>
                  <a:cubicBezTo>
                    <a:pt x="678" y="870"/>
                    <a:pt x="873" y="674"/>
                    <a:pt x="873" y="435"/>
                  </a:cubicBezTo>
                  <a:cubicBezTo>
                    <a:pt x="873" y="196"/>
                    <a:pt x="678" y="1"/>
                    <a:pt x="4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50"/>
            <p:cNvSpPr/>
            <p:nvPr/>
          </p:nvSpPr>
          <p:spPr>
            <a:xfrm>
              <a:off x="5828360" y="1988804"/>
              <a:ext cx="68585" cy="68585"/>
            </a:xfrm>
            <a:custGeom>
              <a:avLst/>
              <a:gdLst/>
              <a:ahLst/>
              <a:cxnLst/>
              <a:rect l="l" t="t" r="r" b="b"/>
              <a:pathLst>
                <a:path w="2616" h="2616" extrusionOk="0">
                  <a:moveTo>
                    <a:pt x="1308" y="1"/>
                  </a:moveTo>
                  <a:cubicBezTo>
                    <a:pt x="587" y="1"/>
                    <a:pt x="0" y="588"/>
                    <a:pt x="0" y="1308"/>
                  </a:cubicBezTo>
                  <a:cubicBezTo>
                    <a:pt x="0" y="2029"/>
                    <a:pt x="587" y="2616"/>
                    <a:pt x="1308" y="2616"/>
                  </a:cubicBezTo>
                  <a:cubicBezTo>
                    <a:pt x="2032" y="2616"/>
                    <a:pt x="2615" y="2029"/>
                    <a:pt x="2615" y="1308"/>
                  </a:cubicBezTo>
                  <a:cubicBezTo>
                    <a:pt x="2615" y="588"/>
                    <a:pt x="2032" y="1"/>
                    <a:pt x="13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50"/>
            <p:cNvSpPr/>
            <p:nvPr/>
          </p:nvSpPr>
          <p:spPr>
            <a:xfrm>
              <a:off x="5851248" y="2011692"/>
              <a:ext cx="22809" cy="22809"/>
            </a:xfrm>
            <a:custGeom>
              <a:avLst/>
              <a:gdLst/>
              <a:ahLst/>
              <a:cxnLst/>
              <a:rect l="l" t="t" r="r" b="b"/>
              <a:pathLst>
                <a:path w="870" h="870" extrusionOk="0">
                  <a:moveTo>
                    <a:pt x="435" y="1"/>
                  </a:moveTo>
                  <a:cubicBezTo>
                    <a:pt x="196" y="1"/>
                    <a:pt x="0" y="196"/>
                    <a:pt x="0" y="435"/>
                  </a:cubicBezTo>
                  <a:cubicBezTo>
                    <a:pt x="0" y="674"/>
                    <a:pt x="196" y="870"/>
                    <a:pt x="435" y="870"/>
                  </a:cubicBezTo>
                  <a:cubicBezTo>
                    <a:pt x="674" y="870"/>
                    <a:pt x="869" y="674"/>
                    <a:pt x="869" y="435"/>
                  </a:cubicBezTo>
                  <a:cubicBezTo>
                    <a:pt x="869" y="196"/>
                    <a:pt x="674" y="1"/>
                    <a:pt x="4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50"/>
            <p:cNvSpPr/>
            <p:nvPr/>
          </p:nvSpPr>
          <p:spPr>
            <a:xfrm>
              <a:off x="5831218" y="2000209"/>
              <a:ext cx="234358" cy="234358"/>
            </a:xfrm>
            <a:custGeom>
              <a:avLst/>
              <a:gdLst/>
              <a:ahLst/>
              <a:cxnLst/>
              <a:rect l="l" t="t" r="r" b="b"/>
              <a:pathLst>
                <a:path w="8939" h="8939" extrusionOk="0">
                  <a:moveTo>
                    <a:pt x="4469" y="1"/>
                  </a:moveTo>
                  <a:cubicBezTo>
                    <a:pt x="2003" y="1"/>
                    <a:pt x="0" y="2003"/>
                    <a:pt x="0" y="4470"/>
                  </a:cubicBezTo>
                  <a:cubicBezTo>
                    <a:pt x="0" y="6936"/>
                    <a:pt x="2003" y="8939"/>
                    <a:pt x="4469" y="8939"/>
                  </a:cubicBezTo>
                  <a:cubicBezTo>
                    <a:pt x="6936" y="8939"/>
                    <a:pt x="8938" y="6936"/>
                    <a:pt x="8938" y="4470"/>
                  </a:cubicBezTo>
                  <a:cubicBezTo>
                    <a:pt x="8938" y="2003"/>
                    <a:pt x="6936" y="1"/>
                    <a:pt x="44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50"/>
            <p:cNvSpPr/>
            <p:nvPr/>
          </p:nvSpPr>
          <p:spPr>
            <a:xfrm>
              <a:off x="5874136" y="2051674"/>
              <a:ext cx="148522" cy="148627"/>
            </a:xfrm>
            <a:custGeom>
              <a:avLst/>
              <a:gdLst/>
              <a:ahLst/>
              <a:cxnLst/>
              <a:rect l="l" t="t" r="r" b="b"/>
              <a:pathLst>
                <a:path w="5665" h="5669" extrusionOk="0">
                  <a:moveTo>
                    <a:pt x="2832" y="0"/>
                  </a:moveTo>
                  <a:cubicBezTo>
                    <a:pt x="1268" y="0"/>
                    <a:pt x="0" y="1268"/>
                    <a:pt x="0" y="2833"/>
                  </a:cubicBezTo>
                  <a:cubicBezTo>
                    <a:pt x="0" y="4397"/>
                    <a:pt x="1268" y="5668"/>
                    <a:pt x="2832" y="5668"/>
                  </a:cubicBezTo>
                  <a:cubicBezTo>
                    <a:pt x="4397" y="5668"/>
                    <a:pt x="5664" y="4397"/>
                    <a:pt x="5664" y="2833"/>
                  </a:cubicBezTo>
                  <a:cubicBezTo>
                    <a:pt x="5664" y="1268"/>
                    <a:pt x="4397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50"/>
            <p:cNvSpPr/>
            <p:nvPr/>
          </p:nvSpPr>
          <p:spPr>
            <a:xfrm>
              <a:off x="5922638" y="2145952"/>
              <a:ext cx="51491" cy="22835"/>
            </a:xfrm>
            <a:custGeom>
              <a:avLst/>
              <a:gdLst/>
              <a:ahLst/>
              <a:cxnLst/>
              <a:rect l="l" t="t" r="r" b="b"/>
              <a:pathLst>
                <a:path w="1964" h="871" extrusionOk="0">
                  <a:moveTo>
                    <a:pt x="1" y="1"/>
                  </a:moveTo>
                  <a:cubicBezTo>
                    <a:pt x="1" y="483"/>
                    <a:pt x="439" y="870"/>
                    <a:pt x="982" y="870"/>
                  </a:cubicBezTo>
                  <a:cubicBezTo>
                    <a:pt x="1522" y="870"/>
                    <a:pt x="1964" y="483"/>
                    <a:pt x="19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50"/>
            <p:cNvSpPr/>
            <p:nvPr/>
          </p:nvSpPr>
          <p:spPr>
            <a:xfrm>
              <a:off x="5919807" y="2034580"/>
              <a:ext cx="57180" cy="34319"/>
            </a:xfrm>
            <a:custGeom>
              <a:avLst/>
              <a:gdLst/>
              <a:ahLst/>
              <a:cxnLst/>
              <a:rect l="l" t="t" r="r" b="b"/>
              <a:pathLst>
                <a:path w="2181" h="1309" extrusionOk="0">
                  <a:moveTo>
                    <a:pt x="652" y="1"/>
                  </a:moveTo>
                  <a:cubicBezTo>
                    <a:pt x="293" y="1"/>
                    <a:pt x="0" y="294"/>
                    <a:pt x="0" y="656"/>
                  </a:cubicBezTo>
                  <a:cubicBezTo>
                    <a:pt x="0" y="1015"/>
                    <a:pt x="293" y="1308"/>
                    <a:pt x="652" y="1308"/>
                  </a:cubicBezTo>
                  <a:lnTo>
                    <a:pt x="1525" y="1308"/>
                  </a:lnTo>
                  <a:cubicBezTo>
                    <a:pt x="1887" y="1308"/>
                    <a:pt x="2180" y="1015"/>
                    <a:pt x="2180" y="656"/>
                  </a:cubicBezTo>
                  <a:cubicBezTo>
                    <a:pt x="2180" y="294"/>
                    <a:pt x="1887" y="1"/>
                    <a:pt x="1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50"/>
            <p:cNvSpPr/>
            <p:nvPr/>
          </p:nvSpPr>
          <p:spPr>
            <a:xfrm>
              <a:off x="5936979" y="2023097"/>
              <a:ext cx="22809" cy="22914"/>
            </a:xfrm>
            <a:custGeom>
              <a:avLst/>
              <a:gdLst/>
              <a:ahLst/>
              <a:cxnLst/>
              <a:rect l="l" t="t" r="r" b="b"/>
              <a:pathLst>
                <a:path w="870" h="874" extrusionOk="0">
                  <a:moveTo>
                    <a:pt x="435" y="0"/>
                  </a:moveTo>
                  <a:cubicBezTo>
                    <a:pt x="193" y="0"/>
                    <a:pt x="1" y="196"/>
                    <a:pt x="1" y="435"/>
                  </a:cubicBezTo>
                  <a:cubicBezTo>
                    <a:pt x="1" y="678"/>
                    <a:pt x="193" y="873"/>
                    <a:pt x="435" y="873"/>
                  </a:cubicBezTo>
                  <a:cubicBezTo>
                    <a:pt x="674" y="873"/>
                    <a:pt x="870" y="678"/>
                    <a:pt x="870" y="435"/>
                  </a:cubicBezTo>
                  <a:cubicBezTo>
                    <a:pt x="870" y="196"/>
                    <a:pt x="674" y="0"/>
                    <a:pt x="4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50"/>
            <p:cNvSpPr/>
            <p:nvPr/>
          </p:nvSpPr>
          <p:spPr>
            <a:xfrm>
              <a:off x="5908796" y="2109195"/>
              <a:ext cx="10644" cy="16386"/>
            </a:xfrm>
            <a:custGeom>
              <a:avLst/>
              <a:gdLst/>
              <a:ahLst/>
              <a:cxnLst/>
              <a:rect l="l" t="t" r="r" b="b"/>
              <a:pathLst>
                <a:path w="406" h="625" extrusionOk="0">
                  <a:moveTo>
                    <a:pt x="203" y="0"/>
                  </a:moveTo>
                  <a:cubicBezTo>
                    <a:pt x="101" y="0"/>
                    <a:pt x="0" y="68"/>
                    <a:pt x="0" y="204"/>
                  </a:cubicBezTo>
                  <a:lnTo>
                    <a:pt x="0" y="421"/>
                  </a:lnTo>
                  <a:cubicBezTo>
                    <a:pt x="0" y="534"/>
                    <a:pt x="91" y="624"/>
                    <a:pt x="203" y="624"/>
                  </a:cubicBezTo>
                  <a:cubicBezTo>
                    <a:pt x="315" y="624"/>
                    <a:pt x="406" y="534"/>
                    <a:pt x="406" y="421"/>
                  </a:cubicBezTo>
                  <a:lnTo>
                    <a:pt x="406" y="204"/>
                  </a:lnTo>
                  <a:cubicBezTo>
                    <a:pt x="406" y="68"/>
                    <a:pt x="30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50"/>
            <p:cNvSpPr/>
            <p:nvPr/>
          </p:nvSpPr>
          <p:spPr>
            <a:xfrm>
              <a:off x="5977328" y="2109195"/>
              <a:ext cx="10671" cy="16412"/>
            </a:xfrm>
            <a:custGeom>
              <a:avLst/>
              <a:gdLst/>
              <a:ahLst/>
              <a:cxnLst/>
              <a:rect l="l" t="t" r="r" b="b"/>
              <a:pathLst>
                <a:path w="407" h="626" extrusionOk="0">
                  <a:moveTo>
                    <a:pt x="204" y="0"/>
                  </a:moveTo>
                  <a:cubicBezTo>
                    <a:pt x="102" y="0"/>
                    <a:pt x="1" y="68"/>
                    <a:pt x="1" y="204"/>
                  </a:cubicBezTo>
                  <a:lnTo>
                    <a:pt x="1" y="421"/>
                  </a:lnTo>
                  <a:cubicBezTo>
                    <a:pt x="1" y="557"/>
                    <a:pt x="102" y="625"/>
                    <a:pt x="204" y="625"/>
                  </a:cubicBezTo>
                  <a:cubicBezTo>
                    <a:pt x="305" y="625"/>
                    <a:pt x="407" y="557"/>
                    <a:pt x="407" y="421"/>
                  </a:cubicBezTo>
                  <a:lnTo>
                    <a:pt x="407" y="204"/>
                  </a:lnTo>
                  <a:cubicBezTo>
                    <a:pt x="407" y="68"/>
                    <a:pt x="30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50"/>
            <p:cNvSpPr/>
            <p:nvPr/>
          </p:nvSpPr>
          <p:spPr>
            <a:xfrm>
              <a:off x="5805866" y="1983430"/>
              <a:ext cx="284958" cy="364948"/>
            </a:xfrm>
            <a:custGeom>
              <a:avLst/>
              <a:gdLst/>
              <a:ahLst/>
              <a:cxnLst/>
              <a:rect l="l" t="t" r="r" b="b"/>
              <a:pathLst>
                <a:path w="10869" h="13920" extrusionOk="0">
                  <a:moveTo>
                    <a:pt x="2163" y="1276"/>
                  </a:moveTo>
                  <a:cubicBezTo>
                    <a:pt x="2305" y="1276"/>
                    <a:pt x="2435" y="1408"/>
                    <a:pt x="2394" y="1568"/>
                  </a:cubicBezTo>
                  <a:lnTo>
                    <a:pt x="2390" y="1568"/>
                  </a:lnTo>
                  <a:cubicBezTo>
                    <a:pt x="2325" y="1626"/>
                    <a:pt x="2264" y="1684"/>
                    <a:pt x="2202" y="1742"/>
                  </a:cubicBezTo>
                  <a:cubicBezTo>
                    <a:pt x="2188" y="1745"/>
                    <a:pt x="2177" y="1745"/>
                    <a:pt x="2166" y="1745"/>
                  </a:cubicBezTo>
                  <a:cubicBezTo>
                    <a:pt x="1945" y="1745"/>
                    <a:pt x="1847" y="1463"/>
                    <a:pt x="2021" y="1325"/>
                  </a:cubicBezTo>
                  <a:cubicBezTo>
                    <a:pt x="2066" y="1291"/>
                    <a:pt x="2115" y="1276"/>
                    <a:pt x="2163" y="1276"/>
                  </a:cubicBezTo>
                  <a:close/>
                  <a:moveTo>
                    <a:pt x="8706" y="1281"/>
                  </a:moveTo>
                  <a:cubicBezTo>
                    <a:pt x="8763" y="1281"/>
                    <a:pt x="8821" y="1302"/>
                    <a:pt x="8870" y="1350"/>
                  </a:cubicBezTo>
                  <a:cubicBezTo>
                    <a:pt x="9015" y="1495"/>
                    <a:pt x="8913" y="1745"/>
                    <a:pt x="8707" y="1745"/>
                  </a:cubicBezTo>
                  <a:cubicBezTo>
                    <a:pt x="8692" y="1745"/>
                    <a:pt x="8681" y="1745"/>
                    <a:pt x="8670" y="1742"/>
                  </a:cubicBezTo>
                  <a:cubicBezTo>
                    <a:pt x="8609" y="1684"/>
                    <a:pt x="8544" y="1626"/>
                    <a:pt x="8479" y="1568"/>
                  </a:cubicBezTo>
                  <a:cubicBezTo>
                    <a:pt x="8475" y="1550"/>
                    <a:pt x="8475" y="1531"/>
                    <a:pt x="8475" y="1513"/>
                  </a:cubicBezTo>
                  <a:cubicBezTo>
                    <a:pt x="8475" y="1374"/>
                    <a:pt x="8587" y="1281"/>
                    <a:pt x="8706" y="1281"/>
                  </a:cubicBezTo>
                  <a:close/>
                  <a:moveTo>
                    <a:pt x="2170" y="413"/>
                  </a:moveTo>
                  <a:cubicBezTo>
                    <a:pt x="2583" y="413"/>
                    <a:pt x="2971" y="645"/>
                    <a:pt x="3158" y="1032"/>
                  </a:cubicBezTo>
                  <a:cubicBezTo>
                    <a:pt x="3021" y="1108"/>
                    <a:pt x="2890" y="1191"/>
                    <a:pt x="2760" y="1282"/>
                  </a:cubicBezTo>
                  <a:cubicBezTo>
                    <a:pt x="2658" y="1019"/>
                    <a:pt x="2412" y="873"/>
                    <a:pt x="2162" y="873"/>
                  </a:cubicBezTo>
                  <a:cubicBezTo>
                    <a:pt x="2011" y="873"/>
                    <a:pt x="1859" y="926"/>
                    <a:pt x="1735" y="1039"/>
                  </a:cubicBezTo>
                  <a:cubicBezTo>
                    <a:pt x="1402" y="1343"/>
                    <a:pt x="1478" y="1883"/>
                    <a:pt x="1876" y="2086"/>
                  </a:cubicBezTo>
                  <a:cubicBezTo>
                    <a:pt x="1775" y="2205"/>
                    <a:pt x="1681" y="2328"/>
                    <a:pt x="1590" y="2459"/>
                  </a:cubicBezTo>
                  <a:cubicBezTo>
                    <a:pt x="1260" y="2256"/>
                    <a:pt x="1061" y="1897"/>
                    <a:pt x="1061" y="1513"/>
                  </a:cubicBezTo>
                  <a:cubicBezTo>
                    <a:pt x="1065" y="999"/>
                    <a:pt x="1420" y="554"/>
                    <a:pt x="1920" y="441"/>
                  </a:cubicBezTo>
                  <a:cubicBezTo>
                    <a:pt x="2003" y="422"/>
                    <a:pt x="2087" y="413"/>
                    <a:pt x="2170" y="413"/>
                  </a:cubicBezTo>
                  <a:close/>
                  <a:moveTo>
                    <a:pt x="8707" y="409"/>
                  </a:moveTo>
                  <a:cubicBezTo>
                    <a:pt x="9199" y="409"/>
                    <a:pt x="9634" y="738"/>
                    <a:pt x="9768" y="1216"/>
                  </a:cubicBezTo>
                  <a:cubicBezTo>
                    <a:pt x="9902" y="1691"/>
                    <a:pt x="9703" y="2198"/>
                    <a:pt x="9279" y="2459"/>
                  </a:cubicBezTo>
                  <a:cubicBezTo>
                    <a:pt x="9188" y="2328"/>
                    <a:pt x="9094" y="2205"/>
                    <a:pt x="8993" y="2086"/>
                  </a:cubicBezTo>
                  <a:cubicBezTo>
                    <a:pt x="9395" y="1883"/>
                    <a:pt x="9467" y="1343"/>
                    <a:pt x="9134" y="1039"/>
                  </a:cubicBezTo>
                  <a:cubicBezTo>
                    <a:pt x="9010" y="926"/>
                    <a:pt x="8858" y="873"/>
                    <a:pt x="8707" y="873"/>
                  </a:cubicBezTo>
                  <a:cubicBezTo>
                    <a:pt x="8456" y="873"/>
                    <a:pt x="8211" y="1019"/>
                    <a:pt x="8109" y="1282"/>
                  </a:cubicBezTo>
                  <a:cubicBezTo>
                    <a:pt x="7982" y="1191"/>
                    <a:pt x="7848" y="1108"/>
                    <a:pt x="7711" y="1032"/>
                  </a:cubicBezTo>
                  <a:cubicBezTo>
                    <a:pt x="7895" y="651"/>
                    <a:pt x="8283" y="409"/>
                    <a:pt x="8707" y="409"/>
                  </a:cubicBezTo>
                  <a:close/>
                  <a:moveTo>
                    <a:pt x="5433" y="845"/>
                  </a:moveTo>
                  <a:cubicBezTo>
                    <a:pt x="6544" y="845"/>
                    <a:pt x="7635" y="1279"/>
                    <a:pt x="8450" y="2093"/>
                  </a:cubicBezTo>
                  <a:cubicBezTo>
                    <a:pt x="9670" y="3313"/>
                    <a:pt x="10036" y="5146"/>
                    <a:pt x="9377" y="6739"/>
                  </a:cubicBezTo>
                  <a:cubicBezTo>
                    <a:pt x="8714" y="8333"/>
                    <a:pt x="7160" y="9372"/>
                    <a:pt x="5436" y="9372"/>
                  </a:cubicBezTo>
                  <a:cubicBezTo>
                    <a:pt x="3082" y="9369"/>
                    <a:pt x="1173" y="7464"/>
                    <a:pt x="1173" y="5110"/>
                  </a:cubicBezTo>
                  <a:cubicBezTo>
                    <a:pt x="1173" y="3386"/>
                    <a:pt x="2209" y="1828"/>
                    <a:pt x="3803" y="1169"/>
                  </a:cubicBezTo>
                  <a:cubicBezTo>
                    <a:pt x="4330" y="951"/>
                    <a:pt x="4884" y="845"/>
                    <a:pt x="5433" y="845"/>
                  </a:cubicBezTo>
                  <a:close/>
                  <a:moveTo>
                    <a:pt x="2164" y="0"/>
                  </a:moveTo>
                  <a:cubicBezTo>
                    <a:pt x="1805" y="0"/>
                    <a:pt x="1443" y="127"/>
                    <a:pt x="1148" y="394"/>
                  </a:cubicBezTo>
                  <a:cubicBezTo>
                    <a:pt x="402" y="1072"/>
                    <a:pt x="518" y="2274"/>
                    <a:pt x="1376" y="2803"/>
                  </a:cubicBezTo>
                  <a:cubicBezTo>
                    <a:pt x="44" y="5142"/>
                    <a:pt x="960" y="8119"/>
                    <a:pt x="3379" y="9304"/>
                  </a:cubicBezTo>
                  <a:lnTo>
                    <a:pt x="1087" y="9977"/>
                  </a:lnTo>
                  <a:cubicBezTo>
                    <a:pt x="446" y="10169"/>
                    <a:pt x="4" y="10756"/>
                    <a:pt x="0" y="11426"/>
                  </a:cubicBezTo>
                  <a:lnTo>
                    <a:pt x="0" y="13719"/>
                  </a:lnTo>
                  <a:cubicBezTo>
                    <a:pt x="0" y="13853"/>
                    <a:pt x="101" y="13920"/>
                    <a:pt x="203" y="13920"/>
                  </a:cubicBezTo>
                  <a:cubicBezTo>
                    <a:pt x="304" y="13920"/>
                    <a:pt x="406" y="13853"/>
                    <a:pt x="406" y="13719"/>
                  </a:cubicBezTo>
                  <a:lnTo>
                    <a:pt x="406" y="11426"/>
                  </a:lnTo>
                  <a:cubicBezTo>
                    <a:pt x="409" y="10937"/>
                    <a:pt x="732" y="10506"/>
                    <a:pt x="1199" y="10368"/>
                  </a:cubicBezTo>
                  <a:lnTo>
                    <a:pt x="3495" y="9691"/>
                  </a:lnTo>
                  <a:cubicBezTo>
                    <a:pt x="3622" y="9655"/>
                    <a:pt x="3741" y="9590"/>
                    <a:pt x="3835" y="9499"/>
                  </a:cubicBezTo>
                  <a:cubicBezTo>
                    <a:pt x="4352" y="9686"/>
                    <a:pt x="4892" y="9779"/>
                    <a:pt x="5433" y="9779"/>
                  </a:cubicBezTo>
                  <a:cubicBezTo>
                    <a:pt x="5973" y="9779"/>
                    <a:pt x="6514" y="9686"/>
                    <a:pt x="7030" y="9499"/>
                  </a:cubicBezTo>
                  <a:cubicBezTo>
                    <a:pt x="7128" y="9590"/>
                    <a:pt x="7243" y="9655"/>
                    <a:pt x="7370" y="9691"/>
                  </a:cubicBezTo>
                  <a:lnTo>
                    <a:pt x="9670" y="10368"/>
                  </a:lnTo>
                  <a:cubicBezTo>
                    <a:pt x="10137" y="10506"/>
                    <a:pt x="10460" y="10937"/>
                    <a:pt x="10460" y="11426"/>
                  </a:cubicBezTo>
                  <a:lnTo>
                    <a:pt x="10460" y="13719"/>
                  </a:lnTo>
                  <a:cubicBezTo>
                    <a:pt x="10460" y="13853"/>
                    <a:pt x="10562" y="13920"/>
                    <a:pt x="10664" y="13920"/>
                  </a:cubicBezTo>
                  <a:cubicBezTo>
                    <a:pt x="10767" y="13920"/>
                    <a:pt x="10869" y="13853"/>
                    <a:pt x="10869" y="13719"/>
                  </a:cubicBezTo>
                  <a:lnTo>
                    <a:pt x="10869" y="11426"/>
                  </a:lnTo>
                  <a:cubicBezTo>
                    <a:pt x="10865" y="10756"/>
                    <a:pt x="10427" y="10169"/>
                    <a:pt x="9786" y="9977"/>
                  </a:cubicBezTo>
                  <a:lnTo>
                    <a:pt x="7493" y="9304"/>
                  </a:lnTo>
                  <a:cubicBezTo>
                    <a:pt x="9909" y="8119"/>
                    <a:pt x="10829" y="5142"/>
                    <a:pt x="9496" y="2803"/>
                  </a:cubicBezTo>
                  <a:cubicBezTo>
                    <a:pt x="10355" y="2274"/>
                    <a:pt x="10467" y="1072"/>
                    <a:pt x="9724" y="394"/>
                  </a:cubicBezTo>
                  <a:cubicBezTo>
                    <a:pt x="9430" y="127"/>
                    <a:pt x="9067" y="0"/>
                    <a:pt x="8708" y="0"/>
                  </a:cubicBezTo>
                  <a:cubicBezTo>
                    <a:pt x="8157" y="0"/>
                    <a:pt x="7616" y="299"/>
                    <a:pt x="7349" y="847"/>
                  </a:cubicBezTo>
                  <a:cubicBezTo>
                    <a:pt x="6740" y="574"/>
                    <a:pt x="6088" y="437"/>
                    <a:pt x="5436" y="437"/>
                  </a:cubicBezTo>
                  <a:cubicBezTo>
                    <a:pt x="4784" y="437"/>
                    <a:pt x="4132" y="574"/>
                    <a:pt x="3524" y="847"/>
                  </a:cubicBezTo>
                  <a:cubicBezTo>
                    <a:pt x="3254" y="299"/>
                    <a:pt x="2714" y="0"/>
                    <a:pt x="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50"/>
            <p:cNvSpPr/>
            <p:nvPr/>
          </p:nvSpPr>
          <p:spPr>
            <a:xfrm>
              <a:off x="5901271" y="2092023"/>
              <a:ext cx="23858" cy="10671"/>
            </a:xfrm>
            <a:custGeom>
              <a:avLst/>
              <a:gdLst/>
              <a:ahLst/>
              <a:cxnLst/>
              <a:rect l="l" t="t" r="r" b="b"/>
              <a:pathLst>
                <a:path w="910" h="407" extrusionOk="0">
                  <a:moveTo>
                    <a:pt x="273" y="1"/>
                  </a:moveTo>
                  <a:cubicBezTo>
                    <a:pt x="1" y="1"/>
                    <a:pt x="1" y="406"/>
                    <a:pt x="273" y="406"/>
                  </a:cubicBezTo>
                  <a:lnTo>
                    <a:pt x="707" y="406"/>
                  </a:lnTo>
                  <a:cubicBezTo>
                    <a:pt x="819" y="406"/>
                    <a:pt x="910" y="316"/>
                    <a:pt x="910" y="204"/>
                  </a:cubicBezTo>
                  <a:cubicBezTo>
                    <a:pt x="910" y="91"/>
                    <a:pt x="819" y="1"/>
                    <a:pt x="7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50"/>
            <p:cNvSpPr/>
            <p:nvPr/>
          </p:nvSpPr>
          <p:spPr>
            <a:xfrm>
              <a:off x="5969830" y="2092023"/>
              <a:ext cx="23858" cy="10671"/>
            </a:xfrm>
            <a:custGeom>
              <a:avLst/>
              <a:gdLst/>
              <a:ahLst/>
              <a:cxnLst/>
              <a:rect l="l" t="t" r="r" b="b"/>
              <a:pathLst>
                <a:path w="910" h="407" extrusionOk="0">
                  <a:moveTo>
                    <a:pt x="272" y="1"/>
                  </a:moveTo>
                  <a:cubicBezTo>
                    <a:pt x="1" y="1"/>
                    <a:pt x="1" y="406"/>
                    <a:pt x="272" y="406"/>
                  </a:cubicBezTo>
                  <a:lnTo>
                    <a:pt x="707" y="406"/>
                  </a:lnTo>
                  <a:cubicBezTo>
                    <a:pt x="819" y="406"/>
                    <a:pt x="910" y="316"/>
                    <a:pt x="910" y="204"/>
                  </a:cubicBezTo>
                  <a:cubicBezTo>
                    <a:pt x="910" y="91"/>
                    <a:pt x="819" y="1"/>
                    <a:pt x="7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50"/>
            <p:cNvSpPr/>
            <p:nvPr/>
          </p:nvSpPr>
          <p:spPr>
            <a:xfrm>
              <a:off x="5851615" y="2303493"/>
              <a:ext cx="10671" cy="44884"/>
            </a:xfrm>
            <a:custGeom>
              <a:avLst/>
              <a:gdLst/>
              <a:ahLst/>
              <a:cxnLst/>
              <a:rect l="l" t="t" r="r" b="b"/>
              <a:pathLst>
                <a:path w="407" h="1712" extrusionOk="0">
                  <a:moveTo>
                    <a:pt x="204" y="0"/>
                  </a:moveTo>
                  <a:cubicBezTo>
                    <a:pt x="91" y="0"/>
                    <a:pt x="1" y="91"/>
                    <a:pt x="1" y="203"/>
                  </a:cubicBezTo>
                  <a:lnTo>
                    <a:pt x="1" y="1511"/>
                  </a:lnTo>
                  <a:cubicBezTo>
                    <a:pt x="1" y="1645"/>
                    <a:pt x="102" y="1712"/>
                    <a:pt x="204" y="1712"/>
                  </a:cubicBezTo>
                  <a:cubicBezTo>
                    <a:pt x="305" y="1712"/>
                    <a:pt x="406" y="1645"/>
                    <a:pt x="406" y="1511"/>
                  </a:cubicBezTo>
                  <a:lnTo>
                    <a:pt x="406" y="203"/>
                  </a:lnTo>
                  <a:cubicBezTo>
                    <a:pt x="406" y="91"/>
                    <a:pt x="316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50"/>
            <p:cNvSpPr/>
            <p:nvPr/>
          </p:nvSpPr>
          <p:spPr>
            <a:xfrm>
              <a:off x="6034508" y="2303493"/>
              <a:ext cx="10644" cy="44884"/>
            </a:xfrm>
            <a:custGeom>
              <a:avLst/>
              <a:gdLst/>
              <a:ahLst/>
              <a:cxnLst/>
              <a:rect l="l" t="t" r="r" b="b"/>
              <a:pathLst>
                <a:path w="406" h="1712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lnTo>
                    <a:pt x="0" y="1511"/>
                  </a:lnTo>
                  <a:cubicBezTo>
                    <a:pt x="0" y="1645"/>
                    <a:pt x="102" y="1712"/>
                    <a:pt x="203" y="1712"/>
                  </a:cubicBezTo>
                  <a:cubicBezTo>
                    <a:pt x="304" y="1712"/>
                    <a:pt x="406" y="1645"/>
                    <a:pt x="406" y="1511"/>
                  </a:cubicBezTo>
                  <a:lnTo>
                    <a:pt x="406" y="203"/>
                  </a:lnTo>
                  <a:cubicBezTo>
                    <a:pt x="406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50"/>
            <p:cNvSpPr/>
            <p:nvPr/>
          </p:nvSpPr>
          <p:spPr>
            <a:xfrm>
              <a:off x="5874896" y="2280605"/>
              <a:ext cx="146818" cy="67903"/>
            </a:xfrm>
            <a:custGeom>
              <a:avLst/>
              <a:gdLst/>
              <a:ahLst/>
              <a:cxnLst/>
              <a:rect l="l" t="t" r="r" b="b"/>
              <a:pathLst>
                <a:path w="5600" h="2590" extrusionOk="0">
                  <a:moveTo>
                    <a:pt x="2801" y="1"/>
                  </a:moveTo>
                  <a:cubicBezTo>
                    <a:pt x="2478" y="1"/>
                    <a:pt x="2153" y="57"/>
                    <a:pt x="1840" y="171"/>
                  </a:cubicBezTo>
                  <a:cubicBezTo>
                    <a:pt x="887" y="518"/>
                    <a:pt x="192" y="1351"/>
                    <a:pt x="25" y="2351"/>
                  </a:cubicBezTo>
                  <a:cubicBezTo>
                    <a:pt x="1" y="2502"/>
                    <a:pt x="117" y="2588"/>
                    <a:pt x="232" y="2588"/>
                  </a:cubicBezTo>
                  <a:cubicBezTo>
                    <a:pt x="321" y="2588"/>
                    <a:pt x="408" y="2536"/>
                    <a:pt x="427" y="2420"/>
                  </a:cubicBezTo>
                  <a:cubicBezTo>
                    <a:pt x="623" y="1257"/>
                    <a:pt x="1626" y="410"/>
                    <a:pt x="2803" y="410"/>
                  </a:cubicBezTo>
                  <a:cubicBezTo>
                    <a:pt x="3980" y="410"/>
                    <a:pt x="4984" y="1257"/>
                    <a:pt x="5179" y="2420"/>
                  </a:cubicBezTo>
                  <a:cubicBezTo>
                    <a:pt x="5194" y="2518"/>
                    <a:pt x="5281" y="2586"/>
                    <a:pt x="5378" y="2590"/>
                  </a:cubicBezTo>
                  <a:cubicBezTo>
                    <a:pt x="5389" y="2590"/>
                    <a:pt x="5400" y="2586"/>
                    <a:pt x="5415" y="2586"/>
                  </a:cubicBezTo>
                  <a:cubicBezTo>
                    <a:pt x="5523" y="2568"/>
                    <a:pt x="5599" y="2463"/>
                    <a:pt x="5581" y="2351"/>
                  </a:cubicBezTo>
                  <a:cubicBezTo>
                    <a:pt x="5469" y="1699"/>
                    <a:pt x="5132" y="1105"/>
                    <a:pt x="4632" y="674"/>
                  </a:cubicBezTo>
                  <a:cubicBezTo>
                    <a:pt x="4114" y="234"/>
                    <a:pt x="3462" y="1"/>
                    <a:pt x="2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50"/>
            <p:cNvSpPr/>
            <p:nvPr/>
          </p:nvSpPr>
          <p:spPr>
            <a:xfrm>
              <a:off x="5897207" y="2029127"/>
              <a:ext cx="12558" cy="10802"/>
            </a:xfrm>
            <a:custGeom>
              <a:avLst/>
              <a:gdLst/>
              <a:ahLst/>
              <a:cxnLst/>
              <a:rect l="l" t="t" r="r" b="b"/>
              <a:pathLst>
                <a:path w="479" h="412" extrusionOk="0">
                  <a:moveTo>
                    <a:pt x="208" y="1"/>
                  </a:moveTo>
                  <a:cubicBezTo>
                    <a:pt x="104" y="1"/>
                    <a:pt x="4" y="82"/>
                    <a:pt x="4" y="205"/>
                  </a:cubicBezTo>
                  <a:cubicBezTo>
                    <a:pt x="0" y="320"/>
                    <a:pt x="93" y="410"/>
                    <a:pt x="207" y="411"/>
                  </a:cubicBezTo>
                  <a:lnTo>
                    <a:pt x="207" y="411"/>
                  </a:lnTo>
                  <a:cubicBezTo>
                    <a:pt x="388" y="407"/>
                    <a:pt x="478" y="190"/>
                    <a:pt x="348" y="60"/>
                  </a:cubicBezTo>
                  <a:cubicBezTo>
                    <a:pt x="307" y="19"/>
                    <a:pt x="257" y="1"/>
                    <a:pt x="208" y="1"/>
                  </a:cubicBezTo>
                  <a:close/>
                  <a:moveTo>
                    <a:pt x="207" y="411"/>
                  </a:moveTo>
                  <a:lnTo>
                    <a:pt x="207" y="411"/>
                  </a:lnTo>
                  <a:cubicBezTo>
                    <a:pt x="207" y="411"/>
                    <a:pt x="207" y="411"/>
                    <a:pt x="207" y="411"/>
                  </a:cubicBezTo>
                  <a:lnTo>
                    <a:pt x="210" y="411"/>
                  </a:lnTo>
                  <a:cubicBezTo>
                    <a:pt x="209" y="411"/>
                    <a:pt x="208" y="411"/>
                    <a:pt x="207" y="4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50"/>
            <p:cNvSpPr/>
            <p:nvPr/>
          </p:nvSpPr>
          <p:spPr>
            <a:xfrm>
              <a:off x="5988628" y="2029127"/>
              <a:ext cx="12558" cy="10802"/>
            </a:xfrm>
            <a:custGeom>
              <a:avLst/>
              <a:gdLst/>
              <a:ahLst/>
              <a:cxnLst/>
              <a:rect l="l" t="t" r="r" b="b"/>
              <a:pathLst>
                <a:path w="479" h="412" extrusionOk="0">
                  <a:moveTo>
                    <a:pt x="207" y="1"/>
                  </a:moveTo>
                  <a:cubicBezTo>
                    <a:pt x="102" y="1"/>
                    <a:pt x="1" y="82"/>
                    <a:pt x="1" y="205"/>
                  </a:cubicBezTo>
                  <a:cubicBezTo>
                    <a:pt x="1" y="320"/>
                    <a:pt x="94" y="410"/>
                    <a:pt x="208" y="411"/>
                  </a:cubicBezTo>
                  <a:lnTo>
                    <a:pt x="208" y="411"/>
                  </a:lnTo>
                  <a:cubicBezTo>
                    <a:pt x="389" y="407"/>
                    <a:pt x="479" y="190"/>
                    <a:pt x="349" y="60"/>
                  </a:cubicBezTo>
                  <a:cubicBezTo>
                    <a:pt x="308" y="19"/>
                    <a:pt x="257" y="1"/>
                    <a:pt x="207" y="1"/>
                  </a:cubicBezTo>
                  <a:close/>
                  <a:moveTo>
                    <a:pt x="208" y="411"/>
                  </a:moveTo>
                  <a:cubicBezTo>
                    <a:pt x="208" y="411"/>
                    <a:pt x="208" y="411"/>
                    <a:pt x="207" y="411"/>
                  </a:cubicBezTo>
                  <a:lnTo>
                    <a:pt x="211" y="411"/>
                  </a:lnTo>
                  <a:cubicBezTo>
                    <a:pt x="210" y="411"/>
                    <a:pt x="209" y="411"/>
                    <a:pt x="208" y="4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50"/>
            <p:cNvSpPr/>
            <p:nvPr/>
          </p:nvSpPr>
          <p:spPr>
            <a:xfrm>
              <a:off x="5854552" y="2017827"/>
              <a:ext cx="145481" cy="157331"/>
            </a:xfrm>
            <a:custGeom>
              <a:avLst/>
              <a:gdLst/>
              <a:ahLst/>
              <a:cxnLst/>
              <a:rect l="l" t="t" r="r" b="b"/>
              <a:pathLst>
                <a:path w="5549" h="6001" extrusionOk="0">
                  <a:moveTo>
                    <a:pt x="3579" y="404"/>
                  </a:moveTo>
                  <a:cubicBezTo>
                    <a:pt x="3786" y="404"/>
                    <a:pt x="3887" y="654"/>
                    <a:pt x="3742" y="803"/>
                  </a:cubicBezTo>
                  <a:cubicBezTo>
                    <a:pt x="3696" y="849"/>
                    <a:pt x="3639" y="870"/>
                    <a:pt x="3582" y="870"/>
                  </a:cubicBezTo>
                  <a:cubicBezTo>
                    <a:pt x="3463" y="870"/>
                    <a:pt x="3347" y="776"/>
                    <a:pt x="3347" y="636"/>
                  </a:cubicBezTo>
                  <a:cubicBezTo>
                    <a:pt x="3347" y="509"/>
                    <a:pt x="3452" y="404"/>
                    <a:pt x="3579" y="404"/>
                  </a:cubicBezTo>
                  <a:close/>
                  <a:moveTo>
                    <a:pt x="4173" y="871"/>
                  </a:moveTo>
                  <a:cubicBezTo>
                    <a:pt x="4376" y="947"/>
                    <a:pt x="4496" y="1157"/>
                    <a:pt x="4459" y="1371"/>
                  </a:cubicBezTo>
                  <a:cubicBezTo>
                    <a:pt x="4419" y="1585"/>
                    <a:pt x="4231" y="1741"/>
                    <a:pt x="4014" y="1741"/>
                  </a:cubicBezTo>
                  <a:lnTo>
                    <a:pt x="3145" y="1741"/>
                  </a:lnTo>
                  <a:cubicBezTo>
                    <a:pt x="2642" y="1741"/>
                    <a:pt x="2515" y="1052"/>
                    <a:pt x="2982" y="873"/>
                  </a:cubicBezTo>
                  <a:lnTo>
                    <a:pt x="2982" y="873"/>
                  </a:lnTo>
                  <a:cubicBezTo>
                    <a:pt x="3089" y="1142"/>
                    <a:pt x="3334" y="1276"/>
                    <a:pt x="3579" y="1276"/>
                  </a:cubicBezTo>
                  <a:cubicBezTo>
                    <a:pt x="3824" y="1276"/>
                    <a:pt x="4068" y="1141"/>
                    <a:pt x="4173" y="871"/>
                  </a:cubicBezTo>
                  <a:close/>
                  <a:moveTo>
                    <a:pt x="3577" y="0"/>
                  </a:moveTo>
                  <a:cubicBezTo>
                    <a:pt x="3318" y="0"/>
                    <a:pt x="3060" y="151"/>
                    <a:pt x="2967" y="451"/>
                  </a:cubicBezTo>
                  <a:cubicBezTo>
                    <a:pt x="2569" y="535"/>
                    <a:pt x="2286" y="886"/>
                    <a:pt x="2286" y="1291"/>
                  </a:cubicBezTo>
                  <a:cubicBezTo>
                    <a:pt x="2286" y="1320"/>
                    <a:pt x="2286" y="1346"/>
                    <a:pt x="2290" y="1375"/>
                  </a:cubicBezTo>
                  <a:cubicBezTo>
                    <a:pt x="559" y="2182"/>
                    <a:pt x="1" y="4374"/>
                    <a:pt x="1127" y="5913"/>
                  </a:cubicBezTo>
                  <a:cubicBezTo>
                    <a:pt x="1173" y="5975"/>
                    <a:pt x="1231" y="6000"/>
                    <a:pt x="1289" y="6000"/>
                  </a:cubicBezTo>
                  <a:cubicBezTo>
                    <a:pt x="1436" y="6000"/>
                    <a:pt x="1574" y="5830"/>
                    <a:pt x="1457" y="5674"/>
                  </a:cubicBezTo>
                  <a:cubicBezTo>
                    <a:pt x="1091" y="5170"/>
                    <a:pt x="914" y="4555"/>
                    <a:pt x="957" y="3932"/>
                  </a:cubicBezTo>
                  <a:cubicBezTo>
                    <a:pt x="1026" y="2997"/>
                    <a:pt x="1584" y="2172"/>
                    <a:pt x="2428" y="1762"/>
                  </a:cubicBezTo>
                  <a:cubicBezTo>
                    <a:pt x="2583" y="2005"/>
                    <a:pt x="2855" y="2150"/>
                    <a:pt x="3145" y="2150"/>
                  </a:cubicBezTo>
                  <a:lnTo>
                    <a:pt x="4014" y="2150"/>
                  </a:lnTo>
                  <a:cubicBezTo>
                    <a:pt x="4304" y="2150"/>
                    <a:pt x="4572" y="2005"/>
                    <a:pt x="4731" y="1762"/>
                  </a:cubicBezTo>
                  <a:cubicBezTo>
                    <a:pt x="4869" y="1831"/>
                    <a:pt x="5003" y="1911"/>
                    <a:pt x="5129" y="2005"/>
                  </a:cubicBezTo>
                  <a:cubicBezTo>
                    <a:pt x="5170" y="2035"/>
                    <a:pt x="5211" y="2047"/>
                    <a:pt x="5250" y="2047"/>
                  </a:cubicBezTo>
                  <a:cubicBezTo>
                    <a:pt x="5421" y="2047"/>
                    <a:pt x="5548" y="1805"/>
                    <a:pt x="5368" y="1675"/>
                  </a:cubicBezTo>
                  <a:cubicBezTo>
                    <a:pt x="5213" y="1559"/>
                    <a:pt x="5042" y="1462"/>
                    <a:pt x="4869" y="1378"/>
                  </a:cubicBezTo>
                  <a:cubicBezTo>
                    <a:pt x="4912" y="940"/>
                    <a:pt x="4619" y="542"/>
                    <a:pt x="4188" y="451"/>
                  </a:cubicBezTo>
                  <a:cubicBezTo>
                    <a:pt x="4095" y="151"/>
                    <a:pt x="3836" y="0"/>
                    <a:pt x="3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50"/>
            <p:cNvSpPr/>
            <p:nvPr/>
          </p:nvSpPr>
          <p:spPr>
            <a:xfrm>
              <a:off x="5896788" y="2076764"/>
              <a:ext cx="136016" cy="128859"/>
            </a:xfrm>
            <a:custGeom>
              <a:avLst/>
              <a:gdLst/>
              <a:ahLst/>
              <a:cxnLst/>
              <a:rect l="l" t="t" r="r" b="b"/>
              <a:pathLst>
                <a:path w="5188" h="4915" extrusionOk="0">
                  <a:moveTo>
                    <a:pt x="4258" y="1"/>
                  </a:moveTo>
                  <a:cubicBezTo>
                    <a:pt x="4112" y="1"/>
                    <a:pt x="3973" y="170"/>
                    <a:pt x="4091" y="329"/>
                  </a:cubicBezTo>
                  <a:cubicBezTo>
                    <a:pt x="4858" y="1372"/>
                    <a:pt x="4746" y="2821"/>
                    <a:pt x="3830" y="3741"/>
                  </a:cubicBezTo>
                  <a:cubicBezTo>
                    <a:pt x="3321" y="4250"/>
                    <a:pt x="2648" y="4510"/>
                    <a:pt x="1971" y="4510"/>
                  </a:cubicBezTo>
                  <a:cubicBezTo>
                    <a:pt x="1429" y="4510"/>
                    <a:pt x="884" y="4343"/>
                    <a:pt x="418" y="4002"/>
                  </a:cubicBezTo>
                  <a:cubicBezTo>
                    <a:pt x="377" y="3971"/>
                    <a:pt x="335" y="3958"/>
                    <a:pt x="295" y="3958"/>
                  </a:cubicBezTo>
                  <a:cubicBezTo>
                    <a:pt x="125" y="3958"/>
                    <a:pt x="0" y="4198"/>
                    <a:pt x="179" y="4328"/>
                  </a:cubicBezTo>
                  <a:cubicBezTo>
                    <a:pt x="701" y="4708"/>
                    <a:pt x="1327" y="4914"/>
                    <a:pt x="1972" y="4914"/>
                  </a:cubicBezTo>
                  <a:cubicBezTo>
                    <a:pt x="2044" y="4914"/>
                    <a:pt x="2117" y="4911"/>
                    <a:pt x="2189" y="4907"/>
                  </a:cubicBezTo>
                  <a:cubicBezTo>
                    <a:pt x="3290" y="4827"/>
                    <a:pt x="4261" y="4157"/>
                    <a:pt x="4724" y="3154"/>
                  </a:cubicBezTo>
                  <a:cubicBezTo>
                    <a:pt x="5188" y="2155"/>
                    <a:pt x="5068" y="981"/>
                    <a:pt x="4417" y="90"/>
                  </a:cubicBezTo>
                  <a:lnTo>
                    <a:pt x="4417" y="87"/>
                  </a:lnTo>
                  <a:cubicBezTo>
                    <a:pt x="4372" y="26"/>
                    <a:pt x="4315" y="1"/>
                    <a:pt x="4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50"/>
            <p:cNvSpPr/>
            <p:nvPr/>
          </p:nvSpPr>
          <p:spPr>
            <a:xfrm>
              <a:off x="5917316" y="2140656"/>
              <a:ext cx="62135" cy="33532"/>
            </a:xfrm>
            <a:custGeom>
              <a:avLst/>
              <a:gdLst/>
              <a:ahLst/>
              <a:cxnLst/>
              <a:rect l="l" t="t" r="r" b="b"/>
              <a:pathLst>
                <a:path w="2370" h="1279" extrusionOk="0">
                  <a:moveTo>
                    <a:pt x="1924" y="406"/>
                  </a:moveTo>
                  <a:cubicBezTo>
                    <a:pt x="1823" y="674"/>
                    <a:pt x="1529" y="869"/>
                    <a:pt x="1185" y="869"/>
                  </a:cubicBezTo>
                  <a:cubicBezTo>
                    <a:pt x="841" y="869"/>
                    <a:pt x="544" y="674"/>
                    <a:pt x="446" y="406"/>
                  </a:cubicBezTo>
                  <a:close/>
                  <a:moveTo>
                    <a:pt x="204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793"/>
                    <a:pt x="533" y="1278"/>
                    <a:pt x="1185" y="1278"/>
                  </a:cubicBezTo>
                  <a:cubicBezTo>
                    <a:pt x="1837" y="1278"/>
                    <a:pt x="2370" y="797"/>
                    <a:pt x="2370" y="203"/>
                  </a:cubicBezTo>
                  <a:cubicBezTo>
                    <a:pt x="2370" y="91"/>
                    <a:pt x="2279" y="0"/>
                    <a:pt x="2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7" name="Google Shape;3187;p50"/>
          <p:cNvGrpSpPr/>
          <p:nvPr/>
        </p:nvGrpSpPr>
        <p:grpSpPr>
          <a:xfrm>
            <a:off x="6653334" y="2213294"/>
            <a:ext cx="289284" cy="285841"/>
            <a:chOff x="1522525" y="2929350"/>
            <a:chExt cx="407500" cy="402650"/>
          </a:xfrm>
        </p:grpSpPr>
        <p:sp>
          <p:nvSpPr>
            <p:cNvPr id="3188" name="Google Shape;3188;p50"/>
            <p:cNvSpPr/>
            <p:nvPr/>
          </p:nvSpPr>
          <p:spPr>
            <a:xfrm>
              <a:off x="1530100" y="2934925"/>
              <a:ext cx="314275" cy="306025"/>
            </a:xfrm>
            <a:custGeom>
              <a:avLst/>
              <a:gdLst/>
              <a:ahLst/>
              <a:cxnLst/>
              <a:rect l="l" t="t" r="r" b="b"/>
              <a:pathLst>
                <a:path w="12571" h="12241" extrusionOk="0">
                  <a:moveTo>
                    <a:pt x="8267" y="0"/>
                  </a:moveTo>
                  <a:cubicBezTo>
                    <a:pt x="8061" y="0"/>
                    <a:pt x="7853" y="24"/>
                    <a:pt x="7646" y="74"/>
                  </a:cubicBezTo>
                  <a:cubicBezTo>
                    <a:pt x="6272" y="413"/>
                    <a:pt x="5371" y="1822"/>
                    <a:pt x="5621" y="3223"/>
                  </a:cubicBezTo>
                  <a:cubicBezTo>
                    <a:pt x="5665" y="3732"/>
                    <a:pt x="6031" y="6747"/>
                    <a:pt x="4024" y="9334"/>
                  </a:cubicBezTo>
                  <a:cubicBezTo>
                    <a:pt x="3177" y="10378"/>
                    <a:pt x="1473" y="11279"/>
                    <a:pt x="1" y="11546"/>
                  </a:cubicBezTo>
                  <a:cubicBezTo>
                    <a:pt x="1" y="11546"/>
                    <a:pt x="1256" y="12240"/>
                    <a:pt x="3318" y="12240"/>
                  </a:cubicBezTo>
                  <a:cubicBezTo>
                    <a:pt x="4081" y="12240"/>
                    <a:pt x="4954" y="12145"/>
                    <a:pt x="5915" y="11885"/>
                  </a:cubicBezTo>
                  <a:cubicBezTo>
                    <a:pt x="9341" y="10966"/>
                    <a:pt x="12044" y="7246"/>
                    <a:pt x="11197" y="3054"/>
                  </a:cubicBezTo>
                  <a:lnTo>
                    <a:pt x="12570" y="1680"/>
                  </a:lnTo>
                  <a:lnTo>
                    <a:pt x="10795" y="1680"/>
                  </a:lnTo>
                  <a:cubicBezTo>
                    <a:pt x="10368" y="660"/>
                    <a:pt x="9349" y="0"/>
                    <a:pt x="8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50"/>
            <p:cNvSpPr/>
            <p:nvPr/>
          </p:nvSpPr>
          <p:spPr>
            <a:xfrm>
              <a:off x="1526300" y="2973775"/>
              <a:ext cx="213475" cy="198575"/>
            </a:xfrm>
            <a:custGeom>
              <a:avLst/>
              <a:gdLst/>
              <a:ahLst/>
              <a:cxnLst/>
              <a:rect l="l" t="t" r="r" b="b"/>
              <a:pathLst>
                <a:path w="8539" h="7943" extrusionOk="0">
                  <a:moveTo>
                    <a:pt x="1063" y="1"/>
                  </a:moveTo>
                  <a:lnTo>
                    <a:pt x="1063" y="1"/>
                  </a:lnTo>
                  <a:cubicBezTo>
                    <a:pt x="1" y="3337"/>
                    <a:pt x="1339" y="7325"/>
                    <a:pt x="4756" y="7896"/>
                  </a:cubicBezTo>
                  <a:cubicBezTo>
                    <a:pt x="4945" y="7927"/>
                    <a:pt x="5135" y="7943"/>
                    <a:pt x="5324" y="7943"/>
                  </a:cubicBezTo>
                  <a:cubicBezTo>
                    <a:pt x="6739" y="7943"/>
                    <a:pt x="8078" y="7070"/>
                    <a:pt x="8306" y="5496"/>
                  </a:cubicBezTo>
                  <a:cubicBezTo>
                    <a:pt x="8538" y="3971"/>
                    <a:pt x="7521" y="2499"/>
                    <a:pt x="5746" y="2436"/>
                  </a:cubicBezTo>
                  <a:cubicBezTo>
                    <a:pt x="2374" y="2338"/>
                    <a:pt x="1063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50"/>
            <p:cNvSpPr/>
            <p:nvPr/>
          </p:nvSpPr>
          <p:spPr>
            <a:xfrm>
              <a:off x="1684425" y="3118225"/>
              <a:ext cx="237325" cy="209825"/>
            </a:xfrm>
            <a:custGeom>
              <a:avLst/>
              <a:gdLst/>
              <a:ahLst/>
              <a:cxnLst/>
              <a:rect l="l" t="t" r="r" b="b"/>
              <a:pathLst>
                <a:path w="9493" h="8393" extrusionOk="0">
                  <a:moveTo>
                    <a:pt x="5942" y="3358"/>
                  </a:moveTo>
                  <a:lnTo>
                    <a:pt x="5461" y="5089"/>
                  </a:lnTo>
                  <a:lnTo>
                    <a:pt x="3596" y="5089"/>
                  </a:lnTo>
                  <a:lnTo>
                    <a:pt x="4078" y="3358"/>
                  </a:lnTo>
                  <a:close/>
                  <a:moveTo>
                    <a:pt x="4326" y="1"/>
                  </a:moveTo>
                  <a:cubicBezTo>
                    <a:pt x="4101" y="1"/>
                    <a:pt x="3896" y="150"/>
                    <a:pt x="3837" y="378"/>
                  </a:cubicBezTo>
                  <a:lnTo>
                    <a:pt x="3302" y="2323"/>
                  </a:lnTo>
                  <a:lnTo>
                    <a:pt x="1268" y="2323"/>
                  </a:lnTo>
                  <a:cubicBezTo>
                    <a:pt x="1036" y="2323"/>
                    <a:pt x="813" y="2475"/>
                    <a:pt x="759" y="2707"/>
                  </a:cubicBezTo>
                  <a:cubicBezTo>
                    <a:pt x="679" y="3055"/>
                    <a:pt x="938" y="3358"/>
                    <a:pt x="1259" y="3358"/>
                  </a:cubicBezTo>
                  <a:lnTo>
                    <a:pt x="3025" y="3358"/>
                  </a:lnTo>
                  <a:lnTo>
                    <a:pt x="2543" y="5089"/>
                  </a:lnTo>
                  <a:lnTo>
                    <a:pt x="590" y="5089"/>
                  </a:lnTo>
                  <a:cubicBezTo>
                    <a:pt x="349" y="5089"/>
                    <a:pt x="135" y="5249"/>
                    <a:pt x="81" y="5481"/>
                  </a:cubicBezTo>
                  <a:cubicBezTo>
                    <a:pt x="1" y="5829"/>
                    <a:pt x="251" y="6132"/>
                    <a:pt x="572" y="6132"/>
                  </a:cubicBezTo>
                  <a:lnTo>
                    <a:pt x="2258" y="6132"/>
                  </a:lnTo>
                  <a:lnTo>
                    <a:pt x="1821" y="7729"/>
                  </a:lnTo>
                  <a:cubicBezTo>
                    <a:pt x="1741" y="8006"/>
                    <a:pt x="1901" y="8291"/>
                    <a:pt x="2178" y="8372"/>
                  </a:cubicBezTo>
                  <a:cubicBezTo>
                    <a:pt x="2223" y="8385"/>
                    <a:pt x="2269" y="8393"/>
                    <a:pt x="2311" y="8393"/>
                  </a:cubicBezTo>
                  <a:cubicBezTo>
                    <a:pt x="2327" y="8393"/>
                    <a:pt x="2342" y="8392"/>
                    <a:pt x="2356" y="8389"/>
                  </a:cubicBezTo>
                  <a:cubicBezTo>
                    <a:pt x="2561" y="8372"/>
                    <a:pt x="2749" y="8229"/>
                    <a:pt x="2811" y="8006"/>
                  </a:cubicBezTo>
                  <a:lnTo>
                    <a:pt x="3320" y="6132"/>
                  </a:lnTo>
                  <a:lnTo>
                    <a:pt x="5175" y="6132"/>
                  </a:lnTo>
                  <a:lnTo>
                    <a:pt x="4738" y="7729"/>
                  </a:lnTo>
                  <a:cubicBezTo>
                    <a:pt x="4658" y="8006"/>
                    <a:pt x="4818" y="8291"/>
                    <a:pt x="5095" y="8372"/>
                  </a:cubicBezTo>
                  <a:cubicBezTo>
                    <a:pt x="5134" y="8385"/>
                    <a:pt x="5178" y="8393"/>
                    <a:pt x="5223" y="8393"/>
                  </a:cubicBezTo>
                  <a:cubicBezTo>
                    <a:pt x="5240" y="8393"/>
                    <a:pt x="5257" y="8392"/>
                    <a:pt x="5273" y="8389"/>
                  </a:cubicBezTo>
                  <a:cubicBezTo>
                    <a:pt x="5479" y="8372"/>
                    <a:pt x="5666" y="8229"/>
                    <a:pt x="5719" y="8006"/>
                  </a:cubicBezTo>
                  <a:lnTo>
                    <a:pt x="6237" y="6132"/>
                  </a:lnTo>
                  <a:lnTo>
                    <a:pt x="8289" y="6132"/>
                  </a:lnTo>
                  <a:cubicBezTo>
                    <a:pt x="8521" y="6132"/>
                    <a:pt x="8744" y="5972"/>
                    <a:pt x="8797" y="5740"/>
                  </a:cubicBezTo>
                  <a:cubicBezTo>
                    <a:pt x="8877" y="5401"/>
                    <a:pt x="8619" y="5089"/>
                    <a:pt x="8298" y="5089"/>
                  </a:cubicBezTo>
                  <a:lnTo>
                    <a:pt x="6522" y="5089"/>
                  </a:lnTo>
                  <a:lnTo>
                    <a:pt x="6995" y="3358"/>
                  </a:lnTo>
                  <a:lnTo>
                    <a:pt x="8984" y="3358"/>
                  </a:lnTo>
                  <a:cubicBezTo>
                    <a:pt x="9261" y="3358"/>
                    <a:pt x="9493" y="3126"/>
                    <a:pt x="9493" y="2840"/>
                  </a:cubicBezTo>
                  <a:cubicBezTo>
                    <a:pt x="9493" y="2555"/>
                    <a:pt x="9261" y="2323"/>
                    <a:pt x="8984" y="2323"/>
                  </a:cubicBezTo>
                  <a:lnTo>
                    <a:pt x="7281" y="2323"/>
                  </a:lnTo>
                  <a:lnTo>
                    <a:pt x="7736" y="664"/>
                  </a:lnTo>
                  <a:cubicBezTo>
                    <a:pt x="7816" y="387"/>
                    <a:pt x="7655" y="93"/>
                    <a:pt x="7379" y="21"/>
                  </a:cubicBezTo>
                  <a:cubicBezTo>
                    <a:pt x="7332" y="7"/>
                    <a:pt x="7285" y="1"/>
                    <a:pt x="7238" y="1"/>
                  </a:cubicBezTo>
                  <a:cubicBezTo>
                    <a:pt x="7018" y="1"/>
                    <a:pt x="6812" y="150"/>
                    <a:pt x="6745" y="378"/>
                  </a:cubicBezTo>
                  <a:lnTo>
                    <a:pt x="6219" y="2323"/>
                  </a:lnTo>
                  <a:lnTo>
                    <a:pt x="4372" y="2323"/>
                  </a:lnTo>
                  <a:lnTo>
                    <a:pt x="4827" y="664"/>
                  </a:lnTo>
                  <a:cubicBezTo>
                    <a:pt x="4899" y="387"/>
                    <a:pt x="4738" y="93"/>
                    <a:pt x="4470" y="21"/>
                  </a:cubicBezTo>
                  <a:cubicBezTo>
                    <a:pt x="4422" y="7"/>
                    <a:pt x="4374" y="1"/>
                    <a:pt x="43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50"/>
            <p:cNvSpPr/>
            <p:nvPr/>
          </p:nvSpPr>
          <p:spPr>
            <a:xfrm>
              <a:off x="1768075" y="3196575"/>
              <a:ext cx="71175" cy="55350"/>
            </a:xfrm>
            <a:custGeom>
              <a:avLst/>
              <a:gdLst/>
              <a:ahLst/>
              <a:cxnLst/>
              <a:rect l="l" t="t" r="r" b="b"/>
              <a:pathLst>
                <a:path w="2847" h="2214" extrusionOk="0">
                  <a:moveTo>
                    <a:pt x="2284" y="474"/>
                  </a:moveTo>
                  <a:lnTo>
                    <a:pt x="1936" y="1740"/>
                  </a:lnTo>
                  <a:lnTo>
                    <a:pt x="562" y="1740"/>
                  </a:lnTo>
                  <a:lnTo>
                    <a:pt x="919" y="474"/>
                  </a:lnTo>
                  <a:close/>
                  <a:moveTo>
                    <a:pt x="732" y="1"/>
                  </a:moveTo>
                  <a:cubicBezTo>
                    <a:pt x="625" y="1"/>
                    <a:pt x="536" y="72"/>
                    <a:pt x="509" y="179"/>
                  </a:cubicBezTo>
                  <a:lnTo>
                    <a:pt x="27" y="1910"/>
                  </a:lnTo>
                  <a:cubicBezTo>
                    <a:pt x="0" y="2088"/>
                    <a:pt x="81" y="2187"/>
                    <a:pt x="259" y="2213"/>
                  </a:cubicBezTo>
                  <a:lnTo>
                    <a:pt x="2115" y="2213"/>
                  </a:lnTo>
                  <a:cubicBezTo>
                    <a:pt x="2222" y="2213"/>
                    <a:pt x="2311" y="2142"/>
                    <a:pt x="2338" y="2035"/>
                  </a:cubicBezTo>
                  <a:lnTo>
                    <a:pt x="2819" y="304"/>
                  </a:lnTo>
                  <a:cubicBezTo>
                    <a:pt x="2846" y="126"/>
                    <a:pt x="2766" y="28"/>
                    <a:pt x="25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50"/>
            <p:cNvSpPr/>
            <p:nvPr/>
          </p:nvSpPr>
          <p:spPr>
            <a:xfrm>
              <a:off x="1522525" y="2929350"/>
              <a:ext cx="407500" cy="402650"/>
            </a:xfrm>
            <a:custGeom>
              <a:avLst/>
              <a:gdLst/>
              <a:ahLst/>
              <a:cxnLst/>
              <a:rect l="l" t="t" r="r" b="b"/>
              <a:pathLst>
                <a:path w="16300" h="16106" extrusionOk="0">
                  <a:moveTo>
                    <a:pt x="8586" y="475"/>
                  </a:moveTo>
                  <a:cubicBezTo>
                    <a:pt x="9566" y="475"/>
                    <a:pt x="10489" y="1071"/>
                    <a:pt x="10884" y="2010"/>
                  </a:cubicBezTo>
                  <a:cubicBezTo>
                    <a:pt x="10920" y="2099"/>
                    <a:pt x="11009" y="2152"/>
                    <a:pt x="11107" y="2152"/>
                  </a:cubicBezTo>
                  <a:lnTo>
                    <a:pt x="12302" y="2152"/>
                  </a:lnTo>
                  <a:lnTo>
                    <a:pt x="11330" y="3125"/>
                  </a:lnTo>
                  <a:cubicBezTo>
                    <a:pt x="11277" y="3187"/>
                    <a:pt x="11259" y="3268"/>
                    <a:pt x="11268" y="3339"/>
                  </a:cubicBezTo>
                  <a:cubicBezTo>
                    <a:pt x="11544" y="4713"/>
                    <a:pt x="11437" y="6104"/>
                    <a:pt x="10964" y="7389"/>
                  </a:cubicBezTo>
                  <a:cubicBezTo>
                    <a:pt x="10913" y="7379"/>
                    <a:pt x="10862" y="7374"/>
                    <a:pt x="10810" y="7374"/>
                  </a:cubicBezTo>
                  <a:cubicBezTo>
                    <a:pt x="10681" y="7374"/>
                    <a:pt x="10553" y="7406"/>
                    <a:pt x="10438" y="7469"/>
                  </a:cubicBezTo>
                  <a:cubicBezTo>
                    <a:pt x="10260" y="7568"/>
                    <a:pt x="10135" y="7728"/>
                    <a:pt x="10081" y="7915"/>
                  </a:cubicBezTo>
                  <a:lnTo>
                    <a:pt x="9599" y="9655"/>
                  </a:lnTo>
                  <a:lnTo>
                    <a:pt x="7744" y="9655"/>
                  </a:lnTo>
                  <a:cubicBezTo>
                    <a:pt x="7414" y="9655"/>
                    <a:pt x="7075" y="9914"/>
                    <a:pt x="7003" y="10244"/>
                  </a:cubicBezTo>
                  <a:cubicBezTo>
                    <a:pt x="6896" y="10734"/>
                    <a:pt x="7271" y="11163"/>
                    <a:pt x="7735" y="11163"/>
                  </a:cubicBezTo>
                  <a:lnTo>
                    <a:pt x="7869" y="11163"/>
                  </a:lnTo>
                  <a:cubicBezTo>
                    <a:pt x="7324" y="11493"/>
                    <a:pt x="6754" y="11743"/>
                    <a:pt x="6156" y="11903"/>
                  </a:cubicBezTo>
                  <a:cubicBezTo>
                    <a:pt x="5331" y="12126"/>
                    <a:pt x="4465" y="12251"/>
                    <a:pt x="3603" y="12251"/>
                  </a:cubicBezTo>
                  <a:cubicBezTo>
                    <a:pt x="2741" y="12251"/>
                    <a:pt x="1883" y="12126"/>
                    <a:pt x="1071" y="11850"/>
                  </a:cubicBezTo>
                  <a:cubicBezTo>
                    <a:pt x="2391" y="11457"/>
                    <a:pt x="3694" y="10681"/>
                    <a:pt x="4434" y="9825"/>
                  </a:cubicBezTo>
                  <a:cubicBezTo>
                    <a:pt x="4577" y="9860"/>
                    <a:pt x="4720" y="9887"/>
                    <a:pt x="4871" y="9914"/>
                  </a:cubicBezTo>
                  <a:cubicBezTo>
                    <a:pt x="5066" y="9946"/>
                    <a:pt x="5262" y="9962"/>
                    <a:pt x="5456" y="9962"/>
                  </a:cubicBezTo>
                  <a:cubicBezTo>
                    <a:pt x="7014" y="9962"/>
                    <a:pt x="8452" y="8935"/>
                    <a:pt x="8698" y="7309"/>
                  </a:cubicBezTo>
                  <a:cubicBezTo>
                    <a:pt x="8939" y="5694"/>
                    <a:pt x="7824" y="4204"/>
                    <a:pt x="6200" y="4008"/>
                  </a:cubicBezTo>
                  <a:cubicBezTo>
                    <a:pt x="6192" y="3812"/>
                    <a:pt x="6192" y="3616"/>
                    <a:pt x="6156" y="3419"/>
                  </a:cubicBezTo>
                  <a:cubicBezTo>
                    <a:pt x="5924" y="2144"/>
                    <a:pt x="6754" y="850"/>
                    <a:pt x="8002" y="547"/>
                  </a:cubicBezTo>
                  <a:cubicBezTo>
                    <a:pt x="8197" y="498"/>
                    <a:pt x="8393" y="475"/>
                    <a:pt x="8586" y="475"/>
                  </a:cubicBezTo>
                  <a:close/>
                  <a:moveTo>
                    <a:pt x="8576" y="0"/>
                  </a:moveTo>
                  <a:cubicBezTo>
                    <a:pt x="8349" y="0"/>
                    <a:pt x="8121" y="27"/>
                    <a:pt x="7895" y="83"/>
                  </a:cubicBezTo>
                  <a:cubicBezTo>
                    <a:pt x="7173" y="261"/>
                    <a:pt x="6539" y="716"/>
                    <a:pt x="6129" y="1359"/>
                  </a:cubicBezTo>
                  <a:cubicBezTo>
                    <a:pt x="5710" y="2001"/>
                    <a:pt x="5558" y="2759"/>
                    <a:pt x="5683" y="3491"/>
                  </a:cubicBezTo>
                  <a:cubicBezTo>
                    <a:pt x="5701" y="3660"/>
                    <a:pt x="5719" y="3821"/>
                    <a:pt x="5728" y="3981"/>
                  </a:cubicBezTo>
                  <a:cubicBezTo>
                    <a:pt x="4461" y="3910"/>
                    <a:pt x="3364" y="3508"/>
                    <a:pt x="2454" y="2795"/>
                  </a:cubicBezTo>
                  <a:cubicBezTo>
                    <a:pt x="1740" y="2233"/>
                    <a:pt x="1419" y="1671"/>
                    <a:pt x="1419" y="1671"/>
                  </a:cubicBezTo>
                  <a:cubicBezTo>
                    <a:pt x="1374" y="1590"/>
                    <a:pt x="1295" y="1551"/>
                    <a:pt x="1216" y="1551"/>
                  </a:cubicBezTo>
                  <a:cubicBezTo>
                    <a:pt x="1120" y="1551"/>
                    <a:pt x="1025" y="1608"/>
                    <a:pt x="991" y="1715"/>
                  </a:cubicBezTo>
                  <a:cubicBezTo>
                    <a:pt x="616" y="2875"/>
                    <a:pt x="518" y="4124"/>
                    <a:pt x="723" y="5319"/>
                  </a:cubicBezTo>
                  <a:cubicBezTo>
                    <a:pt x="742" y="5451"/>
                    <a:pt x="841" y="5511"/>
                    <a:pt x="943" y="5511"/>
                  </a:cubicBezTo>
                  <a:cubicBezTo>
                    <a:pt x="1075" y="5511"/>
                    <a:pt x="1212" y="5411"/>
                    <a:pt x="1187" y="5239"/>
                  </a:cubicBezTo>
                  <a:cubicBezTo>
                    <a:pt x="1026" y="4285"/>
                    <a:pt x="1071" y="3285"/>
                    <a:pt x="1303" y="2322"/>
                  </a:cubicBezTo>
                  <a:cubicBezTo>
                    <a:pt x="1490" y="2554"/>
                    <a:pt x="1767" y="2848"/>
                    <a:pt x="2141" y="3152"/>
                  </a:cubicBezTo>
                  <a:cubicBezTo>
                    <a:pt x="2855" y="3714"/>
                    <a:pt x="4077" y="4401"/>
                    <a:pt x="5888" y="4463"/>
                  </a:cubicBezTo>
                  <a:cubicBezTo>
                    <a:pt x="7360" y="4508"/>
                    <a:pt x="8449" y="5774"/>
                    <a:pt x="8226" y="7246"/>
                  </a:cubicBezTo>
                  <a:cubicBezTo>
                    <a:pt x="8020" y="8633"/>
                    <a:pt x="6786" y="9491"/>
                    <a:pt x="5451" y="9491"/>
                  </a:cubicBezTo>
                  <a:cubicBezTo>
                    <a:pt x="5282" y="9491"/>
                    <a:pt x="5112" y="9478"/>
                    <a:pt x="4943" y="9450"/>
                  </a:cubicBezTo>
                  <a:cubicBezTo>
                    <a:pt x="3337" y="9182"/>
                    <a:pt x="2115" y="8103"/>
                    <a:pt x="1490" y="6417"/>
                  </a:cubicBezTo>
                  <a:cubicBezTo>
                    <a:pt x="1451" y="6308"/>
                    <a:pt x="1367" y="6263"/>
                    <a:pt x="1281" y="6263"/>
                  </a:cubicBezTo>
                  <a:cubicBezTo>
                    <a:pt x="1134" y="6263"/>
                    <a:pt x="982" y="6397"/>
                    <a:pt x="1044" y="6577"/>
                  </a:cubicBezTo>
                  <a:cubicBezTo>
                    <a:pt x="1374" y="7452"/>
                    <a:pt x="1847" y="8183"/>
                    <a:pt x="2471" y="8754"/>
                  </a:cubicBezTo>
                  <a:cubicBezTo>
                    <a:pt x="2909" y="9155"/>
                    <a:pt x="3399" y="9459"/>
                    <a:pt x="3943" y="9664"/>
                  </a:cubicBezTo>
                  <a:cubicBezTo>
                    <a:pt x="3105" y="10538"/>
                    <a:pt x="1615" y="11314"/>
                    <a:pt x="259" y="11564"/>
                  </a:cubicBezTo>
                  <a:cubicBezTo>
                    <a:pt x="45" y="11600"/>
                    <a:pt x="0" y="11894"/>
                    <a:pt x="188" y="12001"/>
                  </a:cubicBezTo>
                  <a:cubicBezTo>
                    <a:pt x="1148" y="12532"/>
                    <a:pt x="2300" y="12742"/>
                    <a:pt x="3454" y="12742"/>
                  </a:cubicBezTo>
                  <a:cubicBezTo>
                    <a:pt x="4433" y="12742"/>
                    <a:pt x="5413" y="12591"/>
                    <a:pt x="6281" y="12358"/>
                  </a:cubicBezTo>
                  <a:cubicBezTo>
                    <a:pt x="7146" y="12126"/>
                    <a:pt x="7967" y="11725"/>
                    <a:pt x="8716" y="11163"/>
                  </a:cubicBezTo>
                  <a:lnTo>
                    <a:pt x="9189" y="11163"/>
                  </a:lnTo>
                  <a:lnTo>
                    <a:pt x="8841" y="12429"/>
                  </a:lnTo>
                  <a:lnTo>
                    <a:pt x="7066" y="12429"/>
                  </a:lnTo>
                  <a:cubicBezTo>
                    <a:pt x="6629" y="12429"/>
                    <a:pt x="6281" y="12786"/>
                    <a:pt x="6307" y="13223"/>
                  </a:cubicBezTo>
                  <a:cubicBezTo>
                    <a:pt x="6334" y="13607"/>
                    <a:pt x="6655" y="13910"/>
                    <a:pt x="7048" y="13910"/>
                  </a:cubicBezTo>
                  <a:lnTo>
                    <a:pt x="8422" y="13910"/>
                  </a:lnTo>
                  <a:lnTo>
                    <a:pt x="8065" y="15186"/>
                  </a:lnTo>
                  <a:cubicBezTo>
                    <a:pt x="7914" y="15737"/>
                    <a:pt x="8384" y="16105"/>
                    <a:pt x="8835" y="16105"/>
                  </a:cubicBezTo>
                  <a:cubicBezTo>
                    <a:pt x="9128" y="16105"/>
                    <a:pt x="9412" y="15950"/>
                    <a:pt x="9510" y="15588"/>
                  </a:cubicBezTo>
                  <a:lnTo>
                    <a:pt x="9974" y="13910"/>
                  </a:lnTo>
                  <a:lnTo>
                    <a:pt x="11339" y="13910"/>
                  </a:lnTo>
                  <a:lnTo>
                    <a:pt x="10982" y="15186"/>
                  </a:lnTo>
                  <a:cubicBezTo>
                    <a:pt x="10831" y="15737"/>
                    <a:pt x="11298" y="16105"/>
                    <a:pt x="11748" y="16105"/>
                  </a:cubicBezTo>
                  <a:cubicBezTo>
                    <a:pt x="12040" y="16105"/>
                    <a:pt x="12325" y="15950"/>
                    <a:pt x="12427" y="15588"/>
                  </a:cubicBezTo>
                  <a:lnTo>
                    <a:pt x="12891" y="13910"/>
                  </a:lnTo>
                  <a:lnTo>
                    <a:pt x="13284" y="13910"/>
                  </a:lnTo>
                  <a:cubicBezTo>
                    <a:pt x="13587" y="13910"/>
                    <a:pt x="13587" y="13438"/>
                    <a:pt x="13284" y="13438"/>
                  </a:cubicBezTo>
                  <a:lnTo>
                    <a:pt x="12713" y="13438"/>
                  </a:lnTo>
                  <a:cubicBezTo>
                    <a:pt x="12606" y="13438"/>
                    <a:pt x="12508" y="13509"/>
                    <a:pt x="12481" y="13607"/>
                  </a:cubicBezTo>
                  <a:lnTo>
                    <a:pt x="11972" y="15463"/>
                  </a:lnTo>
                  <a:cubicBezTo>
                    <a:pt x="11937" y="15588"/>
                    <a:pt x="11834" y="15643"/>
                    <a:pt x="11726" y="15643"/>
                  </a:cubicBezTo>
                  <a:cubicBezTo>
                    <a:pt x="11559" y="15643"/>
                    <a:pt x="11383" y="15512"/>
                    <a:pt x="11437" y="15311"/>
                  </a:cubicBezTo>
                  <a:lnTo>
                    <a:pt x="11874" y="13732"/>
                  </a:lnTo>
                  <a:cubicBezTo>
                    <a:pt x="11901" y="13562"/>
                    <a:pt x="11821" y="13455"/>
                    <a:pt x="11651" y="13438"/>
                  </a:cubicBezTo>
                  <a:lnTo>
                    <a:pt x="9751" y="13438"/>
                  </a:lnTo>
                  <a:cubicBezTo>
                    <a:pt x="9653" y="13438"/>
                    <a:pt x="9555" y="13500"/>
                    <a:pt x="9528" y="13607"/>
                  </a:cubicBezTo>
                  <a:lnTo>
                    <a:pt x="9037" y="15400"/>
                  </a:lnTo>
                  <a:cubicBezTo>
                    <a:pt x="9002" y="15522"/>
                    <a:pt x="8902" y="15575"/>
                    <a:pt x="8798" y="15575"/>
                  </a:cubicBezTo>
                  <a:cubicBezTo>
                    <a:pt x="8636" y="15575"/>
                    <a:pt x="8466" y="15448"/>
                    <a:pt x="8520" y="15257"/>
                  </a:cubicBezTo>
                  <a:lnTo>
                    <a:pt x="8939" y="13723"/>
                  </a:lnTo>
                  <a:cubicBezTo>
                    <a:pt x="8966" y="13554"/>
                    <a:pt x="8886" y="13455"/>
                    <a:pt x="8716" y="13438"/>
                  </a:cubicBezTo>
                  <a:lnTo>
                    <a:pt x="7101" y="13438"/>
                  </a:lnTo>
                  <a:cubicBezTo>
                    <a:pt x="6959" y="13438"/>
                    <a:pt x="6834" y="13330"/>
                    <a:pt x="6825" y="13188"/>
                  </a:cubicBezTo>
                  <a:cubicBezTo>
                    <a:pt x="6816" y="13027"/>
                    <a:pt x="6932" y="12902"/>
                    <a:pt x="7093" y="12902"/>
                  </a:cubicBezTo>
                  <a:lnTo>
                    <a:pt x="9019" y="12902"/>
                  </a:lnTo>
                  <a:cubicBezTo>
                    <a:pt x="9127" y="12902"/>
                    <a:pt x="9216" y="12831"/>
                    <a:pt x="9243" y="12724"/>
                  </a:cubicBezTo>
                  <a:lnTo>
                    <a:pt x="9724" y="10993"/>
                  </a:lnTo>
                  <a:cubicBezTo>
                    <a:pt x="9751" y="10815"/>
                    <a:pt x="9671" y="10717"/>
                    <a:pt x="9501" y="10690"/>
                  </a:cubicBezTo>
                  <a:lnTo>
                    <a:pt x="7744" y="10690"/>
                  </a:lnTo>
                  <a:cubicBezTo>
                    <a:pt x="7610" y="10690"/>
                    <a:pt x="7494" y="10610"/>
                    <a:pt x="7467" y="10476"/>
                  </a:cubicBezTo>
                  <a:cubicBezTo>
                    <a:pt x="7423" y="10297"/>
                    <a:pt x="7556" y="10128"/>
                    <a:pt x="7735" y="10128"/>
                  </a:cubicBezTo>
                  <a:lnTo>
                    <a:pt x="9778" y="10128"/>
                  </a:lnTo>
                  <a:cubicBezTo>
                    <a:pt x="9885" y="10128"/>
                    <a:pt x="9983" y="10056"/>
                    <a:pt x="10010" y="9949"/>
                  </a:cubicBezTo>
                  <a:lnTo>
                    <a:pt x="10536" y="7987"/>
                  </a:lnTo>
                  <a:cubicBezTo>
                    <a:pt x="10575" y="7849"/>
                    <a:pt x="10682" y="7790"/>
                    <a:pt x="10792" y="7790"/>
                  </a:cubicBezTo>
                  <a:cubicBezTo>
                    <a:pt x="10959" y="7790"/>
                    <a:pt x="11131" y="7928"/>
                    <a:pt x="11071" y="8138"/>
                  </a:cubicBezTo>
                  <a:lnTo>
                    <a:pt x="10616" y="9816"/>
                  </a:lnTo>
                  <a:cubicBezTo>
                    <a:pt x="10599" y="10003"/>
                    <a:pt x="10670" y="10101"/>
                    <a:pt x="10848" y="10128"/>
                  </a:cubicBezTo>
                  <a:lnTo>
                    <a:pt x="12659" y="10128"/>
                  </a:lnTo>
                  <a:cubicBezTo>
                    <a:pt x="12766" y="10128"/>
                    <a:pt x="12856" y="10056"/>
                    <a:pt x="12882" y="9949"/>
                  </a:cubicBezTo>
                  <a:lnTo>
                    <a:pt x="13435" y="7987"/>
                  </a:lnTo>
                  <a:cubicBezTo>
                    <a:pt x="13474" y="7845"/>
                    <a:pt x="13584" y="7783"/>
                    <a:pt x="13696" y="7783"/>
                  </a:cubicBezTo>
                  <a:cubicBezTo>
                    <a:pt x="13865" y="7783"/>
                    <a:pt x="14039" y="7924"/>
                    <a:pt x="13980" y="8138"/>
                  </a:cubicBezTo>
                  <a:lnTo>
                    <a:pt x="13516" y="9816"/>
                  </a:lnTo>
                  <a:cubicBezTo>
                    <a:pt x="13489" y="10003"/>
                    <a:pt x="13569" y="10101"/>
                    <a:pt x="13748" y="10128"/>
                  </a:cubicBezTo>
                  <a:lnTo>
                    <a:pt x="15487" y="10128"/>
                  </a:lnTo>
                  <a:cubicBezTo>
                    <a:pt x="15612" y="10128"/>
                    <a:pt x="15719" y="10199"/>
                    <a:pt x="15764" y="10315"/>
                  </a:cubicBezTo>
                  <a:cubicBezTo>
                    <a:pt x="15817" y="10511"/>
                    <a:pt x="15675" y="10690"/>
                    <a:pt x="15487" y="10690"/>
                  </a:cubicBezTo>
                  <a:lnTo>
                    <a:pt x="13471" y="10690"/>
                  </a:lnTo>
                  <a:cubicBezTo>
                    <a:pt x="13373" y="10690"/>
                    <a:pt x="13275" y="10761"/>
                    <a:pt x="13248" y="10868"/>
                  </a:cubicBezTo>
                  <a:lnTo>
                    <a:pt x="12766" y="12599"/>
                  </a:lnTo>
                  <a:cubicBezTo>
                    <a:pt x="12740" y="12777"/>
                    <a:pt x="12820" y="12876"/>
                    <a:pt x="12998" y="12902"/>
                  </a:cubicBezTo>
                  <a:lnTo>
                    <a:pt x="14765" y="12902"/>
                  </a:lnTo>
                  <a:cubicBezTo>
                    <a:pt x="14907" y="12902"/>
                    <a:pt x="15032" y="13009"/>
                    <a:pt x="15041" y="13152"/>
                  </a:cubicBezTo>
                  <a:cubicBezTo>
                    <a:pt x="15059" y="13304"/>
                    <a:pt x="14934" y="13438"/>
                    <a:pt x="14774" y="13438"/>
                  </a:cubicBezTo>
                  <a:lnTo>
                    <a:pt x="14524" y="13438"/>
                  </a:lnTo>
                  <a:cubicBezTo>
                    <a:pt x="14220" y="13438"/>
                    <a:pt x="14220" y="13910"/>
                    <a:pt x="14524" y="13910"/>
                  </a:cubicBezTo>
                  <a:lnTo>
                    <a:pt x="14756" y="13910"/>
                  </a:lnTo>
                  <a:cubicBezTo>
                    <a:pt x="15193" y="13910"/>
                    <a:pt x="15550" y="13554"/>
                    <a:pt x="15514" y="13116"/>
                  </a:cubicBezTo>
                  <a:cubicBezTo>
                    <a:pt x="15487" y="12733"/>
                    <a:pt x="15166" y="12429"/>
                    <a:pt x="14774" y="12429"/>
                  </a:cubicBezTo>
                  <a:lnTo>
                    <a:pt x="13302" y="12429"/>
                  </a:lnTo>
                  <a:lnTo>
                    <a:pt x="13658" y="11163"/>
                  </a:lnTo>
                  <a:lnTo>
                    <a:pt x="15443" y="11163"/>
                  </a:lnTo>
                  <a:cubicBezTo>
                    <a:pt x="15782" y="11163"/>
                    <a:pt x="16121" y="10904"/>
                    <a:pt x="16192" y="10583"/>
                  </a:cubicBezTo>
                  <a:cubicBezTo>
                    <a:pt x="16299" y="10092"/>
                    <a:pt x="15924" y="9655"/>
                    <a:pt x="15452" y="9655"/>
                  </a:cubicBezTo>
                  <a:lnTo>
                    <a:pt x="14069" y="9655"/>
                  </a:lnTo>
                  <a:lnTo>
                    <a:pt x="14435" y="8317"/>
                  </a:lnTo>
                  <a:cubicBezTo>
                    <a:pt x="14591" y="7757"/>
                    <a:pt x="14129" y="7389"/>
                    <a:pt x="13682" y="7389"/>
                  </a:cubicBezTo>
                  <a:cubicBezTo>
                    <a:pt x="13389" y="7389"/>
                    <a:pt x="13101" y="7548"/>
                    <a:pt x="12998" y="7915"/>
                  </a:cubicBezTo>
                  <a:lnTo>
                    <a:pt x="12517" y="9655"/>
                  </a:lnTo>
                  <a:lnTo>
                    <a:pt x="11161" y="9655"/>
                  </a:lnTo>
                  <a:lnTo>
                    <a:pt x="11526" y="8317"/>
                  </a:lnTo>
                  <a:cubicBezTo>
                    <a:pt x="11598" y="8076"/>
                    <a:pt x="11535" y="7817"/>
                    <a:pt x="11384" y="7639"/>
                  </a:cubicBezTo>
                  <a:cubicBezTo>
                    <a:pt x="11901" y="6283"/>
                    <a:pt x="12026" y="4820"/>
                    <a:pt x="11758" y="3375"/>
                  </a:cubicBezTo>
                  <a:lnTo>
                    <a:pt x="13034" y="2081"/>
                  </a:lnTo>
                  <a:cubicBezTo>
                    <a:pt x="13186" y="1938"/>
                    <a:pt x="13079" y="1680"/>
                    <a:pt x="12864" y="1680"/>
                  </a:cubicBezTo>
                  <a:lnTo>
                    <a:pt x="11259" y="1680"/>
                  </a:lnTo>
                  <a:cubicBezTo>
                    <a:pt x="10754" y="649"/>
                    <a:pt x="9689" y="0"/>
                    <a:pt x="8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3" name="Google Shape;3193;p50"/>
          <p:cNvGrpSpPr/>
          <p:nvPr/>
        </p:nvGrpSpPr>
        <p:grpSpPr>
          <a:xfrm>
            <a:off x="7305883" y="2221251"/>
            <a:ext cx="269734" cy="269734"/>
            <a:chOff x="3767275" y="2333700"/>
            <a:chExt cx="403250" cy="403250"/>
          </a:xfrm>
        </p:grpSpPr>
        <p:sp>
          <p:nvSpPr>
            <p:cNvPr id="3194" name="Google Shape;3194;p50"/>
            <p:cNvSpPr/>
            <p:nvPr/>
          </p:nvSpPr>
          <p:spPr>
            <a:xfrm>
              <a:off x="3772850" y="2339275"/>
              <a:ext cx="391450" cy="391425"/>
            </a:xfrm>
            <a:custGeom>
              <a:avLst/>
              <a:gdLst/>
              <a:ahLst/>
              <a:cxnLst/>
              <a:rect l="l" t="t" r="r" b="b"/>
              <a:pathLst>
                <a:path w="15658" h="15657" extrusionOk="0">
                  <a:moveTo>
                    <a:pt x="1856" y="1"/>
                  </a:moveTo>
                  <a:cubicBezTo>
                    <a:pt x="830" y="1"/>
                    <a:pt x="1" y="830"/>
                    <a:pt x="1" y="1856"/>
                  </a:cubicBezTo>
                  <a:lnTo>
                    <a:pt x="1" y="13801"/>
                  </a:lnTo>
                  <a:cubicBezTo>
                    <a:pt x="1" y="14827"/>
                    <a:pt x="830" y="15657"/>
                    <a:pt x="1856" y="15657"/>
                  </a:cubicBezTo>
                  <a:lnTo>
                    <a:pt x="13802" y="15657"/>
                  </a:lnTo>
                  <a:cubicBezTo>
                    <a:pt x="14827" y="15657"/>
                    <a:pt x="15657" y="14827"/>
                    <a:pt x="15657" y="13801"/>
                  </a:cubicBezTo>
                  <a:lnTo>
                    <a:pt x="15657" y="1856"/>
                  </a:lnTo>
                  <a:cubicBezTo>
                    <a:pt x="15657" y="830"/>
                    <a:pt x="14827" y="1"/>
                    <a:pt x="138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50"/>
            <p:cNvSpPr/>
            <p:nvPr/>
          </p:nvSpPr>
          <p:spPr>
            <a:xfrm>
              <a:off x="3772850" y="2339275"/>
              <a:ext cx="391450" cy="94375"/>
            </a:xfrm>
            <a:custGeom>
              <a:avLst/>
              <a:gdLst/>
              <a:ahLst/>
              <a:cxnLst/>
              <a:rect l="l" t="t" r="r" b="b"/>
              <a:pathLst>
                <a:path w="15658" h="3775" extrusionOk="0">
                  <a:moveTo>
                    <a:pt x="1856" y="1"/>
                  </a:moveTo>
                  <a:cubicBezTo>
                    <a:pt x="830" y="1"/>
                    <a:pt x="1" y="830"/>
                    <a:pt x="1" y="1856"/>
                  </a:cubicBezTo>
                  <a:lnTo>
                    <a:pt x="1" y="3774"/>
                  </a:lnTo>
                  <a:lnTo>
                    <a:pt x="15657" y="3774"/>
                  </a:lnTo>
                  <a:lnTo>
                    <a:pt x="15657" y="1856"/>
                  </a:lnTo>
                  <a:cubicBezTo>
                    <a:pt x="15657" y="830"/>
                    <a:pt x="14827" y="1"/>
                    <a:pt x="138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50"/>
            <p:cNvSpPr/>
            <p:nvPr/>
          </p:nvSpPr>
          <p:spPr>
            <a:xfrm>
              <a:off x="4035125" y="2369825"/>
              <a:ext cx="92150" cy="33250"/>
            </a:xfrm>
            <a:custGeom>
              <a:avLst/>
              <a:gdLst/>
              <a:ahLst/>
              <a:cxnLst/>
              <a:rect l="l" t="t" r="r" b="b"/>
              <a:pathLst>
                <a:path w="3686" h="1330" extrusionOk="0">
                  <a:moveTo>
                    <a:pt x="661" y="1"/>
                  </a:moveTo>
                  <a:cubicBezTo>
                    <a:pt x="295" y="1"/>
                    <a:pt x="1" y="295"/>
                    <a:pt x="1" y="661"/>
                  </a:cubicBezTo>
                  <a:lnTo>
                    <a:pt x="1" y="670"/>
                  </a:lnTo>
                  <a:cubicBezTo>
                    <a:pt x="1" y="1036"/>
                    <a:pt x="295" y="1330"/>
                    <a:pt x="661" y="1330"/>
                  </a:cubicBezTo>
                  <a:lnTo>
                    <a:pt x="3025" y="1330"/>
                  </a:lnTo>
                  <a:cubicBezTo>
                    <a:pt x="3391" y="1330"/>
                    <a:pt x="3685" y="1036"/>
                    <a:pt x="3685" y="670"/>
                  </a:cubicBezTo>
                  <a:lnTo>
                    <a:pt x="3685" y="661"/>
                  </a:lnTo>
                  <a:cubicBezTo>
                    <a:pt x="3685" y="295"/>
                    <a:pt x="3391" y="1"/>
                    <a:pt x="30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50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50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rgbClr val="59A1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50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50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rgbClr val="59A1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50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50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50"/>
            <p:cNvSpPr/>
            <p:nvPr/>
          </p:nvSpPr>
          <p:spPr>
            <a:xfrm>
              <a:off x="3912925" y="2519475"/>
              <a:ext cx="111525" cy="89900"/>
            </a:xfrm>
            <a:custGeom>
              <a:avLst/>
              <a:gdLst/>
              <a:ahLst/>
              <a:cxnLst/>
              <a:rect l="l" t="t" r="r" b="b"/>
              <a:pathLst>
                <a:path w="4461" h="3596" extrusionOk="0">
                  <a:moveTo>
                    <a:pt x="1267" y="1"/>
                  </a:moveTo>
                  <a:cubicBezTo>
                    <a:pt x="571" y="1"/>
                    <a:pt x="0" y="572"/>
                    <a:pt x="0" y="1268"/>
                  </a:cubicBezTo>
                  <a:cubicBezTo>
                    <a:pt x="0" y="2775"/>
                    <a:pt x="2230" y="3596"/>
                    <a:pt x="2230" y="3596"/>
                  </a:cubicBezTo>
                  <a:cubicBezTo>
                    <a:pt x="2230" y="3596"/>
                    <a:pt x="4461" y="2775"/>
                    <a:pt x="4461" y="1268"/>
                  </a:cubicBezTo>
                  <a:cubicBezTo>
                    <a:pt x="4461" y="572"/>
                    <a:pt x="3890" y="1"/>
                    <a:pt x="3194" y="1"/>
                  </a:cubicBezTo>
                  <a:cubicBezTo>
                    <a:pt x="2810" y="1"/>
                    <a:pt x="2462" y="179"/>
                    <a:pt x="2230" y="447"/>
                  </a:cubicBezTo>
                  <a:cubicBezTo>
                    <a:pt x="1998" y="179"/>
                    <a:pt x="1650" y="1"/>
                    <a:pt x="12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50"/>
            <p:cNvSpPr/>
            <p:nvPr/>
          </p:nvSpPr>
          <p:spPr>
            <a:xfrm>
              <a:off x="3767275" y="2333700"/>
              <a:ext cx="403250" cy="403250"/>
            </a:xfrm>
            <a:custGeom>
              <a:avLst/>
              <a:gdLst/>
              <a:ahLst/>
              <a:cxnLst/>
              <a:rect l="l" t="t" r="r" b="b"/>
              <a:pathLst>
                <a:path w="16130" h="16130" extrusionOk="0">
                  <a:moveTo>
                    <a:pt x="2097" y="1"/>
                  </a:moveTo>
                  <a:cubicBezTo>
                    <a:pt x="1593" y="1"/>
                    <a:pt x="1130" y="178"/>
                    <a:pt x="769" y="473"/>
                  </a:cubicBezTo>
                  <a:lnTo>
                    <a:pt x="3221" y="473"/>
                  </a:lnTo>
                  <a:cubicBezTo>
                    <a:pt x="3230" y="473"/>
                    <a:pt x="3239" y="464"/>
                    <a:pt x="3248" y="464"/>
                  </a:cubicBezTo>
                  <a:cubicBezTo>
                    <a:pt x="3471" y="259"/>
                    <a:pt x="3328" y="1"/>
                    <a:pt x="3123" y="1"/>
                  </a:cubicBezTo>
                  <a:close/>
                  <a:moveTo>
                    <a:pt x="723" y="473"/>
                  </a:moveTo>
                  <a:cubicBezTo>
                    <a:pt x="580" y="473"/>
                    <a:pt x="473" y="580"/>
                    <a:pt x="473" y="723"/>
                  </a:cubicBezTo>
                  <a:lnTo>
                    <a:pt x="473" y="769"/>
                  </a:lnTo>
                  <a:lnTo>
                    <a:pt x="473" y="769"/>
                  </a:lnTo>
                  <a:cubicBezTo>
                    <a:pt x="562" y="661"/>
                    <a:pt x="661" y="562"/>
                    <a:pt x="769" y="473"/>
                  </a:cubicBezTo>
                  <a:close/>
                  <a:moveTo>
                    <a:pt x="8056" y="3551"/>
                  </a:moveTo>
                  <a:cubicBezTo>
                    <a:pt x="11063" y="3551"/>
                    <a:pt x="13507" y="5995"/>
                    <a:pt x="13507" y="8993"/>
                  </a:cubicBezTo>
                  <a:cubicBezTo>
                    <a:pt x="13507" y="11999"/>
                    <a:pt x="11063" y="14444"/>
                    <a:pt x="8056" y="14444"/>
                  </a:cubicBezTo>
                  <a:cubicBezTo>
                    <a:pt x="5050" y="14444"/>
                    <a:pt x="2606" y="11999"/>
                    <a:pt x="2606" y="8993"/>
                  </a:cubicBezTo>
                  <a:cubicBezTo>
                    <a:pt x="2606" y="5995"/>
                    <a:pt x="5050" y="3551"/>
                    <a:pt x="8056" y="3551"/>
                  </a:cubicBezTo>
                  <a:close/>
                  <a:moveTo>
                    <a:pt x="15657" y="4193"/>
                  </a:moveTo>
                  <a:lnTo>
                    <a:pt x="15657" y="14033"/>
                  </a:lnTo>
                  <a:cubicBezTo>
                    <a:pt x="15657" y="14934"/>
                    <a:pt x="14934" y="15657"/>
                    <a:pt x="14033" y="15657"/>
                  </a:cubicBezTo>
                  <a:lnTo>
                    <a:pt x="2097" y="15657"/>
                  </a:lnTo>
                  <a:cubicBezTo>
                    <a:pt x="1196" y="15657"/>
                    <a:pt x="473" y="14934"/>
                    <a:pt x="473" y="14033"/>
                  </a:cubicBezTo>
                  <a:lnTo>
                    <a:pt x="473" y="4193"/>
                  </a:lnTo>
                  <a:lnTo>
                    <a:pt x="4613" y="4193"/>
                  </a:lnTo>
                  <a:cubicBezTo>
                    <a:pt x="3025" y="5335"/>
                    <a:pt x="2026" y="7253"/>
                    <a:pt x="2160" y="9385"/>
                  </a:cubicBezTo>
                  <a:cubicBezTo>
                    <a:pt x="2347" y="12365"/>
                    <a:pt x="4747" y="14756"/>
                    <a:pt x="7726" y="14925"/>
                  </a:cubicBezTo>
                  <a:cubicBezTo>
                    <a:pt x="7842" y="14932"/>
                    <a:pt x="7957" y="14935"/>
                    <a:pt x="8072" y="14935"/>
                  </a:cubicBezTo>
                  <a:cubicBezTo>
                    <a:pt x="11333" y="14935"/>
                    <a:pt x="13989" y="12268"/>
                    <a:pt x="13989" y="9002"/>
                  </a:cubicBezTo>
                  <a:cubicBezTo>
                    <a:pt x="13989" y="7021"/>
                    <a:pt x="13016" y="5264"/>
                    <a:pt x="11527" y="4193"/>
                  </a:cubicBezTo>
                  <a:close/>
                  <a:moveTo>
                    <a:pt x="4363" y="1"/>
                  </a:moveTo>
                  <a:cubicBezTo>
                    <a:pt x="4238" y="1"/>
                    <a:pt x="4140" y="90"/>
                    <a:pt x="4131" y="215"/>
                  </a:cubicBezTo>
                  <a:cubicBezTo>
                    <a:pt x="4131" y="340"/>
                    <a:pt x="4229" y="438"/>
                    <a:pt x="4354" y="438"/>
                  </a:cubicBezTo>
                  <a:lnTo>
                    <a:pt x="14033" y="438"/>
                  </a:lnTo>
                  <a:cubicBezTo>
                    <a:pt x="14934" y="438"/>
                    <a:pt x="15657" y="1169"/>
                    <a:pt x="15657" y="2061"/>
                  </a:cubicBezTo>
                  <a:lnTo>
                    <a:pt x="15657" y="3721"/>
                  </a:lnTo>
                  <a:lnTo>
                    <a:pt x="10750" y="3721"/>
                  </a:lnTo>
                  <a:cubicBezTo>
                    <a:pt x="9948" y="3301"/>
                    <a:pt x="9029" y="3069"/>
                    <a:pt x="8065" y="3069"/>
                  </a:cubicBezTo>
                  <a:cubicBezTo>
                    <a:pt x="7102" y="3069"/>
                    <a:pt x="6192" y="3301"/>
                    <a:pt x="5380" y="3721"/>
                  </a:cubicBezTo>
                  <a:lnTo>
                    <a:pt x="473" y="3721"/>
                  </a:lnTo>
                  <a:lnTo>
                    <a:pt x="473" y="769"/>
                  </a:lnTo>
                  <a:lnTo>
                    <a:pt x="473" y="769"/>
                  </a:lnTo>
                  <a:cubicBezTo>
                    <a:pt x="178" y="1130"/>
                    <a:pt x="1" y="1593"/>
                    <a:pt x="1" y="2097"/>
                  </a:cubicBezTo>
                  <a:lnTo>
                    <a:pt x="1" y="14033"/>
                  </a:lnTo>
                  <a:cubicBezTo>
                    <a:pt x="1" y="15193"/>
                    <a:pt x="937" y="16130"/>
                    <a:pt x="2097" y="16130"/>
                  </a:cubicBezTo>
                  <a:lnTo>
                    <a:pt x="14033" y="16130"/>
                  </a:lnTo>
                  <a:cubicBezTo>
                    <a:pt x="15193" y="16130"/>
                    <a:pt x="16130" y="15193"/>
                    <a:pt x="16130" y="14033"/>
                  </a:cubicBezTo>
                  <a:lnTo>
                    <a:pt x="16130" y="2097"/>
                  </a:lnTo>
                  <a:cubicBezTo>
                    <a:pt x="16130" y="937"/>
                    <a:pt x="15193" y="1"/>
                    <a:pt x="140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50"/>
            <p:cNvSpPr/>
            <p:nvPr/>
          </p:nvSpPr>
          <p:spPr>
            <a:xfrm>
              <a:off x="4029550" y="2364475"/>
              <a:ext cx="103950" cy="44850"/>
            </a:xfrm>
            <a:custGeom>
              <a:avLst/>
              <a:gdLst/>
              <a:ahLst/>
              <a:cxnLst/>
              <a:rect l="l" t="t" r="r" b="b"/>
              <a:pathLst>
                <a:path w="4158" h="1794" extrusionOk="0">
                  <a:moveTo>
                    <a:pt x="3266" y="473"/>
                  </a:moveTo>
                  <a:cubicBezTo>
                    <a:pt x="3498" y="473"/>
                    <a:pt x="3685" y="661"/>
                    <a:pt x="3685" y="893"/>
                  </a:cubicBezTo>
                  <a:lnTo>
                    <a:pt x="3685" y="902"/>
                  </a:lnTo>
                  <a:cubicBezTo>
                    <a:pt x="3685" y="1134"/>
                    <a:pt x="3498" y="1321"/>
                    <a:pt x="3266" y="1321"/>
                  </a:cubicBezTo>
                  <a:lnTo>
                    <a:pt x="902" y="1321"/>
                  </a:lnTo>
                  <a:cubicBezTo>
                    <a:pt x="670" y="1321"/>
                    <a:pt x="474" y="1134"/>
                    <a:pt x="474" y="902"/>
                  </a:cubicBezTo>
                  <a:lnTo>
                    <a:pt x="474" y="893"/>
                  </a:lnTo>
                  <a:cubicBezTo>
                    <a:pt x="474" y="661"/>
                    <a:pt x="661" y="473"/>
                    <a:pt x="902" y="473"/>
                  </a:cubicBezTo>
                  <a:close/>
                  <a:moveTo>
                    <a:pt x="902" y="1"/>
                  </a:moveTo>
                  <a:cubicBezTo>
                    <a:pt x="402" y="1"/>
                    <a:pt x="1" y="402"/>
                    <a:pt x="1" y="893"/>
                  </a:cubicBezTo>
                  <a:lnTo>
                    <a:pt x="1" y="902"/>
                  </a:lnTo>
                  <a:cubicBezTo>
                    <a:pt x="1" y="1392"/>
                    <a:pt x="402" y="1794"/>
                    <a:pt x="902" y="1794"/>
                  </a:cubicBezTo>
                  <a:lnTo>
                    <a:pt x="3266" y="1794"/>
                  </a:lnTo>
                  <a:cubicBezTo>
                    <a:pt x="3757" y="1794"/>
                    <a:pt x="4158" y="1392"/>
                    <a:pt x="4158" y="902"/>
                  </a:cubicBezTo>
                  <a:lnTo>
                    <a:pt x="4158" y="893"/>
                  </a:lnTo>
                  <a:cubicBezTo>
                    <a:pt x="4158" y="402"/>
                    <a:pt x="3757" y="1"/>
                    <a:pt x="3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50"/>
            <p:cNvSpPr/>
            <p:nvPr/>
          </p:nvSpPr>
          <p:spPr>
            <a:xfrm>
              <a:off x="3865850" y="2455700"/>
              <a:ext cx="205650" cy="205650"/>
            </a:xfrm>
            <a:custGeom>
              <a:avLst/>
              <a:gdLst/>
              <a:ahLst/>
              <a:cxnLst/>
              <a:rect l="l" t="t" r="r" b="b"/>
              <a:pathLst>
                <a:path w="8226" h="8226" extrusionOk="0">
                  <a:moveTo>
                    <a:pt x="4113" y="473"/>
                  </a:moveTo>
                  <a:cubicBezTo>
                    <a:pt x="6121" y="473"/>
                    <a:pt x="7753" y="2106"/>
                    <a:pt x="7753" y="4113"/>
                  </a:cubicBezTo>
                  <a:cubicBezTo>
                    <a:pt x="7753" y="6120"/>
                    <a:pt x="6121" y="7753"/>
                    <a:pt x="4113" y="7753"/>
                  </a:cubicBezTo>
                  <a:cubicBezTo>
                    <a:pt x="2106" y="7753"/>
                    <a:pt x="474" y="6120"/>
                    <a:pt x="474" y="4113"/>
                  </a:cubicBezTo>
                  <a:cubicBezTo>
                    <a:pt x="474" y="2106"/>
                    <a:pt x="2106" y="473"/>
                    <a:pt x="4113" y="473"/>
                  </a:cubicBezTo>
                  <a:close/>
                  <a:moveTo>
                    <a:pt x="4113" y="0"/>
                  </a:moveTo>
                  <a:cubicBezTo>
                    <a:pt x="1847" y="0"/>
                    <a:pt x="1" y="1847"/>
                    <a:pt x="1" y="4113"/>
                  </a:cubicBezTo>
                  <a:cubicBezTo>
                    <a:pt x="1" y="6388"/>
                    <a:pt x="1847" y="8225"/>
                    <a:pt x="4113" y="8225"/>
                  </a:cubicBezTo>
                  <a:cubicBezTo>
                    <a:pt x="6379" y="8225"/>
                    <a:pt x="8226" y="6388"/>
                    <a:pt x="8226" y="4113"/>
                  </a:cubicBezTo>
                  <a:cubicBezTo>
                    <a:pt x="8226" y="1847"/>
                    <a:pt x="6379" y="0"/>
                    <a:pt x="4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50"/>
            <p:cNvSpPr/>
            <p:nvPr/>
          </p:nvSpPr>
          <p:spPr>
            <a:xfrm>
              <a:off x="3907125" y="2513675"/>
              <a:ext cx="123125" cy="101625"/>
            </a:xfrm>
            <a:custGeom>
              <a:avLst/>
              <a:gdLst/>
              <a:ahLst/>
              <a:cxnLst/>
              <a:rect l="l" t="t" r="r" b="b"/>
              <a:pathLst>
                <a:path w="4925" h="4065" extrusionOk="0">
                  <a:moveTo>
                    <a:pt x="1499" y="1"/>
                  </a:moveTo>
                  <a:cubicBezTo>
                    <a:pt x="669" y="1"/>
                    <a:pt x="0" y="670"/>
                    <a:pt x="0" y="1500"/>
                  </a:cubicBezTo>
                  <a:cubicBezTo>
                    <a:pt x="0" y="2195"/>
                    <a:pt x="419" y="2864"/>
                    <a:pt x="1213" y="3426"/>
                  </a:cubicBezTo>
                  <a:cubicBezTo>
                    <a:pt x="1784" y="3828"/>
                    <a:pt x="2355" y="4042"/>
                    <a:pt x="2382" y="4051"/>
                  </a:cubicBezTo>
                  <a:cubicBezTo>
                    <a:pt x="2409" y="4060"/>
                    <a:pt x="2436" y="4064"/>
                    <a:pt x="2462" y="4064"/>
                  </a:cubicBezTo>
                  <a:cubicBezTo>
                    <a:pt x="2489" y="4064"/>
                    <a:pt x="2516" y="4060"/>
                    <a:pt x="2543" y="4051"/>
                  </a:cubicBezTo>
                  <a:cubicBezTo>
                    <a:pt x="2569" y="4042"/>
                    <a:pt x="3221" y="3801"/>
                    <a:pt x="3827" y="3337"/>
                  </a:cubicBezTo>
                  <a:cubicBezTo>
                    <a:pt x="4022" y="3186"/>
                    <a:pt x="3872" y="2912"/>
                    <a:pt x="3681" y="2912"/>
                  </a:cubicBezTo>
                  <a:cubicBezTo>
                    <a:pt x="3635" y="2912"/>
                    <a:pt x="3588" y="2927"/>
                    <a:pt x="3542" y="2963"/>
                  </a:cubicBezTo>
                  <a:cubicBezTo>
                    <a:pt x="3114" y="3284"/>
                    <a:pt x="2650" y="3498"/>
                    <a:pt x="2462" y="3578"/>
                  </a:cubicBezTo>
                  <a:cubicBezTo>
                    <a:pt x="2293" y="3507"/>
                    <a:pt x="1891" y="3319"/>
                    <a:pt x="1490" y="3034"/>
                  </a:cubicBezTo>
                  <a:cubicBezTo>
                    <a:pt x="651" y="2445"/>
                    <a:pt x="473" y="1874"/>
                    <a:pt x="473" y="1500"/>
                  </a:cubicBezTo>
                  <a:cubicBezTo>
                    <a:pt x="473" y="937"/>
                    <a:pt x="937" y="474"/>
                    <a:pt x="1499" y="474"/>
                  </a:cubicBezTo>
                  <a:cubicBezTo>
                    <a:pt x="1802" y="474"/>
                    <a:pt x="2088" y="607"/>
                    <a:pt x="2284" y="830"/>
                  </a:cubicBezTo>
                  <a:cubicBezTo>
                    <a:pt x="2342" y="884"/>
                    <a:pt x="2402" y="911"/>
                    <a:pt x="2462" y="911"/>
                  </a:cubicBezTo>
                  <a:cubicBezTo>
                    <a:pt x="2523" y="911"/>
                    <a:pt x="2583" y="884"/>
                    <a:pt x="2641" y="830"/>
                  </a:cubicBezTo>
                  <a:cubicBezTo>
                    <a:pt x="2837" y="607"/>
                    <a:pt x="3122" y="474"/>
                    <a:pt x="3426" y="474"/>
                  </a:cubicBezTo>
                  <a:cubicBezTo>
                    <a:pt x="3988" y="474"/>
                    <a:pt x="4452" y="937"/>
                    <a:pt x="4452" y="1500"/>
                  </a:cubicBezTo>
                  <a:cubicBezTo>
                    <a:pt x="4452" y="1705"/>
                    <a:pt x="4398" y="1910"/>
                    <a:pt x="4300" y="2106"/>
                  </a:cubicBezTo>
                  <a:cubicBezTo>
                    <a:pt x="4210" y="2292"/>
                    <a:pt x="4369" y="2449"/>
                    <a:pt x="4527" y="2449"/>
                  </a:cubicBezTo>
                  <a:cubicBezTo>
                    <a:pt x="4604" y="2449"/>
                    <a:pt x="4681" y="2411"/>
                    <a:pt x="4728" y="2320"/>
                  </a:cubicBezTo>
                  <a:cubicBezTo>
                    <a:pt x="4862" y="2053"/>
                    <a:pt x="4925" y="1785"/>
                    <a:pt x="4925" y="1500"/>
                  </a:cubicBezTo>
                  <a:cubicBezTo>
                    <a:pt x="4925" y="670"/>
                    <a:pt x="4255" y="1"/>
                    <a:pt x="3426" y="1"/>
                  </a:cubicBezTo>
                  <a:cubicBezTo>
                    <a:pt x="3069" y="1"/>
                    <a:pt x="2730" y="126"/>
                    <a:pt x="2462" y="349"/>
                  </a:cubicBezTo>
                  <a:cubicBezTo>
                    <a:pt x="2195" y="126"/>
                    <a:pt x="1856" y="1"/>
                    <a:pt x="14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8" name="Google Shape;3208;p50"/>
          <p:cNvGrpSpPr/>
          <p:nvPr/>
        </p:nvGrpSpPr>
        <p:grpSpPr>
          <a:xfrm>
            <a:off x="7923629" y="2204079"/>
            <a:ext cx="303970" cy="303970"/>
            <a:chOff x="5539225" y="1680900"/>
            <a:chExt cx="403250" cy="403250"/>
          </a:xfrm>
        </p:grpSpPr>
        <p:sp>
          <p:nvSpPr>
            <p:cNvPr id="3209" name="Google Shape;3209;p50"/>
            <p:cNvSpPr/>
            <p:nvPr/>
          </p:nvSpPr>
          <p:spPr>
            <a:xfrm>
              <a:off x="5545025" y="1686700"/>
              <a:ext cx="391650" cy="391650"/>
            </a:xfrm>
            <a:custGeom>
              <a:avLst/>
              <a:gdLst/>
              <a:ahLst/>
              <a:cxnLst/>
              <a:rect l="l" t="t" r="r" b="b"/>
              <a:pathLst>
                <a:path w="15666" h="15666" extrusionOk="0">
                  <a:moveTo>
                    <a:pt x="7833" y="1"/>
                  </a:moveTo>
                  <a:cubicBezTo>
                    <a:pt x="3506" y="1"/>
                    <a:pt x="0" y="3507"/>
                    <a:pt x="0" y="7833"/>
                  </a:cubicBezTo>
                  <a:cubicBezTo>
                    <a:pt x="0" y="12160"/>
                    <a:pt x="3506" y="15666"/>
                    <a:pt x="7833" y="15666"/>
                  </a:cubicBezTo>
                  <a:cubicBezTo>
                    <a:pt x="12160" y="15666"/>
                    <a:pt x="15666" y="12160"/>
                    <a:pt x="15666" y="7833"/>
                  </a:cubicBezTo>
                  <a:cubicBezTo>
                    <a:pt x="15666" y="3507"/>
                    <a:pt x="12160" y="1"/>
                    <a:pt x="78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50"/>
            <p:cNvSpPr/>
            <p:nvPr/>
          </p:nvSpPr>
          <p:spPr>
            <a:xfrm>
              <a:off x="5583600" y="1725300"/>
              <a:ext cx="314500" cy="314475"/>
            </a:xfrm>
            <a:custGeom>
              <a:avLst/>
              <a:gdLst/>
              <a:ahLst/>
              <a:cxnLst/>
              <a:rect l="l" t="t" r="r" b="b"/>
              <a:pathLst>
                <a:path w="12580" h="12579" extrusionOk="0">
                  <a:moveTo>
                    <a:pt x="6290" y="0"/>
                  </a:moveTo>
                  <a:cubicBezTo>
                    <a:pt x="2820" y="0"/>
                    <a:pt x="1" y="2819"/>
                    <a:pt x="1" y="6289"/>
                  </a:cubicBezTo>
                  <a:cubicBezTo>
                    <a:pt x="1" y="9769"/>
                    <a:pt x="2820" y="12579"/>
                    <a:pt x="6290" y="12579"/>
                  </a:cubicBezTo>
                  <a:cubicBezTo>
                    <a:pt x="9769" y="12579"/>
                    <a:pt x="12579" y="9769"/>
                    <a:pt x="12579" y="6289"/>
                  </a:cubicBezTo>
                  <a:cubicBezTo>
                    <a:pt x="12579" y="2819"/>
                    <a:pt x="9769" y="0"/>
                    <a:pt x="62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50"/>
            <p:cNvSpPr/>
            <p:nvPr/>
          </p:nvSpPr>
          <p:spPr>
            <a:xfrm>
              <a:off x="5636225" y="1777475"/>
              <a:ext cx="209900" cy="210375"/>
            </a:xfrm>
            <a:custGeom>
              <a:avLst/>
              <a:gdLst/>
              <a:ahLst/>
              <a:cxnLst/>
              <a:rect l="l" t="t" r="r" b="b"/>
              <a:pathLst>
                <a:path w="8396" h="8415" extrusionOk="0">
                  <a:moveTo>
                    <a:pt x="4161" y="0"/>
                  </a:moveTo>
                  <a:cubicBezTo>
                    <a:pt x="2686" y="0"/>
                    <a:pt x="1491" y="1207"/>
                    <a:pt x="1491" y="2686"/>
                  </a:cubicBezTo>
                  <a:lnTo>
                    <a:pt x="1491" y="3292"/>
                  </a:lnTo>
                  <a:lnTo>
                    <a:pt x="964" y="2820"/>
                  </a:lnTo>
                  <a:cubicBezTo>
                    <a:pt x="855" y="2726"/>
                    <a:pt x="719" y="2679"/>
                    <a:pt x="586" y="2679"/>
                  </a:cubicBezTo>
                  <a:cubicBezTo>
                    <a:pt x="427" y="2679"/>
                    <a:pt x="272" y="2746"/>
                    <a:pt x="170" y="2882"/>
                  </a:cubicBezTo>
                  <a:cubicBezTo>
                    <a:pt x="1" y="3105"/>
                    <a:pt x="28" y="3417"/>
                    <a:pt x="233" y="3605"/>
                  </a:cubicBezTo>
                  <a:lnTo>
                    <a:pt x="1491" y="4738"/>
                  </a:lnTo>
                  <a:lnTo>
                    <a:pt x="1491" y="6647"/>
                  </a:lnTo>
                  <a:cubicBezTo>
                    <a:pt x="1491" y="7155"/>
                    <a:pt x="1910" y="7548"/>
                    <a:pt x="2410" y="7548"/>
                  </a:cubicBezTo>
                  <a:cubicBezTo>
                    <a:pt x="2820" y="7548"/>
                    <a:pt x="3213" y="7726"/>
                    <a:pt x="3462" y="8056"/>
                  </a:cubicBezTo>
                  <a:cubicBezTo>
                    <a:pt x="3631" y="8275"/>
                    <a:pt x="3894" y="8415"/>
                    <a:pt x="4171" y="8415"/>
                  </a:cubicBezTo>
                  <a:cubicBezTo>
                    <a:pt x="4188" y="8415"/>
                    <a:pt x="4204" y="8414"/>
                    <a:pt x="4221" y="8413"/>
                  </a:cubicBezTo>
                  <a:cubicBezTo>
                    <a:pt x="4506" y="8413"/>
                    <a:pt x="4765" y="8270"/>
                    <a:pt x="4934" y="8056"/>
                  </a:cubicBezTo>
                  <a:cubicBezTo>
                    <a:pt x="5184" y="7726"/>
                    <a:pt x="5577" y="7548"/>
                    <a:pt x="5987" y="7548"/>
                  </a:cubicBezTo>
                  <a:cubicBezTo>
                    <a:pt x="6487" y="7548"/>
                    <a:pt x="6906" y="7155"/>
                    <a:pt x="6906" y="6647"/>
                  </a:cubicBezTo>
                  <a:lnTo>
                    <a:pt x="6906" y="4738"/>
                  </a:lnTo>
                  <a:lnTo>
                    <a:pt x="8155" y="3605"/>
                  </a:lnTo>
                  <a:cubicBezTo>
                    <a:pt x="8378" y="3408"/>
                    <a:pt x="8396" y="3069"/>
                    <a:pt x="8199" y="2855"/>
                  </a:cubicBezTo>
                  <a:cubicBezTo>
                    <a:pt x="8094" y="2735"/>
                    <a:pt x="7947" y="2675"/>
                    <a:pt x="7800" y="2675"/>
                  </a:cubicBezTo>
                  <a:cubicBezTo>
                    <a:pt x="7672" y="2675"/>
                    <a:pt x="7544" y="2720"/>
                    <a:pt x="7441" y="2811"/>
                  </a:cubicBezTo>
                  <a:lnTo>
                    <a:pt x="6906" y="3292"/>
                  </a:lnTo>
                  <a:lnTo>
                    <a:pt x="6906" y="2686"/>
                  </a:lnTo>
                  <a:cubicBezTo>
                    <a:pt x="6906" y="1207"/>
                    <a:pt x="5710" y="0"/>
                    <a:pt x="4227" y="0"/>
                  </a:cubicBezTo>
                  <a:cubicBezTo>
                    <a:pt x="4216" y="0"/>
                    <a:pt x="4205" y="0"/>
                    <a:pt x="4194" y="1"/>
                  </a:cubicBezTo>
                  <a:cubicBezTo>
                    <a:pt x="4183" y="0"/>
                    <a:pt x="4172" y="0"/>
                    <a:pt x="4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50"/>
            <p:cNvSpPr/>
            <p:nvPr/>
          </p:nvSpPr>
          <p:spPr>
            <a:xfrm>
              <a:off x="5539225" y="1680900"/>
              <a:ext cx="403250" cy="403250"/>
            </a:xfrm>
            <a:custGeom>
              <a:avLst/>
              <a:gdLst/>
              <a:ahLst/>
              <a:cxnLst/>
              <a:rect l="l" t="t" r="r" b="b"/>
              <a:pathLst>
                <a:path w="16130" h="16130" extrusionOk="0">
                  <a:moveTo>
                    <a:pt x="8065" y="1"/>
                  </a:moveTo>
                  <a:cubicBezTo>
                    <a:pt x="6566" y="1"/>
                    <a:pt x="5103" y="411"/>
                    <a:pt x="3836" y="1196"/>
                  </a:cubicBezTo>
                  <a:cubicBezTo>
                    <a:pt x="3619" y="1331"/>
                    <a:pt x="3760" y="1635"/>
                    <a:pt x="3964" y="1635"/>
                  </a:cubicBezTo>
                  <a:cubicBezTo>
                    <a:pt x="4003" y="1635"/>
                    <a:pt x="4044" y="1624"/>
                    <a:pt x="4086" y="1598"/>
                  </a:cubicBezTo>
                  <a:cubicBezTo>
                    <a:pt x="5282" y="866"/>
                    <a:pt x="6655" y="474"/>
                    <a:pt x="8065" y="474"/>
                  </a:cubicBezTo>
                  <a:cubicBezTo>
                    <a:pt x="10090" y="474"/>
                    <a:pt x="11999" y="1268"/>
                    <a:pt x="13435" y="2695"/>
                  </a:cubicBezTo>
                  <a:cubicBezTo>
                    <a:pt x="14872" y="4131"/>
                    <a:pt x="15657" y="6040"/>
                    <a:pt x="15657" y="8065"/>
                  </a:cubicBezTo>
                  <a:cubicBezTo>
                    <a:pt x="15657" y="10099"/>
                    <a:pt x="14872" y="12000"/>
                    <a:pt x="13435" y="13436"/>
                  </a:cubicBezTo>
                  <a:cubicBezTo>
                    <a:pt x="11999" y="14872"/>
                    <a:pt x="10090" y="15657"/>
                    <a:pt x="8065" y="15657"/>
                  </a:cubicBezTo>
                  <a:cubicBezTo>
                    <a:pt x="6040" y="15657"/>
                    <a:pt x="4131" y="14872"/>
                    <a:pt x="2694" y="13436"/>
                  </a:cubicBezTo>
                  <a:cubicBezTo>
                    <a:pt x="1258" y="12000"/>
                    <a:pt x="473" y="10099"/>
                    <a:pt x="473" y="8065"/>
                  </a:cubicBezTo>
                  <a:cubicBezTo>
                    <a:pt x="473" y="5853"/>
                    <a:pt x="1437" y="3757"/>
                    <a:pt x="3105" y="2311"/>
                  </a:cubicBezTo>
                  <a:cubicBezTo>
                    <a:pt x="3289" y="2155"/>
                    <a:pt x="3135" y="1897"/>
                    <a:pt x="2948" y="1897"/>
                  </a:cubicBezTo>
                  <a:cubicBezTo>
                    <a:pt x="2899" y="1897"/>
                    <a:pt x="2849" y="1914"/>
                    <a:pt x="2802" y="1954"/>
                  </a:cubicBezTo>
                  <a:cubicBezTo>
                    <a:pt x="1017" y="3489"/>
                    <a:pt x="0" y="5719"/>
                    <a:pt x="0" y="8065"/>
                  </a:cubicBezTo>
                  <a:cubicBezTo>
                    <a:pt x="0" y="10224"/>
                    <a:pt x="839" y="12249"/>
                    <a:pt x="2364" y="13775"/>
                  </a:cubicBezTo>
                  <a:cubicBezTo>
                    <a:pt x="3881" y="15291"/>
                    <a:pt x="5915" y="16130"/>
                    <a:pt x="8065" y="16130"/>
                  </a:cubicBezTo>
                  <a:cubicBezTo>
                    <a:pt x="10224" y="16130"/>
                    <a:pt x="12249" y="15291"/>
                    <a:pt x="13766" y="13775"/>
                  </a:cubicBezTo>
                  <a:cubicBezTo>
                    <a:pt x="15291" y="12249"/>
                    <a:pt x="16130" y="10224"/>
                    <a:pt x="16130" y="8065"/>
                  </a:cubicBezTo>
                  <a:cubicBezTo>
                    <a:pt x="16130" y="5915"/>
                    <a:pt x="15291" y="3890"/>
                    <a:pt x="13766" y="2365"/>
                  </a:cubicBezTo>
                  <a:cubicBezTo>
                    <a:pt x="12249" y="839"/>
                    <a:pt x="10224" y="1"/>
                    <a:pt x="8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50"/>
            <p:cNvSpPr/>
            <p:nvPr/>
          </p:nvSpPr>
          <p:spPr>
            <a:xfrm>
              <a:off x="5577575" y="1719275"/>
              <a:ext cx="326550" cy="326525"/>
            </a:xfrm>
            <a:custGeom>
              <a:avLst/>
              <a:gdLst/>
              <a:ahLst/>
              <a:cxnLst/>
              <a:rect l="l" t="t" r="r" b="b"/>
              <a:pathLst>
                <a:path w="13062" h="13061" extrusionOk="0">
                  <a:moveTo>
                    <a:pt x="6531" y="473"/>
                  </a:moveTo>
                  <a:cubicBezTo>
                    <a:pt x="9867" y="473"/>
                    <a:pt x="12588" y="3194"/>
                    <a:pt x="12588" y="6530"/>
                  </a:cubicBezTo>
                  <a:cubicBezTo>
                    <a:pt x="12588" y="9876"/>
                    <a:pt x="9867" y="12588"/>
                    <a:pt x="6531" y="12588"/>
                  </a:cubicBezTo>
                  <a:cubicBezTo>
                    <a:pt x="3194" y="12588"/>
                    <a:pt x="474" y="9876"/>
                    <a:pt x="474" y="6530"/>
                  </a:cubicBezTo>
                  <a:cubicBezTo>
                    <a:pt x="474" y="3194"/>
                    <a:pt x="3194" y="473"/>
                    <a:pt x="6531" y="473"/>
                  </a:cubicBezTo>
                  <a:close/>
                  <a:moveTo>
                    <a:pt x="6531" y="0"/>
                  </a:moveTo>
                  <a:cubicBezTo>
                    <a:pt x="2936" y="0"/>
                    <a:pt x="1" y="2935"/>
                    <a:pt x="1" y="6530"/>
                  </a:cubicBezTo>
                  <a:cubicBezTo>
                    <a:pt x="1" y="10134"/>
                    <a:pt x="2936" y="13061"/>
                    <a:pt x="6531" y="13061"/>
                  </a:cubicBezTo>
                  <a:cubicBezTo>
                    <a:pt x="10135" y="13061"/>
                    <a:pt x="13061" y="10134"/>
                    <a:pt x="13061" y="6530"/>
                  </a:cubicBezTo>
                  <a:cubicBezTo>
                    <a:pt x="13061" y="2935"/>
                    <a:pt x="10135" y="0"/>
                    <a:pt x="6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50"/>
            <p:cNvSpPr/>
            <p:nvPr/>
          </p:nvSpPr>
          <p:spPr>
            <a:xfrm>
              <a:off x="5629100" y="1771450"/>
              <a:ext cx="223050" cy="222375"/>
            </a:xfrm>
            <a:custGeom>
              <a:avLst/>
              <a:gdLst/>
              <a:ahLst/>
              <a:cxnLst/>
              <a:rect l="l" t="t" r="r" b="b"/>
              <a:pathLst>
                <a:path w="8922" h="8895" extrusionOk="0">
                  <a:moveTo>
                    <a:pt x="4436" y="1"/>
                  </a:moveTo>
                  <a:cubicBezTo>
                    <a:pt x="3664" y="1"/>
                    <a:pt x="2936" y="303"/>
                    <a:pt x="2382" y="848"/>
                  </a:cubicBezTo>
                  <a:cubicBezTo>
                    <a:pt x="1811" y="1419"/>
                    <a:pt x="1508" y="2195"/>
                    <a:pt x="1517" y="3007"/>
                  </a:cubicBezTo>
                  <a:cubicBezTo>
                    <a:pt x="1324" y="2809"/>
                    <a:pt x="1070" y="2680"/>
                    <a:pt x="820" y="2680"/>
                  </a:cubicBezTo>
                  <a:cubicBezTo>
                    <a:pt x="631" y="2680"/>
                    <a:pt x="443" y="2754"/>
                    <a:pt x="286" y="2927"/>
                  </a:cubicBezTo>
                  <a:cubicBezTo>
                    <a:pt x="1" y="3248"/>
                    <a:pt x="27" y="3730"/>
                    <a:pt x="348" y="4015"/>
                  </a:cubicBezTo>
                  <a:lnTo>
                    <a:pt x="1517" y="5077"/>
                  </a:lnTo>
                  <a:lnTo>
                    <a:pt x="1517" y="6897"/>
                  </a:lnTo>
                  <a:cubicBezTo>
                    <a:pt x="1517" y="7521"/>
                    <a:pt x="2061" y="8030"/>
                    <a:pt x="2677" y="8030"/>
                  </a:cubicBezTo>
                  <a:cubicBezTo>
                    <a:pt x="3025" y="8030"/>
                    <a:pt x="3346" y="8190"/>
                    <a:pt x="3542" y="8449"/>
                  </a:cubicBezTo>
                  <a:cubicBezTo>
                    <a:pt x="3756" y="8725"/>
                    <a:pt x="4095" y="8895"/>
                    <a:pt x="4443" y="8895"/>
                  </a:cubicBezTo>
                  <a:cubicBezTo>
                    <a:pt x="4809" y="8895"/>
                    <a:pt x="5166" y="8743"/>
                    <a:pt x="5389" y="8449"/>
                  </a:cubicBezTo>
                  <a:cubicBezTo>
                    <a:pt x="5585" y="8190"/>
                    <a:pt x="5915" y="8030"/>
                    <a:pt x="6254" y="8030"/>
                  </a:cubicBezTo>
                  <a:cubicBezTo>
                    <a:pt x="6259" y="8030"/>
                    <a:pt x="6265" y="8030"/>
                    <a:pt x="6270" y="8030"/>
                  </a:cubicBezTo>
                  <a:cubicBezTo>
                    <a:pt x="6879" y="8030"/>
                    <a:pt x="7414" y="7516"/>
                    <a:pt x="7414" y="6897"/>
                  </a:cubicBezTo>
                  <a:lnTo>
                    <a:pt x="7414" y="6709"/>
                  </a:lnTo>
                  <a:cubicBezTo>
                    <a:pt x="7414" y="6558"/>
                    <a:pt x="7296" y="6482"/>
                    <a:pt x="7177" y="6482"/>
                  </a:cubicBezTo>
                  <a:cubicBezTo>
                    <a:pt x="7059" y="6482"/>
                    <a:pt x="6941" y="6558"/>
                    <a:pt x="6941" y="6709"/>
                  </a:cubicBezTo>
                  <a:lnTo>
                    <a:pt x="6941" y="6897"/>
                  </a:lnTo>
                  <a:cubicBezTo>
                    <a:pt x="6941" y="6897"/>
                    <a:pt x="6633" y="7557"/>
                    <a:pt x="6270" y="7557"/>
                  </a:cubicBezTo>
                  <a:cubicBezTo>
                    <a:pt x="6268" y="7557"/>
                    <a:pt x="6266" y="7557"/>
                    <a:pt x="6263" y="7557"/>
                  </a:cubicBezTo>
                  <a:cubicBezTo>
                    <a:pt x="5772" y="7557"/>
                    <a:pt x="5309" y="7789"/>
                    <a:pt x="5023" y="8163"/>
                  </a:cubicBezTo>
                  <a:cubicBezTo>
                    <a:pt x="4889" y="8337"/>
                    <a:pt x="4682" y="8424"/>
                    <a:pt x="4474" y="8424"/>
                  </a:cubicBezTo>
                  <a:cubicBezTo>
                    <a:pt x="4267" y="8424"/>
                    <a:pt x="4060" y="8337"/>
                    <a:pt x="3926" y="8163"/>
                  </a:cubicBezTo>
                  <a:cubicBezTo>
                    <a:pt x="3631" y="7789"/>
                    <a:pt x="3167" y="7557"/>
                    <a:pt x="2677" y="7557"/>
                  </a:cubicBezTo>
                  <a:cubicBezTo>
                    <a:pt x="2320" y="7557"/>
                    <a:pt x="1990" y="7271"/>
                    <a:pt x="1990" y="6897"/>
                  </a:cubicBezTo>
                  <a:lnTo>
                    <a:pt x="1990" y="4979"/>
                  </a:lnTo>
                  <a:cubicBezTo>
                    <a:pt x="1990" y="4916"/>
                    <a:pt x="1963" y="4845"/>
                    <a:pt x="1910" y="4800"/>
                  </a:cubicBezTo>
                  <a:lnTo>
                    <a:pt x="661" y="3667"/>
                  </a:lnTo>
                  <a:cubicBezTo>
                    <a:pt x="536" y="3560"/>
                    <a:pt x="527" y="3373"/>
                    <a:pt x="634" y="3248"/>
                  </a:cubicBezTo>
                  <a:cubicBezTo>
                    <a:pt x="705" y="3182"/>
                    <a:pt x="778" y="3148"/>
                    <a:pt x="853" y="3148"/>
                  </a:cubicBezTo>
                  <a:cubicBezTo>
                    <a:pt x="921" y="3148"/>
                    <a:pt x="990" y="3175"/>
                    <a:pt x="1062" y="3230"/>
                  </a:cubicBezTo>
                  <a:lnTo>
                    <a:pt x="1597" y="3712"/>
                  </a:lnTo>
                  <a:cubicBezTo>
                    <a:pt x="1644" y="3753"/>
                    <a:pt x="1698" y="3771"/>
                    <a:pt x="1752" y="3771"/>
                  </a:cubicBezTo>
                  <a:cubicBezTo>
                    <a:pt x="1874" y="3771"/>
                    <a:pt x="1990" y="3676"/>
                    <a:pt x="1990" y="3533"/>
                  </a:cubicBezTo>
                  <a:lnTo>
                    <a:pt x="1990" y="2927"/>
                  </a:lnTo>
                  <a:cubicBezTo>
                    <a:pt x="1990" y="2267"/>
                    <a:pt x="2249" y="1642"/>
                    <a:pt x="2721" y="1178"/>
                  </a:cubicBezTo>
                  <a:cubicBezTo>
                    <a:pt x="3163" y="737"/>
                    <a:pt x="3749" y="489"/>
                    <a:pt x="4374" y="489"/>
                  </a:cubicBezTo>
                  <a:cubicBezTo>
                    <a:pt x="4406" y="489"/>
                    <a:pt x="4438" y="490"/>
                    <a:pt x="4470" y="491"/>
                  </a:cubicBezTo>
                  <a:lnTo>
                    <a:pt x="4488" y="456"/>
                  </a:lnTo>
                  <a:cubicBezTo>
                    <a:pt x="4488" y="456"/>
                    <a:pt x="5764" y="714"/>
                    <a:pt x="6227" y="1178"/>
                  </a:cubicBezTo>
                  <a:cubicBezTo>
                    <a:pt x="6691" y="1642"/>
                    <a:pt x="6950" y="2267"/>
                    <a:pt x="6968" y="2927"/>
                  </a:cubicBezTo>
                  <a:lnTo>
                    <a:pt x="6968" y="3533"/>
                  </a:lnTo>
                  <a:cubicBezTo>
                    <a:pt x="6955" y="3676"/>
                    <a:pt x="7072" y="3771"/>
                    <a:pt x="7192" y="3771"/>
                  </a:cubicBezTo>
                  <a:cubicBezTo>
                    <a:pt x="7245" y="3771"/>
                    <a:pt x="7299" y="3753"/>
                    <a:pt x="7343" y="3712"/>
                  </a:cubicBezTo>
                  <a:lnTo>
                    <a:pt x="7887" y="3230"/>
                  </a:lnTo>
                  <a:cubicBezTo>
                    <a:pt x="7941" y="3175"/>
                    <a:pt x="8014" y="3148"/>
                    <a:pt x="8087" y="3148"/>
                  </a:cubicBezTo>
                  <a:cubicBezTo>
                    <a:pt x="8168" y="3148"/>
                    <a:pt x="8250" y="3182"/>
                    <a:pt x="8306" y="3248"/>
                  </a:cubicBezTo>
                  <a:cubicBezTo>
                    <a:pt x="8413" y="3373"/>
                    <a:pt x="8404" y="3560"/>
                    <a:pt x="8279" y="3667"/>
                  </a:cubicBezTo>
                  <a:lnTo>
                    <a:pt x="7030" y="4800"/>
                  </a:lnTo>
                  <a:cubicBezTo>
                    <a:pt x="6977" y="4845"/>
                    <a:pt x="6941" y="4979"/>
                    <a:pt x="6941" y="4979"/>
                  </a:cubicBezTo>
                  <a:lnTo>
                    <a:pt x="6941" y="5460"/>
                  </a:lnTo>
                  <a:cubicBezTo>
                    <a:pt x="6941" y="5612"/>
                    <a:pt x="7059" y="5688"/>
                    <a:pt x="7177" y="5688"/>
                  </a:cubicBezTo>
                  <a:cubicBezTo>
                    <a:pt x="7296" y="5688"/>
                    <a:pt x="7414" y="5612"/>
                    <a:pt x="7414" y="5460"/>
                  </a:cubicBezTo>
                  <a:lnTo>
                    <a:pt x="7414" y="5077"/>
                  </a:lnTo>
                  <a:lnTo>
                    <a:pt x="8583" y="4015"/>
                  </a:lnTo>
                  <a:cubicBezTo>
                    <a:pt x="8886" y="3748"/>
                    <a:pt x="8922" y="3284"/>
                    <a:pt x="8681" y="2971"/>
                  </a:cubicBezTo>
                  <a:cubicBezTo>
                    <a:pt x="8526" y="2779"/>
                    <a:pt x="8304" y="2682"/>
                    <a:pt x="8079" y="2682"/>
                  </a:cubicBezTo>
                  <a:cubicBezTo>
                    <a:pt x="7888" y="2682"/>
                    <a:pt x="7695" y="2752"/>
                    <a:pt x="7539" y="2891"/>
                  </a:cubicBezTo>
                  <a:lnTo>
                    <a:pt x="7414" y="3007"/>
                  </a:lnTo>
                  <a:cubicBezTo>
                    <a:pt x="7423" y="2195"/>
                    <a:pt x="7120" y="1419"/>
                    <a:pt x="6549" y="848"/>
                  </a:cubicBezTo>
                  <a:cubicBezTo>
                    <a:pt x="5995" y="303"/>
                    <a:pt x="5276" y="1"/>
                    <a:pt x="4504" y="1"/>
                  </a:cubicBezTo>
                  <a:cubicBezTo>
                    <a:pt x="4492" y="1"/>
                    <a:pt x="4481" y="1"/>
                    <a:pt x="4470" y="1"/>
                  </a:cubicBezTo>
                  <a:cubicBezTo>
                    <a:pt x="4459" y="1"/>
                    <a:pt x="4448" y="1"/>
                    <a:pt x="44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5" name="Google Shape;3215;p50"/>
          <p:cNvSpPr txBox="1"/>
          <p:nvPr/>
        </p:nvSpPr>
        <p:spPr>
          <a:xfrm>
            <a:off x="1140989" y="1298825"/>
            <a:ext cx="17265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GENDER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16" name="Google Shape;3216;p50"/>
          <p:cNvSpPr txBox="1"/>
          <p:nvPr/>
        </p:nvSpPr>
        <p:spPr>
          <a:xfrm>
            <a:off x="840475" y="3017639"/>
            <a:ext cx="1104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40%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17" name="Google Shape;3217;p50"/>
          <p:cNvSpPr txBox="1"/>
          <p:nvPr/>
        </p:nvSpPr>
        <p:spPr>
          <a:xfrm>
            <a:off x="5924987" y="1298825"/>
            <a:ext cx="23886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SOCIAL MEDIA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18" name="Google Shape;3218;p50"/>
          <p:cNvSpPr txBox="1"/>
          <p:nvPr/>
        </p:nvSpPr>
        <p:spPr>
          <a:xfrm>
            <a:off x="840463" y="1807825"/>
            <a:ext cx="11043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Male</a:t>
            </a:r>
            <a:endParaRPr sz="16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3219" name="Google Shape;3219;p50"/>
          <p:cNvGrpSpPr/>
          <p:nvPr/>
        </p:nvGrpSpPr>
        <p:grpSpPr>
          <a:xfrm>
            <a:off x="5997412" y="2199498"/>
            <a:ext cx="315500" cy="313181"/>
            <a:chOff x="3689637" y="2094823"/>
            <a:chExt cx="315500" cy="313181"/>
          </a:xfrm>
        </p:grpSpPr>
        <p:sp>
          <p:nvSpPr>
            <p:cNvPr id="3220" name="Google Shape;3220;p50"/>
            <p:cNvSpPr/>
            <p:nvPr/>
          </p:nvSpPr>
          <p:spPr>
            <a:xfrm>
              <a:off x="3729099" y="2160605"/>
              <a:ext cx="238103" cy="181558"/>
            </a:xfrm>
            <a:custGeom>
              <a:avLst/>
              <a:gdLst/>
              <a:ahLst/>
              <a:cxnLst/>
              <a:rect l="l" t="t" r="r" b="b"/>
              <a:pathLst>
                <a:path w="12321" h="9395" extrusionOk="0">
                  <a:moveTo>
                    <a:pt x="822" y="1"/>
                  </a:moveTo>
                  <a:cubicBezTo>
                    <a:pt x="367" y="1"/>
                    <a:pt x="1" y="376"/>
                    <a:pt x="1" y="831"/>
                  </a:cubicBezTo>
                  <a:lnTo>
                    <a:pt x="1" y="8574"/>
                  </a:lnTo>
                  <a:cubicBezTo>
                    <a:pt x="1" y="9029"/>
                    <a:pt x="367" y="9395"/>
                    <a:pt x="822" y="9395"/>
                  </a:cubicBezTo>
                  <a:lnTo>
                    <a:pt x="11491" y="9395"/>
                  </a:lnTo>
                  <a:cubicBezTo>
                    <a:pt x="11946" y="9395"/>
                    <a:pt x="12321" y="9029"/>
                    <a:pt x="12321" y="8574"/>
                  </a:cubicBezTo>
                  <a:lnTo>
                    <a:pt x="12321" y="831"/>
                  </a:lnTo>
                  <a:cubicBezTo>
                    <a:pt x="12321" y="376"/>
                    <a:pt x="11946" y="1"/>
                    <a:pt x="11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50"/>
            <p:cNvSpPr/>
            <p:nvPr/>
          </p:nvSpPr>
          <p:spPr>
            <a:xfrm>
              <a:off x="3802205" y="2200260"/>
              <a:ext cx="93456" cy="102674"/>
            </a:xfrm>
            <a:custGeom>
              <a:avLst/>
              <a:gdLst/>
              <a:ahLst/>
              <a:cxnLst/>
              <a:rect l="l" t="t" r="r" b="b"/>
              <a:pathLst>
                <a:path w="4836" h="5313" extrusionOk="0">
                  <a:moveTo>
                    <a:pt x="551" y="0"/>
                  </a:moveTo>
                  <a:cubicBezTo>
                    <a:pt x="264" y="0"/>
                    <a:pt x="0" y="228"/>
                    <a:pt x="0" y="554"/>
                  </a:cubicBezTo>
                  <a:lnTo>
                    <a:pt x="0" y="4765"/>
                  </a:lnTo>
                  <a:cubicBezTo>
                    <a:pt x="0" y="5082"/>
                    <a:pt x="262" y="5313"/>
                    <a:pt x="547" y="5313"/>
                  </a:cubicBezTo>
                  <a:cubicBezTo>
                    <a:pt x="639" y="5313"/>
                    <a:pt x="733" y="5289"/>
                    <a:pt x="821" y="5237"/>
                  </a:cubicBezTo>
                  <a:lnTo>
                    <a:pt x="4470" y="3132"/>
                  </a:lnTo>
                  <a:cubicBezTo>
                    <a:pt x="4836" y="2918"/>
                    <a:pt x="4836" y="2392"/>
                    <a:pt x="4470" y="2177"/>
                  </a:cubicBezTo>
                  <a:lnTo>
                    <a:pt x="821" y="72"/>
                  </a:lnTo>
                  <a:cubicBezTo>
                    <a:pt x="734" y="23"/>
                    <a:pt x="641" y="0"/>
                    <a:pt x="5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50"/>
            <p:cNvSpPr/>
            <p:nvPr/>
          </p:nvSpPr>
          <p:spPr>
            <a:xfrm>
              <a:off x="3694971" y="2325080"/>
              <a:ext cx="70710" cy="77532"/>
            </a:xfrm>
            <a:custGeom>
              <a:avLst/>
              <a:gdLst/>
              <a:ahLst/>
              <a:cxnLst/>
              <a:rect l="l" t="t" r="r" b="b"/>
              <a:pathLst>
                <a:path w="3659" h="4012" extrusionOk="0">
                  <a:moveTo>
                    <a:pt x="1160" y="1"/>
                  </a:moveTo>
                  <a:cubicBezTo>
                    <a:pt x="946" y="1"/>
                    <a:pt x="768" y="134"/>
                    <a:pt x="696" y="322"/>
                  </a:cubicBezTo>
                  <a:lnTo>
                    <a:pt x="125" y="1847"/>
                  </a:lnTo>
                  <a:cubicBezTo>
                    <a:pt x="1" y="2177"/>
                    <a:pt x="241" y="2525"/>
                    <a:pt x="589" y="2525"/>
                  </a:cubicBezTo>
                  <a:lnTo>
                    <a:pt x="1910" y="2525"/>
                  </a:lnTo>
                  <a:lnTo>
                    <a:pt x="1722" y="3631"/>
                  </a:lnTo>
                  <a:cubicBezTo>
                    <a:pt x="1693" y="3857"/>
                    <a:pt x="1882" y="4012"/>
                    <a:pt x="2072" y="4012"/>
                  </a:cubicBezTo>
                  <a:cubicBezTo>
                    <a:pt x="2175" y="4012"/>
                    <a:pt x="2278" y="3967"/>
                    <a:pt x="2347" y="3863"/>
                  </a:cubicBezTo>
                  <a:lnTo>
                    <a:pt x="3658" y="2097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50"/>
            <p:cNvSpPr/>
            <p:nvPr/>
          </p:nvSpPr>
          <p:spPr>
            <a:xfrm>
              <a:off x="3765662" y="2325080"/>
              <a:ext cx="18803" cy="40872"/>
            </a:xfrm>
            <a:custGeom>
              <a:avLst/>
              <a:gdLst/>
              <a:ahLst/>
              <a:cxnLst/>
              <a:rect l="l" t="t" r="r" b="b"/>
              <a:pathLst>
                <a:path w="973" h="2115" extrusionOk="0">
                  <a:moveTo>
                    <a:pt x="0" y="1"/>
                  </a:moveTo>
                  <a:lnTo>
                    <a:pt x="0" y="2115"/>
                  </a:lnTo>
                  <a:lnTo>
                    <a:pt x="696" y="2115"/>
                  </a:lnTo>
                  <a:cubicBezTo>
                    <a:pt x="848" y="2115"/>
                    <a:pt x="973" y="1990"/>
                    <a:pt x="973" y="1829"/>
                  </a:cubicBezTo>
                  <a:lnTo>
                    <a:pt x="973" y="286"/>
                  </a:lnTo>
                  <a:cubicBezTo>
                    <a:pt x="973" y="125"/>
                    <a:pt x="848" y="1"/>
                    <a:pt x="6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50"/>
            <p:cNvSpPr/>
            <p:nvPr/>
          </p:nvSpPr>
          <p:spPr>
            <a:xfrm>
              <a:off x="3930639" y="2100253"/>
              <a:ext cx="70536" cy="77455"/>
            </a:xfrm>
            <a:custGeom>
              <a:avLst/>
              <a:gdLst/>
              <a:ahLst/>
              <a:cxnLst/>
              <a:rect l="l" t="t" r="r" b="b"/>
              <a:pathLst>
                <a:path w="3650" h="4008" extrusionOk="0">
                  <a:moveTo>
                    <a:pt x="1582" y="1"/>
                  </a:moveTo>
                  <a:cubicBezTo>
                    <a:pt x="1479" y="1"/>
                    <a:pt x="1378" y="47"/>
                    <a:pt x="1312" y="153"/>
                  </a:cubicBezTo>
                  <a:lnTo>
                    <a:pt x="1" y="1920"/>
                  </a:lnTo>
                  <a:lnTo>
                    <a:pt x="1" y="4007"/>
                  </a:lnTo>
                  <a:lnTo>
                    <a:pt x="2499" y="4007"/>
                  </a:lnTo>
                  <a:cubicBezTo>
                    <a:pt x="2704" y="4007"/>
                    <a:pt x="2891" y="3882"/>
                    <a:pt x="2962" y="3686"/>
                  </a:cubicBezTo>
                  <a:lnTo>
                    <a:pt x="3533" y="2160"/>
                  </a:lnTo>
                  <a:cubicBezTo>
                    <a:pt x="3649" y="1839"/>
                    <a:pt x="3408" y="1491"/>
                    <a:pt x="3069" y="1491"/>
                  </a:cubicBezTo>
                  <a:lnTo>
                    <a:pt x="1749" y="1491"/>
                  </a:lnTo>
                  <a:lnTo>
                    <a:pt x="1936" y="385"/>
                  </a:lnTo>
                  <a:cubicBezTo>
                    <a:pt x="1965" y="159"/>
                    <a:pt x="1772" y="1"/>
                    <a:pt x="15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50"/>
            <p:cNvSpPr/>
            <p:nvPr/>
          </p:nvSpPr>
          <p:spPr>
            <a:xfrm>
              <a:off x="3911682" y="2136990"/>
              <a:ext cx="18977" cy="40718"/>
            </a:xfrm>
            <a:custGeom>
              <a:avLst/>
              <a:gdLst/>
              <a:ahLst/>
              <a:cxnLst/>
              <a:rect l="l" t="t" r="r" b="b"/>
              <a:pathLst>
                <a:path w="982" h="2107" extrusionOk="0">
                  <a:moveTo>
                    <a:pt x="286" y="1"/>
                  </a:moveTo>
                  <a:cubicBezTo>
                    <a:pt x="134" y="1"/>
                    <a:pt x="0" y="126"/>
                    <a:pt x="0" y="277"/>
                  </a:cubicBezTo>
                  <a:lnTo>
                    <a:pt x="0" y="1830"/>
                  </a:lnTo>
                  <a:cubicBezTo>
                    <a:pt x="0" y="1981"/>
                    <a:pt x="134" y="2106"/>
                    <a:pt x="286" y="2106"/>
                  </a:cubicBezTo>
                  <a:lnTo>
                    <a:pt x="982" y="2106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0"/>
            <p:cNvSpPr/>
            <p:nvPr/>
          </p:nvSpPr>
          <p:spPr>
            <a:xfrm>
              <a:off x="3797896" y="2195718"/>
              <a:ext cx="103118" cy="111679"/>
            </a:xfrm>
            <a:custGeom>
              <a:avLst/>
              <a:gdLst/>
              <a:ahLst/>
              <a:cxnLst/>
              <a:rect l="l" t="t" r="r" b="b"/>
              <a:pathLst>
                <a:path w="5336" h="5779" extrusionOk="0">
                  <a:moveTo>
                    <a:pt x="798" y="1"/>
                  </a:moveTo>
                  <a:cubicBezTo>
                    <a:pt x="386" y="1"/>
                    <a:pt x="0" y="332"/>
                    <a:pt x="0" y="789"/>
                  </a:cubicBezTo>
                  <a:lnTo>
                    <a:pt x="0" y="1476"/>
                  </a:lnTo>
                  <a:cubicBezTo>
                    <a:pt x="0" y="1628"/>
                    <a:pt x="115" y="1698"/>
                    <a:pt x="232" y="1698"/>
                  </a:cubicBezTo>
                  <a:cubicBezTo>
                    <a:pt x="375" y="1698"/>
                    <a:pt x="522" y="1595"/>
                    <a:pt x="473" y="1413"/>
                  </a:cubicBezTo>
                  <a:lnTo>
                    <a:pt x="473" y="789"/>
                  </a:lnTo>
                  <a:cubicBezTo>
                    <a:pt x="473" y="605"/>
                    <a:pt x="625" y="473"/>
                    <a:pt x="788" y="473"/>
                  </a:cubicBezTo>
                  <a:cubicBezTo>
                    <a:pt x="838" y="473"/>
                    <a:pt x="889" y="485"/>
                    <a:pt x="937" y="512"/>
                  </a:cubicBezTo>
                  <a:lnTo>
                    <a:pt x="4586" y="2618"/>
                  </a:lnTo>
                  <a:cubicBezTo>
                    <a:pt x="4791" y="2743"/>
                    <a:pt x="4791" y="3046"/>
                    <a:pt x="4586" y="3162"/>
                  </a:cubicBezTo>
                  <a:lnTo>
                    <a:pt x="937" y="5267"/>
                  </a:lnTo>
                  <a:cubicBezTo>
                    <a:pt x="889" y="5295"/>
                    <a:pt x="837" y="5307"/>
                    <a:pt x="787" y="5307"/>
                  </a:cubicBezTo>
                  <a:cubicBezTo>
                    <a:pt x="624" y="5307"/>
                    <a:pt x="473" y="5177"/>
                    <a:pt x="473" y="5000"/>
                  </a:cubicBezTo>
                  <a:lnTo>
                    <a:pt x="473" y="2734"/>
                  </a:lnTo>
                  <a:cubicBezTo>
                    <a:pt x="473" y="2581"/>
                    <a:pt x="353" y="2503"/>
                    <a:pt x="234" y="2503"/>
                  </a:cubicBezTo>
                  <a:cubicBezTo>
                    <a:pt x="117" y="2503"/>
                    <a:pt x="0" y="2579"/>
                    <a:pt x="0" y="2734"/>
                  </a:cubicBezTo>
                  <a:lnTo>
                    <a:pt x="0" y="5000"/>
                  </a:lnTo>
                  <a:cubicBezTo>
                    <a:pt x="0" y="5449"/>
                    <a:pt x="385" y="5779"/>
                    <a:pt x="797" y="5779"/>
                  </a:cubicBezTo>
                  <a:cubicBezTo>
                    <a:pt x="925" y="5779"/>
                    <a:pt x="1056" y="5747"/>
                    <a:pt x="1178" y="5678"/>
                  </a:cubicBezTo>
                  <a:lnTo>
                    <a:pt x="4827" y="3572"/>
                  </a:lnTo>
                  <a:cubicBezTo>
                    <a:pt x="5335" y="3269"/>
                    <a:pt x="5335" y="2511"/>
                    <a:pt x="4827" y="2207"/>
                  </a:cubicBezTo>
                  <a:lnTo>
                    <a:pt x="1178" y="102"/>
                  </a:lnTo>
                  <a:cubicBezTo>
                    <a:pt x="1056" y="32"/>
                    <a:pt x="926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0"/>
            <p:cNvSpPr/>
            <p:nvPr/>
          </p:nvSpPr>
          <p:spPr>
            <a:xfrm>
              <a:off x="3689637" y="2094823"/>
              <a:ext cx="315500" cy="313181"/>
            </a:xfrm>
            <a:custGeom>
              <a:avLst/>
              <a:gdLst/>
              <a:ahLst/>
              <a:cxnLst/>
              <a:rect l="l" t="t" r="r" b="b"/>
              <a:pathLst>
                <a:path w="16326" h="16206" extrusionOk="0">
                  <a:moveTo>
                    <a:pt x="12222" y="2433"/>
                  </a:moveTo>
                  <a:lnTo>
                    <a:pt x="12222" y="4074"/>
                  </a:lnTo>
                  <a:lnTo>
                    <a:pt x="11758" y="4074"/>
                  </a:lnTo>
                  <a:cubicBezTo>
                    <a:pt x="11731" y="4074"/>
                    <a:pt x="11713" y="4047"/>
                    <a:pt x="11713" y="4020"/>
                  </a:cubicBezTo>
                  <a:lnTo>
                    <a:pt x="11713" y="2477"/>
                  </a:lnTo>
                  <a:cubicBezTo>
                    <a:pt x="11713" y="2450"/>
                    <a:pt x="11731" y="2433"/>
                    <a:pt x="11758" y="2433"/>
                  </a:cubicBezTo>
                  <a:close/>
                  <a:moveTo>
                    <a:pt x="14053" y="541"/>
                  </a:moveTo>
                  <a:cubicBezTo>
                    <a:pt x="14109" y="541"/>
                    <a:pt x="14163" y="574"/>
                    <a:pt x="14158" y="648"/>
                  </a:cubicBezTo>
                  <a:lnTo>
                    <a:pt x="13970" y="1746"/>
                  </a:lnTo>
                  <a:cubicBezTo>
                    <a:pt x="13961" y="1915"/>
                    <a:pt x="14042" y="2004"/>
                    <a:pt x="14202" y="2022"/>
                  </a:cubicBezTo>
                  <a:lnTo>
                    <a:pt x="15523" y="2022"/>
                  </a:lnTo>
                  <a:cubicBezTo>
                    <a:pt x="15701" y="2022"/>
                    <a:pt x="15826" y="2209"/>
                    <a:pt x="15763" y="2379"/>
                  </a:cubicBezTo>
                  <a:lnTo>
                    <a:pt x="15193" y="3904"/>
                  </a:lnTo>
                  <a:cubicBezTo>
                    <a:pt x="15157" y="4003"/>
                    <a:pt x="15059" y="4074"/>
                    <a:pt x="14952" y="4074"/>
                  </a:cubicBezTo>
                  <a:lnTo>
                    <a:pt x="12695" y="4074"/>
                  </a:lnTo>
                  <a:lnTo>
                    <a:pt x="12695" y="2290"/>
                  </a:lnTo>
                  <a:lnTo>
                    <a:pt x="13953" y="586"/>
                  </a:lnTo>
                  <a:cubicBezTo>
                    <a:pt x="13974" y="557"/>
                    <a:pt x="14014" y="541"/>
                    <a:pt x="14053" y="541"/>
                  </a:cubicBezTo>
                  <a:close/>
                  <a:moveTo>
                    <a:pt x="4639" y="12165"/>
                  </a:moveTo>
                  <a:cubicBezTo>
                    <a:pt x="4666" y="12165"/>
                    <a:pt x="4684" y="12192"/>
                    <a:pt x="4684" y="12219"/>
                  </a:cubicBezTo>
                  <a:lnTo>
                    <a:pt x="4684" y="13762"/>
                  </a:lnTo>
                  <a:cubicBezTo>
                    <a:pt x="4684" y="13789"/>
                    <a:pt x="4666" y="13807"/>
                    <a:pt x="4639" y="13807"/>
                  </a:cubicBezTo>
                  <a:lnTo>
                    <a:pt x="4184" y="13807"/>
                  </a:lnTo>
                  <a:lnTo>
                    <a:pt x="4184" y="12165"/>
                  </a:lnTo>
                  <a:close/>
                  <a:moveTo>
                    <a:pt x="3711" y="12165"/>
                  </a:moveTo>
                  <a:lnTo>
                    <a:pt x="3711" y="13950"/>
                  </a:lnTo>
                  <a:lnTo>
                    <a:pt x="2453" y="15653"/>
                  </a:lnTo>
                  <a:cubicBezTo>
                    <a:pt x="2431" y="15683"/>
                    <a:pt x="2390" y="15698"/>
                    <a:pt x="2351" y="15698"/>
                  </a:cubicBezTo>
                  <a:cubicBezTo>
                    <a:pt x="2293" y="15698"/>
                    <a:pt x="2238" y="15665"/>
                    <a:pt x="2248" y="15591"/>
                  </a:cubicBezTo>
                  <a:lnTo>
                    <a:pt x="2435" y="14494"/>
                  </a:lnTo>
                  <a:cubicBezTo>
                    <a:pt x="2444" y="14324"/>
                    <a:pt x="2364" y="14235"/>
                    <a:pt x="2204" y="14217"/>
                  </a:cubicBezTo>
                  <a:lnTo>
                    <a:pt x="883" y="14217"/>
                  </a:lnTo>
                  <a:cubicBezTo>
                    <a:pt x="705" y="14217"/>
                    <a:pt x="571" y="14030"/>
                    <a:pt x="633" y="13860"/>
                  </a:cubicBezTo>
                  <a:lnTo>
                    <a:pt x="1204" y="12335"/>
                  </a:lnTo>
                  <a:cubicBezTo>
                    <a:pt x="1240" y="12237"/>
                    <a:pt x="1338" y="12165"/>
                    <a:pt x="1454" y="12165"/>
                  </a:cubicBezTo>
                  <a:close/>
                  <a:moveTo>
                    <a:pt x="14051" y="1"/>
                  </a:moveTo>
                  <a:cubicBezTo>
                    <a:pt x="13875" y="1"/>
                    <a:pt x="13700" y="75"/>
                    <a:pt x="13587" y="247"/>
                  </a:cubicBezTo>
                  <a:lnTo>
                    <a:pt x="12320" y="1960"/>
                  </a:lnTo>
                  <a:lnTo>
                    <a:pt x="11758" y="1960"/>
                  </a:lnTo>
                  <a:cubicBezTo>
                    <a:pt x="11472" y="1960"/>
                    <a:pt x="11241" y="2192"/>
                    <a:pt x="11241" y="2477"/>
                  </a:cubicBezTo>
                  <a:lnTo>
                    <a:pt x="11241" y="3191"/>
                  </a:lnTo>
                  <a:lnTo>
                    <a:pt x="2846" y="3191"/>
                  </a:lnTo>
                  <a:cubicBezTo>
                    <a:pt x="2266" y="3191"/>
                    <a:pt x="1793" y="3664"/>
                    <a:pt x="1793" y="4252"/>
                  </a:cubicBezTo>
                  <a:lnTo>
                    <a:pt x="1793" y="11693"/>
                  </a:lnTo>
                  <a:lnTo>
                    <a:pt x="1427" y="11693"/>
                  </a:lnTo>
                  <a:cubicBezTo>
                    <a:pt x="1124" y="11693"/>
                    <a:pt x="848" y="11889"/>
                    <a:pt x="740" y="12174"/>
                  </a:cubicBezTo>
                  <a:lnTo>
                    <a:pt x="178" y="13700"/>
                  </a:lnTo>
                  <a:cubicBezTo>
                    <a:pt x="0" y="14173"/>
                    <a:pt x="366" y="14690"/>
                    <a:pt x="865" y="14690"/>
                  </a:cubicBezTo>
                  <a:lnTo>
                    <a:pt x="1847" y="14690"/>
                  </a:lnTo>
                  <a:lnTo>
                    <a:pt x="1704" y="15537"/>
                  </a:lnTo>
                  <a:cubicBezTo>
                    <a:pt x="1640" y="15934"/>
                    <a:pt x="1980" y="16205"/>
                    <a:pt x="2316" y="16205"/>
                  </a:cubicBezTo>
                  <a:cubicBezTo>
                    <a:pt x="2493" y="16205"/>
                    <a:pt x="2669" y="16129"/>
                    <a:pt x="2783" y="15957"/>
                  </a:cubicBezTo>
                  <a:lnTo>
                    <a:pt x="4050" y="14253"/>
                  </a:lnTo>
                  <a:lnTo>
                    <a:pt x="4639" y="14253"/>
                  </a:lnTo>
                  <a:cubicBezTo>
                    <a:pt x="4924" y="14253"/>
                    <a:pt x="5156" y="14012"/>
                    <a:pt x="5156" y="13726"/>
                  </a:cubicBezTo>
                  <a:lnTo>
                    <a:pt x="5156" y="13048"/>
                  </a:lnTo>
                  <a:lnTo>
                    <a:pt x="11241" y="13048"/>
                  </a:lnTo>
                  <a:cubicBezTo>
                    <a:pt x="11544" y="13048"/>
                    <a:pt x="11544" y="12576"/>
                    <a:pt x="11241" y="12576"/>
                  </a:cubicBezTo>
                  <a:lnTo>
                    <a:pt x="5156" y="12576"/>
                  </a:lnTo>
                  <a:lnTo>
                    <a:pt x="5156" y="12219"/>
                  </a:lnTo>
                  <a:cubicBezTo>
                    <a:pt x="5156" y="11924"/>
                    <a:pt x="4924" y="11693"/>
                    <a:pt x="4639" y="11693"/>
                  </a:cubicBezTo>
                  <a:lnTo>
                    <a:pt x="2293" y="11693"/>
                  </a:lnTo>
                  <a:lnTo>
                    <a:pt x="2293" y="4252"/>
                  </a:lnTo>
                  <a:cubicBezTo>
                    <a:pt x="2293" y="3922"/>
                    <a:pt x="2560" y="3664"/>
                    <a:pt x="2882" y="3664"/>
                  </a:cubicBezTo>
                  <a:lnTo>
                    <a:pt x="11276" y="3664"/>
                  </a:lnTo>
                  <a:lnTo>
                    <a:pt x="11276" y="4020"/>
                  </a:lnTo>
                  <a:cubicBezTo>
                    <a:pt x="11276" y="4315"/>
                    <a:pt x="11508" y="4547"/>
                    <a:pt x="11794" y="4547"/>
                  </a:cubicBezTo>
                  <a:lnTo>
                    <a:pt x="14140" y="4547"/>
                  </a:lnTo>
                  <a:lnTo>
                    <a:pt x="14140" y="11987"/>
                  </a:lnTo>
                  <a:cubicBezTo>
                    <a:pt x="14140" y="12317"/>
                    <a:pt x="13881" y="12576"/>
                    <a:pt x="13551" y="12576"/>
                  </a:cubicBezTo>
                  <a:lnTo>
                    <a:pt x="12597" y="12576"/>
                  </a:lnTo>
                  <a:cubicBezTo>
                    <a:pt x="12293" y="12576"/>
                    <a:pt x="12293" y="13048"/>
                    <a:pt x="12597" y="13048"/>
                  </a:cubicBezTo>
                  <a:lnTo>
                    <a:pt x="13551" y="13048"/>
                  </a:lnTo>
                  <a:cubicBezTo>
                    <a:pt x="14140" y="13048"/>
                    <a:pt x="14613" y="12576"/>
                    <a:pt x="14613" y="11987"/>
                  </a:cubicBezTo>
                  <a:lnTo>
                    <a:pt x="14613" y="4547"/>
                  </a:lnTo>
                  <a:lnTo>
                    <a:pt x="14978" y="4547"/>
                  </a:lnTo>
                  <a:cubicBezTo>
                    <a:pt x="15282" y="4547"/>
                    <a:pt x="15558" y="4351"/>
                    <a:pt x="15665" y="4065"/>
                  </a:cubicBezTo>
                  <a:lnTo>
                    <a:pt x="16245" y="2522"/>
                  </a:lnTo>
                  <a:cubicBezTo>
                    <a:pt x="16326" y="2290"/>
                    <a:pt x="16299" y="2040"/>
                    <a:pt x="16156" y="1835"/>
                  </a:cubicBezTo>
                  <a:cubicBezTo>
                    <a:pt x="16004" y="1656"/>
                    <a:pt x="15683" y="1523"/>
                    <a:pt x="15451" y="1523"/>
                  </a:cubicBezTo>
                  <a:lnTo>
                    <a:pt x="14515" y="1523"/>
                  </a:lnTo>
                  <a:lnTo>
                    <a:pt x="14666" y="666"/>
                  </a:lnTo>
                  <a:cubicBezTo>
                    <a:pt x="14731" y="274"/>
                    <a:pt x="14387" y="1"/>
                    <a:pt x="14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8" name="Google Shape;3228;p50"/>
          <p:cNvSpPr txBox="1"/>
          <p:nvPr/>
        </p:nvSpPr>
        <p:spPr>
          <a:xfrm>
            <a:off x="5904513" y="25956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30%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29" name="Google Shape;3229;p50"/>
          <p:cNvSpPr txBox="1"/>
          <p:nvPr/>
        </p:nvSpPr>
        <p:spPr>
          <a:xfrm>
            <a:off x="6547263" y="25956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20%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30" name="Google Shape;3230;p50"/>
          <p:cNvSpPr txBox="1"/>
          <p:nvPr/>
        </p:nvSpPr>
        <p:spPr>
          <a:xfrm>
            <a:off x="7190013" y="25956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40%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31" name="Google Shape;3231;p50"/>
          <p:cNvSpPr txBox="1"/>
          <p:nvPr/>
        </p:nvSpPr>
        <p:spPr>
          <a:xfrm>
            <a:off x="7832763" y="25956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10%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32" name="Google Shape;3232;p50"/>
          <p:cNvSpPr txBox="1"/>
          <p:nvPr/>
        </p:nvSpPr>
        <p:spPr>
          <a:xfrm>
            <a:off x="809938" y="3529850"/>
            <a:ext cx="2388600" cy="799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233" name="Google Shape;3233;p50"/>
          <p:cNvSpPr txBox="1"/>
          <p:nvPr/>
        </p:nvSpPr>
        <p:spPr>
          <a:xfrm>
            <a:off x="3696100" y="1298825"/>
            <a:ext cx="17265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SHOPPING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34" name="Google Shape;3234;p50"/>
          <p:cNvSpPr/>
          <p:nvPr/>
        </p:nvSpPr>
        <p:spPr>
          <a:xfrm>
            <a:off x="3696109" y="3839157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235" name="Google Shape;3235;p50"/>
          <p:cNvSpPr/>
          <p:nvPr/>
        </p:nvSpPr>
        <p:spPr>
          <a:xfrm>
            <a:off x="4962209" y="3839157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236" name="Google Shape;3236;p50"/>
          <p:cNvSpPr/>
          <p:nvPr/>
        </p:nvSpPr>
        <p:spPr>
          <a:xfrm>
            <a:off x="4329159" y="3839157"/>
            <a:ext cx="460388" cy="489973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237" name="Google Shape;3237;p50"/>
          <p:cNvSpPr/>
          <p:nvPr/>
        </p:nvSpPr>
        <p:spPr>
          <a:xfrm rot="-5400000">
            <a:off x="3253075" y="2922414"/>
            <a:ext cx="13308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38" name="Google Shape;3238;p50"/>
          <p:cNvGrpSpPr/>
          <p:nvPr/>
        </p:nvGrpSpPr>
        <p:grpSpPr>
          <a:xfrm rot="-5400000">
            <a:off x="3580689" y="3171005"/>
            <a:ext cx="675622" cy="317593"/>
            <a:chOff x="6473278" y="1653756"/>
            <a:chExt cx="675622" cy="317594"/>
          </a:xfrm>
        </p:grpSpPr>
        <p:sp>
          <p:nvSpPr>
            <p:cNvPr id="3239" name="Google Shape;3239;p50"/>
            <p:cNvSpPr/>
            <p:nvPr/>
          </p:nvSpPr>
          <p:spPr>
            <a:xfrm>
              <a:off x="6473278" y="1732728"/>
              <a:ext cx="675600" cy="159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40" name="Google Shape;3240;p50"/>
            <p:cNvGrpSpPr/>
            <p:nvPr/>
          </p:nvGrpSpPr>
          <p:grpSpPr>
            <a:xfrm>
              <a:off x="7042731" y="1653756"/>
              <a:ext cx="106169" cy="317594"/>
              <a:chOff x="6977750" y="1530100"/>
              <a:chExt cx="166435" cy="317594"/>
            </a:xfrm>
          </p:grpSpPr>
          <p:sp>
            <p:nvSpPr>
              <p:cNvPr id="3241" name="Google Shape;3241;p50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242" name="Google Shape;3242;p50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3" name="Google Shape;3243;p50"/>
          <p:cNvSpPr/>
          <p:nvPr/>
        </p:nvSpPr>
        <p:spPr>
          <a:xfrm rot="-5400000">
            <a:off x="3886125" y="2922414"/>
            <a:ext cx="13308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4" name="Google Shape;3244;p50"/>
          <p:cNvGrpSpPr/>
          <p:nvPr/>
        </p:nvGrpSpPr>
        <p:grpSpPr>
          <a:xfrm rot="-5400000">
            <a:off x="4108750" y="3066016"/>
            <a:ext cx="885600" cy="317593"/>
            <a:chOff x="6263352" y="1653756"/>
            <a:chExt cx="885600" cy="317594"/>
          </a:xfrm>
        </p:grpSpPr>
        <p:sp>
          <p:nvSpPr>
            <p:cNvPr id="3245" name="Google Shape;3245;p50"/>
            <p:cNvSpPr/>
            <p:nvPr/>
          </p:nvSpPr>
          <p:spPr>
            <a:xfrm>
              <a:off x="6263352" y="1732728"/>
              <a:ext cx="885600" cy="159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46" name="Google Shape;3246;p50"/>
            <p:cNvGrpSpPr/>
            <p:nvPr/>
          </p:nvGrpSpPr>
          <p:grpSpPr>
            <a:xfrm>
              <a:off x="7042731" y="1653756"/>
              <a:ext cx="106169" cy="317594"/>
              <a:chOff x="6977750" y="1530100"/>
              <a:chExt cx="166435" cy="317594"/>
            </a:xfrm>
          </p:grpSpPr>
          <p:sp>
            <p:nvSpPr>
              <p:cNvPr id="3247" name="Google Shape;3247;p50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248" name="Google Shape;3248;p50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9" name="Google Shape;3249;p50"/>
          <p:cNvSpPr/>
          <p:nvPr/>
        </p:nvSpPr>
        <p:spPr>
          <a:xfrm rot="-5400000">
            <a:off x="4519175" y="2922414"/>
            <a:ext cx="13308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50" name="Google Shape;3250;p50"/>
          <p:cNvGrpSpPr/>
          <p:nvPr/>
        </p:nvGrpSpPr>
        <p:grpSpPr>
          <a:xfrm rot="-5400000">
            <a:off x="4922250" y="3246467"/>
            <a:ext cx="524700" cy="317594"/>
            <a:chOff x="6624301" y="1653756"/>
            <a:chExt cx="524700" cy="317594"/>
          </a:xfrm>
        </p:grpSpPr>
        <p:sp>
          <p:nvSpPr>
            <p:cNvPr id="3251" name="Google Shape;3251;p50"/>
            <p:cNvSpPr/>
            <p:nvPr/>
          </p:nvSpPr>
          <p:spPr>
            <a:xfrm>
              <a:off x="6624301" y="1732728"/>
              <a:ext cx="524700" cy="15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2" name="Google Shape;3252;p50"/>
            <p:cNvGrpSpPr/>
            <p:nvPr/>
          </p:nvGrpSpPr>
          <p:grpSpPr>
            <a:xfrm>
              <a:off x="7042731" y="1653756"/>
              <a:ext cx="106169" cy="317594"/>
              <a:chOff x="6977750" y="1530100"/>
              <a:chExt cx="166435" cy="317594"/>
            </a:xfrm>
          </p:grpSpPr>
          <p:sp>
            <p:nvSpPr>
              <p:cNvPr id="3253" name="Google Shape;3253;p50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54" name="Google Shape;3254;p50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55" name="Google Shape;3255;p50"/>
          <p:cNvGrpSpPr/>
          <p:nvPr/>
        </p:nvGrpSpPr>
        <p:grpSpPr>
          <a:xfrm>
            <a:off x="5032634" y="3932712"/>
            <a:ext cx="303211" cy="302873"/>
            <a:chOff x="6855075" y="1640325"/>
            <a:chExt cx="403475" cy="403025"/>
          </a:xfrm>
        </p:grpSpPr>
        <p:sp>
          <p:nvSpPr>
            <p:cNvPr id="3256" name="Google Shape;3256;p50"/>
            <p:cNvSpPr/>
            <p:nvPr/>
          </p:nvSpPr>
          <p:spPr>
            <a:xfrm>
              <a:off x="6861550" y="1730875"/>
              <a:ext cx="391425" cy="126025"/>
            </a:xfrm>
            <a:custGeom>
              <a:avLst/>
              <a:gdLst/>
              <a:ahLst/>
              <a:cxnLst/>
              <a:rect l="l" t="t" r="r" b="b"/>
              <a:pathLst>
                <a:path w="15657" h="5041" extrusionOk="0">
                  <a:moveTo>
                    <a:pt x="1258" y="0"/>
                  </a:moveTo>
                  <a:cubicBezTo>
                    <a:pt x="562" y="0"/>
                    <a:pt x="0" y="562"/>
                    <a:pt x="0" y="1258"/>
                  </a:cubicBezTo>
                  <a:lnTo>
                    <a:pt x="0" y="5040"/>
                  </a:lnTo>
                  <a:lnTo>
                    <a:pt x="15657" y="5040"/>
                  </a:lnTo>
                  <a:lnTo>
                    <a:pt x="15657" y="4978"/>
                  </a:lnTo>
                  <a:lnTo>
                    <a:pt x="15657" y="1258"/>
                  </a:lnTo>
                  <a:cubicBezTo>
                    <a:pt x="15657" y="562"/>
                    <a:pt x="15095" y="0"/>
                    <a:pt x="143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0"/>
            <p:cNvSpPr/>
            <p:nvPr/>
          </p:nvSpPr>
          <p:spPr>
            <a:xfrm>
              <a:off x="7097725" y="1762300"/>
              <a:ext cx="123800" cy="63150"/>
            </a:xfrm>
            <a:custGeom>
              <a:avLst/>
              <a:gdLst/>
              <a:ahLst/>
              <a:cxnLst/>
              <a:rect l="l" t="t" r="r" b="b"/>
              <a:pathLst>
                <a:path w="4952" h="2526" extrusionOk="0">
                  <a:moveTo>
                    <a:pt x="322" y="1"/>
                  </a:moveTo>
                  <a:cubicBezTo>
                    <a:pt x="143" y="1"/>
                    <a:pt x="1" y="144"/>
                    <a:pt x="1" y="313"/>
                  </a:cubicBezTo>
                  <a:lnTo>
                    <a:pt x="1" y="2204"/>
                  </a:lnTo>
                  <a:cubicBezTo>
                    <a:pt x="1" y="2383"/>
                    <a:pt x="143" y="2526"/>
                    <a:pt x="322" y="2526"/>
                  </a:cubicBezTo>
                  <a:lnTo>
                    <a:pt x="4640" y="2526"/>
                  </a:lnTo>
                  <a:cubicBezTo>
                    <a:pt x="4809" y="2526"/>
                    <a:pt x="4952" y="2383"/>
                    <a:pt x="4952" y="2204"/>
                  </a:cubicBezTo>
                  <a:lnTo>
                    <a:pt x="4952" y="313"/>
                  </a:lnTo>
                  <a:cubicBezTo>
                    <a:pt x="4952" y="144"/>
                    <a:pt x="4809" y="1"/>
                    <a:pt x="4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0"/>
            <p:cNvSpPr/>
            <p:nvPr/>
          </p:nvSpPr>
          <p:spPr>
            <a:xfrm>
              <a:off x="6861550" y="1855975"/>
              <a:ext cx="391425" cy="145900"/>
            </a:xfrm>
            <a:custGeom>
              <a:avLst/>
              <a:gdLst/>
              <a:ahLst/>
              <a:cxnLst/>
              <a:rect l="l" t="t" r="r" b="b"/>
              <a:pathLst>
                <a:path w="15657" h="5836" extrusionOk="0">
                  <a:moveTo>
                    <a:pt x="0" y="1"/>
                  </a:moveTo>
                  <a:lnTo>
                    <a:pt x="0" y="4568"/>
                  </a:lnTo>
                  <a:cubicBezTo>
                    <a:pt x="0" y="5273"/>
                    <a:pt x="562" y="5835"/>
                    <a:pt x="1258" y="5835"/>
                  </a:cubicBezTo>
                  <a:lnTo>
                    <a:pt x="14399" y="5835"/>
                  </a:lnTo>
                  <a:cubicBezTo>
                    <a:pt x="15095" y="5835"/>
                    <a:pt x="15657" y="5273"/>
                    <a:pt x="15657" y="4568"/>
                  </a:cubicBezTo>
                  <a:lnTo>
                    <a:pt x="156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0"/>
            <p:cNvSpPr/>
            <p:nvPr/>
          </p:nvSpPr>
          <p:spPr>
            <a:xfrm>
              <a:off x="6963700" y="1645675"/>
              <a:ext cx="186475" cy="85225"/>
            </a:xfrm>
            <a:custGeom>
              <a:avLst/>
              <a:gdLst/>
              <a:ahLst/>
              <a:cxnLst/>
              <a:rect l="l" t="t" r="r" b="b"/>
              <a:pathLst>
                <a:path w="7459" h="3409" extrusionOk="0">
                  <a:moveTo>
                    <a:pt x="2667" y="0"/>
                  </a:moveTo>
                  <a:cubicBezTo>
                    <a:pt x="1865" y="0"/>
                    <a:pt x="1151" y="482"/>
                    <a:pt x="856" y="1231"/>
                  </a:cubicBezTo>
                  <a:lnTo>
                    <a:pt x="0" y="3408"/>
                  </a:lnTo>
                  <a:lnTo>
                    <a:pt x="7458" y="3408"/>
                  </a:lnTo>
                  <a:lnTo>
                    <a:pt x="6602" y="1231"/>
                  </a:lnTo>
                  <a:cubicBezTo>
                    <a:pt x="6298" y="482"/>
                    <a:pt x="5585" y="0"/>
                    <a:pt x="47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0"/>
            <p:cNvSpPr/>
            <p:nvPr/>
          </p:nvSpPr>
          <p:spPr>
            <a:xfrm>
              <a:off x="6999825" y="1678000"/>
              <a:ext cx="114425" cy="52900"/>
            </a:xfrm>
            <a:custGeom>
              <a:avLst/>
              <a:gdLst/>
              <a:ahLst/>
              <a:cxnLst/>
              <a:rect l="l" t="t" r="r" b="b"/>
              <a:pathLst>
                <a:path w="4577" h="2116" extrusionOk="0">
                  <a:moveTo>
                    <a:pt x="1401" y="1"/>
                  </a:moveTo>
                  <a:cubicBezTo>
                    <a:pt x="1053" y="1"/>
                    <a:pt x="741" y="215"/>
                    <a:pt x="616" y="536"/>
                  </a:cubicBezTo>
                  <a:lnTo>
                    <a:pt x="0" y="2115"/>
                  </a:lnTo>
                  <a:lnTo>
                    <a:pt x="4577" y="2115"/>
                  </a:lnTo>
                  <a:lnTo>
                    <a:pt x="3952" y="536"/>
                  </a:lnTo>
                  <a:cubicBezTo>
                    <a:pt x="3818" y="215"/>
                    <a:pt x="3506" y="1"/>
                    <a:pt x="3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0"/>
            <p:cNvSpPr/>
            <p:nvPr/>
          </p:nvSpPr>
          <p:spPr>
            <a:xfrm>
              <a:off x="6927125" y="1778150"/>
              <a:ext cx="259400" cy="259175"/>
            </a:xfrm>
            <a:custGeom>
              <a:avLst/>
              <a:gdLst/>
              <a:ahLst/>
              <a:cxnLst/>
              <a:rect l="l" t="t" r="r" b="b"/>
              <a:pathLst>
                <a:path w="10376" h="10367" extrusionOk="0">
                  <a:moveTo>
                    <a:pt x="5192" y="0"/>
                  </a:moveTo>
                  <a:cubicBezTo>
                    <a:pt x="2328" y="0"/>
                    <a:pt x="0" y="2320"/>
                    <a:pt x="0" y="5183"/>
                  </a:cubicBezTo>
                  <a:cubicBezTo>
                    <a:pt x="0" y="8047"/>
                    <a:pt x="2328" y="10367"/>
                    <a:pt x="5192" y="10367"/>
                  </a:cubicBezTo>
                  <a:cubicBezTo>
                    <a:pt x="8056" y="10367"/>
                    <a:pt x="10375" y="8047"/>
                    <a:pt x="10375" y="5183"/>
                  </a:cubicBezTo>
                  <a:cubicBezTo>
                    <a:pt x="10375" y="2320"/>
                    <a:pt x="8056" y="0"/>
                    <a:pt x="5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0"/>
            <p:cNvSpPr/>
            <p:nvPr/>
          </p:nvSpPr>
          <p:spPr>
            <a:xfrm>
              <a:off x="6961675" y="1812725"/>
              <a:ext cx="190275" cy="190250"/>
            </a:xfrm>
            <a:custGeom>
              <a:avLst/>
              <a:gdLst/>
              <a:ahLst/>
              <a:cxnLst/>
              <a:rect l="l" t="t" r="r" b="b"/>
              <a:pathLst>
                <a:path w="7611" h="7610" extrusionOk="0">
                  <a:moveTo>
                    <a:pt x="3810" y="0"/>
                  </a:moveTo>
                  <a:cubicBezTo>
                    <a:pt x="1705" y="0"/>
                    <a:pt x="1" y="1695"/>
                    <a:pt x="1" y="3800"/>
                  </a:cubicBezTo>
                  <a:cubicBezTo>
                    <a:pt x="1" y="5906"/>
                    <a:pt x="1705" y="7610"/>
                    <a:pt x="3810" y="7610"/>
                  </a:cubicBezTo>
                  <a:cubicBezTo>
                    <a:pt x="5906" y="7610"/>
                    <a:pt x="7610" y="5906"/>
                    <a:pt x="7610" y="3800"/>
                  </a:cubicBezTo>
                  <a:cubicBezTo>
                    <a:pt x="7610" y="1695"/>
                    <a:pt x="5906" y="0"/>
                    <a:pt x="38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0"/>
            <p:cNvSpPr/>
            <p:nvPr/>
          </p:nvSpPr>
          <p:spPr>
            <a:xfrm>
              <a:off x="6855075" y="1640325"/>
              <a:ext cx="403475" cy="403025"/>
            </a:xfrm>
            <a:custGeom>
              <a:avLst/>
              <a:gdLst/>
              <a:ahLst/>
              <a:cxnLst/>
              <a:rect l="l" t="t" r="r" b="b"/>
              <a:pathLst>
                <a:path w="16139" h="16121" extrusionOk="0">
                  <a:moveTo>
                    <a:pt x="8957" y="1758"/>
                  </a:moveTo>
                  <a:cubicBezTo>
                    <a:pt x="9207" y="1758"/>
                    <a:pt x="9430" y="1909"/>
                    <a:pt x="9519" y="2141"/>
                  </a:cubicBezTo>
                  <a:lnTo>
                    <a:pt x="10019" y="3399"/>
                  </a:lnTo>
                  <a:lnTo>
                    <a:pt x="6138" y="3399"/>
                  </a:lnTo>
                  <a:lnTo>
                    <a:pt x="6620" y="2141"/>
                  </a:lnTo>
                  <a:cubicBezTo>
                    <a:pt x="6718" y="1909"/>
                    <a:pt x="6941" y="1758"/>
                    <a:pt x="7191" y="1758"/>
                  </a:cubicBezTo>
                  <a:close/>
                  <a:moveTo>
                    <a:pt x="9127" y="464"/>
                  </a:moveTo>
                  <a:cubicBezTo>
                    <a:pt x="9840" y="464"/>
                    <a:pt x="10465" y="892"/>
                    <a:pt x="10724" y="1552"/>
                  </a:cubicBezTo>
                  <a:lnTo>
                    <a:pt x="11455" y="3399"/>
                  </a:lnTo>
                  <a:lnTo>
                    <a:pt x="10518" y="3399"/>
                  </a:lnTo>
                  <a:lnTo>
                    <a:pt x="9956" y="1972"/>
                  </a:lnTo>
                  <a:cubicBezTo>
                    <a:pt x="9787" y="1552"/>
                    <a:pt x="9394" y="1285"/>
                    <a:pt x="8948" y="1285"/>
                  </a:cubicBezTo>
                  <a:lnTo>
                    <a:pt x="7191" y="1285"/>
                  </a:lnTo>
                  <a:cubicBezTo>
                    <a:pt x="6745" y="1285"/>
                    <a:pt x="6352" y="1552"/>
                    <a:pt x="6183" y="1972"/>
                  </a:cubicBezTo>
                  <a:lnTo>
                    <a:pt x="5630" y="3399"/>
                  </a:lnTo>
                  <a:lnTo>
                    <a:pt x="4684" y="3399"/>
                  </a:lnTo>
                  <a:lnTo>
                    <a:pt x="5416" y="1552"/>
                  </a:lnTo>
                  <a:cubicBezTo>
                    <a:pt x="5674" y="892"/>
                    <a:pt x="6308" y="464"/>
                    <a:pt x="7012" y="464"/>
                  </a:cubicBezTo>
                  <a:close/>
                  <a:moveTo>
                    <a:pt x="14354" y="5130"/>
                  </a:moveTo>
                  <a:cubicBezTo>
                    <a:pt x="14399" y="5130"/>
                    <a:pt x="14435" y="5165"/>
                    <a:pt x="14435" y="5210"/>
                  </a:cubicBezTo>
                  <a:lnTo>
                    <a:pt x="14435" y="7101"/>
                  </a:lnTo>
                  <a:cubicBezTo>
                    <a:pt x="14435" y="7146"/>
                    <a:pt x="14399" y="7182"/>
                    <a:pt x="14354" y="7182"/>
                  </a:cubicBezTo>
                  <a:lnTo>
                    <a:pt x="12187" y="7182"/>
                  </a:lnTo>
                  <a:cubicBezTo>
                    <a:pt x="11598" y="6486"/>
                    <a:pt x="10831" y="5950"/>
                    <a:pt x="9965" y="5620"/>
                  </a:cubicBezTo>
                  <a:lnTo>
                    <a:pt x="9965" y="5210"/>
                  </a:lnTo>
                  <a:cubicBezTo>
                    <a:pt x="9965" y="5165"/>
                    <a:pt x="10001" y="5130"/>
                    <a:pt x="10037" y="5130"/>
                  </a:cubicBezTo>
                  <a:close/>
                  <a:moveTo>
                    <a:pt x="2971" y="8850"/>
                  </a:moveTo>
                  <a:cubicBezTo>
                    <a:pt x="2757" y="9430"/>
                    <a:pt x="2650" y="10054"/>
                    <a:pt x="2650" y="10688"/>
                  </a:cubicBezTo>
                  <a:cubicBezTo>
                    <a:pt x="2650" y="12035"/>
                    <a:pt x="3141" y="13257"/>
                    <a:pt x="3944" y="14211"/>
                  </a:cubicBezTo>
                  <a:lnTo>
                    <a:pt x="1499" y="14211"/>
                  </a:lnTo>
                  <a:cubicBezTo>
                    <a:pt x="937" y="14211"/>
                    <a:pt x="473" y="13747"/>
                    <a:pt x="473" y="13185"/>
                  </a:cubicBezTo>
                  <a:lnTo>
                    <a:pt x="473" y="8850"/>
                  </a:lnTo>
                  <a:close/>
                  <a:moveTo>
                    <a:pt x="14640" y="3872"/>
                  </a:moveTo>
                  <a:cubicBezTo>
                    <a:pt x="15211" y="3872"/>
                    <a:pt x="15666" y="4327"/>
                    <a:pt x="15666" y="4898"/>
                  </a:cubicBezTo>
                  <a:lnTo>
                    <a:pt x="15666" y="8377"/>
                  </a:lnTo>
                  <a:lnTo>
                    <a:pt x="12972" y="8377"/>
                  </a:lnTo>
                  <a:cubicBezTo>
                    <a:pt x="12856" y="8109"/>
                    <a:pt x="12713" y="7860"/>
                    <a:pt x="12552" y="7619"/>
                  </a:cubicBezTo>
                  <a:lnTo>
                    <a:pt x="14354" y="7619"/>
                  </a:lnTo>
                  <a:cubicBezTo>
                    <a:pt x="14658" y="7619"/>
                    <a:pt x="14908" y="7378"/>
                    <a:pt x="14908" y="7066"/>
                  </a:cubicBezTo>
                  <a:lnTo>
                    <a:pt x="14908" y="5183"/>
                  </a:lnTo>
                  <a:cubicBezTo>
                    <a:pt x="14908" y="4871"/>
                    <a:pt x="14658" y="4630"/>
                    <a:pt x="14354" y="4630"/>
                  </a:cubicBezTo>
                  <a:lnTo>
                    <a:pt x="10037" y="4630"/>
                  </a:lnTo>
                  <a:cubicBezTo>
                    <a:pt x="9733" y="4630"/>
                    <a:pt x="9492" y="4871"/>
                    <a:pt x="9492" y="5183"/>
                  </a:cubicBezTo>
                  <a:lnTo>
                    <a:pt x="9492" y="5442"/>
                  </a:lnTo>
                  <a:cubicBezTo>
                    <a:pt x="9038" y="5326"/>
                    <a:pt x="8565" y="5255"/>
                    <a:pt x="8074" y="5255"/>
                  </a:cubicBezTo>
                  <a:cubicBezTo>
                    <a:pt x="7066" y="5255"/>
                    <a:pt x="6076" y="5540"/>
                    <a:pt x="5219" y="6075"/>
                  </a:cubicBezTo>
                  <a:cubicBezTo>
                    <a:pt x="5002" y="6210"/>
                    <a:pt x="5143" y="6514"/>
                    <a:pt x="5347" y="6514"/>
                  </a:cubicBezTo>
                  <a:cubicBezTo>
                    <a:pt x="5386" y="6514"/>
                    <a:pt x="5427" y="6503"/>
                    <a:pt x="5469" y="6477"/>
                  </a:cubicBezTo>
                  <a:cubicBezTo>
                    <a:pt x="6245" y="5986"/>
                    <a:pt x="7155" y="5727"/>
                    <a:pt x="8074" y="5727"/>
                  </a:cubicBezTo>
                  <a:cubicBezTo>
                    <a:pt x="10857" y="5727"/>
                    <a:pt x="13106" y="8047"/>
                    <a:pt x="13016" y="10857"/>
                  </a:cubicBezTo>
                  <a:cubicBezTo>
                    <a:pt x="12936" y="13471"/>
                    <a:pt x="10831" y="15585"/>
                    <a:pt x="8217" y="15657"/>
                  </a:cubicBezTo>
                  <a:cubicBezTo>
                    <a:pt x="8169" y="15658"/>
                    <a:pt x="8120" y="15659"/>
                    <a:pt x="8072" y="15659"/>
                  </a:cubicBezTo>
                  <a:cubicBezTo>
                    <a:pt x="5346" y="15659"/>
                    <a:pt x="3132" y="13432"/>
                    <a:pt x="3132" y="10696"/>
                  </a:cubicBezTo>
                  <a:cubicBezTo>
                    <a:pt x="3132" y="10010"/>
                    <a:pt x="3266" y="9340"/>
                    <a:pt x="3533" y="8725"/>
                  </a:cubicBezTo>
                  <a:cubicBezTo>
                    <a:pt x="3542" y="8716"/>
                    <a:pt x="3542" y="8707"/>
                    <a:pt x="3551" y="8689"/>
                  </a:cubicBezTo>
                  <a:cubicBezTo>
                    <a:pt x="3783" y="8154"/>
                    <a:pt x="4122" y="7654"/>
                    <a:pt x="4541" y="7226"/>
                  </a:cubicBezTo>
                  <a:cubicBezTo>
                    <a:pt x="4707" y="7054"/>
                    <a:pt x="4542" y="6818"/>
                    <a:pt x="4360" y="6818"/>
                  </a:cubicBezTo>
                  <a:cubicBezTo>
                    <a:pt x="4306" y="6818"/>
                    <a:pt x="4251" y="6838"/>
                    <a:pt x="4202" y="6887"/>
                  </a:cubicBezTo>
                  <a:cubicBezTo>
                    <a:pt x="3774" y="7333"/>
                    <a:pt x="3426" y="7833"/>
                    <a:pt x="3176" y="8377"/>
                  </a:cubicBezTo>
                  <a:lnTo>
                    <a:pt x="473" y="8377"/>
                  </a:lnTo>
                  <a:lnTo>
                    <a:pt x="473" y="4898"/>
                  </a:lnTo>
                  <a:cubicBezTo>
                    <a:pt x="473" y="4327"/>
                    <a:pt x="937" y="3872"/>
                    <a:pt x="1499" y="3872"/>
                  </a:cubicBezTo>
                  <a:close/>
                  <a:moveTo>
                    <a:pt x="7012" y="0"/>
                  </a:moveTo>
                  <a:cubicBezTo>
                    <a:pt x="6111" y="0"/>
                    <a:pt x="5309" y="535"/>
                    <a:pt x="4970" y="1374"/>
                  </a:cubicBezTo>
                  <a:lnTo>
                    <a:pt x="4176" y="3399"/>
                  </a:lnTo>
                  <a:lnTo>
                    <a:pt x="1499" y="3399"/>
                  </a:lnTo>
                  <a:cubicBezTo>
                    <a:pt x="679" y="3399"/>
                    <a:pt x="1" y="4068"/>
                    <a:pt x="1" y="4898"/>
                  </a:cubicBezTo>
                  <a:lnTo>
                    <a:pt x="1" y="13185"/>
                  </a:lnTo>
                  <a:cubicBezTo>
                    <a:pt x="1" y="14006"/>
                    <a:pt x="679" y="14684"/>
                    <a:pt x="1499" y="14684"/>
                  </a:cubicBezTo>
                  <a:lnTo>
                    <a:pt x="4399" y="14684"/>
                  </a:lnTo>
                  <a:cubicBezTo>
                    <a:pt x="5362" y="15567"/>
                    <a:pt x="6656" y="16120"/>
                    <a:pt x="8074" y="16120"/>
                  </a:cubicBezTo>
                  <a:cubicBezTo>
                    <a:pt x="9484" y="16120"/>
                    <a:pt x="10777" y="15567"/>
                    <a:pt x="11750" y="14684"/>
                  </a:cubicBezTo>
                  <a:lnTo>
                    <a:pt x="14640" y="14684"/>
                  </a:lnTo>
                  <a:cubicBezTo>
                    <a:pt x="15470" y="14684"/>
                    <a:pt x="16139" y="14006"/>
                    <a:pt x="16139" y="13185"/>
                  </a:cubicBezTo>
                  <a:lnTo>
                    <a:pt x="16139" y="12240"/>
                  </a:lnTo>
                  <a:cubicBezTo>
                    <a:pt x="16139" y="12088"/>
                    <a:pt x="16020" y="12012"/>
                    <a:pt x="15902" y="12012"/>
                  </a:cubicBezTo>
                  <a:cubicBezTo>
                    <a:pt x="15784" y="12012"/>
                    <a:pt x="15666" y="12088"/>
                    <a:pt x="15666" y="12240"/>
                  </a:cubicBezTo>
                  <a:lnTo>
                    <a:pt x="15666" y="13185"/>
                  </a:lnTo>
                  <a:cubicBezTo>
                    <a:pt x="15666" y="13747"/>
                    <a:pt x="15211" y="14211"/>
                    <a:pt x="14640" y="14211"/>
                  </a:cubicBezTo>
                  <a:lnTo>
                    <a:pt x="12196" y="14211"/>
                  </a:lnTo>
                  <a:cubicBezTo>
                    <a:pt x="13007" y="13257"/>
                    <a:pt x="13489" y="12035"/>
                    <a:pt x="13489" y="10688"/>
                  </a:cubicBezTo>
                  <a:cubicBezTo>
                    <a:pt x="13489" y="10045"/>
                    <a:pt x="13382" y="9430"/>
                    <a:pt x="13168" y="8850"/>
                  </a:cubicBezTo>
                  <a:lnTo>
                    <a:pt x="15666" y="8850"/>
                  </a:lnTo>
                  <a:lnTo>
                    <a:pt x="15666" y="11000"/>
                  </a:lnTo>
                  <a:cubicBezTo>
                    <a:pt x="15666" y="11151"/>
                    <a:pt x="15784" y="11227"/>
                    <a:pt x="15902" y="11227"/>
                  </a:cubicBezTo>
                  <a:cubicBezTo>
                    <a:pt x="16020" y="11227"/>
                    <a:pt x="16139" y="11151"/>
                    <a:pt x="16139" y="11000"/>
                  </a:cubicBezTo>
                  <a:lnTo>
                    <a:pt x="16139" y="4898"/>
                  </a:lnTo>
                  <a:cubicBezTo>
                    <a:pt x="16139" y="4068"/>
                    <a:pt x="15470" y="3399"/>
                    <a:pt x="14640" y="3399"/>
                  </a:cubicBezTo>
                  <a:lnTo>
                    <a:pt x="11964" y="3399"/>
                  </a:lnTo>
                  <a:lnTo>
                    <a:pt x="11170" y="1374"/>
                  </a:lnTo>
                  <a:cubicBezTo>
                    <a:pt x="10831" y="535"/>
                    <a:pt x="10037" y="0"/>
                    <a:pt x="9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0"/>
            <p:cNvSpPr/>
            <p:nvPr/>
          </p:nvSpPr>
          <p:spPr>
            <a:xfrm>
              <a:off x="6955875" y="1806700"/>
              <a:ext cx="202100" cy="202075"/>
            </a:xfrm>
            <a:custGeom>
              <a:avLst/>
              <a:gdLst/>
              <a:ahLst/>
              <a:cxnLst/>
              <a:rect l="l" t="t" r="r" b="b"/>
              <a:pathLst>
                <a:path w="8084" h="8083" extrusionOk="0">
                  <a:moveTo>
                    <a:pt x="4042" y="473"/>
                  </a:moveTo>
                  <a:cubicBezTo>
                    <a:pt x="6005" y="473"/>
                    <a:pt x="7610" y="2070"/>
                    <a:pt x="7610" y="4041"/>
                  </a:cubicBezTo>
                  <a:cubicBezTo>
                    <a:pt x="7610" y="6013"/>
                    <a:pt x="6005" y="7610"/>
                    <a:pt x="4042" y="7610"/>
                  </a:cubicBezTo>
                  <a:cubicBezTo>
                    <a:pt x="2071" y="7610"/>
                    <a:pt x="474" y="6013"/>
                    <a:pt x="474" y="4041"/>
                  </a:cubicBezTo>
                  <a:cubicBezTo>
                    <a:pt x="474" y="2070"/>
                    <a:pt x="2071" y="473"/>
                    <a:pt x="4042" y="473"/>
                  </a:cubicBezTo>
                  <a:close/>
                  <a:moveTo>
                    <a:pt x="4042" y="0"/>
                  </a:moveTo>
                  <a:cubicBezTo>
                    <a:pt x="1812" y="0"/>
                    <a:pt x="1" y="1811"/>
                    <a:pt x="1" y="4041"/>
                  </a:cubicBezTo>
                  <a:cubicBezTo>
                    <a:pt x="1" y="6272"/>
                    <a:pt x="1812" y="8083"/>
                    <a:pt x="4042" y="8083"/>
                  </a:cubicBezTo>
                  <a:cubicBezTo>
                    <a:pt x="6263" y="8083"/>
                    <a:pt x="8083" y="6272"/>
                    <a:pt x="8083" y="4041"/>
                  </a:cubicBezTo>
                  <a:cubicBezTo>
                    <a:pt x="8083" y="1811"/>
                    <a:pt x="6263" y="0"/>
                    <a:pt x="40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5" name="Google Shape;3265;p50"/>
          <p:cNvGrpSpPr/>
          <p:nvPr/>
        </p:nvGrpSpPr>
        <p:grpSpPr>
          <a:xfrm>
            <a:off x="3781487" y="3932542"/>
            <a:ext cx="289628" cy="303193"/>
            <a:chOff x="4440825" y="1681150"/>
            <a:chExt cx="385400" cy="403450"/>
          </a:xfrm>
        </p:grpSpPr>
        <p:sp>
          <p:nvSpPr>
            <p:cNvPr id="3266" name="Google Shape;3266;p50"/>
            <p:cNvSpPr/>
            <p:nvPr/>
          </p:nvSpPr>
          <p:spPr>
            <a:xfrm>
              <a:off x="4447275" y="1816050"/>
              <a:ext cx="314275" cy="262300"/>
            </a:xfrm>
            <a:custGeom>
              <a:avLst/>
              <a:gdLst/>
              <a:ahLst/>
              <a:cxnLst/>
              <a:rect l="l" t="t" r="r" b="b"/>
              <a:pathLst>
                <a:path w="12571" h="10492" extrusionOk="0">
                  <a:moveTo>
                    <a:pt x="1848" y="1"/>
                  </a:moveTo>
                  <a:cubicBezTo>
                    <a:pt x="831" y="1"/>
                    <a:pt x="1" y="831"/>
                    <a:pt x="1" y="1865"/>
                  </a:cubicBezTo>
                  <a:lnTo>
                    <a:pt x="1" y="6701"/>
                  </a:lnTo>
                  <a:cubicBezTo>
                    <a:pt x="1" y="7735"/>
                    <a:pt x="831" y="8565"/>
                    <a:pt x="1848" y="8565"/>
                  </a:cubicBezTo>
                  <a:lnTo>
                    <a:pt x="2490" y="8565"/>
                  </a:lnTo>
                  <a:lnTo>
                    <a:pt x="2490" y="10492"/>
                  </a:lnTo>
                  <a:lnTo>
                    <a:pt x="4408" y="8565"/>
                  </a:lnTo>
                  <a:lnTo>
                    <a:pt x="10715" y="8565"/>
                  </a:lnTo>
                  <a:cubicBezTo>
                    <a:pt x="11741" y="8565"/>
                    <a:pt x="12571" y="7735"/>
                    <a:pt x="12571" y="6701"/>
                  </a:cubicBezTo>
                  <a:lnTo>
                    <a:pt x="12571" y="1865"/>
                  </a:lnTo>
                  <a:cubicBezTo>
                    <a:pt x="12571" y="831"/>
                    <a:pt x="11741" y="1"/>
                    <a:pt x="10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0"/>
            <p:cNvSpPr/>
            <p:nvPr/>
          </p:nvSpPr>
          <p:spPr>
            <a:xfrm>
              <a:off x="4491450" y="1881400"/>
              <a:ext cx="84550" cy="84325"/>
            </a:xfrm>
            <a:custGeom>
              <a:avLst/>
              <a:gdLst/>
              <a:ahLst/>
              <a:cxnLst/>
              <a:rect l="l" t="t" r="r" b="b"/>
              <a:pathLst>
                <a:path w="3382" h="3373" extrusionOk="0">
                  <a:moveTo>
                    <a:pt x="1695" y="1"/>
                  </a:moveTo>
                  <a:cubicBezTo>
                    <a:pt x="759" y="1"/>
                    <a:pt x="0" y="759"/>
                    <a:pt x="0" y="1687"/>
                  </a:cubicBezTo>
                  <a:cubicBezTo>
                    <a:pt x="0" y="2624"/>
                    <a:pt x="759" y="3373"/>
                    <a:pt x="1695" y="3373"/>
                  </a:cubicBezTo>
                  <a:cubicBezTo>
                    <a:pt x="2623" y="3373"/>
                    <a:pt x="3381" y="2624"/>
                    <a:pt x="3381" y="1687"/>
                  </a:cubicBezTo>
                  <a:cubicBezTo>
                    <a:pt x="3381" y="759"/>
                    <a:pt x="2623" y="1"/>
                    <a:pt x="1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0"/>
            <p:cNvSpPr/>
            <p:nvPr/>
          </p:nvSpPr>
          <p:spPr>
            <a:xfrm>
              <a:off x="4616550" y="1884075"/>
              <a:ext cx="33925" cy="78975"/>
            </a:xfrm>
            <a:custGeom>
              <a:avLst/>
              <a:gdLst/>
              <a:ahLst/>
              <a:cxnLst/>
              <a:rect l="l" t="t" r="r" b="b"/>
              <a:pathLst>
                <a:path w="1357" h="3159" extrusionOk="0">
                  <a:moveTo>
                    <a:pt x="679" y="1"/>
                  </a:moveTo>
                  <a:cubicBezTo>
                    <a:pt x="304" y="1"/>
                    <a:pt x="1" y="304"/>
                    <a:pt x="1" y="679"/>
                  </a:cubicBezTo>
                  <a:lnTo>
                    <a:pt x="1" y="2481"/>
                  </a:lnTo>
                  <a:cubicBezTo>
                    <a:pt x="1" y="2856"/>
                    <a:pt x="304" y="3159"/>
                    <a:pt x="679" y="3159"/>
                  </a:cubicBezTo>
                  <a:cubicBezTo>
                    <a:pt x="1054" y="3159"/>
                    <a:pt x="1357" y="2856"/>
                    <a:pt x="1357" y="2481"/>
                  </a:cubicBezTo>
                  <a:lnTo>
                    <a:pt x="1357" y="679"/>
                  </a:lnTo>
                  <a:cubicBezTo>
                    <a:pt x="1357" y="304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0"/>
            <p:cNvSpPr/>
            <p:nvPr/>
          </p:nvSpPr>
          <p:spPr>
            <a:xfrm>
              <a:off x="4678775" y="1884075"/>
              <a:ext cx="33925" cy="78975"/>
            </a:xfrm>
            <a:custGeom>
              <a:avLst/>
              <a:gdLst/>
              <a:ahLst/>
              <a:cxnLst/>
              <a:rect l="l" t="t" r="r" b="b"/>
              <a:pathLst>
                <a:path w="1357" h="3159" extrusionOk="0">
                  <a:moveTo>
                    <a:pt x="679" y="1"/>
                  </a:moveTo>
                  <a:cubicBezTo>
                    <a:pt x="304" y="1"/>
                    <a:pt x="1" y="304"/>
                    <a:pt x="1" y="679"/>
                  </a:cubicBezTo>
                  <a:lnTo>
                    <a:pt x="1" y="2481"/>
                  </a:lnTo>
                  <a:cubicBezTo>
                    <a:pt x="1" y="2856"/>
                    <a:pt x="304" y="3159"/>
                    <a:pt x="679" y="3159"/>
                  </a:cubicBezTo>
                  <a:cubicBezTo>
                    <a:pt x="1054" y="3159"/>
                    <a:pt x="1357" y="2856"/>
                    <a:pt x="1357" y="2481"/>
                  </a:cubicBezTo>
                  <a:lnTo>
                    <a:pt x="1357" y="679"/>
                  </a:lnTo>
                  <a:cubicBezTo>
                    <a:pt x="1357" y="304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0"/>
            <p:cNvSpPr/>
            <p:nvPr/>
          </p:nvSpPr>
          <p:spPr>
            <a:xfrm>
              <a:off x="4516425" y="1747150"/>
              <a:ext cx="33925" cy="190475"/>
            </a:xfrm>
            <a:custGeom>
              <a:avLst/>
              <a:gdLst/>
              <a:ahLst/>
              <a:cxnLst/>
              <a:rect l="l" t="t" r="r" b="b"/>
              <a:pathLst>
                <a:path w="1357" h="7619" extrusionOk="0">
                  <a:moveTo>
                    <a:pt x="678" y="0"/>
                  </a:moveTo>
                  <a:cubicBezTo>
                    <a:pt x="304" y="0"/>
                    <a:pt x="0" y="304"/>
                    <a:pt x="0" y="678"/>
                  </a:cubicBezTo>
                  <a:lnTo>
                    <a:pt x="0" y="6941"/>
                  </a:lnTo>
                  <a:cubicBezTo>
                    <a:pt x="0" y="7316"/>
                    <a:pt x="304" y="7619"/>
                    <a:pt x="678" y="7619"/>
                  </a:cubicBezTo>
                  <a:cubicBezTo>
                    <a:pt x="1053" y="7619"/>
                    <a:pt x="1356" y="7316"/>
                    <a:pt x="1356" y="6941"/>
                  </a:cubicBezTo>
                  <a:lnTo>
                    <a:pt x="1356" y="678"/>
                  </a:lnTo>
                  <a:cubicBezTo>
                    <a:pt x="1356" y="304"/>
                    <a:pt x="1053" y="0"/>
                    <a:pt x="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0"/>
            <p:cNvSpPr/>
            <p:nvPr/>
          </p:nvSpPr>
          <p:spPr>
            <a:xfrm>
              <a:off x="4480750" y="1686700"/>
              <a:ext cx="105950" cy="106200"/>
            </a:xfrm>
            <a:custGeom>
              <a:avLst/>
              <a:gdLst/>
              <a:ahLst/>
              <a:cxnLst/>
              <a:rect l="l" t="t" r="r" b="b"/>
              <a:pathLst>
                <a:path w="4238" h="4248" extrusionOk="0">
                  <a:moveTo>
                    <a:pt x="2123" y="1"/>
                  </a:moveTo>
                  <a:cubicBezTo>
                    <a:pt x="946" y="1"/>
                    <a:pt x="0" y="955"/>
                    <a:pt x="0" y="2124"/>
                  </a:cubicBezTo>
                  <a:cubicBezTo>
                    <a:pt x="0" y="3302"/>
                    <a:pt x="946" y="4247"/>
                    <a:pt x="2123" y="4247"/>
                  </a:cubicBezTo>
                  <a:cubicBezTo>
                    <a:pt x="3292" y="4247"/>
                    <a:pt x="4238" y="3302"/>
                    <a:pt x="4238" y="2124"/>
                  </a:cubicBezTo>
                  <a:cubicBezTo>
                    <a:pt x="4238" y="955"/>
                    <a:pt x="3292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50"/>
            <p:cNvSpPr/>
            <p:nvPr/>
          </p:nvSpPr>
          <p:spPr>
            <a:xfrm>
              <a:off x="4723825" y="1781950"/>
              <a:ext cx="71625" cy="69875"/>
            </a:xfrm>
            <a:custGeom>
              <a:avLst/>
              <a:gdLst/>
              <a:ahLst/>
              <a:cxnLst/>
              <a:rect l="l" t="t" r="r" b="b"/>
              <a:pathLst>
                <a:path w="2865" h="2795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cubicBezTo>
                    <a:pt x="1455" y="473"/>
                    <a:pt x="2401" y="1410"/>
                    <a:pt x="2401" y="2560"/>
                  </a:cubicBezTo>
                  <a:cubicBezTo>
                    <a:pt x="2401" y="2716"/>
                    <a:pt x="2517" y="2795"/>
                    <a:pt x="2633" y="2795"/>
                  </a:cubicBezTo>
                  <a:cubicBezTo>
                    <a:pt x="2749" y="2795"/>
                    <a:pt x="2865" y="2716"/>
                    <a:pt x="2865" y="2560"/>
                  </a:cubicBezTo>
                  <a:cubicBezTo>
                    <a:pt x="2865" y="1151"/>
                    <a:pt x="1723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50"/>
            <p:cNvSpPr/>
            <p:nvPr/>
          </p:nvSpPr>
          <p:spPr>
            <a:xfrm>
              <a:off x="4730750" y="1751150"/>
              <a:ext cx="95475" cy="93750"/>
            </a:xfrm>
            <a:custGeom>
              <a:avLst/>
              <a:gdLst/>
              <a:ahLst/>
              <a:cxnLst/>
              <a:rect l="l" t="t" r="r" b="b"/>
              <a:pathLst>
                <a:path w="3819" h="3750" extrusionOk="0">
                  <a:moveTo>
                    <a:pt x="304" y="1"/>
                  </a:moveTo>
                  <a:cubicBezTo>
                    <a:pt x="1" y="1"/>
                    <a:pt x="1" y="474"/>
                    <a:pt x="304" y="474"/>
                  </a:cubicBezTo>
                  <a:cubicBezTo>
                    <a:pt x="1981" y="474"/>
                    <a:pt x="3346" y="1839"/>
                    <a:pt x="3346" y="3516"/>
                  </a:cubicBezTo>
                  <a:cubicBezTo>
                    <a:pt x="3346" y="3672"/>
                    <a:pt x="3464" y="3750"/>
                    <a:pt x="3582" y="3750"/>
                  </a:cubicBezTo>
                  <a:cubicBezTo>
                    <a:pt x="3701" y="3750"/>
                    <a:pt x="3819" y="3672"/>
                    <a:pt x="3819" y="3516"/>
                  </a:cubicBezTo>
                  <a:cubicBezTo>
                    <a:pt x="3819" y="1580"/>
                    <a:pt x="2240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0"/>
            <p:cNvSpPr/>
            <p:nvPr/>
          </p:nvSpPr>
          <p:spPr>
            <a:xfrm>
              <a:off x="4440825" y="1681150"/>
              <a:ext cx="326975" cy="403450"/>
            </a:xfrm>
            <a:custGeom>
              <a:avLst/>
              <a:gdLst/>
              <a:ahLst/>
              <a:cxnLst/>
              <a:rect l="l" t="t" r="r" b="b"/>
              <a:pathLst>
                <a:path w="13079" h="16138" extrusionOk="0">
                  <a:moveTo>
                    <a:pt x="4166" y="4710"/>
                  </a:moveTo>
                  <a:lnTo>
                    <a:pt x="4166" y="9581"/>
                  </a:lnTo>
                  <a:cubicBezTo>
                    <a:pt x="4166" y="9822"/>
                    <a:pt x="3961" y="10018"/>
                    <a:pt x="3720" y="10018"/>
                  </a:cubicBezTo>
                  <a:cubicBezTo>
                    <a:pt x="3479" y="10018"/>
                    <a:pt x="3283" y="9822"/>
                    <a:pt x="3283" y="9581"/>
                  </a:cubicBezTo>
                  <a:lnTo>
                    <a:pt x="3283" y="4710"/>
                  </a:lnTo>
                  <a:cubicBezTo>
                    <a:pt x="3426" y="4737"/>
                    <a:pt x="3569" y="4755"/>
                    <a:pt x="3720" y="4755"/>
                  </a:cubicBezTo>
                  <a:cubicBezTo>
                    <a:pt x="3872" y="4755"/>
                    <a:pt x="4015" y="4737"/>
                    <a:pt x="4166" y="4710"/>
                  </a:cubicBezTo>
                  <a:close/>
                  <a:moveTo>
                    <a:pt x="4639" y="8591"/>
                  </a:moveTo>
                  <a:cubicBezTo>
                    <a:pt x="4960" y="8858"/>
                    <a:pt x="5157" y="9260"/>
                    <a:pt x="5157" y="9697"/>
                  </a:cubicBezTo>
                  <a:cubicBezTo>
                    <a:pt x="5157" y="10491"/>
                    <a:pt x="4514" y="11133"/>
                    <a:pt x="3720" y="11133"/>
                  </a:cubicBezTo>
                  <a:cubicBezTo>
                    <a:pt x="2926" y="11133"/>
                    <a:pt x="2284" y="10491"/>
                    <a:pt x="2284" y="9697"/>
                  </a:cubicBezTo>
                  <a:cubicBezTo>
                    <a:pt x="2284" y="9260"/>
                    <a:pt x="2480" y="8858"/>
                    <a:pt x="2810" y="8591"/>
                  </a:cubicBezTo>
                  <a:lnTo>
                    <a:pt x="2810" y="9617"/>
                  </a:lnTo>
                  <a:cubicBezTo>
                    <a:pt x="2810" y="10125"/>
                    <a:pt x="3221" y="10535"/>
                    <a:pt x="3720" y="10535"/>
                  </a:cubicBezTo>
                  <a:cubicBezTo>
                    <a:pt x="4229" y="10535"/>
                    <a:pt x="4639" y="10125"/>
                    <a:pt x="4639" y="9617"/>
                  </a:cubicBezTo>
                  <a:lnTo>
                    <a:pt x="4639" y="8591"/>
                  </a:lnTo>
                  <a:close/>
                  <a:moveTo>
                    <a:pt x="3707" y="0"/>
                  </a:moveTo>
                  <a:cubicBezTo>
                    <a:pt x="3612" y="0"/>
                    <a:pt x="3515" y="6"/>
                    <a:pt x="3417" y="18"/>
                  </a:cubicBezTo>
                  <a:cubicBezTo>
                    <a:pt x="2320" y="142"/>
                    <a:pt x="1445" y="1026"/>
                    <a:pt x="1338" y="2123"/>
                  </a:cubicBezTo>
                  <a:cubicBezTo>
                    <a:pt x="1231" y="3193"/>
                    <a:pt x="1856" y="4139"/>
                    <a:pt x="2775" y="4523"/>
                  </a:cubicBezTo>
                  <a:lnTo>
                    <a:pt x="2775" y="5174"/>
                  </a:lnTo>
                  <a:lnTo>
                    <a:pt x="2088" y="5174"/>
                  </a:lnTo>
                  <a:cubicBezTo>
                    <a:pt x="937" y="5174"/>
                    <a:pt x="0" y="6111"/>
                    <a:pt x="0" y="7270"/>
                  </a:cubicBezTo>
                  <a:lnTo>
                    <a:pt x="0" y="12114"/>
                  </a:lnTo>
                  <a:cubicBezTo>
                    <a:pt x="0" y="13274"/>
                    <a:pt x="937" y="14220"/>
                    <a:pt x="2097" y="14220"/>
                  </a:cubicBezTo>
                  <a:lnTo>
                    <a:pt x="2489" y="14220"/>
                  </a:lnTo>
                  <a:lnTo>
                    <a:pt x="2489" y="15906"/>
                  </a:lnTo>
                  <a:cubicBezTo>
                    <a:pt x="2489" y="16044"/>
                    <a:pt x="2607" y="16138"/>
                    <a:pt x="2730" y="16138"/>
                  </a:cubicBezTo>
                  <a:cubicBezTo>
                    <a:pt x="2789" y="16138"/>
                    <a:pt x="2850" y="16116"/>
                    <a:pt x="2900" y="16066"/>
                  </a:cubicBezTo>
                  <a:lnTo>
                    <a:pt x="4737" y="14220"/>
                  </a:lnTo>
                  <a:lnTo>
                    <a:pt x="9456" y="14220"/>
                  </a:lnTo>
                  <a:cubicBezTo>
                    <a:pt x="9760" y="14220"/>
                    <a:pt x="9760" y="13747"/>
                    <a:pt x="9456" y="13747"/>
                  </a:cubicBezTo>
                  <a:lnTo>
                    <a:pt x="4648" y="13747"/>
                  </a:lnTo>
                  <a:cubicBezTo>
                    <a:pt x="4586" y="13747"/>
                    <a:pt x="4523" y="13765"/>
                    <a:pt x="4479" y="13809"/>
                  </a:cubicBezTo>
                  <a:lnTo>
                    <a:pt x="2962" y="15335"/>
                  </a:lnTo>
                  <a:lnTo>
                    <a:pt x="2962" y="13979"/>
                  </a:lnTo>
                  <a:cubicBezTo>
                    <a:pt x="2962" y="13854"/>
                    <a:pt x="2864" y="13747"/>
                    <a:pt x="2730" y="13747"/>
                  </a:cubicBezTo>
                  <a:lnTo>
                    <a:pt x="2097" y="13747"/>
                  </a:lnTo>
                  <a:cubicBezTo>
                    <a:pt x="1205" y="13747"/>
                    <a:pt x="473" y="13015"/>
                    <a:pt x="473" y="12114"/>
                  </a:cubicBezTo>
                  <a:lnTo>
                    <a:pt x="473" y="7270"/>
                  </a:lnTo>
                  <a:cubicBezTo>
                    <a:pt x="473" y="6378"/>
                    <a:pt x="1205" y="5647"/>
                    <a:pt x="2097" y="5647"/>
                  </a:cubicBezTo>
                  <a:lnTo>
                    <a:pt x="2810" y="5647"/>
                  </a:lnTo>
                  <a:lnTo>
                    <a:pt x="2810" y="8020"/>
                  </a:lnTo>
                  <a:cubicBezTo>
                    <a:pt x="2204" y="8350"/>
                    <a:pt x="1811" y="9001"/>
                    <a:pt x="1811" y="9706"/>
                  </a:cubicBezTo>
                  <a:cubicBezTo>
                    <a:pt x="1811" y="10762"/>
                    <a:pt x="2670" y="11628"/>
                    <a:pt x="3721" y="11628"/>
                  </a:cubicBezTo>
                  <a:cubicBezTo>
                    <a:pt x="3762" y="11628"/>
                    <a:pt x="3804" y="11626"/>
                    <a:pt x="3845" y="11624"/>
                  </a:cubicBezTo>
                  <a:cubicBezTo>
                    <a:pt x="4764" y="11561"/>
                    <a:pt x="5513" y="10848"/>
                    <a:pt x="5612" y="9929"/>
                  </a:cubicBezTo>
                  <a:cubicBezTo>
                    <a:pt x="5710" y="9135"/>
                    <a:pt x="5317" y="8394"/>
                    <a:pt x="4639" y="8020"/>
                  </a:cubicBezTo>
                  <a:lnTo>
                    <a:pt x="4639" y="5647"/>
                  </a:lnTo>
                  <a:lnTo>
                    <a:pt x="10982" y="5647"/>
                  </a:lnTo>
                  <a:cubicBezTo>
                    <a:pt x="11883" y="5647"/>
                    <a:pt x="12606" y="6378"/>
                    <a:pt x="12606" y="7270"/>
                  </a:cubicBezTo>
                  <a:lnTo>
                    <a:pt x="12606" y="12106"/>
                  </a:lnTo>
                  <a:cubicBezTo>
                    <a:pt x="12606" y="13007"/>
                    <a:pt x="11883" y="13738"/>
                    <a:pt x="10982" y="13738"/>
                  </a:cubicBezTo>
                  <a:cubicBezTo>
                    <a:pt x="10679" y="13738"/>
                    <a:pt x="10679" y="14211"/>
                    <a:pt x="10982" y="14211"/>
                  </a:cubicBezTo>
                  <a:cubicBezTo>
                    <a:pt x="12142" y="14211"/>
                    <a:pt x="13078" y="13265"/>
                    <a:pt x="13078" y="12106"/>
                  </a:cubicBezTo>
                  <a:lnTo>
                    <a:pt x="13078" y="7270"/>
                  </a:lnTo>
                  <a:cubicBezTo>
                    <a:pt x="13078" y="6111"/>
                    <a:pt x="12142" y="5174"/>
                    <a:pt x="10982" y="5174"/>
                  </a:cubicBezTo>
                  <a:lnTo>
                    <a:pt x="4639" y="5174"/>
                  </a:lnTo>
                  <a:lnTo>
                    <a:pt x="4639" y="4532"/>
                  </a:lnTo>
                  <a:cubicBezTo>
                    <a:pt x="4826" y="4451"/>
                    <a:pt x="5005" y="4344"/>
                    <a:pt x="5165" y="4219"/>
                  </a:cubicBezTo>
                  <a:cubicBezTo>
                    <a:pt x="5367" y="4061"/>
                    <a:pt x="5215" y="3793"/>
                    <a:pt x="5017" y="3793"/>
                  </a:cubicBezTo>
                  <a:cubicBezTo>
                    <a:pt x="4970" y="3793"/>
                    <a:pt x="4920" y="3808"/>
                    <a:pt x="4871" y="3845"/>
                  </a:cubicBezTo>
                  <a:cubicBezTo>
                    <a:pt x="4534" y="4104"/>
                    <a:pt x="4130" y="4238"/>
                    <a:pt x="3708" y="4238"/>
                  </a:cubicBezTo>
                  <a:cubicBezTo>
                    <a:pt x="3694" y="4238"/>
                    <a:pt x="3680" y="4237"/>
                    <a:pt x="3667" y="4237"/>
                  </a:cubicBezTo>
                  <a:cubicBezTo>
                    <a:pt x="2712" y="4219"/>
                    <a:pt x="1909" y="3497"/>
                    <a:pt x="1811" y="2542"/>
                  </a:cubicBezTo>
                  <a:cubicBezTo>
                    <a:pt x="1704" y="1418"/>
                    <a:pt x="2596" y="473"/>
                    <a:pt x="3702" y="473"/>
                  </a:cubicBezTo>
                  <a:cubicBezTo>
                    <a:pt x="4755" y="473"/>
                    <a:pt x="5612" y="1320"/>
                    <a:pt x="5612" y="2355"/>
                  </a:cubicBezTo>
                  <a:cubicBezTo>
                    <a:pt x="5612" y="2560"/>
                    <a:pt x="5576" y="2756"/>
                    <a:pt x="5513" y="2953"/>
                  </a:cubicBezTo>
                  <a:cubicBezTo>
                    <a:pt x="5453" y="3129"/>
                    <a:pt x="5604" y="3255"/>
                    <a:pt x="5749" y="3255"/>
                  </a:cubicBezTo>
                  <a:cubicBezTo>
                    <a:pt x="5838" y="3255"/>
                    <a:pt x="5925" y="3207"/>
                    <a:pt x="5959" y="3095"/>
                  </a:cubicBezTo>
                  <a:cubicBezTo>
                    <a:pt x="6049" y="2863"/>
                    <a:pt x="6084" y="2605"/>
                    <a:pt x="6084" y="2355"/>
                  </a:cubicBezTo>
                  <a:cubicBezTo>
                    <a:pt x="6084" y="1058"/>
                    <a:pt x="5022" y="0"/>
                    <a:pt x="37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0"/>
            <p:cNvSpPr/>
            <p:nvPr/>
          </p:nvSpPr>
          <p:spPr>
            <a:xfrm>
              <a:off x="4610325" y="1878050"/>
              <a:ext cx="45725" cy="91025"/>
            </a:xfrm>
            <a:custGeom>
              <a:avLst/>
              <a:gdLst/>
              <a:ahLst/>
              <a:cxnLst/>
              <a:rect l="l" t="t" r="r" b="b"/>
              <a:pathLst>
                <a:path w="1829" h="3641" extrusionOk="0">
                  <a:moveTo>
                    <a:pt x="910" y="483"/>
                  </a:moveTo>
                  <a:cubicBezTo>
                    <a:pt x="1151" y="483"/>
                    <a:pt x="1356" y="679"/>
                    <a:pt x="1356" y="929"/>
                  </a:cubicBezTo>
                  <a:lnTo>
                    <a:pt x="1356" y="2713"/>
                  </a:lnTo>
                  <a:cubicBezTo>
                    <a:pt x="1356" y="2963"/>
                    <a:pt x="1151" y="3159"/>
                    <a:pt x="910" y="3159"/>
                  </a:cubicBezTo>
                  <a:cubicBezTo>
                    <a:pt x="669" y="3159"/>
                    <a:pt x="473" y="2963"/>
                    <a:pt x="473" y="2713"/>
                  </a:cubicBezTo>
                  <a:lnTo>
                    <a:pt x="473" y="929"/>
                  </a:lnTo>
                  <a:cubicBezTo>
                    <a:pt x="473" y="679"/>
                    <a:pt x="669" y="483"/>
                    <a:pt x="910" y="483"/>
                  </a:cubicBezTo>
                  <a:close/>
                  <a:moveTo>
                    <a:pt x="910" y="1"/>
                  </a:moveTo>
                  <a:cubicBezTo>
                    <a:pt x="411" y="1"/>
                    <a:pt x="0" y="411"/>
                    <a:pt x="0" y="920"/>
                  </a:cubicBezTo>
                  <a:lnTo>
                    <a:pt x="0" y="2722"/>
                  </a:lnTo>
                  <a:cubicBezTo>
                    <a:pt x="0" y="3230"/>
                    <a:pt x="411" y="3641"/>
                    <a:pt x="910" y="3641"/>
                  </a:cubicBezTo>
                  <a:cubicBezTo>
                    <a:pt x="1419" y="3641"/>
                    <a:pt x="1829" y="3230"/>
                    <a:pt x="1829" y="2722"/>
                  </a:cubicBezTo>
                  <a:lnTo>
                    <a:pt x="1829" y="920"/>
                  </a:lnTo>
                  <a:cubicBezTo>
                    <a:pt x="1829" y="411"/>
                    <a:pt x="1419" y="1"/>
                    <a:pt x="9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0"/>
            <p:cNvSpPr/>
            <p:nvPr/>
          </p:nvSpPr>
          <p:spPr>
            <a:xfrm>
              <a:off x="4672550" y="1878050"/>
              <a:ext cx="45725" cy="91025"/>
            </a:xfrm>
            <a:custGeom>
              <a:avLst/>
              <a:gdLst/>
              <a:ahLst/>
              <a:cxnLst/>
              <a:rect l="l" t="t" r="r" b="b"/>
              <a:pathLst>
                <a:path w="1829" h="3641" extrusionOk="0">
                  <a:moveTo>
                    <a:pt x="910" y="483"/>
                  </a:moveTo>
                  <a:cubicBezTo>
                    <a:pt x="1160" y="483"/>
                    <a:pt x="1356" y="679"/>
                    <a:pt x="1356" y="929"/>
                  </a:cubicBezTo>
                  <a:lnTo>
                    <a:pt x="1356" y="2713"/>
                  </a:lnTo>
                  <a:cubicBezTo>
                    <a:pt x="1356" y="2963"/>
                    <a:pt x="1160" y="3159"/>
                    <a:pt x="910" y="3159"/>
                  </a:cubicBezTo>
                  <a:cubicBezTo>
                    <a:pt x="669" y="3159"/>
                    <a:pt x="473" y="2963"/>
                    <a:pt x="473" y="2713"/>
                  </a:cubicBezTo>
                  <a:lnTo>
                    <a:pt x="473" y="929"/>
                  </a:lnTo>
                  <a:cubicBezTo>
                    <a:pt x="473" y="679"/>
                    <a:pt x="669" y="483"/>
                    <a:pt x="910" y="483"/>
                  </a:cubicBezTo>
                  <a:close/>
                  <a:moveTo>
                    <a:pt x="910" y="1"/>
                  </a:moveTo>
                  <a:cubicBezTo>
                    <a:pt x="411" y="1"/>
                    <a:pt x="0" y="411"/>
                    <a:pt x="0" y="920"/>
                  </a:cubicBezTo>
                  <a:lnTo>
                    <a:pt x="0" y="2722"/>
                  </a:lnTo>
                  <a:cubicBezTo>
                    <a:pt x="0" y="3230"/>
                    <a:pt x="411" y="3641"/>
                    <a:pt x="910" y="3641"/>
                  </a:cubicBezTo>
                  <a:cubicBezTo>
                    <a:pt x="1419" y="3641"/>
                    <a:pt x="1829" y="3230"/>
                    <a:pt x="1829" y="2722"/>
                  </a:cubicBezTo>
                  <a:lnTo>
                    <a:pt x="1829" y="920"/>
                  </a:lnTo>
                  <a:cubicBezTo>
                    <a:pt x="1829" y="411"/>
                    <a:pt x="1419" y="1"/>
                    <a:pt x="9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0"/>
            <p:cNvSpPr/>
            <p:nvPr/>
          </p:nvSpPr>
          <p:spPr>
            <a:xfrm>
              <a:off x="4502375" y="1709450"/>
              <a:ext cx="39050" cy="39050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330" y="1"/>
                  </a:moveTo>
                  <a:cubicBezTo>
                    <a:pt x="598" y="1"/>
                    <a:pt x="0" y="598"/>
                    <a:pt x="0" y="1330"/>
                  </a:cubicBezTo>
                  <a:cubicBezTo>
                    <a:pt x="0" y="1455"/>
                    <a:pt x="107" y="1562"/>
                    <a:pt x="241" y="1562"/>
                  </a:cubicBezTo>
                  <a:cubicBezTo>
                    <a:pt x="366" y="1562"/>
                    <a:pt x="473" y="1455"/>
                    <a:pt x="473" y="1330"/>
                  </a:cubicBezTo>
                  <a:cubicBezTo>
                    <a:pt x="473" y="857"/>
                    <a:pt x="857" y="473"/>
                    <a:pt x="1330" y="473"/>
                  </a:cubicBezTo>
                  <a:cubicBezTo>
                    <a:pt x="1455" y="473"/>
                    <a:pt x="1562" y="366"/>
                    <a:pt x="1562" y="233"/>
                  </a:cubicBezTo>
                  <a:cubicBezTo>
                    <a:pt x="1562" y="108"/>
                    <a:pt x="1455" y="1"/>
                    <a:pt x="1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8" name="Google Shape;3278;p50"/>
          <p:cNvGrpSpPr/>
          <p:nvPr/>
        </p:nvGrpSpPr>
        <p:grpSpPr>
          <a:xfrm>
            <a:off x="4394407" y="3932280"/>
            <a:ext cx="314935" cy="303719"/>
            <a:chOff x="7167282" y="3795080"/>
            <a:chExt cx="314935" cy="303719"/>
          </a:xfrm>
        </p:grpSpPr>
        <p:grpSp>
          <p:nvGrpSpPr>
            <p:cNvPr id="3279" name="Google Shape;3279;p50"/>
            <p:cNvGrpSpPr/>
            <p:nvPr/>
          </p:nvGrpSpPr>
          <p:grpSpPr>
            <a:xfrm>
              <a:off x="7167282" y="3799814"/>
              <a:ext cx="310257" cy="294306"/>
              <a:chOff x="4999950" y="1087700"/>
              <a:chExt cx="412850" cy="391625"/>
            </a:xfrm>
          </p:grpSpPr>
          <p:sp>
            <p:nvSpPr>
              <p:cNvPr id="3280" name="Google Shape;3280;p50"/>
              <p:cNvSpPr/>
              <p:nvPr/>
            </p:nvSpPr>
            <p:spPr>
              <a:xfrm>
                <a:off x="5203125" y="1322500"/>
                <a:ext cx="209675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8387" h="6273" extrusionOk="0">
                    <a:moveTo>
                      <a:pt x="536" y="1"/>
                    </a:moveTo>
                    <a:cubicBezTo>
                      <a:pt x="241" y="1"/>
                      <a:pt x="0" y="242"/>
                      <a:pt x="0" y="536"/>
                    </a:cubicBezTo>
                    <a:lnTo>
                      <a:pt x="0" y="5728"/>
                    </a:lnTo>
                    <a:cubicBezTo>
                      <a:pt x="0" y="6031"/>
                      <a:pt x="241" y="6272"/>
                      <a:pt x="536" y="6272"/>
                    </a:cubicBezTo>
                    <a:lnTo>
                      <a:pt x="7842" y="6272"/>
                    </a:lnTo>
                    <a:cubicBezTo>
                      <a:pt x="8145" y="6272"/>
                      <a:pt x="8386" y="6031"/>
                      <a:pt x="8386" y="5728"/>
                    </a:cubicBezTo>
                    <a:lnTo>
                      <a:pt x="8386" y="536"/>
                    </a:lnTo>
                    <a:cubicBezTo>
                      <a:pt x="8386" y="242"/>
                      <a:pt x="8145" y="1"/>
                      <a:pt x="78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50"/>
              <p:cNvSpPr/>
              <p:nvPr/>
            </p:nvSpPr>
            <p:spPr>
              <a:xfrm>
                <a:off x="5203125" y="1363325"/>
                <a:ext cx="209675" cy="116000"/>
              </a:xfrm>
              <a:custGeom>
                <a:avLst/>
                <a:gdLst/>
                <a:ahLst/>
                <a:cxnLst/>
                <a:rect l="l" t="t" r="r" b="b"/>
                <a:pathLst>
                  <a:path w="8387" h="4640" extrusionOk="0">
                    <a:moveTo>
                      <a:pt x="0" y="0"/>
                    </a:moveTo>
                    <a:lnTo>
                      <a:pt x="0" y="4095"/>
                    </a:lnTo>
                    <a:cubicBezTo>
                      <a:pt x="0" y="4398"/>
                      <a:pt x="241" y="4639"/>
                      <a:pt x="536" y="4639"/>
                    </a:cubicBezTo>
                    <a:lnTo>
                      <a:pt x="7842" y="4639"/>
                    </a:lnTo>
                    <a:cubicBezTo>
                      <a:pt x="8145" y="4639"/>
                      <a:pt x="8386" y="4398"/>
                      <a:pt x="8386" y="4095"/>
                    </a:cubicBezTo>
                    <a:lnTo>
                      <a:pt x="838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50"/>
              <p:cNvSpPr/>
              <p:nvPr/>
            </p:nvSpPr>
            <p:spPr>
              <a:xfrm>
                <a:off x="4999950" y="1179950"/>
                <a:ext cx="299325" cy="299300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72" extrusionOk="0">
                    <a:moveTo>
                      <a:pt x="8074" y="2215"/>
                    </a:moveTo>
                    <a:lnTo>
                      <a:pt x="8074" y="2215"/>
                    </a:lnTo>
                    <a:cubicBezTo>
                      <a:pt x="8071" y="2228"/>
                      <a:pt x="8066" y="2247"/>
                      <a:pt x="8061" y="2272"/>
                    </a:cubicBezTo>
                    <a:lnTo>
                      <a:pt x="8061" y="2272"/>
                    </a:lnTo>
                    <a:cubicBezTo>
                      <a:pt x="8079" y="2251"/>
                      <a:pt x="8092" y="2235"/>
                      <a:pt x="8101" y="2224"/>
                    </a:cubicBezTo>
                    <a:lnTo>
                      <a:pt x="8092" y="2224"/>
                    </a:lnTo>
                    <a:lnTo>
                      <a:pt x="8074" y="2215"/>
                    </a:lnTo>
                    <a:close/>
                    <a:moveTo>
                      <a:pt x="3676" y="11377"/>
                    </a:moveTo>
                    <a:cubicBezTo>
                      <a:pt x="3682" y="11379"/>
                      <a:pt x="3688" y="11382"/>
                      <a:pt x="3695" y="11385"/>
                    </a:cubicBezTo>
                    <a:lnTo>
                      <a:pt x="3694" y="11385"/>
                    </a:lnTo>
                    <a:lnTo>
                      <a:pt x="3676" y="11377"/>
                    </a:lnTo>
                    <a:close/>
                    <a:moveTo>
                      <a:pt x="5102" y="0"/>
                    </a:moveTo>
                    <a:cubicBezTo>
                      <a:pt x="5061" y="0"/>
                      <a:pt x="5020" y="4"/>
                      <a:pt x="4978" y="11"/>
                    </a:cubicBezTo>
                    <a:lnTo>
                      <a:pt x="4960" y="11"/>
                    </a:lnTo>
                    <a:cubicBezTo>
                      <a:pt x="4586" y="74"/>
                      <a:pt x="4327" y="430"/>
                      <a:pt x="4380" y="805"/>
                    </a:cubicBezTo>
                    <a:cubicBezTo>
                      <a:pt x="4425" y="1207"/>
                      <a:pt x="5157" y="2152"/>
                      <a:pt x="4389" y="3258"/>
                    </a:cubicBezTo>
                    <a:cubicBezTo>
                      <a:pt x="3355" y="4739"/>
                      <a:pt x="2248" y="4846"/>
                      <a:pt x="1401" y="6095"/>
                    </a:cubicBezTo>
                    <a:cubicBezTo>
                      <a:pt x="0" y="8138"/>
                      <a:pt x="1481" y="10342"/>
                      <a:pt x="3711" y="11394"/>
                    </a:cubicBezTo>
                    <a:lnTo>
                      <a:pt x="3709" y="11392"/>
                    </a:lnTo>
                    <a:lnTo>
                      <a:pt x="3709" y="11392"/>
                    </a:lnTo>
                    <a:cubicBezTo>
                      <a:pt x="4511" y="11765"/>
                      <a:pt x="5367" y="11971"/>
                      <a:pt x="6167" y="11971"/>
                    </a:cubicBezTo>
                    <a:cubicBezTo>
                      <a:pt x="7584" y="11971"/>
                      <a:pt x="8824" y="11325"/>
                      <a:pt x="9278" y="9815"/>
                    </a:cubicBezTo>
                    <a:cubicBezTo>
                      <a:pt x="9715" y="8370"/>
                      <a:pt x="9100" y="7451"/>
                      <a:pt x="9608" y="5721"/>
                    </a:cubicBezTo>
                    <a:cubicBezTo>
                      <a:pt x="9983" y="4427"/>
                      <a:pt x="11187" y="4400"/>
                      <a:pt x="11535" y="4186"/>
                    </a:cubicBezTo>
                    <a:cubicBezTo>
                      <a:pt x="11856" y="3981"/>
                      <a:pt x="11972" y="3562"/>
                      <a:pt x="11785" y="3232"/>
                    </a:cubicBezTo>
                    <a:lnTo>
                      <a:pt x="11776" y="3223"/>
                    </a:lnTo>
                    <a:cubicBezTo>
                      <a:pt x="11646" y="2993"/>
                      <a:pt x="11409" y="2870"/>
                      <a:pt x="11168" y="2870"/>
                    </a:cubicBezTo>
                    <a:cubicBezTo>
                      <a:pt x="10997" y="2870"/>
                      <a:pt x="10825" y="2932"/>
                      <a:pt x="10688" y="3062"/>
                    </a:cubicBezTo>
                    <a:cubicBezTo>
                      <a:pt x="10298" y="3423"/>
                      <a:pt x="9757" y="3796"/>
                      <a:pt x="9202" y="3796"/>
                    </a:cubicBezTo>
                    <a:cubicBezTo>
                      <a:pt x="9058" y="3796"/>
                      <a:pt x="8913" y="3770"/>
                      <a:pt x="8770" y="3713"/>
                    </a:cubicBezTo>
                    <a:cubicBezTo>
                      <a:pt x="7906" y="3371"/>
                      <a:pt x="8010" y="2531"/>
                      <a:pt x="8061" y="2272"/>
                    </a:cubicBezTo>
                    <a:lnTo>
                      <a:pt x="8061" y="2272"/>
                    </a:lnTo>
                    <a:cubicBezTo>
                      <a:pt x="7933" y="2425"/>
                      <a:pt x="7575" y="2795"/>
                      <a:pt x="7069" y="2795"/>
                    </a:cubicBezTo>
                    <a:cubicBezTo>
                      <a:pt x="6892" y="2795"/>
                      <a:pt x="6696" y="2750"/>
                      <a:pt x="6486" y="2634"/>
                    </a:cubicBezTo>
                    <a:cubicBezTo>
                      <a:pt x="5835" y="2277"/>
                      <a:pt x="5745" y="1412"/>
                      <a:pt x="5790" y="743"/>
                    </a:cubicBezTo>
                    <a:cubicBezTo>
                      <a:pt x="5814" y="338"/>
                      <a:pt x="5494" y="0"/>
                      <a:pt x="51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50"/>
              <p:cNvSpPr/>
              <p:nvPr/>
            </p:nvSpPr>
            <p:spPr>
              <a:xfrm>
                <a:off x="5201325" y="1235300"/>
                <a:ext cx="1150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64" extrusionOk="0">
                    <a:moveTo>
                      <a:pt x="19" y="1"/>
                    </a:moveTo>
                    <a:cubicBezTo>
                      <a:pt x="19" y="10"/>
                      <a:pt x="10" y="36"/>
                      <a:pt x="1" y="63"/>
                    </a:cubicBezTo>
                    <a:cubicBezTo>
                      <a:pt x="19" y="36"/>
                      <a:pt x="37" y="18"/>
                      <a:pt x="46" y="10"/>
                    </a:cubicBezTo>
                    <a:lnTo>
                      <a:pt x="37" y="10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rgbClr val="FF5E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50"/>
              <p:cNvSpPr/>
              <p:nvPr/>
            </p:nvSpPr>
            <p:spPr>
              <a:xfrm>
                <a:off x="5202225" y="1234850"/>
                <a:ext cx="2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0" h="28" extrusionOk="0">
                    <a:moveTo>
                      <a:pt x="1" y="1"/>
                    </a:moveTo>
                    <a:cubicBezTo>
                      <a:pt x="1" y="1"/>
                      <a:pt x="1" y="10"/>
                      <a:pt x="1" y="28"/>
                    </a:cubicBezTo>
                    <a:cubicBezTo>
                      <a:pt x="10" y="10"/>
                      <a:pt x="10" y="10"/>
                      <a:pt x="10" y="1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78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50"/>
              <p:cNvSpPr/>
              <p:nvPr/>
            </p:nvSpPr>
            <p:spPr>
              <a:xfrm>
                <a:off x="5115700" y="1107725"/>
                <a:ext cx="160150" cy="281925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11277" extrusionOk="0">
                    <a:moveTo>
                      <a:pt x="5103" y="1"/>
                    </a:moveTo>
                    <a:lnTo>
                      <a:pt x="0" y="10661"/>
                    </a:lnTo>
                    <a:lnTo>
                      <a:pt x="1303" y="11277"/>
                    </a:lnTo>
                    <a:lnTo>
                      <a:pt x="6406" y="616"/>
                    </a:lnTo>
                    <a:lnTo>
                      <a:pt x="510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50"/>
              <p:cNvSpPr/>
              <p:nvPr/>
            </p:nvSpPr>
            <p:spPr>
              <a:xfrm>
                <a:off x="5089825" y="1369150"/>
                <a:ext cx="74725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1810" extrusionOk="0">
                    <a:moveTo>
                      <a:pt x="503" y="0"/>
                    </a:moveTo>
                    <a:cubicBezTo>
                      <a:pt x="341" y="0"/>
                      <a:pt x="185" y="94"/>
                      <a:pt x="107" y="249"/>
                    </a:cubicBezTo>
                    <a:cubicBezTo>
                      <a:pt x="0" y="463"/>
                      <a:pt x="99" y="722"/>
                      <a:pt x="313" y="829"/>
                    </a:cubicBezTo>
                    <a:lnTo>
                      <a:pt x="2302" y="1766"/>
                    </a:lnTo>
                    <a:cubicBezTo>
                      <a:pt x="2364" y="1795"/>
                      <a:pt x="2429" y="1809"/>
                      <a:pt x="2492" y="1809"/>
                    </a:cubicBezTo>
                    <a:cubicBezTo>
                      <a:pt x="2656" y="1809"/>
                      <a:pt x="2811" y="1715"/>
                      <a:pt x="2882" y="1560"/>
                    </a:cubicBezTo>
                    <a:lnTo>
                      <a:pt x="2891" y="1560"/>
                    </a:lnTo>
                    <a:cubicBezTo>
                      <a:pt x="2989" y="1346"/>
                      <a:pt x="2900" y="1088"/>
                      <a:pt x="2677" y="981"/>
                    </a:cubicBezTo>
                    <a:lnTo>
                      <a:pt x="687" y="44"/>
                    </a:lnTo>
                    <a:cubicBezTo>
                      <a:pt x="628" y="14"/>
                      <a:pt x="565" y="0"/>
                      <a:pt x="5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50"/>
              <p:cNvSpPr/>
              <p:nvPr/>
            </p:nvSpPr>
            <p:spPr>
              <a:xfrm>
                <a:off x="5207575" y="1087700"/>
                <a:ext cx="86350" cy="92150"/>
              </a:xfrm>
              <a:custGeom>
                <a:avLst/>
                <a:gdLst/>
                <a:ahLst/>
                <a:cxnLst/>
                <a:rect l="l" t="t" r="r" b="b"/>
                <a:pathLst>
                  <a:path w="3454" h="3686" extrusionOk="0">
                    <a:moveTo>
                      <a:pt x="1687" y="1"/>
                    </a:moveTo>
                    <a:cubicBezTo>
                      <a:pt x="1415" y="1"/>
                      <a:pt x="1158" y="152"/>
                      <a:pt x="1036" y="409"/>
                    </a:cubicBezTo>
                    <a:lnTo>
                      <a:pt x="170" y="2211"/>
                    </a:lnTo>
                    <a:cubicBezTo>
                      <a:pt x="1" y="2568"/>
                      <a:pt x="152" y="2996"/>
                      <a:pt x="518" y="3166"/>
                    </a:cubicBezTo>
                    <a:lnTo>
                      <a:pt x="1464" y="3612"/>
                    </a:lnTo>
                    <a:cubicBezTo>
                      <a:pt x="1564" y="3662"/>
                      <a:pt x="1669" y="3685"/>
                      <a:pt x="1773" y="3685"/>
                    </a:cubicBezTo>
                    <a:cubicBezTo>
                      <a:pt x="2041" y="3685"/>
                      <a:pt x="2299" y="3530"/>
                      <a:pt x="2427" y="3273"/>
                    </a:cubicBezTo>
                    <a:lnTo>
                      <a:pt x="3284" y="1480"/>
                    </a:lnTo>
                    <a:cubicBezTo>
                      <a:pt x="3453" y="1114"/>
                      <a:pt x="3302" y="686"/>
                      <a:pt x="2945" y="516"/>
                    </a:cubicBezTo>
                    <a:lnTo>
                      <a:pt x="1999" y="70"/>
                    </a:lnTo>
                    <a:cubicBezTo>
                      <a:pt x="1897" y="23"/>
                      <a:pt x="1791" y="1"/>
                      <a:pt x="16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50"/>
              <p:cNvSpPr/>
              <p:nvPr/>
            </p:nvSpPr>
            <p:spPr>
              <a:xfrm>
                <a:off x="5324900" y="1447625"/>
                <a:ext cx="154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74" extrusionOk="0">
                    <a:moveTo>
                      <a:pt x="312" y="0"/>
                    </a:moveTo>
                    <a:cubicBezTo>
                      <a:pt x="0" y="0"/>
                      <a:pt x="0" y="473"/>
                      <a:pt x="312" y="473"/>
                    </a:cubicBezTo>
                    <a:cubicBezTo>
                      <a:pt x="616" y="473"/>
                      <a:pt x="616" y="0"/>
                      <a:pt x="3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50"/>
              <p:cNvSpPr/>
              <p:nvPr/>
            </p:nvSpPr>
            <p:spPr>
              <a:xfrm>
                <a:off x="5351875" y="1447625"/>
                <a:ext cx="152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74" extrusionOk="0">
                    <a:moveTo>
                      <a:pt x="304" y="0"/>
                    </a:moveTo>
                    <a:cubicBezTo>
                      <a:pt x="1" y="0"/>
                      <a:pt x="1" y="473"/>
                      <a:pt x="304" y="473"/>
                    </a:cubicBezTo>
                    <a:cubicBezTo>
                      <a:pt x="607" y="473"/>
                      <a:pt x="607" y="0"/>
                      <a:pt x="3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50"/>
              <p:cNvSpPr/>
              <p:nvPr/>
            </p:nvSpPr>
            <p:spPr>
              <a:xfrm>
                <a:off x="5378875" y="1447625"/>
                <a:ext cx="1517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74" extrusionOk="0">
                    <a:moveTo>
                      <a:pt x="303" y="0"/>
                    </a:moveTo>
                    <a:cubicBezTo>
                      <a:pt x="0" y="0"/>
                      <a:pt x="0" y="473"/>
                      <a:pt x="303" y="473"/>
                    </a:cubicBezTo>
                    <a:cubicBezTo>
                      <a:pt x="607" y="473"/>
                      <a:pt x="607" y="0"/>
                      <a:pt x="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50"/>
              <p:cNvSpPr/>
              <p:nvPr/>
            </p:nvSpPr>
            <p:spPr>
              <a:xfrm>
                <a:off x="5351875" y="1420625"/>
                <a:ext cx="152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74" extrusionOk="0">
                    <a:moveTo>
                      <a:pt x="304" y="1"/>
                    </a:moveTo>
                    <a:cubicBezTo>
                      <a:pt x="1" y="1"/>
                      <a:pt x="1" y="474"/>
                      <a:pt x="304" y="474"/>
                    </a:cubicBezTo>
                    <a:cubicBezTo>
                      <a:pt x="607" y="474"/>
                      <a:pt x="607" y="1"/>
                      <a:pt x="3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50"/>
              <p:cNvSpPr/>
              <p:nvPr/>
            </p:nvSpPr>
            <p:spPr>
              <a:xfrm>
                <a:off x="5378875" y="1420625"/>
                <a:ext cx="1517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74" extrusionOk="0">
                    <a:moveTo>
                      <a:pt x="303" y="1"/>
                    </a:moveTo>
                    <a:cubicBezTo>
                      <a:pt x="0" y="1"/>
                      <a:pt x="0" y="474"/>
                      <a:pt x="303" y="474"/>
                    </a:cubicBezTo>
                    <a:cubicBezTo>
                      <a:pt x="607" y="474"/>
                      <a:pt x="607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50"/>
              <p:cNvSpPr/>
              <p:nvPr/>
            </p:nvSpPr>
            <p:spPr>
              <a:xfrm>
                <a:off x="5378875" y="1393650"/>
                <a:ext cx="1517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74" extrusionOk="0">
                    <a:moveTo>
                      <a:pt x="303" y="1"/>
                    </a:moveTo>
                    <a:cubicBezTo>
                      <a:pt x="0" y="1"/>
                      <a:pt x="0" y="473"/>
                      <a:pt x="303" y="473"/>
                    </a:cubicBezTo>
                    <a:cubicBezTo>
                      <a:pt x="607" y="473"/>
                      <a:pt x="607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94" name="Google Shape;3294;p50"/>
            <p:cNvSpPr/>
            <p:nvPr/>
          </p:nvSpPr>
          <p:spPr>
            <a:xfrm>
              <a:off x="7175999" y="3795080"/>
              <a:ext cx="306217" cy="303719"/>
            </a:xfrm>
            <a:custGeom>
              <a:avLst/>
              <a:gdLst/>
              <a:ahLst/>
              <a:cxnLst/>
              <a:rect l="l" t="t" r="r" b="b"/>
              <a:pathLst>
                <a:path w="16299" h="16166" extrusionOk="0">
                  <a:moveTo>
                    <a:pt x="9531" y="489"/>
                  </a:moveTo>
                  <a:cubicBezTo>
                    <a:pt x="9600" y="489"/>
                    <a:pt x="9669" y="505"/>
                    <a:pt x="9733" y="536"/>
                  </a:cubicBezTo>
                  <a:lnTo>
                    <a:pt x="10688" y="982"/>
                  </a:lnTo>
                  <a:cubicBezTo>
                    <a:pt x="10919" y="1098"/>
                    <a:pt x="11027" y="1384"/>
                    <a:pt x="10911" y="1625"/>
                  </a:cubicBezTo>
                  <a:lnTo>
                    <a:pt x="10054" y="3427"/>
                  </a:lnTo>
                  <a:cubicBezTo>
                    <a:pt x="9971" y="3599"/>
                    <a:pt x="9797" y="3698"/>
                    <a:pt x="9616" y="3698"/>
                  </a:cubicBezTo>
                  <a:cubicBezTo>
                    <a:pt x="9544" y="3698"/>
                    <a:pt x="9471" y="3683"/>
                    <a:pt x="9403" y="3650"/>
                  </a:cubicBezTo>
                  <a:lnTo>
                    <a:pt x="8457" y="3204"/>
                  </a:lnTo>
                  <a:cubicBezTo>
                    <a:pt x="8216" y="3097"/>
                    <a:pt x="8109" y="2802"/>
                    <a:pt x="8225" y="2561"/>
                  </a:cubicBezTo>
                  <a:lnTo>
                    <a:pt x="9091" y="768"/>
                  </a:lnTo>
                  <a:cubicBezTo>
                    <a:pt x="9168" y="594"/>
                    <a:pt x="9349" y="489"/>
                    <a:pt x="9531" y="489"/>
                  </a:cubicBezTo>
                  <a:close/>
                  <a:moveTo>
                    <a:pt x="8288" y="3650"/>
                  </a:moveTo>
                  <a:lnTo>
                    <a:pt x="9171" y="4069"/>
                  </a:lnTo>
                  <a:lnTo>
                    <a:pt x="7637" y="7263"/>
                  </a:lnTo>
                  <a:lnTo>
                    <a:pt x="6798" y="9011"/>
                  </a:lnTo>
                  <a:lnTo>
                    <a:pt x="5915" y="8601"/>
                  </a:lnTo>
                  <a:lnTo>
                    <a:pt x="6753" y="6844"/>
                  </a:lnTo>
                  <a:cubicBezTo>
                    <a:pt x="6753" y="6844"/>
                    <a:pt x="6753" y="6844"/>
                    <a:pt x="6762" y="6835"/>
                  </a:cubicBezTo>
                  <a:lnTo>
                    <a:pt x="8288" y="3650"/>
                  </a:lnTo>
                  <a:close/>
                  <a:moveTo>
                    <a:pt x="5710" y="9020"/>
                  </a:moveTo>
                  <a:lnTo>
                    <a:pt x="6593" y="9440"/>
                  </a:lnTo>
                  <a:lnTo>
                    <a:pt x="6218" y="10216"/>
                  </a:lnTo>
                  <a:lnTo>
                    <a:pt x="5344" y="9796"/>
                  </a:lnTo>
                  <a:lnTo>
                    <a:pt x="5710" y="9020"/>
                  </a:lnTo>
                  <a:close/>
                  <a:moveTo>
                    <a:pt x="5139" y="10225"/>
                  </a:moveTo>
                  <a:lnTo>
                    <a:pt x="6022" y="10644"/>
                  </a:lnTo>
                  <a:lnTo>
                    <a:pt x="5362" y="12018"/>
                  </a:lnTo>
                  <a:lnTo>
                    <a:pt x="4479" y="11598"/>
                  </a:lnTo>
                  <a:lnTo>
                    <a:pt x="5139" y="10225"/>
                  </a:lnTo>
                  <a:close/>
                  <a:moveTo>
                    <a:pt x="3630" y="11745"/>
                  </a:moveTo>
                  <a:cubicBezTo>
                    <a:pt x="3661" y="11745"/>
                    <a:pt x="3692" y="11752"/>
                    <a:pt x="3720" y="11768"/>
                  </a:cubicBezTo>
                  <a:lnTo>
                    <a:pt x="5710" y="12705"/>
                  </a:lnTo>
                  <a:cubicBezTo>
                    <a:pt x="5817" y="12767"/>
                    <a:pt x="5843" y="12856"/>
                    <a:pt x="5808" y="12972"/>
                  </a:cubicBezTo>
                  <a:cubicBezTo>
                    <a:pt x="5761" y="13032"/>
                    <a:pt x="5696" y="13081"/>
                    <a:pt x="5621" y="13081"/>
                  </a:cubicBezTo>
                  <a:cubicBezTo>
                    <a:pt x="5595" y="13081"/>
                    <a:pt x="5568" y="13075"/>
                    <a:pt x="5540" y="13061"/>
                  </a:cubicBezTo>
                  <a:lnTo>
                    <a:pt x="3551" y="12125"/>
                  </a:lnTo>
                  <a:cubicBezTo>
                    <a:pt x="3435" y="12071"/>
                    <a:pt x="3426" y="11955"/>
                    <a:pt x="3453" y="11857"/>
                  </a:cubicBezTo>
                  <a:cubicBezTo>
                    <a:pt x="3484" y="11788"/>
                    <a:pt x="3556" y="11745"/>
                    <a:pt x="3630" y="11745"/>
                  </a:cubicBezTo>
                  <a:close/>
                  <a:moveTo>
                    <a:pt x="15523" y="9895"/>
                  </a:moveTo>
                  <a:cubicBezTo>
                    <a:pt x="15692" y="9895"/>
                    <a:pt x="15826" y="10028"/>
                    <a:pt x="15826" y="10198"/>
                  </a:cubicBezTo>
                  <a:lnTo>
                    <a:pt x="15826" y="11063"/>
                  </a:lnTo>
                  <a:lnTo>
                    <a:pt x="15014" y="11063"/>
                  </a:lnTo>
                  <a:cubicBezTo>
                    <a:pt x="14898" y="11063"/>
                    <a:pt x="14791" y="11143"/>
                    <a:pt x="14773" y="11268"/>
                  </a:cubicBezTo>
                  <a:cubicBezTo>
                    <a:pt x="14756" y="11411"/>
                    <a:pt x="14863" y="11536"/>
                    <a:pt x="15005" y="11536"/>
                  </a:cubicBezTo>
                  <a:lnTo>
                    <a:pt x="15826" y="11536"/>
                  </a:lnTo>
                  <a:lnTo>
                    <a:pt x="15826" y="15390"/>
                  </a:lnTo>
                  <a:cubicBezTo>
                    <a:pt x="15826" y="15559"/>
                    <a:pt x="15692" y="15693"/>
                    <a:pt x="15523" y="15693"/>
                  </a:cubicBezTo>
                  <a:lnTo>
                    <a:pt x="8199" y="15693"/>
                  </a:lnTo>
                  <a:cubicBezTo>
                    <a:pt x="8065" y="15693"/>
                    <a:pt x="7958" y="15613"/>
                    <a:pt x="7913" y="15497"/>
                  </a:cubicBezTo>
                  <a:cubicBezTo>
                    <a:pt x="8448" y="15104"/>
                    <a:pt x="8832" y="14542"/>
                    <a:pt x="9037" y="13838"/>
                  </a:cubicBezTo>
                  <a:cubicBezTo>
                    <a:pt x="9269" y="13097"/>
                    <a:pt x="9233" y="12482"/>
                    <a:pt x="9198" y="11884"/>
                  </a:cubicBezTo>
                  <a:cubicBezTo>
                    <a:pt x="9189" y="11768"/>
                    <a:pt x="9180" y="11652"/>
                    <a:pt x="9180" y="11536"/>
                  </a:cubicBezTo>
                  <a:lnTo>
                    <a:pt x="13596" y="11536"/>
                  </a:lnTo>
                  <a:cubicBezTo>
                    <a:pt x="13712" y="11536"/>
                    <a:pt x="13828" y="11447"/>
                    <a:pt x="13837" y="11322"/>
                  </a:cubicBezTo>
                  <a:cubicBezTo>
                    <a:pt x="13855" y="11179"/>
                    <a:pt x="13747" y="11063"/>
                    <a:pt x="13605" y="11063"/>
                  </a:cubicBezTo>
                  <a:lnTo>
                    <a:pt x="9144" y="11063"/>
                  </a:lnTo>
                  <a:cubicBezTo>
                    <a:pt x="9153" y="10706"/>
                    <a:pt x="9198" y="10323"/>
                    <a:pt x="9305" y="9895"/>
                  </a:cubicBezTo>
                  <a:close/>
                  <a:moveTo>
                    <a:pt x="9530" y="0"/>
                  </a:moveTo>
                  <a:cubicBezTo>
                    <a:pt x="9168" y="0"/>
                    <a:pt x="8822" y="202"/>
                    <a:pt x="8654" y="545"/>
                  </a:cubicBezTo>
                  <a:lnTo>
                    <a:pt x="8547" y="786"/>
                  </a:lnTo>
                  <a:lnTo>
                    <a:pt x="8100" y="572"/>
                  </a:lnTo>
                  <a:cubicBezTo>
                    <a:pt x="8064" y="554"/>
                    <a:pt x="8028" y="547"/>
                    <a:pt x="7995" y="547"/>
                  </a:cubicBezTo>
                  <a:cubicBezTo>
                    <a:pt x="7778" y="547"/>
                    <a:pt x="7655" y="884"/>
                    <a:pt x="7895" y="1000"/>
                  </a:cubicBezTo>
                  <a:lnTo>
                    <a:pt x="8341" y="1214"/>
                  </a:lnTo>
                  <a:lnTo>
                    <a:pt x="8109" y="1687"/>
                  </a:lnTo>
                  <a:lnTo>
                    <a:pt x="7663" y="1473"/>
                  </a:lnTo>
                  <a:cubicBezTo>
                    <a:pt x="7629" y="1458"/>
                    <a:pt x="7595" y="1451"/>
                    <a:pt x="7564" y="1451"/>
                  </a:cubicBezTo>
                  <a:cubicBezTo>
                    <a:pt x="7343" y="1451"/>
                    <a:pt x="7216" y="1792"/>
                    <a:pt x="7458" y="1901"/>
                  </a:cubicBezTo>
                  <a:lnTo>
                    <a:pt x="7904" y="2115"/>
                  </a:lnTo>
                  <a:lnTo>
                    <a:pt x="7797" y="2347"/>
                  </a:lnTo>
                  <a:cubicBezTo>
                    <a:pt x="7645" y="2669"/>
                    <a:pt x="7681" y="3061"/>
                    <a:pt x="7895" y="3347"/>
                  </a:cubicBezTo>
                  <a:lnTo>
                    <a:pt x="6397" y="6478"/>
                  </a:lnTo>
                  <a:cubicBezTo>
                    <a:pt x="6307" y="6451"/>
                    <a:pt x="6218" y="6415"/>
                    <a:pt x="6129" y="6371"/>
                  </a:cubicBezTo>
                  <a:cubicBezTo>
                    <a:pt x="5576" y="6059"/>
                    <a:pt x="5513" y="5291"/>
                    <a:pt x="5549" y="4694"/>
                  </a:cubicBezTo>
                  <a:cubicBezTo>
                    <a:pt x="5590" y="4137"/>
                    <a:pt x="5121" y="3701"/>
                    <a:pt x="4589" y="3701"/>
                  </a:cubicBezTo>
                  <a:cubicBezTo>
                    <a:pt x="4541" y="3701"/>
                    <a:pt x="4492" y="3705"/>
                    <a:pt x="4443" y="3712"/>
                  </a:cubicBezTo>
                  <a:cubicBezTo>
                    <a:pt x="3943" y="3793"/>
                    <a:pt x="3595" y="4256"/>
                    <a:pt x="3667" y="4774"/>
                  </a:cubicBezTo>
                  <a:cubicBezTo>
                    <a:pt x="3702" y="5059"/>
                    <a:pt x="3872" y="5327"/>
                    <a:pt x="3943" y="5612"/>
                  </a:cubicBezTo>
                  <a:cubicBezTo>
                    <a:pt x="3923" y="5443"/>
                    <a:pt x="4058" y="5342"/>
                    <a:pt x="4189" y="5342"/>
                  </a:cubicBezTo>
                  <a:cubicBezTo>
                    <a:pt x="4286" y="5342"/>
                    <a:pt x="4381" y="5398"/>
                    <a:pt x="4407" y="5523"/>
                  </a:cubicBezTo>
                  <a:cubicBezTo>
                    <a:pt x="4363" y="5265"/>
                    <a:pt x="4175" y="4988"/>
                    <a:pt x="4140" y="4711"/>
                  </a:cubicBezTo>
                  <a:cubicBezTo>
                    <a:pt x="4104" y="4453"/>
                    <a:pt x="4273" y="4221"/>
                    <a:pt x="4523" y="4176"/>
                  </a:cubicBezTo>
                  <a:cubicBezTo>
                    <a:pt x="4545" y="4174"/>
                    <a:pt x="4566" y="4172"/>
                    <a:pt x="4587" y="4172"/>
                  </a:cubicBezTo>
                  <a:cubicBezTo>
                    <a:pt x="4856" y="4172"/>
                    <a:pt x="5093" y="4377"/>
                    <a:pt x="5076" y="4667"/>
                  </a:cubicBezTo>
                  <a:cubicBezTo>
                    <a:pt x="5005" y="5711"/>
                    <a:pt x="5290" y="6442"/>
                    <a:pt x="5906" y="6781"/>
                  </a:cubicBezTo>
                  <a:cubicBezTo>
                    <a:pt x="5995" y="6835"/>
                    <a:pt x="6093" y="6879"/>
                    <a:pt x="6191" y="6906"/>
                  </a:cubicBezTo>
                  <a:lnTo>
                    <a:pt x="5478" y="8396"/>
                  </a:lnTo>
                  <a:lnTo>
                    <a:pt x="5094" y="8208"/>
                  </a:lnTo>
                  <a:cubicBezTo>
                    <a:pt x="5061" y="8194"/>
                    <a:pt x="5027" y="8188"/>
                    <a:pt x="4993" y="8188"/>
                  </a:cubicBezTo>
                  <a:cubicBezTo>
                    <a:pt x="4900" y="8188"/>
                    <a:pt x="4812" y="8239"/>
                    <a:pt x="4773" y="8324"/>
                  </a:cubicBezTo>
                  <a:cubicBezTo>
                    <a:pt x="4719" y="8440"/>
                    <a:pt x="4773" y="8583"/>
                    <a:pt x="4889" y="8637"/>
                  </a:cubicBezTo>
                  <a:lnTo>
                    <a:pt x="5272" y="8824"/>
                  </a:lnTo>
                  <a:lnTo>
                    <a:pt x="4907" y="9600"/>
                  </a:lnTo>
                  <a:lnTo>
                    <a:pt x="4523" y="9422"/>
                  </a:lnTo>
                  <a:cubicBezTo>
                    <a:pt x="4486" y="9403"/>
                    <a:pt x="4447" y="9394"/>
                    <a:pt x="4409" y="9394"/>
                  </a:cubicBezTo>
                  <a:cubicBezTo>
                    <a:pt x="4337" y="9394"/>
                    <a:pt x="4270" y="9426"/>
                    <a:pt x="4229" y="9484"/>
                  </a:cubicBezTo>
                  <a:cubicBezTo>
                    <a:pt x="4131" y="9609"/>
                    <a:pt x="4175" y="9779"/>
                    <a:pt x="4309" y="9841"/>
                  </a:cubicBezTo>
                  <a:lnTo>
                    <a:pt x="4702" y="10028"/>
                  </a:lnTo>
                  <a:lnTo>
                    <a:pt x="4041" y="11402"/>
                  </a:lnTo>
                  <a:lnTo>
                    <a:pt x="3908" y="11340"/>
                  </a:lnTo>
                  <a:cubicBezTo>
                    <a:pt x="3818" y="11299"/>
                    <a:pt x="3723" y="11279"/>
                    <a:pt x="3630" y="11279"/>
                  </a:cubicBezTo>
                  <a:cubicBezTo>
                    <a:pt x="3378" y="11279"/>
                    <a:pt x="3133" y="11420"/>
                    <a:pt x="3015" y="11661"/>
                  </a:cubicBezTo>
                  <a:cubicBezTo>
                    <a:pt x="2873" y="12000"/>
                    <a:pt x="2989" y="12401"/>
                    <a:pt x="3328" y="12562"/>
                  </a:cubicBezTo>
                  <a:lnTo>
                    <a:pt x="5326" y="13499"/>
                  </a:lnTo>
                  <a:cubicBezTo>
                    <a:pt x="5416" y="13542"/>
                    <a:pt x="5512" y="13563"/>
                    <a:pt x="5608" y="13563"/>
                  </a:cubicBezTo>
                  <a:cubicBezTo>
                    <a:pt x="5862" y="13563"/>
                    <a:pt x="6110" y="13417"/>
                    <a:pt x="6227" y="13177"/>
                  </a:cubicBezTo>
                  <a:cubicBezTo>
                    <a:pt x="6379" y="12847"/>
                    <a:pt x="6227" y="12437"/>
                    <a:pt x="5906" y="12285"/>
                  </a:cubicBezTo>
                  <a:lnTo>
                    <a:pt x="5781" y="12223"/>
                  </a:lnTo>
                  <a:lnTo>
                    <a:pt x="6441" y="10849"/>
                  </a:lnTo>
                  <a:lnTo>
                    <a:pt x="6771" y="11001"/>
                  </a:lnTo>
                  <a:cubicBezTo>
                    <a:pt x="6805" y="11017"/>
                    <a:pt x="6838" y="11024"/>
                    <a:pt x="6869" y="11024"/>
                  </a:cubicBezTo>
                  <a:cubicBezTo>
                    <a:pt x="7083" y="11024"/>
                    <a:pt x="7209" y="10689"/>
                    <a:pt x="6967" y="10573"/>
                  </a:cubicBezTo>
                  <a:lnTo>
                    <a:pt x="6646" y="10421"/>
                  </a:lnTo>
                  <a:lnTo>
                    <a:pt x="7012" y="9645"/>
                  </a:lnTo>
                  <a:lnTo>
                    <a:pt x="7342" y="9796"/>
                  </a:lnTo>
                  <a:cubicBezTo>
                    <a:pt x="7376" y="9812"/>
                    <a:pt x="7409" y="9819"/>
                    <a:pt x="7441" y="9819"/>
                  </a:cubicBezTo>
                  <a:cubicBezTo>
                    <a:pt x="7656" y="9819"/>
                    <a:pt x="7789" y="9485"/>
                    <a:pt x="7547" y="9368"/>
                  </a:cubicBezTo>
                  <a:lnTo>
                    <a:pt x="7217" y="9217"/>
                  </a:lnTo>
                  <a:lnTo>
                    <a:pt x="7931" y="7727"/>
                  </a:lnTo>
                  <a:cubicBezTo>
                    <a:pt x="8020" y="7780"/>
                    <a:pt x="8109" y="7834"/>
                    <a:pt x="8208" y="7869"/>
                  </a:cubicBezTo>
                  <a:cubicBezTo>
                    <a:pt x="8377" y="7937"/>
                    <a:pt x="8554" y="7970"/>
                    <a:pt x="8736" y="7970"/>
                  </a:cubicBezTo>
                  <a:cubicBezTo>
                    <a:pt x="9251" y="7970"/>
                    <a:pt x="9810" y="7701"/>
                    <a:pt x="10384" y="7174"/>
                  </a:cubicBezTo>
                  <a:cubicBezTo>
                    <a:pt x="10476" y="7089"/>
                    <a:pt x="10585" y="7050"/>
                    <a:pt x="10693" y="7050"/>
                  </a:cubicBezTo>
                  <a:cubicBezTo>
                    <a:pt x="10857" y="7050"/>
                    <a:pt x="11019" y="7139"/>
                    <a:pt x="11116" y="7290"/>
                  </a:cubicBezTo>
                  <a:cubicBezTo>
                    <a:pt x="11241" y="7513"/>
                    <a:pt x="11169" y="7789"/>
                    <a:pt x="10946" y="7923"/>
                  </a:cubicBezTo>
                  <a:cubicBezTo>
                    <a:pt x="10893" y="7959"/>
                    <a:pt x="10768" y="7994"/>
                    <a:pt x="10643" y="8039"/>
                  </a:cubicBezTo>
                  <a:cubicBezTo>
                    <a:pt x="10126" y="8200"/>
                    <a:pt x="9287" y="8476"/>
                    <a:pt x="8930" y="9538"/>
                  </a:cubicBezTo>
                  <a:cubicBezTo>
                    <a:pt x="8636" y="10439"/>
                    <a:pt x="8680" y="11215"/>
                    <a:pt x="8716" y="11902"/>
                  </a:cubicBezTo>
                  <a:cubicBezTo>
                    <a:pt x="8752" y="12491"/>
                    <a:pt x="8787" y="13044"/>
                    <a:pt x="8582" y="13704"/>
                  </a:cubicBezTo>
                  <a:cubicBezTo>
                    <a:pt x="8359" y="14462"/>
                    <a:pt x="7851" y="15087"/>
                    <a:pt x="7119" y="15408"/>
                  </a:cubicBezTo>
                  <a:cubicBezTo>
                    <a:pt x="6696" y="15599"/>
                    <a:pt x="6205" y="15693"/>
                    <a:pt x="5680" y="15693"/>
                  </a:cubicBezTo>
                  <a:cubicBezTo>
                    <a:pt x="4932" y="15693"/>
                    <a:pt x="4115" y="15503"/>
                    <a:pt x="3319" y="15131"/>
                  </a:cubicBezTo>
                  <a:cubicBezTo>
                    <a:pt x="1972" y="14489"/>
                    <a:pt x="990" y="13463"/>
                    <a:pt x="696" y="12383"/>
                  </a:cubicBezTo>
                  <a:cubicBezTo>
                    <a:pt x="491" y="11616"/>
                    <a:pt x="634" y="10876"/>
                    <a:pt x="1106" y="10171"/>
                  </a:cubicBezTo>
                  <a:cubicBezTo>
                    <a:pt x="1499" y="9600"/>
                    <a:pt x="1954" y="9279"/>
                    <a:pt x="2427" y="8940"/>
                  </a:cubicBezTo>
                  <a:cubicBezTo>
                    <a:pt x="2980" y="8539"/>
                    <a:pt x="3551" y="8137"/>
                    <a:pt x="4104" y="7334"/>
                  </a:cubicBezTo>
                  <a:cubicBezTo>
                    <a:pt x="4229" y="7165"/>
                    <a:pt x="4318" y="6977"/>
                    <a:pt x="4389" y="6799"/>
                  </a:cubicBezTo>
                  <a:cubicBezTo>
                    <a:pt x="4451" y="6619"/>
                    <a:pt x="4296" y="6488"/>
                    <a:pt x="4149" y="6488"/>
                  </a:cubicBezTo>
                  <a:cubicBezTo>
                    <a:pt x="4063" y="6488"/>
                    <a:pt x="3979" y="6533"/>
                    <a:pt x="3943" y="6638"/>
                  </a:cubicBezTo>
                  <a:cubicBezTo>
                    <a:pt x="3890" y="6781"/>
                    <a:pt x="3809" y="6924"/>
                    <a:pt x="3720" y="7058"/>
                  </a:cubicBezTo>
                  <a:cubicBezTo>
                    <a:pt x="3203" y="7798"/>
                    <a:pt x="2668" y="8182"/>
                    <a:pt x="2150" y="8547"/>
                  </a:cubicBezTo>
                  <a:cubicBezTo>
                    <a:pt x="1659" y="8904"/>
                    <a:pt x="1160" y="9270"/>
                    <a:pt x="723" y="9903"/>
                  </a:cubicBezTo>
                  <a:cubicBezTo>
                    <a:pt x="170" y="10715"/>
                    <a:pt x="0" y="11616"/>
                    <a:pt x="241" y="12508"/>
                  </a:cubicBezTo>
                  <a:cubicBezTo>
                    <a:pt x="571" y="13713"/>
                    <a:pt x="1633" y="14846"/>
                    <a:pt x="3096" y="15542"/>
                  </a:cubicBezTo>
                  <a:cubicBezTo>
                    <a:pt x="4015" y="15979"/>
                    <a:pt x="4871" y="16166"/>
                    <a:pt x="5683" y="16166"/>
                  </a:cubicBezTo>
                  <a:cubicBezTo>
                    <a:pt x="6316" y="16166"/>
                    <a:pt x="6950" y="16041"/>
                    <a:pt x="7503" y="15747"/>
                  </a:cubicBezTo>
                  <a:cubicBezTo>
                    <a:pt x="7637" y="15996"/>
                    <a:pt x="7895" y="16166"/>
                    <a:pt x="8190" y="16166"/>
                  </a:cubicBezTo>
                  <a:lnTo>
                    <a:pt x="15523" y="16166"/>
                  </a:lnTo>
                  <a:cubicBezTo>
                    <a:pt x="15951" y="16166"/>
                    <a:pt x="16299" y="15818"/>
                    <a:pt x="16299" y="15390"/>
                  </a:cubicBezTo>
                  <a:lnTo>
                    <a:pt x="16299" y="11295"/>
                  </a:lnTo>
                  <a:lnTo>
                    <a:pt x="16299" y="10198"/>
                  </a:lnTo>
                  <a:cubicBezTo>
                    <a:pt x="16299" y="9770"/>
                    <a:pt x="15951" y="9422"/>
                    <a:pt x="15523" y="9422"/>
                  </a:cubicBezTo>
                  <a:lnTo>
                    <a:pt x="9492" y="9422"/>
                  </a:lnTo>
                  <a:cubicBezTo>
                    <a:pt x="9795" y="8806"/>
                    <a:pt x="10357" y="8619"/>
                    <a:pt x="10786" y="8485"/>
                  </a:cubicBezTo>
                  <a:cubicBezTo>
                    <a:pt x="10946" y="8431"/>
                    <a:pt x="11089" y="8387"/>
                    <a:pt x="11196" y="8324"/>
                  </a:cubicBezTo>
                  <a:cubicBezTo>
                    <a:pt x="11633" y="8057"/>
                    <a:pt x="11776" y="7495"/>
                    <a:pt x="11526" y="7058"/>
                  </a:cubicBezTo>
                  <a:cubicBezTo>
                    <a:pt x="11340" y="6750"/>
                    <a:pt x="11016" y="6581"/>
                    <a:pt x="10689" y="6581"/>
                  </a:cubicBezTo>
                  <a:cubicBezTo>
                    <a:pt x="10467" y="6581"/>
                    <a:pt x="10244" y="6659"/>
                    <a:pt x="10063" y="6826"/>
                  </a:cubicBezTo>
                  <a:cubicBezTo>
                    <a:pt x="9711" y="7156"/>
                    <a:pt x="9221" y="7498"/>
                    <a:pt x="8736" y="7498"/>
                  </a:cubicBezTo>
                  <a:cubicBezTo>
                    <a:pt x="8618" y="7498"/>
                    <a:pt x="8501" y="7478"/>
                    <a:pt x="8386" y="7432"/>
                  </a:cubicBezTo>
                  <a:cubicBezTo>
                    <a:pt x="8297" y="7397"/>
                    <a:pt x="8208" y="7352"/>
                    <a:pt x="8136" y="7299"/>
                  </a:cubicBezTo>
                  <a:lnTo>
                    <a:pt x="9635" y="4167"/>
                  </a:lnTo>
                  <a:cubicBezTo>
                    <a:pt x="9983" y="4149"/>
                    <a:pt x="10322" y="3953"/>
                    <a:pt x="10473" y="3623"/>
                  </a:cubicBezTo>
                  <a:lnTo>
                    <a:pt x="10589" y="3382"/>
                  </a:lnTo>
                  <a:lnTo>
                    <a:pt x="11035" y="3596"/>
                  </a:lnTo>
                  <a:cubicBezTo>
                    <a:pt x="11069" y="3612"/>
                    <a:pt x="11102" y="3619"/>
                    <a:pt x="11132" y="3619"/>
                  </a:cubicBezTo>
                  <a:cubicBezTo>
                    <a:pt x="11349" y="3619"/>
                    <a:pt x="11483" y="3277"/>
                    <a:pt x="11241" y="3168"/>
                  </a:cubicBezTo>
                  <a:lnTo>
                    <a:pt x="10795" y="2954"/>
                  </a:lnTo>
                  <a:lnTo>
                    <a:pt x="11027" y="2481"/>
                  </a:lnTo>
                  <a:lnTo>
                    <a:pt x="11473" y="2686"/>
                  </a:lnTo>
                  <a:cubicBezTo>
                    <a:pt x="11508" y="2704"/>
                    <a:pt x="11542" y="2712"/>
                    <a:pt x="11575" y="2712"/>
                  </a:cubicBezTo>
                  <a:cubicBezTo>
                    <a:pt x="11786" y="2712"/>
                    <a:pt x="11909" y="2374"/>
                    <a:pt x="11669" y="2258"/>
                  </a:cubicBezTo>
                  <a:lnTo>
                    <a:pt x="11232" y="2053"/>
                  </a:lnTo>
                  <a:lnTo>
                    <a:pt x="11330" y="1830"/>
                  </a:lnTo>
                  <a:cubicBezTo>
                    <a:pt x="11437" y="1625"/>
                    <a:pt x="11464" y="1384"/>
                    <a:pt x="11401" y="1161"/>
                  </a:cubicBezTo>
                  <a:cubicBezTo>
                    <a:pt x="11330" y="884"/>
                    <a:pt x="11143" y="661"/>
                    <a:pt x="10884" y="545"/>
                  </a:cubicBezTo>
                  <a:lnTo>
                    <a:pt x="9938" y="90"/>
                  </a:lnTo>
                  <a:cubicBezTo>
                    <a:pt x="9806" y="29"/>
                    <a:pt x="9667" y="0"/>
                    <a:pt x="95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5" name="Google Shape;3295;p50"/>
          <p:cNvSpPr txBox="1"/>
          <p:nvPr/>
        </p:nvSpPr>
        <p:spPr>
          <a:xfrm>
            <a:off x="3675650" y="18700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30%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96" name="Google Shape;3296;p50"/>
          <p:cNvSpPr txBox="1"/>
          <p:nvPr/>
        </p:nvSpPr>
        <p:spPr>
          <a:xfrm>
            <a:off x="4300875" y="18700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60%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97" name="Google Shape;3297;p50"/>
          <p:cNvSpPr txBox="1"/>
          <p:nvPr/>
        </p:nvSpPr>
        <p:spPr>
          <a:xfrm>
            <a:off x="4926100" y="1870025"/>
            <a:ext cx="5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10%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298" name="Google Shape;3298;p50"/>
          <p:cNvSpPr/>
          <p:nvPr/>
        </p:nvSpPr>
        <p:spPr>
          <a:xfrm>
            <a:off x="2300625" y="2345488"/>
            <a:ext cx="630451" cy="671081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299" name="Google Shape;3299;p50"/>
          <p:cNvSpPr txBox="1"/>
          <p:nvPr/>
        </p:nvSpPr>
        <p:spPr>
          <a:xfrm>
            <a:off x="2063700" y="3017639"/>
            <a:ext cx="1104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60%</a:t>
            </a:r>
            <a:endParaRPr sz="2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00" name="Google Shape;3300;p50"/>
          <p:cNvSpPr txBox="1"/>
          <p:nvPr/>
        </p:nvSpPr>
        <p:spPr>
          <a:xfrm>
            <a:off x="2063688" y="1807825"/>
            <a:ext cx="11043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Female</a:t>
            </a:r>
            <a:endParaRPr sz="16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3301" name="Google Shape;3301;p50"/>
          <p:cNvGrpSpPr/>
          <p:nvPr/>
        </p:nvGrpSpPr>
        <p:grpSpPr>
          <a:xfrm>
            <a:off x="2443216" y="2467674"/>
            <a:ext cx="319570" cy="426584"/>
            <a:chOff x="2198670" y="2126417"/>
            <a:chExt cx="380622" cy="508080"/>
          </a:xfrm>
        </p:grpSpPr>
        <p:sp>
          <p:nvSpPr>
            <p:cNvPr id="3302" name="Google Shape;3302;p50"/>
            <p:cNvSpPr/>
            <p:nvPr/>
          </p:nvSpPr>
          <p:spPr>
            <a:xfrm>
              <a:off x="2206078" y="2467995"/>
              <a:ext cx="365953" cy="159021"/>
            </a:xfrm>
            <a:custGeom>
              <a:avLst/>
              <a:gdLst/>
              <a:ahLst/>
              <a:cxnLst/>
              <a:rect l="l" t="t" r="r" b="b"/>
              <a:pathLst>
                <a:path w="10029" h="4358" extrusionOk="0">
                  <a:moveTo>
                    <a:pt x="3709" y="0"/>
                  </a:moveTo>
                  <a:lnTo>
                    <a:pt x="3709" y="1344"/>
                  </a:lnTo>
                  <a:cubicBezTo>
                    <a:pt x="3705" y="1713"/>
                    <a:pt x="3474" y="2043"/>
                    <a:pt x="3126" y="2166"/>
                  </a:cubicBezTo>
                  <a:lnTo>
                    <a:pt x="1029" y="2905"/>
                  </a:lnTo>
                  <a:cubicBezTo>
                    <a:pt x="413" y="3122"/>
                    <a:pt x="0" y="3705"/>
                    <a:pt x="0" y="4357"/>
                  </a:cubicBezTo>
                  <a:lnTo>
                    <a:pt x="10029" y="4357"/>
                  </a:lnTo>
                  <a:cubicBezTo>
                    <a:pt x="10029" y="3705"/>
                    <a:pt x="9616" y="3122"/>
                    <a:pt x="9000" y="2905"/>
                  </a:cubicBezTo>
                  <a:lnTo>
                    <a:pt x="6903" y="2166"/>
                  </a:lnTo>
                  <a:cubicBezTo>
                    <a:pt x="6556" y="2043"/>
                    <a:pt x="6324" y="1713"/>
                    <a:pt x="6324" y="1344"/>
                  </a:cubicBezTo>
                  <a:lnTo>
                    <a:pt x="63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0"/>
            <p:cNvSpPr/>
            <p:nvPr/>
          </p:nvSpPr>
          <p:spPr>
            <a:xfrm>
              <a:off x="2206078" y="2530100"/>
              <a:ext cx="365953" cy="96916"/>
            </a:xfrm>
            <a:custGeom>
              <a:avLst/>
              <a:gdLst/>
              <a:ahLst/>
              <a:cxnLst/>
              <a:rect l="l" t="t" r="r" b="b"/>
              <a:pathLst>
                <a:path w="10029" h="2656" extrusionOk="0">
                  <a:moveTo>
                    <a:pt x="3629" y="0"/>
                  </a:moveTo>
                  <a:cubicBezTo>
                    <a:pt x="3531" y="218"/>
                    <a:pt x="3350" y="384"/>
                    <a:pt x="3126" y="464"/>
                  </a:cubicBezTo>
                  <a:lnTo>
                    <a:pt x="1029" y="1203"/>
                  </a:lnTo>
                  <a:cubicBezTo>
                    <a:pt x="413" y="1420"/>
                    <a:pt x="0" y="2003"/>
                    <a:pt x="4" y="2655"/>
                  </a:cubicBezTo>
                  <a:lnTo>
                    <a:pt x="10029" y="2655"/>
                  </a:lnTo>
                  <a:cubicBezTo>
                    <a:pt x="10029" y="2003"/>
                    <a:pt x="9616" y="1420"/>
                    <a:pt x="9000" y="1203"/>
                  </a:cubicBezTo>
                  <a:lnTo>
                    <a:pt x="6903" y="464"/>
                  </a:lnTo>
                  <a:cubicBezTo>
                    <a:pt x="6682" y="384"/>
                    <a:pt x="6498" y="218"/>
                    <a:pt x="6403" y="0"/>
                  </a:cubicBezTo>
                  <a:lnTo>
                    <a:pt x="5016" y="692"/>
                  </a:lnTo>
                  <a:lnTo>
                    <a:pt x="36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0"/>
            <p:cNvSpPr/>
            <p:nvPr/>
          </p:nvSpPr>
          <p:spPr>
            <a:xfrm>
              <a:off x="2341381" y="2467995"/>
              <a:ext cx="95457" cy="55647"/>
            </a:xfrm>
            <a:custGeom>
              <a:avLst/>
              <a:gdLst/>
              <a:ahLst/>
              <a:cxnLst/>
              <a:rect l="l" t="t" r="r" b="b"/>
              <a:pathLst>
                <a:path w="2616" h="1525" extrusionOk="0">
                  <a:moveTo>
                    <a:pt x="1" y="0"/>
                  </a:moveTo>
                  <a:lnTo>
                    <a:pt x="1" y="1253"/>
                  </a:lnTo>
                  <a:cubicBezTo>
                    <a:pt x="417" y="1434"/>
                    <a:pt x="862" y="1525"/>
                    <a:pt x="1307" y="1525"/>
                  </a:cubicBezTo>
                  <a:cubicBezTo>
                    <a:pt x="1752" y="1525"/>
                    <a:pt x="2197" y="1434"/>
                    <a:pt x="2616" y="1253"/>
                  </a:cubicBezTo>
                  <a:lnTo>
                    <a:pt x="2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0"/>
            <p:cNvSpPr/>
            <p:nvPr/>
          </p:nvSpPr>
          <p:spPr>
            <a:xfrm>
              <a:off x="2261834" y="2396366"/>
              <a:ext cx="79584" cy="230760"/>
            </a:xfrm>
            <a:custGeom>
              <a:avLst/>
              <a:gdLst/>
              <a:ahLst/>
              <a:cxnLst/>
              <a:rect l="l" t="t" r="r" b="b"/>
              <a:pathLst>
                <a:path w="2181" h="6324" extrusionOk="0">
                  <a:moveTo>
                    <a:pt x="218" y="0"/>
                  </a:moveTo>
                  <a:cubicBezTo>
                    <a:pt x="218" y="0"/>
                    <a:pt x="1" y="1960"/>
                    <a:pt x="218" y="3709"/>
                  </a:cubicBezTo>
                  <a:lnTo>
                    <a:pt x="218" y="6324"/>
                  </a:lnTo>
                  <a:lnTo>
                    <a:pt x="1743" y="6324"/>
                  </a:lnTo>
                  <a:cubicBezTo>
                    <a:pt x="1402" y="5002"/>
                    <a:pt x="653" y="3926"/>
                    <a:pt x="653" y="3926"/>
                  </a:cubicBezTo>
                  <a:lnTo>
                    <a:pt x="653" y="3705"/>
                  </a:lnTo>
                  <a:cubicBezTo>
                    <a:pt x="653" y="3705"/>
                    <a:pt x="1866" y="2695"/>
                    <a:pt x="2108" y="2191"/>
                  </a:cubicBezTo>
                  <a:lnTo>
                    <a:pt x="21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0"/>
            <p:cNvSpPr/>
            <p:nvPr/>
          </p:nvSpPr>
          <p:spPr>
            <a:xfrm>
              <a:off x="2261834" y="2523605"/>
              <a:ext cx="39810" cy="31782"/>
            </a:xfrm>
            <a:custGeom>
              <a:avLst/>
              <a:gdLst/>
              <a:ahLst/>
              <a:cxnLst/>
              <a:rect l="l" t="t" r="r" b="b"/>
              <a:pathLst>
                <a:path w="1091" h="871" extrusionOk="0">
                  <a:moveTo>
                    <a:pt x="435" y="1"/>
                  </a:moveTo>
                  <a:cubicBezTo>
                    <a:pt x="196" y="1"/>
                    <a:pt x="1" y="196"/>
                    <a:pt x="1" y="436"/>
                  </a:cubicBezTo>
                  <a:cubicBezTo>
                    <a:pt x="1" y="675"/>
                    <a:pt x="196" y="870"/>
                    <a:pt x="435" y="870"/>
                  </a:cubicBezTo>
                  <a:lnTo>
                    <a:pt x="653" y="870"/>
                  </a:lnTo>
                  <a:cubicBezTo>
                    <a:pt x="895" y="870"/>
                    <a:pt x="1091" y="675"/>
                    <a:pt x="1091" y="436"/>
                  </a:cubicBezTo>
                  <a:cubicBezTo>
                    <a:pt x="1091" y="196"/>
                    <a:pt x="895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0"/>
            <p:cNvSpPr/>
            <p:nvPr/>
          </p:nvSpPr>
          <p:spPr>
            <a:xfrm>
              <a:off x="2436691" y="2396366"/>
              <a:ext cx="79730" cy="230760"/>
            </a:xfrm>
            <a:custGeom>
              <a:avLst/>
              <a:gdLst/>
              <a:ahLst/>
              <a:cxnLst/>
              <a:rect l="l" t="t" r="r" b="b"/>
              <a:pathLst>
                <a:path w="2185" h="6324" extrusionOk="0">
                  <a:moveTo>
                    <a:pt x="0" y="0"/>
                  </a:moveTo>
                  <a:lnTo>
                    <a:pt x="73" y="2191"/>
                  </a:lnTo>
                  <a:cubicBezTo>
                    <a:pt x="315" y="2695"/>
                    <a:pt x="1529" y="3705"/>
                    <a:pt x="1529" y="3705"/>
                  </a:cubicBezTo>
                  <a:lnTo>
                    <a:pt x="1529" y="3926"/>
                  </a:lnTo>
                  <a:cubicBezTo>
                    <a:pt x="1529" y="3926"/>
                    <a:pt x="779" y="5002"/>
                    <a:pt x="438" y="6324"/>
                  </a:cubicBezTo>
                  <a:lnTo>
                    <a:pt x="1963" y="6324"/>
                  </a:lnTo>
                  <a:lnTo>
                    <a:pt x="1963" y="3709"/>
                  </a:lnTo>
                  <a:cubicBezTo>
                    <a:pt x="2184" y="1960"/>
                    <a:pt x="1963" y="0"/>
                    <a:pt x="1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0"/>
            <p:cNvSpPr/>
            <p:nvPr/>
          </p:nvSpPr>
          <p:spPr>
            <a:xfrm>
              <a:off x="2373127" y="2539478"/>
              <a:ext cx="31855" cy="31892"/>
            </a:xfrm>
            <a:custGeom>
              <a:avLst/>
              <a:gdLst/>
              <a:ahLst/>
              <a:cxnLst/>
              <a:rect l="l" t="t" r="r" b="b"/>
              <a:pathLst>
                <a:path w="873" h="874" extrusionOk="0">
                  <a:moveTo>
                    <a:pt x="438" y="1"/>
                  </a:moveTo>
                  <a:cubicBezTo>
                    <a:pt x="196" y="1"/>
                    <a:pt x="0" y="196"/>
                    <a:pt x="0" y="435"/>
                  </a:cubicBezTo>
                  <a:cubicBezTo>
                    <a:pt x="0" y="678"/>
                    <a:pt x="196" y="873"/>
                    <a:pt x="438" y="873"/>
                  </a:cubicBezTo>
                  <a:cubicBezTo>
                    <a:pt x="677" y="873"/>
                    <a:pt x="873" y="678"/>
                    <a:pt x="873" y="435"/>
                  </a:cubicBezTo>
                  <a:cubicBezTo>
                    <a:pt x="873" y="196"/>
                    <a:pt x="677" y="1"/>
                    <a:pt x="4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0"/>
            <p:cNvSpPr/>
            <p:nvPr/>
          </p:nvSpPr>
          <p:spPr>
            <a:xfrm>
              <a:off x="2476574" y="2523605"/>
              <a:ext cx="39847" cy="31782"/>
            </a:xfrm>
            <a:custGeom>
              <a:avLst/>
              <a:gdLst/>
              <a:ahLst/>
              <a:cxnLst/>
              <a:rect l="l" t="t" r="r" b="b"/>
              <a:pathLst>
                <a:path w="1092" h="871" extrusionOk="0">
                  <a:moveTo>
                    <a:pt x="436" y="1"/>
                  </a:moveTo>
                  <a:cubicBezTo>
                    <a:pt x="197" y="1"/>
                    <a:pt x="1" y="196"/>
                    <a:pt x="1" y="436"/>
                  </a:cubicBezTo>
                  <a:cubicBezTo>
                    <a:pt x="1" y="675"/>
                    <a:pt x="197" y="870"/>
                    <a:pt x="436" y="870"/>
                  </a:cubicBezTo>
                  <a:lnTo>
                    <a:pt x="653" y="870"/>
                  </a:lnTo>
                  <a:cubicBezTo>
                    <a:pt x="896" y="870"/>
                    <a:pt x="1091" y="675"/>
                    <a:pt x="1091" y="436"/>
                  </a:cubicBezTo>
                  <a:cubicBezTo>
                    <a:pt x="1091" y="196"/>
                    <a:pt x="896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0"/>
            <p:cNvSpPr/>
            <p:nvPr/>
          </p:nvSpPr>
          <p:spPr>
            <a:xfrm>
              <a:off x="2363712" y="2133860"/>
              <a:ext cx="91917" cy="79620"/>
            </a:xfrm>
            <a:custGeom>
              <a:avLst/>
              <a:gdLst/>
              <a:ahLst/>
              <a:cxnLst/>
              <a:rect l="l" t="t" r="r" b="b"/>
              <a:pathLst>
                <a:path w="2519" h="2182" extrusionOk="0">
                  <a:moveTo>
                    <a:pt x="900" y="1"/>
                  </a:moveTo>
                  <a:cubicBezTo>
                    <a:pt x="533" y="1"/>
                    <a:pt x="170" y="205"/>
                    <a:pt x="1" y="585"/>
                  </a:cubicBezTo>
                  <a:lnTo>
                    <a:pt x="1786" y="2182"/>
                  </a:lnTo>
                  <a:lnTo>
                    <a:pt x="2283" y="1805"/>
                  </a:lnTo>
                  <a:cubicBezTo>
                    <a:pt x="2485" y="1653"/>
                    <a:pt x="2518" y="1367"/>
                    <a:pt x="2355" y="1175"/>
                  </a:cubicBezTo>
                  <a:lnTo>
                    <a:pt x="1642" y="346"/>
                  </a:lnTo>
                  <a:cubicBezTo>
                    <a:pt x="1443" y="112"/>
                    <a:pt x="1171" y="1"/>
                    <a:pt x="9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0"/>
            <p:cNvSpPr/>
            <p:nvPr/>
          </p:nvSpPr>
          <p:spPr>
            <a:xfrm>
              <a:off x="2253915" y="2364511"/>
              <a:ext cx="270424" cy="135230"/>
            </a:xfrm>
            <a:custGeom>
              <a:avLst/>
              <a:gdLst/>
              <a:ahLst/>
              <a:cxnLst/>
              <a:rect l="l" t="t" r="r" b="b"/>
              <a:pathLst>
                <a:path w="7411" h="3706" extrusionOk="0">
                  <a:moveTo>
                    <a:pt x="544" y="0"/>
                  </a:moveTo>
                  <a:cubicBezTo>
                    <a:pt x="243" y="0"/>
                    <a:pt x="0" y="243"/>
                    <a:pt x="0" y="544"/>
                  </a:cubicBezTo>
                  <a:cubicBezTo>
                    <a:pt x="0" y="844"/>
                    <a:pt x="243" y="1087"/>
                    <a:pt x="544" y="1087"/>
                  </a:cubicBezTo>
                  <a:lnTo>
                    <a:pt x="880" y="1087"/>
                  </a:lnTo>
                  <a:cubicBezTo>
                    <a:pt x="993" y="2565"/>
                    <a:pt x="2224" y="3705"/>
                    <a:pt x="3705" y="3705"/>
                  </a:cubicBezTo>
                  <a:cubicBezTo>
                    <a:pt x="5187" y="3705"/>
                    <a:pt x="6414" y="2565"/>
                    <a:pt x="6527" y="1087"/>
                  </a:cubicBezTo>
                  <a:lnTo>
                    <a:pt x="6864" y="1087"/>
                  </a:lnTo>
                  <a:cubicBezTo>
                    <a:pt x="7164" y="1087"/>
                    <a:pt x="7410" y="844"/>
                    <a:pt x="7410" y="544"/>
                  </a:cubicBezTo>
                  <a:cubicBezTo>
                    <a:pt x="7410" y="243"/>
                    <a:pt x="7164" y="0"/>
                    <a:pt x="68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0"/>
            <p:cNvSpPr/>
            <p:nvPr/>
          </p:nvSpPr>
          <p:spPr>
            <a:xfrm>
              <a:off x="2252711" y="2364511"/>
              <a:ext cx="215835" cy="135230"/>
            </a:xfrm>
            <a:custGeom>
              <a:avLst/>
              <a:gdLst/>
              <a:ahLst/>
              <a:cxnLst/>
              <a:rect l="l" t="t" r="r" b="b"/>
              <a:pathLst>
                <a:path w="5915" h="3706" extrusionOk="0">
                  <a:moveTo>
                    <a:pt x="609" y="0"/>
                  </a:moveTo>
                  <a:cubicBezTo>
                    <a:pt x="323" y="0"/>
                    <a:pt x="66" y="203"/>
                    <a:pt x="33" y="486"/>
                  </a:cubicBezTo>
                  <a:cubicBezTo>
                    <a:pt x="1" y="806"/>
                    <a:pt x="251" y="1087"/>
                    <a:pt x="570" y="1087"/>
                  </a:cubicBezTo>
                  <a:cubicBezTo>
                    <a:pt x="573" y="1087"/>
                    <a:pt x="575" y="1087"/>
                    <a:pt x="577" y="1087"/>
                  </a:cubicBezTo>
                  <a:lnTo>
                    <a:pt x="917" y="1087"/>
                  </a:lnTo>
                  <a:cubicBezTo>
                    <a:pt x="1022" y="2584"/>
                    <a:pt x="2270" y="3706"/>
                    <a:pt x="3721" y="3706"/>
                  </a:cubicBezTo>
                  <a:cubicBezTo>
                    <a:pt x="3871" y="3706"/>
                    <a:pt x="4023" y="3694"/>
                    <a:pt x="4177" y="3669"/>
                  </a:cubicBezTo>
                  <a:cubicBezTo>
                    <a:pt x="2818" y="3459"/>
                    <a:pt x="1775" y="2507"/>
                    <a:pt x="1775" y="1087"/>
                  </a:cubicBezTo>
                  <a:cubicBezTo>
                    <a:pt x="1775" y="848"/>
                    <a:pt x="1971" y="652"/>
                    <a:pt x="2214" y="652"/>
                  </a:cubicBezTo>
                  <a:lnTo>
                    <a:pt x="5480" y="652"/>
                  </a:lnTo>
                  <a:cubicBezTo>
                    <a:pt x="5719" y="652"/>
                    <a:pt x="5915" y="457"/>
                    <a:pt x="5915" y="218"/>
                  </a:cubicBezTo>
                  <a:lnTo>
                    <a:pt x="59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0"/>
            <p:cNvSpPr/>
            <p:nvPr/>
          </p:nvSpPr>
          <p:spPr>
            <a:xfrm>
              <a:off x="2212536" y="2308864"/>
              <a:ext cx="353146" cy="55683"/>
            </a:xfrm>
            <a:custGeom>
              <a:avLst/>
              <a:gdLst/>
              <a:ahLst/>
              <a:cxnLst/>
              <a:rect l="l" t="t" r="r" b="b"/>
              <a:pathLst>
                <a:path w="9678" h="1526" extrusionOk="0">
                  <a:moveTo>
                    <a:pt x="2442" y="1"/>
                  </a:moveTo>
                  <a:lnTo>
                    <a:pt x="138" y="1239"/>
                  </a:lnTo>
                  <a:cubicBezTo>
                    <a:pt x="1" y="1315"/>
                    <a:pt x="51" y="1525"/>
                    <a:pt x="211" y="1525"/>
                  </a:cubicBezTo>
                  <a:lnTo>
                    <a:pt x="9464" y="1525"/>
                  </a:lnTo>
                  <a:cubicBezTo>
                    <a:pt x="9624" y="1525"/>
                    <a:pt x="9678" y="1315"/>
                    <a:pt x="9537" y="1239"/>
                  </a:cubicBezTo>
                  <a:lnTo>
                    <a:pt x="72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0"/>
            <p:cNvSpPr/>
            <p:nvPr/>
          </p:nvSpPr>
          <p:spPr>
            <a:xfrm>
              <a:off x="2301498" y="2277009"/>
              <a:ext cx="175004" cy="31892"/>
            </a:xfrm>
            <a:custGeom>
              <a:avLst/>
              <a:gdLst/>
              <a:ahLst/>
              <a:cxnLst/>
              <a:rect l="l" t="t" r="r" b="b"/>
              <a:pathLst>
                <a:path w="4796" h="874" extrusionOk="0">
                  <a:moveTo>
                    <a:pt x="217" y="1"/>
                  </a:moveTo>
                  <a:cubicBezTo>
                    <a:pt x="98" y="1"/>
                    <a:pt x="0" y="99"/>
                    <a:pt x="0" y="218"/>
                  </a:cubicBezTo>
                  <a:lnTo>
                    <a:pt x="0" y="874"/>
                  </a:lnTo>
                  <a:lnTo>
                    <a:pt x="4795" y="874"/>
                  </a:lnTo>
                  <a:lnTo>
                    <a:pt x="4795" y="218"/>
                  </a:lnTo>
                  <a:cubicBezTo>
                    <a:pt x="4795" y="99"/>
                    <a:pt x="4698" y="1"/>
                    <a:pt x="45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0"/>
            <p:cNvSpPr/>
            <p:nvPr/>
          </p:nvSpPr>
          <p:spPr>
            <a:xfrm>
              <a:off x="2301607" y="2277009"/>
              <a:ext cx="39810" cy="31892"/>
            </a:xfrm>
            <a:custGeom>
              <a:avLst/>
              <a:gdLst/>
              <a:ahLst/>
              <a:cxnLst/>
              <a:rect l="l" t="t" r="r" b="b"/>
              <a:pathLst>
                <a:path w="1091" h="874" extrusionOk="0">
                  <a:moveTo>
                    <a:pt x="218" y="1"/>
                  </a:moveTo>
                  <a:cubicBezTo>
                    <a:pt x="99" y="1"/>
                    <a:pt x="1" y="99"/>
                    <a:pt x="1" y="218"/>
                  </a:cubicBezTo>
                  <a:lnTo>
                    <a:pt x="1" y="874"/>
                  </a:lnTo>
                  <a:lnTo>
                    <a:pt x="1091" y="874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0"/>
            <p:cNvSpPr/>
            <p:nvPr/>
          </p:nvSpPr>
          <p:spPr>
            <a:xfrm>
              <a:off x="2354517" y="2428550"/>
              <a:ext cx="69038" cy="22952"/>
            </a:xfrm>
            <a:custGeom>
              <a:avLst/>
              <a:gdLst/>
              <a:ahLst/>
              <a:cxnLst/>
              <a:rect l="l" t="t" r="r" b="b"/>
              <a:pathLst>
                <a:path w="1892" h="629" extrusionOk="0">
                  <a:moveTo>
                    <a:pt x="293" y="0"/>
                  </a:moveTo>
                  <a:cubicBezTo>
                    <a:pt x="135" y="0"/>
                    <a:pt x="0" y="206"/>
                    <a:pt x="148" y="353"/>
                  </a:cubicBezTo>
                  <a:cubicBezTo>
                    <a:pt x="325" y="527"/>
                    <a:pt x="622" y="628"/>
                    <a:pt x="945" y="628"/>
                  </a:cubicBezTo>
                  <a:cubicBezTo>
                    <a:pt x="1271" y="628"/>
                    <a:pt x="1568" y="527"/>
                    <a:pt x="1742" y="353"/>
                  </a:cubicBezTo>
                  <a:cubicBezTo>
                    <a:pt x="1892" y="206"/>
                    <a:pt x="1758" y="0"/>
                    <a:pt x="1599" y="0"/>
                  </a:cubicBezTo>
                  <a:cubicBezTo>
                    <a:pt x="1551" y="0"/>
                    <a:pt x="1501" y="19"/>
                    <a:pt x="1455" y="63"/>
                  </a:cubicBezTo>
                  <a:cubicBezTo>
                    <a:pt x="1383" y="136"/>
                    <a:pt x="1206" y="223"/>
                    <a:pt x="945" y="223"/>
                  </a:cubicBezTo>
                  <a:cubicBezTo>
                    <a:pt x="688" y="223"/>
                    <a:pt x="510" y="136"/>
                    <a:pt x="434" y="63"/>
                  </a:cubicBezTo>
                  <a:cubicBezTo>
                    <a:pt x="390" y="19"/>
                    <a:pt x="340" y="0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0"/>
            <p:cNvSpPr/>
            <p:nvPr/>
          </p:nvSpPr>
          <p:spPr>
            <a:xfrm>
              <a:off x="2309562" y="2133897"/>
              <a:ext cx="158985" cy="143148"/>
            </a:xfrm>
            <a:custGeom>
              <a:avLst/>
              <a:gdLst/>
              <a:ahLst/>
              <a:cxnLst/>
              <a:rect l="l" t="t" r="r" b="b"/>
              <a:pathLst>
                <a:path w="4357" h="3923" extrusionOk="0">
                  <a:moveTo>
                    <a:pt x="2383" y="0"/>
                  </a:moveTo>
                  <a:cubicBezTo>
                    <a:pt x="1992" y="0"/>
                    <a:pt x="1641" y="229"/>
                    <a:pt x="1485" y="584"/>
                  </a:cubicBezTo>
                  <a:lnTo>
                    <a:pt x="0" y="3923"/>
                  </a:lnTo>
                  <a:lnTo>
                    <a:pt x="4357" y="392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0"/>
            <p:cNvSpPr/>
            <p:nvPr/>
          </p:nvSpPr>
          <p:spPr>
            <a:xfrm>
              <a:off x="2198670" y="2126417"/>
              <a:ext cx="380622" cy="508080"/>
            </a:xfrm>
            <a:custGeom>
              <a:avLst/>
              <a:gdLst/>
              <a:ahLst/>
              <a:cxnLst/>
              <a:rect l="l" t="t" r="r" b="b"/>
              <a:pathLst>
                <a:path w="10431" h="13924" extrusionOk="0">
                  <a:moveTo>
                    <a:pt x="5424" y="409"/>
                  </a:moveTo>
                  <a:cubicBezTo>
                    <a:pt x="5638" y="409"/>
                    <a:pt x="5855" y="496"/>
                    <a:pt x="6013" y="680"/>
                  </a:cubicBezTo>
                  <a:lnTo>
                    <a:pt x="6722" y="1509"/>
                  </a:lnTo>
                  <a:cubicBezTo>
                    <a:pt x="6809" y="1611"/>
                    <a:pt x="6791" y="1766"/>
                    <a:pt x="6686" y="1846"/>
                  </a:cubicBezTo>
                  <a:lnTo>
                    <a:pt x="6549" y="1951"/>
                  </a:lnTo>
                  <a:lnTo>
                    <a:pt x="6386" y="1618"/>
                  </a:lnTo>
                  <a:cubicBezTo>
                    <a:pt x="6344" y="1537"/>
                    <a:pt x="6277" y="1503"/>
                    <a:pt x="6209" y="1503"/>
                  </a:cubicBezTo>
                  <a:cubicBezTo>
                    <a:pt x="6074" y="1503"/>
                    <a:pt x="5940" y="1637"/>
                    <a:pt x="6020" y="1799"/>
                  </a:cubicBezTo>
                  <a:lnTo>
                    <a:pt x="7070" y="3929"/>
                  </a:lnTo>
                  <a:lnTo>
                    <a:pt x="3354" y="3929"/>
                  </a:lnTo>
                  <a:lnTo>
                    <a:pt x="4709" y="872"/>
                  </a:lnTo>
                  <a:cubicBezTo>
                    <a:pt x="4842" y="571"/>
                    <a:pt x="5132" y="409"/>
                    <a:pt x="5424" y="409"/>
                  </a:cubicBezTo>
                  <a:close/>
                  <a:moveTo>
                    <a:pt x="7396" y="4334"/>
                  </a:moveTo>
                  <a:cubicBezTo>
                    <a:pt x="7403" y="4334"/>
                    <a:pt x="7411" y="4338"/>
                    <a:pt x="7411" y="4345"/>
                  </a:cubicBezTo>
                  <a:lnTo>
                    <a:pt x="7411" y="4798"/>
                  </a:lnTo>
                  <a:lnTo>
                    <a:pt x="6961" y="4798"/>
                  </a:lnTo>
                  <a:cubicBezTo>
                    <a:pt x="6690" y="4798"/>
                    <a:pt x="6690" y="5203"/>
                    <a:pt x="6961" y="5203"/>
                  </a:cubicBezTo>
                  <a:lnTo>
                    <a:pt x="7563" y="5203"/>
                  </a:lnTo>
                  <a:lnTo>
                    <a:pt x="9638" y="6323"/>
                  </a:lnTo>
                  <a:lnTo>
                    <a:pt x="797" y="6323"/>
                  </a:lnTo>
                  <a:lnTo>
                    <a:pt x="2872" y="5203"/>
                  </a:lnTo>
                  <a:lnTo>
                    <a:pt x="6089" y="5203"/>
                  </a:lnTo>
                  <a:cubicBezTo>
                    <a:pt x="6360" y="5203"/>
                    <a:pt x="6360" y="4798"/>
                    <a:pt x="6089" y="4798"/>
                  </a:cubicBezTo>
                  <a:lnTo>
                    <a:pt x="3025" y="4798"/>
                  </a:lnTo>
                  <a:lnTo>
                    <a:pt x="3025" y="4345"/>
                  </a:lnTo>
                  <a:cubicBezTo>
                    <a:pt x="3025" y="4338"/>
                    <a:pt x="3032" y="4334"/>
                    <a:pt x="3039" y="4334"/>
                  </a:cubicBezTo>
                  <a:close/>
                  <a:moveTo>
                    <a:pt x="8381" y="6728"/>
                  </a:moveTo>
                  <a:cubicBezTo>
                    <a:pt x="8566" y="6728"/>
                    <a:pt x="8722" y="6884"/>
                    <a:pt x="8722" y="7072"/>
                  </a:cubicBezTo>
                  <a:cubicBezTo>
                    <a:pt x="8722" y="7257"/>
                    <a:pt x="8566" y="7413"/>
                    <a:pt x="8381" y="7413"/>
                  </a:cubicBezTo>
                  <a:lnTo>
                    <a:pt x="8258" y="7413"/>
                  </a:lnTo>
                  <a:lnTo>
                    <a:pt x="8258" y="7398"/>
                  </a:lnTo>
                  <a:cubicBezTo>
                    <a:pt x="8258" y="7262"/>
                    <a:pt x="8156" y="7194"/>
                    <a:pt x="8053" y="7194"/>
                  </a:cubicBezTo>
                  <a:cubicBezTo>
                    <a:pt x="7951" y="7194"/>
                    <a:pt x="7849" y="7262"/>
                    <a:pt x="7849" y="7398"/>
                  </a:cubicBezTo>
                  <a:cubicBezTo>
                    <a:pt x="7849" y="8851"/>
                    <a:pt x="6672" y="10028"/>
                    <a:pt x="5219" y="10028"/>
                  </a:cubicBezTo>
                  <a:cubicBezTo>
                    <a:pt x="3767" y="10028"/>
                    <a:pt x="2590" y="8851"/>
                    <a:pt x="2590" y="7398"/>
                  </a:cubicBezTo>
                  <a:cubicBezTo>
                    <a:pt x="2590" y="7262"/>
                    <a:pt x="2489" y="7194"/>
                    <a:pt x="2387" y="7194"/>
                  </a:cubicBezTo>
                  <a:cubicBezTo>
                    <a:pt x="2286" y="7194"/>
                    <a:pt x="2184" y="7262"/>
                    <a:pt x="2184" y="7398"/>
                  </a:cubicBezTo>
                  <a:lnTo>
                    <a:pt x="2184" y="7413"/>
                  </a:lnTo>
                  <a:lnTo>
                    <a:pt x="2061" y="7413"/>
                  </a:lnTo>
                  <a:cubicBezTo>
                    <a:pt x="1873" y="7413"/>
                    <a:pt x="1717" y="7257"/>
                    <a:pt x="1717" y="7072"/>
                  </a:cubicBezTo>
                  <a:cubicBezTo>
                    <a:pt x="1717" y="6884"/>
                    <a:pt x="1873" y="6728"/>
                    <a:pt x="2061" y="6728"/>
                  </a:cubicBezTo>
                  <a:lnTo>
                    <a:pt x="3709" y="6728"/>
                  </a:lnTo>
                  <a:lnTo>
                    <a:pt x="3709" y="7029"/>
                  </a:lnTo>
                  <a:cubicBezTo>
                    <a:pt x="3709" y="7165"/>
                    <a:pt x="3811" y="7233"/>
                    <a:pt x="3912" y="7233"/>
                  </a:cubicBezTo>
                  <a:cubicBezTo>
                    <a:pt x="4013" y="7233"/>
                    <a:pt x="4115" y="7165"/>
                    <a:pt x="4115" y="7029"/>
                  </a:cubicBezTo>
                  <a:lnTo>
                    <a:pt x="4115" y="6728"/>
                  </a:lnTo>
                  <a:lnTo>
                    <a:pt x="6324" y="6728"/>
                  </a:lnTo>
                  <a:lnTo>
                    <a:pt x="6324" y="7029"/>
                  </a:lnTo>
                  <a:cubicBezTo>
                    <a:pt x="6324" y="7165"/>
                    <a:pt x="6425" y="7233"/>
                    <a:pt x="6527" y="7233"/>
                  </a:cubicBezTo>
                  <a:cubicBezTo>
                    <a:pt x="6628" y="7233"/>
                    <a:pt x="6730" y="7165"/>
                    <a:pt x="6730" y="7029"/>
                  </a:cubicBezTo>
                  <a:lnTo>
                    <a:pt x="6730" y="6728"/>
                  </a:lnTo>
                  <a:close/>
                  <a:moveTo>
                    <a:pt x="8309" y="7818"/>
                  </a:moveTo>
                  <a:cubicBezTo>
                    <a:pt x="8406" y="8771"/>
                    <a:pt x="8406" y="9731"/>
                    <a:pt x="8309" y="10683"/>
                  </a:cubicBezTo>
                  <a:lnTo>
                    <a:pt x="8055" y="10683"/>
                  </a:lnTo>
                  <a:cubicBezTo>
                    <a:pt x="8008" y="10683"/>
                    <a:pt x="7965" y="10687"/>
                    <a:pt x="7921" y="10694"/>
                  </a:cubicBezTo>
                  <a:cubicBezTo>
                    <a:pt x="7700" y="10527"/>
                    <a:pt x="7240" y="10147"/>
                    <a:pt x="7016" y="9843"/>
                  </a:cubicBezTo>
                  <a:cubicBezTo>
                    <a:pt x="7675" y="9358"/>
                    <a:pt x="8113" y="8630"/>
                    <a:pt x="8225" y="7818"/>
                  </a:cubicBezTo>
                  <a:close/>
                  <a:moveTo>
                    <a:pt x="6324" y="10227"/>
                  </a:moveTo>
                  <a:lnTo>
                    <a:pt x="6324" y="10705"/>
                  </a:lnTo>
                  <a:cubicBezTo>
                    <a:pt x="6324" y="10792"/>
                    <a:pt x="6335" y="10879"/>
                    <a:pt x="6357" y="10962"/>
                  </a:cubicBezTo>
                  <a:lnTo>
                    <a:pt x="5672" y="11302"/>
                  </a:lnTo>
                  <a:cubicBezTo>
                    <a:pt x="5547" y="11179"/>
                    <a:pt x="5383" y="11118"/>
                    <a:pt x="5220" y="11118"/>
                  </a:cubicBezTo>
                  <a:cubicBezTo>
                    <a:pt x="5056" y="11118"/>
                    <a:pt x="4893" y="11179"/>
                    <a:pt x="4770" y="11302"/>
                  </a:cubicBezTo>
                  <a:lnTo>
                    <a:pt x="4086" y="10962"/>
                  </a:lnTo>
                  <a:cubicBezTo>
                    <a:pt x="4104" y="10875"/>
                    <a:pt x="4115" y="10792"/>
                    <a:pt x="4115" y="10705"/>
                  </a:cubicBezTo>
                  <a:lnTo>
                    <a:pt x="4115" y="10227"/>
                  </a:lnTo>
                  <a:cubicBezTo>
                    <a:pt x="4470" y="10366"/>
                    <a:pt x="4845" y="10436"/>
                    <a:pt x="5219" y="10436"/>
                  </a:cubicBezTo>
                  <a:cubicBezTo>
                    <a:pt x="5594" y="10436"/>
                    <a:pt x="5969" y="10366"/>
                    <a:pt x="6324" y="10227"/>
                  </a:cubicBezTo>
                  <a:close/>
                  <a:moveTo>
                    <a:pt x="3705" y="10140"/>
                  </a:moveTo>
                  <a:lnTo>
                    <a:pt x="3705" y="10701"/>
                  </a:lnTo>
                  <a:lnTo>
                    <a:pt x="3705" y="10705"/>
                  </a:lnTo>
                  <a:cubicBezTo>
                    <a:pt x="3705" y="10987"/>
                    <a:pt x="3528" y="11237"/>
                    <a:pt x="3260" y="11335"/>
                  </a:cubicBezTo>
                  <a:lnTo>
                    <a:pt x="3017" y="11418"/>
                  </a:lnTo>
                  <a:cubicBezTo>
                    <a:pt x="3046" y="11241"/>
                    <a:pt x="2996" y="11060"/>
                    <a:pt x="2887" y="10922"/>
                  </a:cubicBezTo>
                  <a:cubicBezTo>
                    <a:pt x="3101" y="10752"/>
                    <a:pt x="3466" y="10437"/>
                    <a:pt x="3705" y="10140"/>
                  </a:cubicBezTo>
                  <a:close/>
                  <a:moveTo>
                    <a:pt x="6733" y="10140"/>
                  </a:moveTo>
                  <a:cubicBezTo>
                    <a:pt x="6972" y="10440"/>
                    <a:pt x="7338" y="10752"/>
                    <a:pt x="7552" y="10922"/>
                  </a:cubicBezTo>
                  <a:cubicBezTo>
                    <a:pt x="7461" y="11034"/>
                    <a:pt x="7411" y="11176"/>
                    <a:pt x="7411" y="11324"/>
                  </a:cubicBezTo>
                  <a:lnTo>
                    <a:pt x="7414" y="11321"/>
                  </a:lnTo>
                  <a:cubicBezTo>
                    <a:pt x="7414" y="11353"/>
                    <a:pt x="7414" y="11386"/>
                    <a:pt x="7421" y="11418"/>
                  </a:cubicBezTo>
                  <a:lnTo>
                    <a:pt x="7179" y="11335"/>
                  </a:lnTo>
                  <a:cubicBezTo>
                    <a:pt x="6911" y="11241"/>
                    <a:pt x="6733" y="10987"/>
                    <a:pt x="6733" y="10705"/>
                  </a:cubicBezTo>
                  <a:lnTo>
                    <a:pt x="6733" y="10140"/>
                  </a:lnTo>
                  <a:close/>
                  <a:moveTo>
                    <a:pt x="2384" y="11089"/>
                  </a:moveTo>
                  <a:cubicBezTo>
                    <a:pt x="2514" y="11089"/>
                    <a:pt x="2615" y="11194"/>
                    <a:pt x="2615" y="11321"/>
                  </a:cubicBezTo>
                  <a:cubicBezTo>
                    <a:pt x="2615" y="11447"/>
                    <a:pt x="2514" y="11552"/>
                    <a:pt x="2384" y="11552"/>
                  </a:cubicBezTo>
                  <a:lnTo>
                    <a:pt x="2166" y="11552"/>
                  </a:lnTo>
                  <a:cubicBezTo>
                    <a:pt x="1858" y="11552"/>
                    <a:pt x="1858" y="11089"/>
                    <a:pt x="2166" y="11089"/>
                  </a:cubicBezTo>
                  <a:close/>
                  <a:moveTo>
                    <a:pt x="8272" y="11089"/>
                  </a:moveTo>
                  <a:cubicBezTo>
                    <a:pt x="8399" y="11089"/>
                    <a:pt x="8504" y="11194"/>
                    <a:pt x="8504" y="11321"/>
                  </a:cubicBezTo>
                  <a:cubicBezTo>
                    <a:pt x="8504" y="11447"/>
                    <a:pt x="8399" y="11552"/>
                    <a:pt x="8272" y="11552"/>
                  </a:cubicBezTo>
                  <a:lnTo>
                    <a:pt x="8052" y="11552"/>
                  </a:lnTo>
                  <a:cubicBezTo>
                    <a:pt x="7744" y="11552"/>
                    <a:pt x="7744" y="11089"/>
                    <a:pt x="8052" y="11089"/>
                  </a:cubicBezTo>
                  <a:close/>
                  <a:moveTo>
                    <a:pt x="5217" y="11524"/>
                  </a:moveTo>
                  <a:cubicBezTo>
                    <a:pt x="5337" y="11524"/>
                    <a:pt x="5451" y="11616"/>
                    <a:pt x="5451" y="11755"/>
                  </a:cubicBezTo>
                  <a:cubicBezTo>
                    <a:pt x="5451" y="11886"/>
                    <a:pt x="5346" y="11987"/>
                    <a:pt x="5219" y="11991"/>
                  </a:cubicBezTo>
                  <a:lnTo>
                    <a:pt x="5219" y="11987"/>
                  </a:lnTo>
                  <a:cubicBezTo>
                    <a:pt x="5013" y="11987"/>
                    <a:pt x="4908" y="11737"/>
                    <a:pt x="5053" y="11592"/>
                  </a:cubicBezTo>
                  <a:cubicBezTo>
                    <a:pt x="5101" y="11545"/>
                    <a:pt x="5160" y="11524"/>
                    <a:pt x="5217" y="11524"/>
                  </a:cubicBezTo>
                  <a:close/>
                  <a:moveTo>
                    <a:pt x="5423" y="0"/>
                  </a:moveTo>
                  <a:cubicBezTo>
                    <a:pt x="4979" y="0"/>
                    <a:pt x="4540" y="247"/>
                    <a:pt x="4336" y="705"/>
                  </a:cubicBezTo>
                  <a:lnTo>
                    <a:pt x="2894" y="3950"/>
                  </a:lnTo>
                  <a:cubicBezTo>
                    <a:pt x="2728" y="4012"/>
                    <a:pt x="2615" y="4168"/>
                    <a:pt x="2615" y="4345"/>
                  </a:cubicBezTo>
                  <a:lnTo>
                    <a:pt x="2615" y="4877"/>
                  </a:lnTo>
                  <a:lnTo>
                    <a:pt x="421" y="6062"/>
                  </a:lnTo>
                  <a:cubicBezTo>
                    <a:pt x="95" y="6236"/>
                    <a:pt x="218" y="6732"/>
                    <a:pt x="591" y="6732"/>
                  </a:cubicBezTo>
                  <a:lnTo>
                    <a:pt x="1391" y="6732"/>
                  </a:lnTo>
                  <a:cubicBezTo>
                    <a:pt x="1199" y="7101"/>
                    <a:pt x="1351" y="7561"/>
                    <a:pt x="1728" y="7742"/>
                  </a:cubicBezTo>
                  <a:cubicBezTo>
                    <a:pt x="1721" y="7818"/>
                    <a:pt x="1710" y="7916"/>
                    <a:pt x="1699" y="8036"/>
                  </a:cubicBezTo>
                  <a:cubicBezTo>
                    <a:pt x="1688" y="8148"/>
                    <a:pt x="1771" y="8246"/>
                    <a:pt x="1884" y="8257"/>
                  </a:cubicBezTo>
                  <a:lnTo>
                    <a:pt x="1902" y="8257"/>
                  </a:lnTo>
                  <a:cubicBezTo>
                    <a:pt x="2007" y="8257"/>
                    <a:pt x="2097" y="8173"/>
                    <a:pt x="2105" y="8068"/>
                  </a:cubicBezTo>
                  <a:cubicBezTo>
                    <a:pt x="2116" y="7970"/>
                    <a:pt x="2123" y="7887"/>
                    <a:pt x="2130" y="7818"/>
                  </a:cubicBezTo>
                  <a:lnTo>
                    <a:pt x="2210" y="7818"/>
                  </a:lnTo>
                  <a:cubicBezTo>
                    <a:pt x="2322" y="8630"/>
                    <a:pt x="2760" y="9361"/>
                    <a:pt x="3419" y="9846"/>
                  </a:cubicBezTo>
                  <a:cubicBezTo>
                    <a:pt x="3195" y="10143"/>
                    <a:pt x="2735" y="10527"/>
                    <a:pt x="2514" y="10694"/>
                  </a:cubicBezTo>
                  <a:cubicBezTo>
                    <a:pt x="2470" y="10687"/>
                    <a:pt x="2427" y="10679"/>
                    <a:pt x="2384" y="10679"/>
                  </a:cubicBezTo>
                  <a:lnTo>
                    <a:pt x="2130" y="10679"/>
                  </a:lnTo>
                  <a:cubicBezTo>
                    <a:pt x="2068" y="10100"/>
                    <a:pt x="2043" y="9513"/>
                    <a:pt x="2058" y="8927"/>
                  </a:cubicBezTo>
                  <a:cubicBezTo>
                    <a:pt x="2061" y="8814"/>
                    <a:pt x="1971" y="8720"/>
                    <a:pt x="1858" y="8720"/>
                  </a:cubicBezTo>
                  <a:lnTo>
                    <a:pt x="1855" y="8720"/>
                  </a:lnTo>
                  <a:cubicBezTo>
                    <a:pt x="1853" y="8720"/>
                    <a:pt x="1850" y="8720"/>
                    <a:pt x="1848" y="8720"/>
                  </a:cubicBezTo>
                  <a:cubicBezTo>
                    <a:pt x="1739" y="8720"/>
                    <a:pt x="1652" y="8809"/>
                    <a:pt x="1648" y="8919"/>
                  </a:cubicBezTo>
                  <a:cubicBezTo>
                    <a:pt x="1634" y="9560"/>
                    <a:pt x="1663" y="10205"/>
                    <a:pt x="1735" y="10846"/>
                  </a:cubicBezTo>
                  <a:cubicBezTo>
                    <a:pt x="1453" y="11100"/>
                    <a:pt x="1456" y="11549"/>
                    <a:pt x="1743" y="11799"/>
                  </a:cubicBezTo>
                  <a:lnTo>
                    <a:pt x="1743" y="11867"/>
                  </a:lnTo>
                  <a:lnTo>
                    <a:pt x="1007" y="12128"/>
                  </a:lnTo>
                  <a:cubicBezTo>
                    <a:pt x="402" y="12342"/>
                    <a:pt x="0" y="12910"/>
                    <a:pt x="0" y="13551"/>
                  </a:cubicBezTo>
                  <a:lnTo>
                    <a:pt x="0" y="13718"/>
                  </a:lnTo>
                  <a:cubicBezTo>
                    <a:pt x="0" y="13854"/>
                    <a:pt x="102" y="13922"/>
                    <a:pt x="203" y="13922"/>
                  </a:cubicBezTo>
                  <a:cubicBezTo>
                    <a:pt x="305" y="13922"/>
                    <a:pt x="406" y="13854"/>
                    <a:pt x="406" y="13718"/>
                  </a:cubicBezTo>
                  <a:lnTo>
                    <a:pt x="406" y="13551"/>
                  </a:lnTo>
                  <a:cubicBezTo>
                    <a:pt x="406" y="13084"/>
                    <a:pt x="703" y="12668"/>
                    <a:pt x="1141" y="12512"/>
                  </a:cubicBezTo>
                  <a:lnTo>
                    <a:pt x="1743" y="12298"/>
                  </a:lnTo>
                  <a:lnTo>
                    <a:pt x="1743" y="13718"/>
                  </a:lnTo>
                  <a:cubicBezTo>
                    <a:pt x="1743" y="13854"/>
                    <a:pt x="1844" y="13922"/>
                    <a:pt x="1945" y="13922"/>
                  </a:cubicBezTo>
                  <a:cubicBezTo>
                    <a:pt x="2047" y="13922"/>
                    <a:pt x="2148" y="13854"/>
                    <a:pt x="2148" y="13718"/>
                  </a:cubicBezTo>
                  <a:lnTo>
                    <a:pt x="2148" y="11962"/>
                  </a:lnTo>
                  <a:lnTo>
                    <a:pt x="2380" y="11962"/>
                  </a:lnTo>
                  <a:cubicBezTo>
                    <a:pt x="2413" y="11962"/>
                    <a:pt x="2445" y="11958"/>
                    <a:pt x="2478" y="11954"/>
                  </a:cubicBezTo>
                  <a:cubicBezTo>
                    <a:pt x="2637" y="12230"/>
                    <a:pt x="3101" y="13077"/>
                    <a:pt x="3274" y="13769"/>
                  </a:cubicBezTo>
                  <a:cubicBezTo>
                    <a:pt x="3301" y="13877"/>
                    <a:pt x="3382" y="13924"/>
                    <a:pt x="3465" y="13924"/>
                  </a:cubicBezTo>
                  <a:cubicBezTo>
                    <a:pt x="3585" y="13924"/>
                    <a:pt x="3708" y="13824"/>
                    <a:pt x="3669" y="13667"/>
                  </a:cubicBezTo>
                  <a:cubicBezTo>
                    <a:pt x="3506" y="13015"/>
                    <a:pt x="3119" y="12266"/>
                    <a:pt x="2909" y="11889"/>
                  </a:cubicBezTo>
                  <a:lnTo>
                    <a:pt x="3394" y="11719"/>
                  </a:lnTo>
                  <a:cubicBezTo>
                    <a:pt x="3600" y="11646"/>
                    <a:pt x="3782" y="11509"/>
                    <a:pt x="3908" y="11331"/>
                  </a:cubicBezTo>
                  <a:lnTo>
                    <a:pt x="4582" y="11668"/>
                  </a:lnTo>
                  <a:cubicBezTo>
                    <a:pt x="4538" y="11972"/>
                    <a:pt x="4720" y="12266"/>
                    <a:pt x="5009" y="12364"/>
                  </a:cubicBezTo>
                  <a:lnTo>
                    <a:pt x="5009" y="13718"/>
                  </a:lnTo>
                  <a:cubicBezTo>
                    <a:pt x="5009" y="13854"/>
                    <a:pt x="5112" y="13922"/>
                    <a:pt x="5214" y="13922"/>
                  </a:cubicBezTo>
                  <a:cubicBezTo>
                    <a:pt x="5316" y="13922"/>
                    <a:pt x="5419" y="13854"/>
                    <a:pt x="5419" y="13718"/>
                  </a:cubicBezTo>
                  <a:lnTo>
                    <a:pt x="5419" y="12364"/>
                  </a:lnTo>
                  <a:cubicBezTo>
                    <a:pt x="5712" y="12266"/>
                    <a:pt x="5889" y="11972"/>
                    <a:pt x="5850" y="11668"/>
                  </a:cubicBezTo>
                  <a:lnTo>
                    <a:pt x="6520" y="11331"/>
                  </a:lnTo>
                  <a:cubicBezTo>
                    <a:pt x="6650" y="11512"/>
                    <a:pt x="6827" y="11646"/>
                    <a:pt x="7037" y="11719"/>
                  </a:cubicBezTo>
                  <a:lnTo>
                    <a:pt x="7519" y="11889"/>
                  </a:lnTo>
                  <a:cubicBezTo>
                    <a:pt x="7313" y="12266"/>
                    <a:pt x="6922" y="13019"/>
                    <a:pt x="6759" y="13671"/>
                  </a:cubicBezTo>
                  <a:cubicBezTo>
                    <a:pt x="6720" y="13825"/>
                    <a:pt x="6844" y="13924"/>
                    <a:pt x="6965" y="13924"/>
                  </a:cubicBezTo>
                  <a:cubicBezTo>
                    <a:pt x="7048" y="13924"/>
                    <a:pt x="7130" y="13877"/>
                    <a:pt x="7157" y="13769"/>
                  </a:cubicBezTo>
                  <a:cubicBezTo>
                    <a:pt x="7327" y="13081"/>
                    <a:pt x="7794" y="12230"/>
                    <a:pt x="7950" y="11954"/>
                  </a:cubicBezTo>
                  <a:cubicBezTo>
                    <a:pt x="7983" y="11958"/>
                    <a:pt x="8015" y="11962"/>
                    <a:pt x="8048" y="11962"/>
                  </a:cubicBezTo>
                  <a:lnTo>
                    <a:pt x="8280" y="11962"/>
                  </a:lnTo>
                  <a:lnTo>
                    <a:pt x="8280" y="13718"/>
                  </a:lnTo>
                  <a:cubicBezTo>
                    <a:pt x="8280" y="13854"/>
                    <a:pt x="8381" y="13922"/>
                    <a:pt x="8483" y="13922"/>
                  </a:cubicBezTo>
                  <a:cubicBezTo>
                    <a:pt x="8584" y="13922"/>
                    <a:pt x="8685" y="13854"/>
                    <a:pt x="8685" y="13718"/>
                  </a:cubicBezTo>
                  <a:lnTo>
                    <a:pt x="8685" y="12302"/>
                  </a:lnTo>
                  <a:lnTo>
                    <a:pt x="9287" y="12516"/>
                  </a:lnTo>
                  <a:cubicBezTo>
                    <a:pt x="9728" y="12671"/>
                    <a:pt x="10022" y="13088"/>
                    <a:pt x="10022" y="13555"/>
                  </a:cubicBezTo>
                  <a:lnTo>
                    <a:pt x="10022" y="13718"/>
                  </a:lnTo>
                  <a:cubicBezTo>
                    <a:pt x="10022" y="13854"/>
                    <a:pt x="10124" y="13922"/>
                    <a:pt x="10226" y="13922"/>
                  </a:cubicBezTo>
                  <a:cubicBezTo>
                    <a:pt x="10329" y="13922"/>
                    <a:pt x="10431" y="13854"/>
                    <a:pt x="10431" y="13718"/>
                  </a:cubicBezTo>
                  <a:lnTo>
                    <a:pt x="10431" y="13555"/>
                  </a:lnTo>
                  <a:cubicBezTo>
                    <a:pt x="10431" y="12914"/>
                    <a:pt x="10029" y="12345"/>
                    <a:pt x="9428" y="12128"/>
                  </a:cubicBezTo>
                  <a:lnTo>
                    <a:pt x="8693" y="11867"/>
                  </a:lnTo>
                  <a:lnTo>
                    <a:pt x="8693" y="11802"/>
                  </a:lnTo>
                  <a:cubicBezTo>
                    <a:pt x="8979" y="11549"/>
                    <a:pt x="8982" y="11103"/>
                    <a:pt x="8696" y="10846"/>
                  </a:cubicBezTo>
                  <a:cubicBezTo>
                    <a:pt x="8816" y="9814"/>
                    <a:pt x="8819" y="8774"/>
                    <a:pt x="8707" y="7742"/>
                  </a:cubicBezTo>
                  <a:cubicBezTo>
                    <a:pt x="9084" y="7558"/>
                    <a:pt x="9236" y="7101"/>
                    <a:pt x="9044" y="6728"/>
                  </a:cubicBezTo>
                  <a:lnTo>
                    <a:pt x="9844" y="6728"/>
                  </a:lnTo>
                  <a:cubicBezTo>
                    <a:pt x="9846" y="6728"/>
                    <a:pt x="9847" y="6728"/>
                    <a:pt x="9848" y="6728"/>
                  </a:cubicBezTo>
                  <a:cubicBezTo>
                    <a:pt x="10218" y="6728"/>
                    <a:pt x="10339" y="6235"/>
                    <a:pt x="10015" y="6062"/>
                  </a:cubicBezTo>
                  <a:lnTo>
                    <a:pt x="7820" y="4877"/>
                  </a:lnTo>
                  <a:lnTo>
                    <a:pt x="7820" y="4345"/>
                  </a:lnTo>
                  <a:cubicBezTo>
                    <a:pt x="7820" y="4168"/>
                    <a:pt x="7707" y="4008"/>
                    <a:pt x="7537" y="3947"/>
                  </a:cubicBezTo>
                  <a:lnTo>
                    <a:pt x="6733" y="2321"/>
                  </a:lnTo>
                  <a:lnTo>
                    <a:pt x="6929" y="2172"/>
                  </a:lnTo>
                  <a:cubicBezTo>
                    <a:pt x="7226" y="1951"/>
                    <a:pt x="7273" y="1524"/>
                    <a:pt x="7030" y="1245"/>
                  </a:cubicBezTo>
                  <a:lnTo>
                    <a:pt x="6320" y="416"/>
                  </a:lnTo>
                  <a:cubicBezTo>
                    <a:pt x="6081" y="134"/>
                    <a:pt x="5751" y="0"/>
                    <a:pt x="5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9" name="Google Shape;3319;p50"/>
          <p:cNvSpPr txBox="1"/>
          <p:nvPr/>
        </p:nvSpPr>
        <p:spPr>
          <a:xfrm>
            <a:off x="6013538" y="3690875"/>
            <a:ext cx="22197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456,754,000</a:t>
            </a:r>
            <a:endParaRPr sz="30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20" name="Google Shape;3320;p50"/>
          <p:cNvSpPr txBox="1"/>
          <p:nvPr/>
        </p:nvSpPr>
        <p:spPr>
          <a:xfrm>
            <a:off x="6013538" y="3143238"/>
            <a:ext cx="2219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Approximate Budget</a:t>
            </a:r>
            <a:endParaRPr sz="16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ALLOCATION</a:t>
            </a:r>
            <a:endParaRPr/>
          </a:p>
        </p:txBody>
      </p:sp>
      <p:graphicFrame>
        <p:nvGraphicFramePr>
          <p:cNvPr id="3326" name="Google Shape;3326;p51"/>
          <p:cNvGraphicFramePr/>
          <p:nvPr>
            <p:extLst>
              <p:ext uri="{D42A27DB-BD31-4B8C-83A1-F6EECF244321}">
                <p14:modId xmlns:p14="http://schemas.microsoft.com/office/powerpoint/2010/main" val="2147568836"/>
              </p:ext>
            </p:extLst>
          </p:nvPr>
        </p:nvGraphicFramePr>
        <p:xfrm>
          <a:off x="1019875" y="1724875"/>
          <a:ext cx="7104200" cy="2316360"/>
        </p:xfrm>
        <a:graphic>
          <a:graphicData uri="http://schemas.openxmlformats.org/drawingml/2006/table">
            <a:tbl>
              <a:tblPr>
                <a:noFill/>
                <a:tableStyleId>{5F696764-A619-43C3-991F-777BA01A90A3}</a:tableStyleId>
              </a:tblPr>
              <a:tblGrid>
                <a:gridCol w="101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 b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MARS</a:t>
                      </a:r>
                      <a:endParaRPr sz="2600" b="1">
                        <a:solidFill>
                          <a:schemeClr val="dk1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 b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VENUS</a:t>
                      </a:r>
                      <a:endParaRPr sz="2600" b="1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 b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2019</a:t>
                      </a:r>
                      <a:endParaRPr sz="2600" b="1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 b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2020</a:t>
                      </a:r>
                      <a:endParaRPr sz="2600" b="1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 b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2021</a:t>
                      </a:r>
                      <a:endParaRPr sz="2600" b="1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600" b="1">
                        <a:solidFill>
                          <a:schemeClr val="dk1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페이지내용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$400</a:t>
                      </a:r>
                      <a:endParaRPr sz="1600"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$1,500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$800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600" b="1">
                        <a:solidFill>
                          <a:schemeClr val="dk1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페이지내용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$2,000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$100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$350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600" b="1">
                        <a:solidFill>
                          <a:schemeClr val="dk1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페이지내용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$2,500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$800</a:t>
                      </a:r>
                      <a:endParaRPr sz="16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$1,000</a:t>
                      </a:r>
                      <a:endParaRPr sz="1600"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327" name="Google Shape;3327;p51"/>
          <p:cNvGrpSpPr/>
          <p:nvPr/>
        </p:nvGrpSpPr>
        <p:grpSpPr>
          <a:xfrm rot="928147">
            <a:off x="787433" y="3937014"/>
            <a:ext cx="493478" cy="572697"/>
            <a:chOff x="5170900" y="2972300"/>
            <a:chExt cx="176600" cy="204950"/>
          </a:xfrm>
        </p:grpSpPr>
        <p:sp>
          <p:nvSpPr>
            <p:cNvPr id="3328" name="Google Shape;3328;p51"/>
            <p:cNvSpPr/>
            <p:nvPr/>
          </p:nvSpPr>
          <p:spPr>
            <a:xfrm>
              <a:off x="5170900" y="2972300"/>
              <a:ext cx="176600" cy="204950"/>
            </a:xfrm>
            <a:custGeom>
              <a:avLst/>
              <a:gdLst/>
              <a:ahLst/>
              <a:cxnLst/>
              <a:rect l="l" t="t" r="r" b="b"/>
              <a:pathLst>
                <a:path w="7064" h="8198" extrusionOk="0">
                  <a:moveTo>
                    <a:pt x="3503" y="0"/>
                  </a:moveTo>
                  <a:cubicBezTo>
                    <a:pt x="3457" y="0"/>
                    <a:pt x="3410" y="1"/>
                    <a:pt x="3363" y="4"/>
                  </a:cubicBezTo>
                  <a:cubicBezTo>
                    <a:pt x="2507" y="4"/>
                    <a:pt x="1851" y="382"/>
                    <a:pt x="1353" y="959"/>
                  </a:cubicBezTo>
                  <a:cubicBezTo>
                    <a:pt x="1293" y="1018"/>
                    <a:pt x="1234" y="1078"/>
                    <a:pt x="1194" y="1158"/>
                  </a:cubicBezTo>
                  <a:cubicBezTo>
                    <a:pt x="975" y="1456"/>
                    <a:pt x="776" y="1774"/>
                    <a:pt x="637" y="2132"/>
                  </a:cubicBezTo>
                  <a:cubicBezTo>
                    <a:pt x="577" y="2232"/>
                    <a:pt x="537" y="2351"/>
                    <a:pt x="498" y="2451"/>
                  </a:cubicBezTo>
                  <a:cubicBezTo>
                    <a:pt x="318" y="2928"/>
                    <a:pt x="199" y="3406"/>
                    <a:pt x="120" y="3824"/>
                  </a:cubicBezTo>
                  <a:cubicBezTo>
                    <a:pt x="80" y="3983"/>
                    <a:pt x="60" y="4122"/>
                    <a:pt x="40" y="4261"/>
                  </a:cubicBezTo>
                  <a:cubicBezTo>
                    <a:pt x="40" y="4361"/>
                    <a:pt x="20" y="4440"/>
                    <a:pt x="20" y="4500"/>
                  </a:cubicBezTo>
                  <a:cubicBezTo>
                    <a:pt x="0" y="4779"/>
                    <a:pt x="0" y="5057"/>
                    <a:pt x="0" y="5316"/>
                  </a:cubicBezTo>
                  <a:cubicBezTo>
                    <a:pt x="20" y="5415"/>
                    <a:pt x="20" y="5535"/>
                    <a:pt x="40" y="5654"/>
                  </a:cubicBezTo>
                  <a:cubicBezTo>
                    <a:pt x="80" y="5952"/>
                    <a:pt x="139" y="6231"/>
                    <a:pt x="259" y="6470"/>
                  </a:cubicBezTo>
                  <a:cubicBezTo>
                    <a:pt x="279" y="6549"/>
                    <a:pt x="318" y="6629"/>
                    <a:pt x="358" y="6709"/>
                  </a:cubicBezTo>
                  <a:cubicBezTo>
                    <a:pt x="776" y="7544"/>
                    <a:pt x="1592" y="8101"/>
                    <a:pt x="2925" y="8181"/>
                  </a:cubicBezTo>
                  <a:cubicBezTo>
                    <a:pt x="3081" y="8192"/>
                    <a:pt x="3252" y="8198"/>
                    <a:pt x="3433" y="8198"/>
                  </a:cubicBezTo>
                  <a:cubicBezTo>
                    <a:pt x="4268" y="8198"/>
                    <a:pt x="5301" y="8065"/>
                    <a:pt x="5889" y="7624"/>
                  </a:cubicBezTo>
                  <a:cubicBezTo>
                    <a:pt x="6208" y="7405"/>
                    <a:pt x="6447" y="7126"/>
                    <a:pt x="6626" y="6828"/>
                  </a:cubicBezTo>
                  <a:cubicBezTo>
                    <a:pt x="6665" y="6748"/>
                    <a:pt x="6705" y="6669"/>
                    <a:pt x="6725" y="6609"/>
                  </a:cubicBezTo>
                  <a:cubicBezTo>
                    <a:pt x="6844" y="6350"/>
                    <a:pt x="6944" y="6072"/>
                    <a:pt x="6984" y="5793"/>
                  </a:cubicBezTo>
                  <a:cubicBezTo>
                    <a:pt x="7004" y="5694"/>
                    <a:pt x="7024" y="5594"/>
                    <a:pt x="7024" y="5495"/>
                  </a:cubicBezTo>
                  <a:cubicBezTo>
                    <a:pt x="7063" y="5137"/>
                    <a:pt x="7063" y="4799"/>
                    <a:pt x="7043" y="4480"/>
                  </a:cubicBezTo>
                  <a:cubicBezTo>
                    <a:pt x="7043" y="4460"/>
                    <a:pt x="7043" y="4460"/>
                    <a:pt x="7043" y="4440"/>
                  </a:cubicBezTo>
                  <a:cubicBezTo>
                    <a:pt x="7043" y="4321"/>
                    <a:pt x="7024" y="4202"/>
                    <a:pt x="7004" y="4082"/>
                  </a:cubicBezTo>
                  <a:cubicBezTo>
                    <a:pt x="6944" y="3605"/>
                    <a:pt x="6825" y="3127"/>
                    <a:pt x="6665" y="2709"/>
                  </a:cubicBezTo>
                  <a:cubicBezTo>
                    <a:pt x="6606" y="2530"/>
                    <a:pt x="6526" y="2371"/>
                    <a:pt x="6447" y="2212"/>
                  </a:cubicBezTo>
                  <a:cubicBezTo>
                    <a:pt x="6228" y="1735"/>
                    <a:pt x="5949" y="1317"/>
                    <a:pt x="5611" y="978"/>
                  </a:cubicBezTo>
                  <a:cubicBezTo>
                    <a:pt x="5571" y="919"/>
                    <a:pt x="5511" y="859"/>
                    <a:pt x="5452" y="819"/>
                  </a:cubicBezTo>
                  <a:cubicBezTo>
                    <a:pt x="4890" y="295"/>
                    <a:pt x="4241" y="0"/>
                    <a:pt x="3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51"/>
            <p:cNvSpPr/>
            <p:nvPr/>
          </p:nvSpPr>
          <p:spPr>
            <a:xfrm>
              <a:off x="5183325" y="3022475"/>
              <a:ext cx="154225" cy="32975"/>
            </a:xfrm>
            <a:custGeom>
              <a:avLst/>
              <a:gdLst/>
              <a:ahLst/>
              <a:cxnLst/>
              <a:rect l="l" t="t" r="r" b="b"/>
              <a:pathLst>
                <a:path w="6169" h="1319" extrusionOk="0">
                  <a:moveTo>
                    <a:pt x="5430" y="1"/>
                  </a:moveTo>
                  <a:cubicBezTo>
                    <a:pt x="5261" y="1"/>
                    <a:pt x="5088" y="72"/>
                    <a:pt x="4915" y="245"/>
                  </a:cubicBezTo>
                  <a:cubicBezTo>
                    <a:pt x="4716" y="404"/>
                    <a:pt x="4616" y="663"/>
                    <a:pt x="4457" y="842"/>
                  </a:cubicBezTo>
                  <a:cubicBezTo>
                    <a:pt x="4356" y="956"/>
                    <a:pt x="4271" y="1001"/>
                    <a:pt x="4194" y="1001"/>
                  </a:cubicBezTo>
                  <a:cubicBezTo>
                    <a:pt x="4030" y="1001"/>
                    <a:pt x="3904" y="793"/>
                    <a:pt x="3741" y="603"/>
                  </a:cubicBezTo>
                  <a:cubicBezTo>
                    <a:pt x="3522" y="364"/>
                    <a:pt x="3283" y="26"/>
                    <a:pt x="2945" y="6"/>
                  </a:cubicBezTo>
                  <a:cubicBezTo>
                    <a:pt x="2925" y="4"/>
                    <a:pt x="2905" y="3"/>
                    <a:pt x="2885" y="3"/>
                  </a:cubicBezTo>
                  <a:cubicBezTo>
                    <a:pt x="2461" y="3"/>
                    <a:pt x="2178" y="397"/>
                    <a:pt x="1950" y="683"/>
                  </a:cubicBezTo>
                  <a:cubicBezTo>
                    <a:pt x="1804" y="856"/>
                    <a:pt x="1675" y="1002"/>
                    <a:pt x="1522" y="1002"/>
                  </a:cubicBezTo>
                  <a:cubicBezTo>
                    <a:pt x="1447" y="1002"/>
                    <a:pt x="1366" y="967"/>
                    <a:pt x="1274" y="881"/>
                  </a:cubicBezTo>
                  <a:cubicBezTo>
                    <a:pt x="1155" y="762"/>
                    <a:pt x="1075" y="603"/>
                    <a:pt x="975" y="464"/>
                  </a:cubicBezTo>
                  <a:cubicBezTo>
                    <a:pt x="762" y="204"/>
                    <a:pt x="537" y="97"/>
                    <a:pt x="326" y="97"/>
                  </a:cubicBezTo>
                  <a:cubicBezTo>
                    <a:pt x="263" y="97"/>
                    <a:pt x="200" y="107"/>
                    <a:pt x="140" y="125"/>
                  </a:cubicBezTo>
                  <a:cubicBezTo>
                    <a:pt x="80" y="225"/>
                    <a:pt x="40" y="344"/>
                    <a:pt x="1" y="444"/>
                  </a:cubicBezTo>
                  <a:cubicBezTo>
                    <a:pt x="96" y="388"/>
                    <a:pt x="194" y="355"/>
                    <a:pt x="294" y="355"/>
                  </a:cubicBezTo>
                  <a:cubicBezTo>
                    <a:pt x="445" y="355"/>
                    <a:pt x="601" y="431"/>
                    <a:pt x="757" y="623"/>
                  </a:cubicBezTo>
                  <a:cubicBezTo>
                    <a:pt x="916" y="822"/>
                    <a:pt x="1035" y="1080"/>
                    <a:pt x="1254" y="1220"/>
                  </a:cubicBezTo>
                  <a:cubicBezTo>
                    <a:pt x="1354" y="1280"/>
                    <a:pt x="1446" y="1306"/>
                    <a:pt x="1530" y="1306"/>
                  </a:cubicBezTo>
                  <a:cubicBezTo>
                    <a:pt x="2065" y="1306"/>
                    <a:pt x="2320" y="257"/>
                    <a:pt x="2868" y="257"/>
                  </a:cubicBezTo>
                  <a:cubicBezTo>
                    <a:pt x="2918" y="257"/>
                    <a:pt x="2970" y="266"/>
                    <a:pt x="3025" y="285"/>
                  </a:cubicBezTo>
                  <a:cubicBezTo>
                    <a:pt x="3452" y="427"/>
                    <a:pt x="3752" y="1319"/>
                    <a:pt x="4253" y="1319"/>
                  </a:cubicBezTo>
                  <a:cubicBezTo>
                    <a:pt x="4311" y="1319"/>
                    <a:pt x="4373" y="1307"/>
                    <a:pt x="4437" y="1279"/>
                  </a:cubicBezTo>
                  <a:cubicBezTo>
                    <a:pt x="4835" y="1100"/>
                    <a:pt x="4855" y="364"/>
                    <a:pt x="5333" y="245"/>
                  </a:cubicBezTo>
                  <a:cubicBezTo>
                    <a:pt x="5358" y="239"/>
                    <a:pt x="5384" y="236"/>
                    <a:pt x="5411" y="236"/>
                  </a:cubicBezTo>
                  <a:cubicBezTo>
                    <a:pt x="5654" y="236"/>
                    <a:pt x="5935" y="469"/>
                    <a:pt x="6168" y="702"/>
                  </a:cubicBezTo>
                  <a:cubicBezTo>
                    <a:pt x="6109" y="523"/>
                    <a:pt x="6029" y="364"/>
                    <a:pt x="5950" y="205"/>
                  </a:cubicBezTo>
                  <a:cubicBezTo>
                    <a:pt x="5785" y="82"/>
                    <a:pt x="5610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51"/>
            <p:cNvSpPr/>
            <p:nvPr/>
          </p:nvSpPr>
          <p:spPr>
            <a:xfrm>
              <a:off x="5170900" y="3091725"/>
              <a:ext cx="175600" cy="32875"/>
            </a:xfrm>
            <a:custGeom>
              <a:avLst/>
              <a:gdLst/>
              <a:ahLst/>
              <a:cxnLst/>
              <a:rect l="l" t="t" r="r" b="b"/>
              <a:pathLst>
                <a:path w="7024" h="1315" extrusionOk="0">
                  <a:moveTo>
                    <a:pt x="3389" y="1"/>
                  </a:moveTo>
                  <a:cubicBezTo>
                    <a:pt x="2951" y="1"/>
                    <a:pt x="2680" y="387"/>
                    <a:pt x="2447" y="698"/>
                  </a:cubicBezTo>
                  <a:cubicBezTo>
                    <a:pt x="2301" y="857"/>
                    <a:pt x="2173" y="999"/>
                    <a:pt x="2021" y="999"/>
                  </a:cubicBezTo>
                  <a:cubicBezTo>
                    <a:pt x="1946" y="999"/>
                    <a:pt x="1864" y="963"/>
                    <a:pt x="1771" y="877"/>
                  </a:cubicBezTo>
                  <a:cubicBezTo>
                    <a:pt x="1652" y="778"/>
                    <a:pt x="1572" y="599"/>
                    <a:pt x="1472" y="479"/>
                  </a:cubicBezTo>
                  <a:cubicBezTo>
                    <a:pt x="1256" y="203"/>
                    <a:pt x="1037" y="91"/>
                    <a:pt x="820" y="91"/>
                  </a:cubicBezTo>
                  <a:cubicBezTo>
                    <a:pt x="537" y="91"/>
                    <a:pt x="259" y="280"/>
                    <a:pt x="0" y="539"/>
                  </a:cubicBezTo>
                  <a:cubicBezTo>
                    <a:pt x="20" y="638"/>
                    <a:pt x="20" y="758"/>
                    <a:pt x="40" y="877"/>
                  </a:cubicBezTo>
                  <a:cubicBezTo>
                    <a:pt x="272" y="607"/>
                    <a:pt x="528" y="353"/>
                    <a:pt x="799" y="353"/>
                  </a:cubicBezTo>
                  <a:cubicBezTo>
                    <a:pt x="947" y="353"/>
                    <a:pt x="1099" y="429"/>
                    <a:pt x="1254" y="618"/>
                  </a:cubicBezTo>
                  <a:cubicBezTo>
                    <a:pt x="1413" y="817"/>
                    <a:pt x="1532" y="1076"/>
                    <a:pt x="1751" y="1215"/>
                  </a:cubicBezTo>
                  <a:cubicBezTo>
                    <a:pt x="1850" y="1276"/>
                    <a:pt x="1940" y="1302"/>
                    <a:pt x="2024" y="1302"/>
                  </a:cubicBezTo>
                  <a:cubicBezTo>
                    <a:pt x="2548" y="1302"/>
                    <a:pt x="2815" y="272"/>
                    <a:pt x="3363" y="272"/>
                  </a:cubicBezTo>
                  <a:cubicBezTo>
                    <a:pt x="3414" y="272"/>
                    <a:pt x="3466" y="281"/>
                    <a:pt x="3522" y="300"/>
                  </a:cubicBezTo>
                  <a:cubicBezTo>
                    <a:pt x="3949" y="425"/>
                    <a:pt x="4249" y="1314"/>
                    <a:pt x="4735" y="1314"/>
                  </a:cubicBezTo>
                  <a:cubicBezTo>
                    <a:pt x="4792" y="1314"/>
                    <a:pt x="4852" y="1302"/>
                    <a:pt x="4915" y="1275"/>
                  </a:cubicBezTo>
                  <a:cubicBezTo>
                    <a:pt x="5332" y="1116"/>
                    <a:pt x="5352" y="360"/>
                    <a:pt x="5830" y="240"/>
                  </a:cubicBezTo>
                  <a:cubicBezTo>
                    <a:pt x="5852" y="236"/>
                    <a:pt x="5876" y="233"/>
                    <a:pt x="5899" y="233"/>
                  </a:cubicBezTo>
                  <a:cubicBezTo>
                    <a:pt x="6269" y="233"/>
                    <a:pt x="6739" y="792"/>
                    <a:pt x="6964" y="1016"/>
                  </a:cubicBezTo>
                  <a:lnTo>
                    <a:pt x="6984" y="1016"/>
                  </a:lnTo>
                  <a:cubicBezTo>
                    <a:pt x="7004" y="917"/>
                    <a:pt x="7024" y="817"/>
                    <a:pt x="7024" y="718"/>
                  </a:cubicBezTo>
                  <a:cubicBezTo>
                    <a:pt x="6686" y="395"/>
                    <a:pt x="6310" y="2"/>
                    <a:pt x="5907" y="2"/>
                  </a:cubicBezTo>
                  <a:cubicBezTo>
                    <a:pt x="5740" y="2"/>
                    <a:pt x="5568" y="71"/>
                    <a:pt x="5392" y="240"/>
                  </a:cubicBezTo>
                  <a:cubicBezTo>
                    <a:pt x="5213" y="419"/>
                    <a:pt x="5113" y="658"/>
                    <a:pt x="4954" y="837"/>
                  </a:cubicBezTo>
                  <a:cubicBezTo>
                    <a:pt x="4853" y="951"/>
                    <a:pt x="4768" y="997"/>
                    <a:pt x="4691" y="997"/>
                  </a:cubicBezTo>
                  <a:cubicBezTo>
                    <a:pt x="4527" y="997"/>
                    <a:pt x="4401" y="788"/>
                    <a:pt x="4238" y="599"/>
                  </a:cubicBezTo>
                  <a:cubicBezTo>
                    <a:pt x="4019" y="360"/>
                    <a:pt x="3780" y="22"/>
                    <a:pt x="3422" y="2"/>
                  </a:cubicBezTo>
                  <a:cubicBezTo>
                    <a:pt x="3411" y="1"/>
                    <a:pt x="3400" y="1"/>
                    <a:pt x="3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1" name="Google Shape;3331;p51"/>
          <p:cNvSpPr/>
          <p:nvPr/>
        </p:nvSpPr>
        <p:spPr>
          <a:xfrm>
            <a:off x="2218700" y="1426625"/>
            <a:ext cx="373746" cy="44377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2" name="Google Shape;3332;p51"/>
          <p:cNvGrpSpPr/>
          <p:nvPr/>
        </p:nvGrpSpPr>
        <p:grpSpPr>
          <a:xfrm>
            <a:off x="1348048" y="3579616"/>
            <a:ext cx="357634" cy="358033"/>
            <a:chOff x="7798627" y="2689499"/>
            <a:chExt cx="374055" cy="374472"/>
          </a:xfrm>
        </p:grpSpPr>
        <p:sp>
          <p:nvSpPr>
            <p:cNvPr id="3333" name="Google Shape;3333;p51"/>
            <p:cNvSpPr/>
            <p:nvPr/>
          </p:nvSpPr>
          <p:spPr>
            <a:xfrm>
              <a:off x="7804402" y="2738108"/>
              <a:ext cx="363109" cy="320068"/>
            </a:xfrm>
            <a:custGeom>
              <a:avLst/>
              <a:gdLst/>
              <a:ahLst/>
              <a:cxnLst/>
              <a:rect l="l" t="t" r="r" b="b"/>
              <a:pathLst>
                <a:path w="15658" h="13802" extrusionOk="0">
                  <a:moveTo>
                    <a:pt x="946" y="1"/>
                  </a:moveTo>
                  <a:cubicBezTo>
                    <a:pt x="420" y="1"/>
                    <a:pt x="1" y="420"/>
                    <a:pt x="1" y="946"/>
                  </a:cubicBezTo>
                  <a:lnTo>
                    <a:pt x="1" y="12856"/>
                  </a:lnTo>
                  <a:cubicBezTo>
                    <a:pt x="1" y="13382"/>
                    <a:pt x="420" y="13801"/>
                    <a:pt x="946" y="13801"/>
                  </a:cubicBezTo>
                  <a:lnTo>
                    <a:pt x="14712" y="13801"/>
                  </a:lnTo>
                  <a:cubicBezTo>
                    <a:pt x="15238" y="13801"/>
                    <a:pt x="15657" y="13382"/>
                    <a:pt x="15657" y="12856"/>
                  </a:cubicBezTo>
                  <a:lnTo>
                    <a:pt x="15657" y="946"/>
                  </a:lnTo>
                  <a:cubicBezTo>
                    <a:pt x="15657" y="420"/>
                    <a:pt x="15238" y="1"/>
                    <a:pt x="14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1"/>
            <p:cNvSpPr/>
            <p:nvPr/>
          </p:nvSpPr>
          <p:spPr>
            <a:xfrm>
              <a:off x="7804402" y="2841145"/>
              <a:ext cx="319651" cy="217035"/>
            </a:xfrm>
            <a:custGeom>
              <a:avLst/>
              <a:gdLst/>
              <a:ahLst/>
              <a:cxnLst/>
              <a:rect l="l" t="t" r="r" b="b"/>
              <a:pathLst>
                <a:path w="13784" h="9359" extrusionOk="0">
                  <a:moveTo>
                    <a:pt x="4426" y="0"/>
                  </a:moveTo>
                  <a:lnTo>
                    <a:pt x="1" y="4425"/>
                  </a:lnTo>
                  <a:lnTo>
                    <a:pt x="1" y="8511"/>
                  </a:lnTo>
                  <a:cubicBezTo>
                    <a:pt x="45" y="8984"/>
                    <a:pt x="447" y="9358"/>
                    <a:pt x="938" y="9358"/>
                  </a:cubicBezTo>
                  <a:lnTo>
                    <a:pt x="13784" y="9358"/>
                  </a:lnTo>
                  <a:lnTo>
                    <a:pt x="4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51"/>
            <p:cNvSpPr/>
            <p:nvPr/>
          </p:nvSpPr>
          <p:spPr>
            <a:xfrm>
              <a:off x="7804402" y="2744926"/>
              <a:ext cx="74509" cy="142572"/>
            </a:xfrm>
            <a:custGeom>
              <a:avLst/>
              <a:gdLst/>
              <a:ahLst/>
              <a:cxnLst/>
              <a:rect l="l" t="t" r="r" b="b"/>
              <a:pathLst>
                <a:path w="3213" h="6148" extrusionOk="0">
                  <a:moveTo>
                    <a:pt x="277" y="1"/>
                  </a:moveTo>
                  <a:cubicBezTo>
                    <a:pt x="126" y="153"/>
                    <a:pt x="19" y="349"/>
                    <a:pt x="1" y="581"/>
                  </a:cubicBezTo>
                  <a:lnTo>
                    <a:pt x="1" y="6147"/>
                  </a:lnTo>
                  <a:lnTo>
                    <a:pt x="3212" y="2936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51"/>
            <p:cNvSpPr/>
            <p:nvPr/>
          </p:nvSpPr>
          <p:spPr>
            <a:xfrm>
              <a:off x="8049368" y="2805547"/>
              <a:ext cx="118153" cy="238764"/>
            </a:xfrm>
            <a:custGeom>
              <a:avLst/>
              <a:gdLst/>
              <a:ahLst/>
              <a:cxnLst/>
              <a:rect l="l" t="t" r="r" b="b"/>
              <a:pathLst>
                <a:path w="5095" h="10296" extrusionOk="0">
                  <a:moveTo>
                    <a:pt x="5094" y="1"/>
                  </a:moveTo>
                  <a:lnTo>
                    <a:pt x="0" y="5264"/>
                  </a:lnTo>
                  <a:lnTo>
                    <a:pt x="5032" y="10296"/>
                  </a:lnTo>
                  <a:cubicBezTo>
                    <a:pt x="5076" y="10189"/>
                    <a:pt x="5094" y="10073"/>
                    <a:pt x="5094" y="9957"/>
                  </a:cubicBezTo>
                  <a:lnTo>
                    <a:pt x="50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1"/>
            <p:cNvSpPr/>
            <p:nvPr/>
          </p:nvSpPr>
          <p:spPr>
            <a:xfrm>
              <a:off x="7860060" y="2738734"/>
              <a:ext cx="304763" cy="159941"/>
            </a:xfrm>
            <a:custGeom>
              <a:avLst/>
              <a:gdLst/>
              <a:ahLst/>
              <a:cxnLst/>
              <a:rect l="l" t="t" r="r" b="b"/>
              <a:pathLst>
                <a:path w="13142" h="6897" extrusionOk="0">
                  <a:moveTo>
                    <a:pt x="1" y="0"/>
                  </a:moveTo>
                  <a:lnTo>
                    <a:pt x="6888" y="6896"/>
                  </a:lnTo>
                  <a:lnTo>
                    <a:pt x="13141" y="518"/>
                  </a:lnTo>
                  <a:cubicBezTo>
                    <a:pt x="12990" y="214"/>
                    <a:pt x="12668" y="0"/>
                    <a:pt x="12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51"/>
            <p:cNvSpPr/>
            <p:nvPr/>
          </p:nvSpPr>
          <p:spPr>
            <a:xfrm>
              <a:off x="7976340" y="2695065"/>
              <a:ext cx="86081" cy="130374"/>
            </a:xfrm>
            <a:custGeom>
              <a:avLst/>
              <a:gdLst/>
              <a:ahLst/>
              <a:cxnLst/>
              <a:rect l="l" t="t" r="r" b="b"/>
              <a:pathLst>
                <a:path w="3712" h="5622" extrusionOk="0">
                  <a:moveTo>
                    <a:pt x="1856" y="1"/>
                  </a:moveTo>
                  <a:cubicBezTo>
                    <a:pt x="830" y="1"/>
                    <a:pt x="0" y="831"/>
                    <a:pt x="0" y="1857"/>
                  </a:cubicBezTo>
                  <a:cubicBezTo>
                    <a:pt x="0" y="3213"/>
                    <a:pt x="1160" y="5621"/>
                    <a:pt x="1856" y="5621"/>
                  </a:cubicBezTo>
                  <a:cubicBezTo>
                    <a:pt x="2516" y="5621"/>
                    <a:pt x="3711" y="3337"/>
                    <a:pt x="3711" y="1857"/>
                  </a:cubicBezTo>
                  <a:cubicBezTo>
                    <a:pt x="3711" y="831"/>
                    <a:pt x="2882" y="1"/>
                    <a:pt x="18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51"/>
            <p:cNvSpPr/>
            <p:nvPr/>
          </p:nvSpPr>
          <p:spPr>
            <a:xfrm>
              <a:off x="7999299" y="2719276"/>
              <a:ext cx="40165" cy="40374"/>
            </a:xfrm>
            <a:custGeom>
              <a:avLst/>
              <a:gdLst/>
              <a:ahLst/>
              <a:cxnLst/>
              <a:rect l="l" t="t" r="r" b="b"/>
              <a:pathLst>
                <a:path w="1732" h="1741" extrusionOk="0">
                  <a:moveTo>
                    <a:pt x="866" y="1"/>
                  </a:moveTo>
                  <a:cubicBezTo>
                    <a:pt x="384" y="1"/>
                    <a:pt x="0" y="384"/>
                    <a:pt x="0" y="866"/>
                  </a:cubicBezTo>
                  <a:cubicBezTo>
                    <a:pt x="0" y="1348"/>
                    <a:pt x="384" y="1740"/>
                    <a:pt x="866" y="1740"/>
                  </a:cubicBezTo>
                  <a:cubicBezTo>
                    <a:pt x="1348" y="1740"/>
                    <a:pt x="1731" y="1348"/>
                    <a:pt x="1731" y="866"/>
                  </a:cubicBezTo>
                  <a:cubicBezTo>
                    <a:pt x="1731" y="384"/>
                    <a:pt x="1348" y="1"/>
                    <a:pt x="8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1"/>
            <p:cNvSpPr/>
            <p:nvPr/>
          </p:nvSpPr>
          <p:spPr>
            <a:xfrm>
              <a:off x="7865649" y="2904851"/>
              <a:ext cx="86290" cy="130374"/>
            </a:xfrm>
            <a:custGeom>
              <a:avLst/>
              <a:gdLst/>
              <a:ahLst/>
              <a:cxnLst/>
              <a:rect l="l" t="t" r="r" b="b"/>
              <a:pathLst>
                <a:path w="3721" h="5622" extrusionOk="0">
                  <a:moveTo>
                    <a:pt x="1856" y="1"/>
                  </a:moveTo>
                  <a:cubicBezTo>
                    <a:pt x="830" y="1"/>
                    <a:pt x="0" y="830"/>
                    <a:pt x="0" y="1847"/>
                  </a:cubicBezTo>
                  <a:cubicBezTo>
                    <a:pt x="0" y="3212"/>
                    <a:pt x="1169" y="5621"/>
                    <a:pt x="1856" y="5621"/>
                  </a:cubicBezTo>
                  <a:cubicBezTo>
                    <a:pt x="2516" y="5621"/>
                    <a:pt x="3721" y="3337"/>
                    <a:pt x="3721" y="1847"/>
                  </a:cubicBezTo>
                  <a:cubicBezTo>
                    <a:pt x="3721" y="830"/>
                    <a:pt x="2882" y="1"/>
                    <a:pt x="1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1"/>
            <p:cNvSpPr/>
            <p:nvPr/>
          </p:nvSpPr>
          <p:spPr>
            <a:xfrm>
              <a:off x="7888608" y="2928853"/>
              <a:ext cx="40374" cy="40374"/>
            </a:xfrm>
            <a:custGeom>
              <a:avLst/>
              <a:gdLst/>
              <a:ahLst/>
              <a:cxnLst/>
              <a:rect l="l" t="t" r="r" b="b"/>
              <a:pathLst>
                <a:path w="1741" h="1741" extrusionOk="0">
                  <a:moveTo>
                    <a:pt x="866" y="1"/>
                  </a:moveTo>
                  <a:cubicBezTo>
                    <a:pt x="393" y="1"/>
                    <a:pt x="1" y="393"/>
                    <a:pt x="1" y="875"/>
                  </a:cubicBezTo>
                  <a:cubicBezTo>
                    <a:pt x="1" y="1348"/>
                    <a:pt x="393" y="1740"/>
                    <a:pt x="866" y="1740"/>
                  </a:cubicBezTo>
                  <a:cubicBezTo>
                    <a:pt x="1348" y="1740"/>
                    <a:pt x="1740" y="1348"/>
                    <a:pt x="1740" y="875"/>
                  </a:cubicBezTo>
                  <a:cubicBezTo>
                    <a:pt x="1740" y="393"/>
                    <a:pt x="1348" y="1"/>
                    <a:pt x="8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51"/>
            <p:cNvSpPr/>
            <p:nvPr/>
          </p:nvSpPr>
          <p:spPr>
            <a:xfrm>
              <a:off x="7798627" y="2689499"/>
              <a:ext cx="374055" cy="374472"/>
            </a:xfrm>
            <a:custGeom>
              <a:avLst/>
              <a:gdLst/>
              <a:ahLst/>
              <a:cxnLst/>
              <a:rect l="l" t="t" r="r" b="b"/>
              <a:pathLst>
                <a:path w="16130" h="16148" extrusionOk="0">
                  <a:moveTo>
                    <a:pt x="9519" y="482"/>
                  </a:moveTo>
                  <a:cubicBezTo>
                    <a:pt x="10411" y="482"/>
                    <a:pt x="11142" y="1204"/>
                    <a:pt x="11142" y="2097"/>
                  </a:cubicBezTo>
                  <a:cubicBezTo>
                    <a:pt x="11142" y="2730"/>
                    <a:pt x="10893" y="3631"/>
                    <a:pt x="10482" y="4434"/>
                  </a:cubicBezTo>
                  <a:cubicBezTo>
                    <a:pt x="10063" y="5255"/>
                    <a:pt x="9670" y="5629"/>
                    <a:pt x="9519" y="5629"/>
                  </a:cubicBezTo>
                  <a:cubicBezTo>
                    <a:pt x="9376" y="5629"/>
                    <a:pt x="8984" y="5290"/>
                    <a:pt x="8546" y="4389"/>
                  </a:cubicBezTo>
                  <a:cubicBezTo>
                    <a:pt x="8145" y="3586"/>
                    <a:pt x="7895" y="2685"/>
                    <a:pt x="7895" y="2097"/>
                  </a:cubicBezTo>
                  <a:cubicBezTo>
                    <a:pt x="7895" y="1204"/>
                    <a:pt x="8627" y="482"/>
                    <a:pt x="9519" y="482"/>
                  </a:cubicBezTo>
                  <a:close/>
                  <a:moveTo>
                    <a:pt x="544" y="2757"/>
                  </a:moveTo>
                  <a:lnTo>
                    <a:pt x="3113" y="5326"/>
                  </a:lnTo>
                  <a:lnTo>
                    <a:pt x="473" y="7967"/>
                  </a:lnTo>
                  <a:lnTo>
                    <a:pt x="473" y="3060"/>
                  </a:lnTo>
                  <a:cubicBezTo>
                    <a:pt x="473" y="2953"/>
                    <a:pt x="491" y="2846"/>
                    <a:pt x="544" y="2757"/>
                  </a:cubicBezTo>
                  <a:close/>
                  <a:moveTo>
                    <a:pt x="15656" y="5594"/>
                  </a:moveTo>
                  <a:lnTo>
                    <a:pt x="15656" y="14791"/>
                  </a:lnTo>
                  <a:lnTo>
                    <a:pt x="11134" y="10268"/>
                  </a:lnTo>
                  <a:lnTo>
                    <a:pt x="15656" y="5594"/>
                  </a:lnTo>
                  <a:close/>
                  <a:moveTo>
                    <a:pt x="4666" y="6887"/>
                  </a:moveTo>
                  <a:lnTo>
                    <a:pt x="13453" y="15674"/>
                  </a:lnTo>
                  <a:lnTo>
                    <a:pt x="1178" y="15674"/>
                  </a:lnTo>
                  <a:cubicBezTo>
                    <a:pt x="785" y="15674"/>
                    <a:pt x="473" y="15362"/>
                    <a:pt x="473" y="14970"/>
                  </a:cubicBezTo>
                  <a:lnTo>
                    <a:pt x="473" y="11089"/>
                  </a:lnTo>
                  <a:lnTo>
                    <a:pt x="4666" y="6887"/>
                  </a:lnTo>
                  <a:close/>
                  <a:moveTo>
                    <a:pt x="14952" y="2346"/>
                  </a:moveTo>
                  <a:cubicBezTo>
                    <a:pt x="15166" y="2346"/>
                    <a:pt x="15362" y="2444"/>
                    <a:pt x="15487" y="2596"/>
                  </a:cubicBezTo>
                  <a:lnTo>
                    <a:pt x="13292" y="4835"/>
                  </a:lnTo>
                  <a:cubicBezTo>
                    <a:pt x="13135" y="5006"/>
                    <a:pt x="13292" y="5240"/>
                    <a:pt x="13470" y="5240"/>
                  </a:cubicBezTo>
                  <a:cubicBezTo>
                    <a:pt x="13525" y="5240"/>
                    <a:pt x="13581" y="5218"/>
                    <a:pt x="13631" y="5165"/>
                  </a:cubicBezTo>
                  <a:lnTo>
                    <a:pt x="15656" y="3105"/>
                  </a:lnTo>
                  <a:lnTo>
                    <a:pt x="15656" y="4907"/>
                  </a:lnTo>
                  <a:lnTo>
                    <a:pt x="10625" y="10108"/>
                  </a:lnTo>
                  <a:cubicBezTo>
                    <a:pt x="10536" y="10197"/>
                    <a:pt x="10536" y="10348"/>
                    <a:pt x="10634" y="10438"/>
                  </a:cubicBezTo>
                  <a:lnTo>
                    <a:pt x="15540" y="15353"/>
                  </a:lnTo>
                  <a:cubicBezTo>
                    <a:pt x="15416" y="15549"/>
                    <a:pt x="15193" y="15674"/>
                    <a:pt x="14952" y="15674"/>
                  </a:cubicBezTo>
                  <a:lnTo>
                    <a:pt x="14122" y="15674"/>
                  </a:lnTo>
                  <a:lnTo>
                    <a:pt x="4835" y="6379"/>
                  </a:lnTo>
                  <a:cubicBezTo>
                    <a:pt x="4786" y="6330"/>
                    <a:pt x="4726" y="6305"/>
                    <a:pt x="4666" y="6305"/>
                  </a:cubicBezTo>
                  <a:cubicBezTo>
                    <a:pt x="4606" y="6305"/>
                    <a:pt x="4545" y="6330"/>
                    <a:pt x="4496" y="6379"/>
                  </a:cubicBezTo>
                  <a:lnTo>
                    <a:pt x="473" y="10411"/>
                  </a:lnTo>
                  <a:lnTo>
                    <a:pt x="473" y="8645"/>
                  </a:lnTo>
                  <a:lnTo>
                    <a:pt x="3613" y="5495"/>
                  </a:lnTo>
                  <a:cubicBezTo>
                    <a:pt x="3711" y="5397"/>
                    <a:pt x="3711" y="5246"/>
                    <a:pt x="3613" y="5156"/>
                  </a:cubicBezTo>
                  <a:lnTo>
                    <a:pt x="874" y="2418"/>
                  </a:lnTo>
                  <a:cubicBezTo>
                    <a:pt x="964" y="2373"/>
                    <a:pt x="1071" y="2346"/>
                    <a:pt x="1178" y="2346"/>
                  </a:cubicBezTo>
                  <a:lnTo>
                    <a:pt x="2551" y="2346"/>
                  </a:lnTo>
                  <a:lnTo>
                    <a:pt x="9376" y="9180"/>
                  </a:lnTo>
                  <a:cubicBezTo>
                    <a:pt x="9421" y="9224"/>
                    <a:pt x="9481" y="9247"/>
                    <a:pt x="9541" y="9247"/>
                  </a:cubicBezTo>
                  <a:cubicBezTo>
                    <a:pt x="9601" y="9247"/>
                    <a:pt x="9662" y="9224"/>
                    <a:pt x="9706" y="9180"/>
                  </a:cubicBezTo>
                  <a:lnTo>
                    <a:pt x="12695" y="6129"/>
                  </a:lnTo>
                  <a:cubicBezTo>
                    <a:pt x="12859" y="5958"/>
                    <a:pt x="12698" y="5725"/>
                    <a:pt x="12518" y="5725"/>
                  </a:cubicBezTo>
                  <a:cubicBezTo>
                    <a:pt x="12463" y="5725"/>
                    <a:pt x="12406" y="5746"/>
                    <a:pt x="12356" y="5799"/>
                  </a:cubicBezTo>
                  <a:lnTo>
                    <a:pt x="9537" y="8680"/>
                  </a:lnTo>
                  <a:lnTo>
                    <a:pt x="3221" y="2346"/>
                  </a:lnTo>
                  <a:lnTo>
                    <a:pt x="7431" y="2346"/>
                  </a:lnTo>
                  <a:cubicBezTo>
                    <a:pt x="7494" y="3096"/>
                    <a:pt x="7815" y="3979"/>
                    <a:pt x="8118" y="4594"/>
                  </a:cubicBezTo>
                  <a:cubicBezTo>
                    <a:pt x="8761" y="5906"/>
                    <a:pt x="9269" y="6102"/>
                    <a:pt x="9519" y="6102"/>
                  </a:cubicBezTo>
                  <a:cubicBezTo>
                    <a:pt x="10108" y="6102"/>
                    <a:pt x="10687" y="5076"/>
                    <a:pt x="10902" y="4639"/>
                  </a:cubicBezTo>
                  <a:cubicBezTo>
                    <a:pt x="11303" y="3863"/>
                    <a:pt x="11553" y="3024"/>
                    <a:pt x="11606" y="2346"/>
                  </a:cubicBezTo>
                  <a:close/>
                  <a:moveTo>
                    <a:pt x="9519" y="0"/>
                  </a:moveTo>
                  <a:cubicBezTo>
                    <a:pt x="8439" y="0"/>
                    <a:pt x="7547" y="821"/>
                    <a:pt x="7431" y="1873"/>
                  </a:cubicBezTo>
                  <a:lnTo>
                    <a:pt x="1178" y="1873"/>
                  </a:lnTo>
                  <a:cubicBezTo>
                    <a:pt x="535" y="1873"/>
                    <a:pt x="0" y="2418"/>
                    <a:pt x="0" y="3060"/>
                  </a:cubicBezTo>
                  <a:lnTo>
                    <a:pt x="0" y="14970"/>
                  </a:lnTo>
                  <a:cubicBezTo>
                    <a:pt x="0" y="15621"/>
                    <a:pt x="526" y="16147"/>
                    <a:pt x="1178" y="16147"/>
                  </a:cubicBezTo>
                  <a:lnTo>
                    <a:pt x="14952" y="16147"/>
                  </a:lnTo>
                  <a:cubicBezTo>
                    <a:pt x="15451" y="16147"/>
                    <a:pt x="16129" y="15674"/>
                    <a:pt x="16129" y="14970"/>
                  </a:cubicBezTo>
                  <a:lnTo>
                    <a:pt x="16129" y="3060"/>
                  </a:lnTo>
                  <a:cubicBezTo>
                    <a:pt x="16129" y="2418"/>
                    <a:pt x="15594" y="1873"/>
                    <a:pt x="14952" y="1873"/>
                  </a:cubicBezTo>
                  <a:lnTo>
                    <a:pt x="11606" y="1873"/>
                  </a:lnTo>
                  <a:cubicBezTo>
                    <a:pt x="11490" y="821"/>
                    <a:pt x="10598" y="0"/>
                    <a:pt x="95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51"/>
            <p:cNvSpPr/>
            <p:nvPr/>
          </p:nvSpPr>
          <p:spPr>
            <a:xfrm>
              <a:off x="7993710" y="2713687"/>
              <a:ext cx="51319" cy="51343"/>
            </a:xfrm>
            <a:custGeom>
              <a:avLst/>
              <a:gdLst/>
              <a:ahLst/>
              <a:cxnLst/>
              <a:rect l="l" t="t" r="r" b="b"/>
              <a:pathLst>
                <a:path w="2213" h="2214" extrusionOk="0">
                  <a:moveTo>
                    <a:pt x="1107" y="474"/>
                  </a:moveTo>
                  <a:cubicBezTo>
                    <a:pt x="1455" y="474"/>
                    <a:pt x="1740" y="759"/>
                    <a:pt x="1740" y="1107"/>
                  </a:cubicBezTo>
                  <a:cubicBezTo>
                    <a:pt x="1740" y="1455"/>
                    <a:pt x="1455" y="1740"/>
                    <a:pt x="1107" y="1740"/>
                  </a:cubicBezTo>
                  <a:cubicBezTo>
                    <a:pt x="759" y="1740"/>
                    <a:pt x="473" y="1455"/>
                    <a:pt x="473" y="1107"/>
                  </a:cubicBezTo>
                  <a:cubicBezTo>
                    <a:pt x="473" y="759"/>
                    <a:pt x="759" y="474"/>
                    <a:pt x="1107" y="474"/>
                  </a:cubicBezTo>
                  <a:close/>
                  <a:moveTo>
                    <a:pt x="1107" y="1"/>
                  </a:moveTo>
                  <a:cubicBezTo>
                    <a:pt x="500" y="1"/>
                    <a:pt x="1" y="500"/>
                    <a:pt x="1" y="1107"/>
                  </a:cubicBezTo>
                  <a:cubicBezTo>
                    <a:pt x="1" y="1723"/>
                    <a:pt x="500" y="2213"/>
                    <a:pt x="1107" y="2213"/>
                  </a:cubicBezTo>
                  <a:cubicBezTo>
                    <a:pt x="1713" y="2213"/>
                    <a:pt x="2213" y="1723"/>
                    <a:pt x="2213" y="1107"/>
                  </a:cubicBezTo>
                  <a:cubicBezTo>
                    <a:pt x="2213" y="500"/>
                    <a:pt x="1713" y="1"/>
                    <a:pt x="1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51"/>
            <p:cNvSpPr/>
            <p:nvPr/>
          </p:nvSpPr>
          <p:spPr>
            <a:xfrm>
              <a:off x="7860060" y="2899262"/>
              <a:ext cx="97259" cy="141343"/>
            </a:xfrm>
            <a:custGeom>
              <a:avLst/>
              <a:gdLst/>
              <a:ahLst/>
              <a:cxnLst/>
              <a:rect l="l" t="t" r="r" b="b"/>
              <a:pathLst>
                <a:path w="4194" h="6095" extrusionOk="0">
                  <a:moveTo>
                    <a:pt x="2097" y="1"/>
                  </a:moveTo>
                  <a:cubicBezTo>
                    <a:pt x="946" y="1"/>
                    <a:pt x="1" y="938"/>
                    <a:pt x="1" y="2088"/>
                  </a:cubicBezTo>
                  <a:cubicBezTo>
                    <a:pt x="1" y="2891"/>
                    <a:pt x="366" y="3908"/>
                    <a:pt x="696" y="4586"/>
                  </a:cubicBezTo>
                  <a:cubicBezTo>
                    <a:pt x="1339" y="5898"/>
                    <a:pt x="1856" y="6094"/>
                    <a:pt x="2097" y="6094"/>
                  </a:cubicBezTo>
                  <a:cubicBezTo>
                    <a:pt x="2686" y="6094"/>
                    <a:pt x="3266" y="5077"/>
                    <a:pt x="3489" y="4640"/>
                  </a:cubicBezTo>
                  <a:cubicBezTo>
                    <a:pt x="3935" y="3766"/>
                    <a:pt x="4193" y="2811"/>
                    <a:pt x="4193" y="2088"/>
                  </a:cubicBezTo>
                  <a:cubicBezTo>
                    <a:pt x="4193" y="1767"/>
                    <a:pt x="4122" y="1455"/>
                    <a:pt x="3979" y="1161"/>
                  </a:cubicBezTo>
                  <a:cubicBezTo>
                    <a:pt x="3932" y="1073"/>
                    <a:pt x="3856" y="1036"/>
                    <a:pt x="3778" y="1036"/>
                  </a:cubicBezTo>
                  <a:cubicBezTo>
                    <a:pt x="3621" y="1036"/>
                    <a:pt x="3461" y="1189"/>
                    <a:pt x="3551" y="1375"/>
                  </a:cubicBezTo>
                  <a:cubicBezTo>
                    <a:pt x="3667" y="1598"/>
                    <a:pt x="3721" y="1839"/>
                    <a:pt x="3721" y="2088"/>
                  </a:cubicBezTo>
                  <a:cubicBezTo>
                    <a:pt x="3721" y="2731"/>
                    <a:pt x="3471" y="3623"/>
                    <a:pt x="3069" y="4426"/>
                  </a:cubicBezTo>
                  <a:cubicBezTo>
                    <a:pt x="2650" y="5255"/>
                    <a:pt x="2249" y="5621"/>
                    <a:pt x="2097" y="5621"/>
                  </a:cubicBezTo>
                  <a:cubicBezTo>
                    <a:pt x="1954" y="5621"/>
                    <a:pt x="1571" y="5282"/>
                    <a:pt x="1125" y="4381"/>
                  </a:cubicBezTo>
                  <a:cubicBezTo>
                    <a:pt x="732" y="3578"/>
                    <a:pt x="473" y="2686"/>
                    <a:pt x="473" y="2088"/>
                  </a:cubicBezTo>
                  <a:cubicBezTo>
                    <a:pt x="473" y="1196"/>
                    <a:pt x="1205" y="474"/>
                    <a:pt x="2097" y="474"/>
                  </a:cubicBezTo>
                  <a:cubicBezTo>
                    <a:pt x="2338" y="474"/>
                    <a:pt x="2561" y="527"/>
                    <a:pt x="2775" y="625"/>
                  </a:cubicBezTo>
                  <a:cubicBezTo>
                    <a:pt x="2810" y="641"/>
                    <a:pt x="2843" y="648"/>
                    <a:pt x="2874" y="648"/>
                  </a:cubicBezTo>
                  <a:cubicBezTo>
                    <a:pt x="3095" y="648"/>
                    <a:pt x="3221" y="305"/>
                    <a:pt x="2971" y="188"/>
                  </a:cubicBezTo>
                  <a:cubicBezTo>
                    <a:pt x="2695" y="63"/>
                    <a:pt x="2400" y="1"/>
                    <a:pt x="2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51"/>
            <p:cNvSpPr/>
            <p:nvPr/>
          </p:nvSpPr>
          <p:spPr>
            <a:xfrm>
              <a:off x="7883228" y="2923473"/>
              <a:ext cx="51134" cy="51343"/>
            </a:xfrm>
            <a:custGeom>
              <a:avLst/>
              <a:gdLst/>
              <a:ahLst/>
              <a:cxnLst/>
              <a:rect l="l" t="t" r="r" b="b"/>
              <a:pathLst>
                <a:path w="2205" h="2214" extrusionOk="0">
                  <a:moveTo>
                    <a:pt x="1098" y="474"/>
                  </a:moveTo>
                  <a:cubicBezTo>
                    <a:pt x="1446" y="474"/>
                    <a:pt x="1731" y="750"/>
                    <a:pt x="1731" y="1107"/>
                  </a:cubicBezTo>
                  <a:cubicBezTo>
                    <a:pt x="1731" y="1455"/>
                    <a:pt x="1446" y="1740"/>
                    <a:pt x="1098" y="1740"/>
                  </a:cubicBezTo>
                  <a:cubicBezTo>
                    <a:pt x="750" y="1740"/>
                    <a:pt x="474" y="1455"/>
                    <a:pt x="474" y="1107"/>
                  </a:cubicBezTo>
                  <a:cubicBezTo>
                    <a:pt x="474" y="750"/>
                    <a:pt x="750" y="474"/>
                    <a:pt x="1098" y="474"/>
                  </a:cubicBezTo>
                  <a:close/>
                  <a:moveTo>
                    <a:pt x="1098" y="1"/>
                  </a:moveTo>
                  <a:cubicBezTo>
                    <a:pt x="491" y="1"/>
                    <a:pt x="1" y="491"/>
                    <a:pt x="1" y="1107"/>
                  </a:cubicBezTo>
                  <a:cubicBezTo>
                    <a:pt x="1" y="1714"/>
                    <a:pt x="491" y="2213"/>
                    <a:pt x="1098" y="2213"/>
                  </a:cubicBezTo>
                  <a:cubicBezTo>
                    <a:pt x="1714" y="2213"/>
                    <a:pt x="2204" y="1714"/>
                    <a:pt x="2204" y="1107"/>
                  </a:cubicBezTo>
                  <a:cubicBezTo>
                    <a:pt x="2204" y="491"/>
                    <a:pt x="1714" y="1"/>
                    <a:pt x="1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6" name="Google Shape;3346;p51"/>
          <p:cNvGrpSpPr/>
          <p:nvPr/>
        </p:nvGrpSpPr>
        <p:grpSpPr>
          <a:xfrm>
            <a:off x="1348344" y="2416626"/>
            <a:ext cx="357035" cy="358144"/>
            <a:chOff x="2887429" y="1517042"/>
            <a:chExt cx="373429" cy="374588"/>
          </a:xfrm>
        </p:grpSpPr>
        <p:sp>
          <p:nvSpPr>
            <p:cNvPr id="3347" name="Google Shape;3347;p51"/>
            <p:cNvSpPr/>
            <p:nvPr/>
          </p:nvSpPr>
          <p:spPr>
            <a:xfrm>
              <a:off x="2912034" y="1733785"/>
              <a:ext cx="322341" cy="152080"/>
            </a:xfrm>
            <a:custGeom>
              <a:avLst/>
              <a:gdLst/>
              <a:ahLst/>
              <a:cxnLst/>
              <a:rect l="l" t="t" r="r" b="b"/>
              <a:pathLst>
                <a:path w="13900" h="6558" extrusionOk="0">
                  <a:moveTo>
                    <a:pt x="1" y="0"/>
                  </a:moveTo>
                  <a:lnTo>
                    <a:pt x="1509" y="5629"/>
                  </a:lnTo>
                  <a:cubicBezTo>
                    <a:pt x="1660" y="6174"/>
                    <a:pt x="2160" y="6557"/>
                    <a:pt x="2731" y="6557"/>
                  </a:cubicBezTo>
                  <a:lnTo>
                    <a:pt x="11447" y="6557"/>
                  </a:lnTo>
                  <a:cubicBezTo>
                    <a:pt x="12035" y="6557"/>
                    <a:pt x="12544" y="6147"/>
                    <a:pt x="12669" y="5576"/>
                  </a:cubicBezTo>
                  <a:lnTo>
                    <a:pt x="139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51"/>
            <p:cNvSpPr/>
            <p:nvPr/>
          </p:nvSpPr>
          <p:spPr>
            <a:xfrm>
              <a:off x="3123072" y="1590419"/>
              <a:ext cx="47609" cy="47586"/>
            </a:xfrm>
            <a:custGeom>
              <a:avLst/>
              <a:gdLst/>
              <a:ahLst/>
              <a:cxnLst/>
              <a:rect l="l" t="t" r="r" b="b"/>
              <a:pathLst>
                <a:path w="2053" h="2052" extrusionOk="0">
                  <a:moveTo>
                    <a:pt x="1026" y="0"/>
                  </a:moveTo>
                  <a:cubicBezTo>
                    <a:pt x="455" y="0"/>
                    <a:pt x="0" y="455"/>
                    <a:pt x="0" y="1026"/>
                  </a:cubicBezTo>
                  <a:cubicBezTo>
                    <a:pt x="0" y="1588"/>
                    <a:pt x="455" y="2052"/>
                    <a:pt x="1026" y="2052"/>
                  </a:cubicBezTo>
                  <a:cubicBezTo>
                    <a:pt x="1597" y="2052"/>
                    <a:pt x="2052" y="1588"/>
                    <a:pt x="2052" y="1026"/>
                  </a:cubicBezTo>
                  <a:cubicBezTo>
                    <a:pt x="2052" y="455"/>
                    <a:pt x="1597" y="0"/>
                    <a:pt x="1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51"/>
            <p:cNvSpPr/>
            <p:nvPr/>
          </p:nvSpPr>
          <p:spPr>
            <a:xfrm>
              <a:off x="3187009" y="1620822"/>
              <a:ext cx="47795" cy="47609"/>
            </a:xfrm>
            <a:custGeom>
              <a:avLst/>
              <a:gdLst/>
              <a:ahLst/>
              <a:cxnLst/>
              <a:rect l="l" t="t" r="r" b="b"/>
              <a:pathLst>
                <a:path w="2061" h="2053" extrusionOk="0">
                  <a:moveTo>
                    <a:pt x="1026" y="0"/>
                  </a:moveTo>
                  <a:cubicBezTo>
                    <a:pt x="464" y="0"/>
                    <a:pt x="0" y="464"/>
                    <a:pt x="0" y="1026"/>
                  </a:cubicBezTo>
                  <a:cubicBezTo>
                    <a:pt x="0" y="1597"/>
                    <a:pt x="464" y="2052"/>
                    <a:pt x="1026" y="2052"/>
                  </a:cubicBezTo>
                  <a:cubicBezTo>
                    <a:pt x="1597" y="2052"/>
                    <a:pt x="2061" y="1597"/>
                    <a:pt x="2061" y="1026"/>
                  </a:cubicBezTo>
                  <a:cubicBezTo>
                    <a:pt x="2061" y="464"/>
                    <a:pt x="1597" y="0"/>
                    <a:pt x="1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51"/>
            <p:cNvSpPr/>
            <p:nvPr/>
          </p:nvSpPr>
          <p:spPr>
            <a:xfrm>
              <a:off x="3170242" y="1522539"/>
              <a:ext cx="64352" cy="62914"/>
            </a:xfrm>
            <a:custGeom>
              <a:avLst/>
              <a:gdLst/>
              <a:ahLst/>
              <a:cxnLst/>
              <a:rect l="l" t="t" r="r" b="b"/>
              <a:pathLst>
                <a:path w="2775" h="2713" extrusionOk="0">
                  <a:moveTo>
                    <a:pt x="319" y="1"/>
                  </a:moveTo>
                  <a:cubicBezTo>
                    <a:pt x="152" y="1"/>
                    <a:pt x="0" y="132"/>
                    <a:pt x="0" y="313"/>
                  </a:cubicBezTo>
                  <a:lnTo>
                    <a:pt x="0" y="1098"/>
                  </a:lnTo>
                  <a:lnTo>
                    <a:pt x="2775" y="2713"/>
                  </a:lnTo>
                  <a:lnTo>
                    <a:pt x="2775" y="1651"/>
                  </a:lnTo>
                  <a:cubicBezTo>
                    <a:pt x="2775" y="1482"/>
                    <a:pt x="2686" y="1330"/>
                    <a:pt x="2543" y="1241"/>
                  </a:cubicBezTo>
                  <a:lnTo>
                    <a:pt x="482" y="46"/>
                  </a:lnTo>
                  <a:cubicBezTo>
                    <a:pt x="429" y="15"/>
                    <a:pt x="373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51"/>
            <p:cNvSpPr/>
            <p:nvPr/>
          </p:nvSpPr>
          <p:spPr>
            <a:xfrm>
              <a:off x="2979497" y="1553174"/>
              <a:ext cx="47609" cy="47400"/>
            </a:xfrm>
            <a:custGeom>
              <a:avLst/>
              <a:gdLst/>
              <a:ahLst/>
              <a:cxnLst/>
              <a:rect l="l" t="t" r="r" b="b"/>
              <a:pathLst>
                <a:path w="2053" h="2044" extrusionOk="0">
                  <a:moveTo>
                    <a:pt x="1026" y="0"/>
                  </a:moveTo>
                  <a:cubicBezTo>
                    <a:pt x="455" y="0"/>
                    <a:pt x="0" y="455"/>
                    <a:pt x="0" y="1017"/>
                  </a:cubicBezTo>
                  <a:cubicBezTo>
                    <a:pt x="0" y="1588"/>
                    <a:pt x="455" y="2043"/>
                    <a:pt x="1026" y="2043"/>
                  </a:cubicBezTo>
                  <a:cubicBezTo>
                    <a:pt x="1597" y="2043"/>
                    <a:pt x="2052" y="1588"/>
                    <a:pt x="2052" y="1017"/>
                  </a:cubicBezTo>
                  <a:cubicBezTo>
                    <a:pt x="2052" y="455"/>
                    <a:pt x="1597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51"/>
            <p:cNvSpPr/>
            <p:nvPr/>
          </p:nvSpPr>
          <p:spPr>
            <a:xfrm>
              <a:off x="2915350" y="1522539"/>
              <a:ext cx="47818" cy="47609"/>
            </a:xfrm>
            <a:custGeom>
              <a:avLst/>
              <a:gdLst/>
              <a:ahLst/>
              <a:cxnLst/>
              <a:rect l="l" t="t" r="r" b="b"/>
              <a:pathLst>
                <a:path w="2062" h="2053" extrusionOk="0">
                  <a:moveTo>
                    <a:pt x="1027" y="1"/>
                  </a:moveTo>
                  <a:cubicBezTo>
                    <a:pt x="465" y="1"/>
                    <a:pt x="1" y="465"/>
                    <a:pt x="1" y="1027"/>
                  </a:cubicBezTo>
                  <a:cubicBezTo>
                    <a:pt x="1" y="1598"/>
                    <a:pt x="465" y="2053"/>
                    <a:pt x="1027" y="2053"/>
                  </a:cubicBezTo>
                  <a:cubicBezTo>
                    <a:pt x="1598" y="2053"/>
                    <a:pt x="2061" y="1598"/>
                    <a:pt x="2061" y="1027"/>
                  </a:cubicBezTo>
                  <a:cubicBezTo>
                    <a:pt x="2061" y="465"/>
                    <a:pt x="1598" y="1"/>
                    <a:pt x="10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51"/>
            <p:cNvSpPr/>
            <p:nvPr/>
          </p:nvSpPr>
          <p:spPr>
            <a:xfrm>
              <a:off x="2915142" y="1605516"/>
              <a:ext cx="64375" cy="63123"/>
            </a:xfrm>
            <a:custGeom>
              <a:avLst/>
              <a:gdLst/>
              <a:ahLst/>
              <a:cxnLst/>
              <a:rect l="l" t="t" r="r" b="b"/>
              <a:pathLst>
                <a:path w="2776" h="2722" extrusionOk="0">
                  <a:moveTo>
                    <a:pt x="1" y="0"/>
                  </a:moveTo>
                  <a:lnTo>
                    <a:pt x="1" y="1062"/>
                  </a:lnTo>
                  <a:cubicBezTo>
                    <a:pt x="1" y="1231"/>
                    <a:pt x="99" y="1392"/>
                    <a:pt x="242" y="1472"/>
                  </a:cubicBezTo>
                  <a:lnTo>
                    <a:pt x="2302" y="2677"/>
                  </a:lnTo>
                  <a:cubicBezTo>
                    <a:pt x="2353" y="2707"/>
                    <a:pt x="2407" y="2721"/>
                    <a:pt x="2460" y="2721"/>
                  </a:cubicBezTo>
                  <a:cubicBezTo>
                    <a:pt x="2623" y="2721"/>
                    <a:pt x="2775" y="2589"/>
                    <a:pt x="2775" y="2400"/>
                  </a:cubicBezTo>
                  <a:lnTo>
                    <a:pt x="2775" y="16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51"/>
            <p:cNvSpPr/>
            <p:nvPr/>
          </p:nvSpPr>
          <p:spPr>
            <a:xfrm>
              <a:off x="2893226" y="1699439"/>
              <a:ext cx="363295" cy="34994"/>
            </a:xfrm>
            <a:custGeom>
              <a:avLst/>
              <a:gdLst/>
              <a:ahLst/>
              <a:cxnLst/>
              <a:rect l="l" t="t" r="r" b="b"/>
              <a:pathLst>
                <a:path w="15666" h="1509" extrusionOk="0">
                  <a:moveTo>
                    <a:pt x="758" y="0"/>
                  </a:moveTo>
                  <a:cubicBezTo>
                    <a:pt x="339" y="0"/>
                    <a:pt x="0" y="339"/>
                    <a:pt x="0" y="759"/>
                  </a:cubicBezTo>
                  <a:cubicBezTo>
                    <a:pt x="0" y="1178"/>
                    <a:pt x="339" y="1508"/>
                    <a:pt x="758" y="1508"/>
                  </a:cubicBezTo>
                  <a:lnTo>
                    <a:pt x="14907" y="1508"/>
                  </a:lnTo>
                  <a:cubicBezTo>
                    <a:pt x="15326" y="1508"/>
                    <a:pt x="15665" y="1178"/>
                    <a:pt x="15665" y="759"/>
                  </a:cubicBezTo>
                  <a:cubicBezTo>
                    <a:pt x="15665" y="339"/>
                    <a:pt x="15326" y="0"/>
                    <a:pt x="149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51"/>
            <p:cNvSpPr/>
            <p:nvPr/>
          </p:nvSpPr>
          <p:spPr>
            <a:xfrm>
              <a:off x="2991904" y="1760571"/>
              <a:ext cx="21961" cy="96633"/>
            </a:xfrm>
            <a:custGeom>
              <a:avLst/>
              <a:gdLst/>
              <a:ahLst/>
              <a:cxnLst/>
              <a:rect l="l" t="t" r="r" b="b"/>
              <a:pathLst>
                <a:path w="947" h="4167" extrusionOk="0">
                  <a:moveTo>
                    <a:pt x="471" y="1"/>
                  </a:moveTo>
                  <a:cubicBezTo>
                    <a:pt x="434" y="1"/>
                    <a:pt x="396" y="5"/>
                    <a:pt x="357" y="14"/>
                  </a:cubicBezTo>
                  <a:cubicBezTo>
                    <a:pt x="143" y="67"/>
                    <a:pt x="0" y="264"/>
                    <a:pt x="0" y="478"/>
                  </a:cubicBezTo>
                  <a:lnTo>
                    <a:pt x="0" y="3689"/>
                  </a:lnTo>
                  <a:cubicBezTo>
                    <a:pt x="0" y="3903"/>
                    <a:pt x="143" y="4100"/>
                    <a:pt x="357" y="4153"/>
                  </a:cubicBezTo>
                  <a:cubicBezTo>
                    <a:pt x="396" y="4162"/>
                    <a:pt x="434" y="4166"/>
                    <a:pt x="471" y="4166"/>
                  </a:cubicBezTo>
                  <a:cubicBezTo>
                    <a:pt x="734" y="4166"/>
                    <a:pt x="946" y="3955"/>
                    <a:pt x="946" y="3689"/>
                  </a:cubicBezTo>
                  <a:lnTo>
                    <a:pt x="946" y="478"/>
                  </a:lnTo>
                  <a:cubicBezTo>
                    <a:pt x="946" y="212"/>
                    <a:pt x="734" y="1"/>
                    <a:pt x="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51"/>
            <p:cNvSpPr/>
            <p:nvPr/>
          </p:nvSpPr>
          <p:spPr>
            <a:xfrm>
              <a:off x="3064306" y="1760571"/>
              <a:ext cx="21961" cy="96633"/>
            </a:xfrm>
            <a:custGeom>
              <a:avLst/>
              <a:gdLst/>
              <a:ahLst/>
              <a:cxnLst/>
              <a:rect l="l" t="t" r="r" b="b"/>
              <a:pathLst>
                <a:path w="947" h="4167" extrusionOk="0">
                  <a:moveTo>
                    <a:pt x="471" y="1"/>
                  </a:moveTo>
                  <a:cubicBezTo>
                    <a:pt x="434" y="1"/>
                    <a:pt x="396" y="5"/>
                    <a:pt x="358" y="14"/>
                  </a:cubicBezTo>
                  <a:cubicBezTo>
                    <a:pt x="144" y="67"/>
                    <a:pt x="1" y="264"/>
                    <a:pt x="1" y="478"/>
                  </a:cubicBezTo>
                  <a:lnTo>
                    <a:pt x="1" y="3689"/>
                  </a:lnTo>
                  <a:cubicBezTo>
                    <a:pt x="1" y="3903"/>
                    <a:pt x="144" y="4100"/>
                    <a:pt x="358" y="4153"/>
                  </a:cubicBezTo>
                  <a:cubicBezTo>
                    <a:pt x="396" y="4162"/>
                    <a:pt x="434" y="4166"/>
                    <a:pt x="471" y="4166"/>
                  </a:cubicBezTo>
                  <a:cubicBezTo>
                    <a:pt x="734" y="4166"/>
                    <a:pt x="946" y="3955"/>
                    <a:pt x="946" y="3689"/>
                  </a:cubicBezTo>
                  <a:lnTo>
                    <a:pt x="946" y="478"/>
                  </a:lnTo>
                  <a:cubicBezTo>
                    <a:pt x="946" y="212"/>
                    <a:pt x="734" y="1"/>
                    <a:pt x="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51"/>
            <p:cNvSpPr/>
            <p:nvPr/>
          </p:nvSpPr>
          <p:spPr>
            <a:xfrm>
              <a:off x="3132163" y="1760571"/>
              <a:ext cx="21961" cy="96633"/>
            </a:xfrm>
            <a:custGeom>
              <a:avLst/>
              <a:gdLst/>
              <a:ahLst/>
              <a:cxnLst/>
              <a:rect l="l" t="t" r="r" b="b"/>
              <a:pathLst>
                <a:path w="947" h="4167" extrusionOk="0">
                  <a:moveTo>
                    <a:pt x="471" y="1"/>
                  </a:moveTo>
                  <a:cubicBezTo>
                    <a:pt x="434" y="1"/>
                    <a:pt x="396" y="5"/>
                    <a:pt x="358" y="14"/>
                  </a:cubicBezTo>
                  <a:cubicBezTo>
                    <a:pt x="153" y="67"/>
                    <a:pt x="1" y="264"/>
                    <a:pt x="1" y="478"/>
                  </a:cubicBezTo>
                  <a:lnTo>
                    <a:pt x="1" y="3689"/>
                  </a:lnTo>
                  <a:cubicBezTo>
                    <a:pt x="1" y="3903"/>
                    <a:pt x="153" y="4100"/>
                    <a:pt x="358" y="4153"/>
                  </a:cubicBezTo>
                  <a:cubicBezTo>
                    <a:pt x="396" y="4162"/>
                    <a:pt x="434" y="4166"/>
                    <a:pt x="471" y="4166"/>
                  </a:cubicBezTo>
                  <a:cubicBezTo>
                    <a:pt x="734" y="4166"/>
                    <a:pt x="947" y="3955"/>
                    <a:pt x="947" y="3689"/>
                  </a:cubicBezTo>
                  <a:lnTo>
                    <a:pt x="947" y="478"/>
                  </a:lnTo>
                  <a:cubicBezTo>
                    <a:pt x="947" y="212"/>
                    <a:pt x="734" y="1"/>
                    <a:pt x="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51"/>
            <p:cNvSpPr/>
            <p:nvPr/>
          </p:nvSpPr>
          <p:spPr>
            <a:xfrm>
              <a:off x="3058323" y="1523582"/>
              <a:ext cx="33115" cy="192825"/>
            </a:xfrm>
            <a:custGeom>
              <a:avLst/>
              <a:gdLst/>
              <a:ahLst/>
              <a:cxnLst/>
              <a:rect l="l" t="t" r="r" b="b"/>
              <a:pathLst>
                <a:path w="1428" h="8315" extrusionOk="0">
                  <a:moveTo>
                    <a:pt x="723" y="1"/>
                  </a:moveTo>
                  <a:cubicBezTo>
                    <a:pt x="330" y="1"/>
                    <a:pt x="9" y="313"/>
                    <a:pt x="9" y="705"/>
                  </a:cubicBezTo>
                  <a:lnTo>
                    <a:pt x="9" y="7592"/>
                  </a:lnTo>
                  <a:cubicBezTo>
                    <a:pt x="0" y="7985"/>
                    <a:pt x="312" y="8306"/>
                    <a:pt x="705" y="8315"/>
                  </a:cubicBezTo>
                  <a:cubicBezTo>
                    <a:pt x="1097" y="8315"/>
                    <a:pt x="1419" y="8003"/>
                    <a:pt x="1427" y="7610"/>
                  </a:cubicBezTo>
                  <a:lnTo>
                    <a:pt x="1427" y="723"/>
                  </a:lnTo>
                  <a:cubicBezTo>
                    <a:pt x="1427" y="331"/>
                    <a:pt x="1115" y="9"/>
                    <a:pt x="7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51"/>
            <p:cNvSpPr/>
            <p:nvPr/>
          </p:nvSpPr>
          <p:spPr>
            <a:xfrm>
              <a:off x="3117483" y="1517042"/>
              <a:ext cx="123116" cy="156764"/>
            </a:xfrm>
            <a:custGeom>
              <a:avLst/>
              <a:gdLst/>
              <a:ahLst/>
              <a:cxnLst/>
              <a:rect l="l" t="t" r="r" b="b"/>
              <a:pathLst>
                <a:path w="5309" h="6760" extrusionOk="0">
                  <a:moveTo>
                    <a:pt x="2609" y="472"/>
                  </a:moveTo>
                  <a:cubicBezTo>
                    <a:pt x="2622" y="472"/>
                    <a:pt x="2635" y="475"/>
                    <a:pt x="2650" y="479"/>
                  </a:cubicBezTo>
                  <a:lnTo>
                    <a:pt x="4711" y="1683"/>
                  </a:lnTo>
                  <a:cubicBezTo>
                    <a:pt x="4800" y="1737"/>
                    <a:pt x="4836" y="1844"/>
                    <a:pt x="4827" y="1933"/>
                  </a:cubicBezTo>
                  <a:lnTo>
                    <a:pt x="4827" y="2540"/>
                  </a:lnTo>
                  <a:lnTo>
                    <a:pt x="2338" y="1085"/>
                  </a:lnTo>
                  <a:cubicBezTo>
                    <a:pt x="2436" y="791"/>
                    <a:pt x="2418" y="845"/>
                    <a:pt x="2516" y="550"/>
                  </a:cubicBezTo>
                  <a:lnTo>
                    <a:pt x="2525" y="550"/>
                  </a:lnTo>
                  <a:cubicBezTo>
                    <a:pt x="2539" y="496"/>
                    <a:pt x="2568" y="472"/>
                    <a:pt x="2609" y="472"/>
                  </a:cubicBezTo>
                  <a:close/>
                  <a:moveTo>
                    <a:pt x="1267" y="3396"/>
                  </a:moveTo>
                  <a:cubicBezTo>
                    <a:pt x="1704" y="3396"/>
                    <a:pt x="2061" y="3753"/>
                    <a:pt x="2061" y="4190"/>
                  </a:cubicBezTo>
                  <a:cubicBezTo>
                    <a:pt x="2061" y="4627"/>
                    <a:pt x="1704" y="4975"/>
                    <a:pt x="1267" y="4975"/>
                  </a:cubicBezTo>
                  <a:cubicBezTo>
                    <a:pt x="830" y="4975"/>
                    <a:pt x="473" y="4627"/>
                    <a:pt x="473" y="4190"/>
                  </a:cubicBezTo>
                  <a:cubicBezTo>
                    <a:pt x="473" y="3753"/>
                    <a:pt x="830" y="3396"/>
                    <a:pt x="1267" y="3396"/>
                  </a:cubicBezTo>
                  <a:close/>
                  <a:moveTo>
                    <a:pt x="4024" y="4716"/>
                  </a:moveTo>
                  <a:cubicBezTo>
                    <a:pt x="4461" y="4716"/>
                    <a:pt x="4818" y="5064"/>
                    <a:pt x="4818" y="5501"/>
                  </a:cubicBezTo>
                  <a:cubicBezTo>
                    <a:pt x="4818" y="5938"/>
                    <a:pt x="4461" y="6286"/>
                    <a:pt x="4024" y="6286"/>
                  </a:cubicBezTo>
                  <a:cubicBezTo>
                    <a:pt x="3587" y="6286"/>
                    <a:pt x="3230" y="5938"/>
                    <a:pt x="3230" y="5501"/>
                  </a:cubicBezTo>
                  <a:cubicBezTo>
                    <a:pt x="3230" y="5064"/>
                    <a:pt x="3587" y="4716"/>
                    <a:pt x="4024" y="4716"/>
                  </a:cubicBezTo>
                  <a:close/>
                  <a:moveTo>
                    <a:pt x="2618" y="1"/>
                  </a:moveTo>
                  <a:cubicBezTo>
                    <a:pt x="2309" y="1"/>
                    <a:pt x="2032" y="275"/>
                    <a:pt x="2052" y="613"/>
                  </a:cubicBezTo>
                  <a:lnTo>
                    <a:pt x="2052" y="3209"/>
                  </a:lnTo>
                  <a:cubicBezTo>
                    <a:pt x="1838" y="3030"/>
                    <a:pt x="1562" y="2923"/>
                    <a:pt x="1267" y="2923"/>
                  </a:cubicBezTo>
                  <a:cubicBezTo>
                    <a:pt x="563" y="2923"/>
                    <a:pt x="1" y="3494"/>
                    <a:pt x="1" y="4190"/>
                  </a:cubicBezTo>
                  <a:cubicBezTo>
                    <a:pt x="1" y="4886"/>
                    <a:pt x="563" y="5448"/>
                    <a:pt x="1267" y="5448"/>
                  </a:cubicBezTo>
                  <a:cubicBezTo>
                    <a:pt x="1901" y="5448"/>
                    <a:pt x="2525" y="4913"/>
                    <a:pt x="2525" y="4252"/>
                  </a:cubicBezTo>
                  <a:lnTo>
                    <a:pt x="2525" y="1746"/>
                  </a:lnTo>
                  <a:lnTo>
                    <a:pt x="4827" y="3084"/>
                  </a:lnTo>
                  <a:lnTo>
                    <a:pt x="4827" y="4520"/>
                  </a:lnTo>
                  <a:cubicBezTo>
                    <a:pt x="4613" y="4342"/>
                    <a:pt x="4336" y="4243"/>
                    <a:pt x="4033" y="4243"/>
                  </a:cubicBezTo>
                  <a:cubicBezTo>
                    <a:pt x="3337" y="4243"/>
                    <a:pt x="2775" y="4805"/>
                    <a:pt x="2775" y="5501"/>
                  </a:cubicBezTo>
                  <a:cubicBezTo>
                    <a:pt x="2775" y="6197"/>
                    <a:pt x="3337" y="6759"/>
                    <a:pt x="4033" y="6759"/>
                  </a:cubicBezTo>
                  <a:cubicBezTo>
                    <a:pt x="4675" y="6759"/>
                    <a:pt x="5300" y="6224"/>
                    <a:pt x="5300" y="5564"/>
                  </a:cubicBezTo>
                  <a:lnTo>
                    <a:pt x="5300" y="1933"/>
                  </a:lnTo>
                  <a:cubicBezTo>
                    <a:pt x="5309" y="1674"/>
                    <a:pt x="5184" y="1416"/>
                    <a:pt x="4952" y="1273"/>
                  </a:cubicBezTo>
                  <a:lnTo>
                    <a:pt x="2891" y="77"/>
                  </a:lnTo>
                  <a:cubicBezTo>
                    <a:pt x="2802" y="25"/>
                    <a:pt x="2708" y="1"/>
                    <a:pt x="2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51"/>
            <p:cNvSpPr/>
            <p:nvPr/>
          </p:nvSpPr>
          <p:spPr>
            <a:xfrm>
              <a:off x="2909344" y="1517158"/>
              <a:ext cx="123116" cy="156741"/>
            </a:xfrm>
            <a:custGeom>
              <a:avLst/>
              <a:gdLst/>
              <a:ahLst/>
              <a:cxnLst/>
              <a:rect l="l" t="t" r="r" b="b"/>
              <a:pathLst>
                <a:path w="5309" h="6759" extrusionOk="0">
                  <a:moveTo>
                    <a:pt x="1286" y="474"/>
                  </a:moveTo>
                  <a:cubicBezTo>
                    <a:pt x="1723" y="474"/>
                    <a:pt x="2080" y="822"/>
                    <a:pt x="2080" y="1259"/>
                  </a:cubicBezTo>
                  <a:cubicBezTo>
                    <a:pt x="2080" y="1696"/>
                    <a:pt x="1723" y="2053"/>
                    <a:pt x="1286" y="2053"/>
                  </a:cubicBezTo>
                  <a:cubicBezTo>
                    <a:pt x="848" y="2053"/>
                    <a:pt x="501" y="1696"/>
                    <a:pt x="501" y="1259"/>
                  </a:cubicBezTo>
                  <a:cubicBezTo>
                    <a:pt x="501" y="822"/>
                    <a:pt x="848" y="474"/>
                    <a:pt x="1286" y="474"/>
                  </a:cubicBezTo>
                  <a:close/>
                  <a:moveTo>
                    <a:pt x="4051" y="1785"/>
                  </a:moveTo>
                  <a:cubicBezTo>
                    <a:pt x="4488" y="1785"/>
                    <a:pt x="4836" y="2142"/>
                    <a:pt x="4836" y="2570"/>
                  </a:cubicBezTo>
                  <a:cubicBezTo>
                    <a:pt x="4836" y="3007"/>
                    <a:pt x="4488" y="3364"/>
                    <a:pt x="4051" y="3364"/>
                  </a:cubicBezTo>
                  <a:cubicBezTo>
                    <a:pt x="3614" y="3364"/>
                    <a:pt x="3257" y="3007"/>
                    <a:pt x="3257" y="2570"/>
                  </a:cubicBezTo>
                  <a:cubicBezTo>
                    <a:pt x="3257" y="2142"/>
                    <a:pt x="3614" y="1785"/>
                    <a:pt x="4051" y="1785"/>
                  </a:cubicBezTo>
                  <a:close/>
                  <a:moveTo>
                    <a:pt x="474" y="4221"/>
                  </a:moveTo>
                  <a:lnTo>
                    <a:pt x="2775" y="5568"/>
                  </a:lnTo>
                  <a:lnTo>
                    <a:pt x="2775" y="6148"/>
                  </a:lnTo>
                  <a:cubicBezTo>
                    <a:pt x="2783" y="6206"/>
                    <a:pt x="2760" y="6295"/>
                    <a:pt x="2697" y="6295"/>
                  </a:cubicBezTo>
                  <a:cubicBezTo>
                    <a:pt x="2683" y="6295"/>
                    <a:pt x="2668" y="6291"/>
                    <a:pt x="2651" y="6281"/>
                  </a:cubicBezTo>
                  <a:lnTo>
                    <a:pt x="590" y="5077"/>
                  </a:lnTo>
                  <a:cubicBezTo>
                    <a:pt x="509" y="5024"/>
                    <a:pt x="474" y="4925"/>
                    <a:pt x="474" y="4827"/>
                  </a:cubicBezTo>
                  <a:lnTo>
                    <a:pt x="474" y="4221"/>
                  </a:lnTo>
                  <a:close/>
                  <a:moveTo>
                    <a:pt x="1286" y="1"/>
                  </a:moveTo>
                  <a:cubicBezTo>
                    <a:pt x="652" y="1"/>
                    <a:pt x="1" y="1196"/>
                    <a:pt x="1" y="1196"/>
                  </a:cubicBezTo>
                  <a:lnTo>
                    <a:pt x="1" y="4827"/>
                  </a:lnTo>
                  <a:cubicBezTo>
                    <a:pt x="1" y="5086"/>
                    <a:pt x="126" y="5354"/>
                    <a:pt x="358" y="5487"/>
                  </a:cubicBezTo>
                  <a:lnTo>
                    <a:pt x="2410" y="6683"/>
                  </a:lnTo>
                  <a:cubicBezTo>
                    <a:pt x="2500" y="6735"/>
                    <a:pt x="2592" y="6758"/>
                    <a:pt x="2681" y="6758"/>
                  </a:cubicBezTo>
                  <a:cubicBezTo>
                    <a:pt x="2988" y="6758"/>
                    <a:pt x="3255" y="6480"/>
                    <a:pt x="3248" y="6148"/>
                  </a:cubicBezTo>
                  <a:lnTo>
                    <a:pt x="3248" y="5425"/>
                  </a:lnTo>
                  <a:lnTo>
                    <a:pt x="3248" y="3560"/>
                  </a:lnTo>
                  <a:cubicBezTo>
                    <a:pt x="3471" y="3730"/>
                    <a:pt x="3748" y="3837"/>
                    <a:pt x="4051" y="3837"/>
                  </a:cubicBezTo>
                  <a:cubicBezTo>
                    <a:pt x="4747" y="3837"/>
                    <a:pt x="5309" y="3266"/>
                    <a:pt x="5309" y="2570"/>
                  </a:cubicBezTo>
                  <a:cubicBezTo>
                    <a:pt x="5309" y="1874"/>
                    <a:pt x="4747" y="1312"/>
                    <a:pt x="4051" y="1312"/>
                  </a:cubicBezTo>
                  <a:cubicBezTo>
                    <a:pt x="3391" y="1312"/>
                    <a:pt x="2811" y="2463"/>
                    <a:pt x="2811" y="2463"/>
                  </a:cubicBezTo>
                  <a:cubicBezTo>
                    <a:pt x="2811" y="2463"/>
                    <a:pt x="2802" y="4212"/>
                    <a:pt x="2802" y="5015"/>
                  </a:cubicBezTo>
                  <a:lnTo>
                    <a:pt x="509" y="3676"/>
                  </a:lnTo>
                  <a:lnTo>
                    <a:pt x="509" y="2240"/>
                  </a:lnTo>
                  <a:cubicBezTo>
                    <a:pt x="509" y="2240"/>
                    <a:pt x="991" y="2526"/>
                    <a:pt x="1286" y="2526"/>
                  </a:cubicBezTo>
                  <a:cubicBezTo>
                    <a:pt x="1990" y="2526"/>
                    <a:pt x="2552" y="1955"/>
                    <a:pt x="2552" y="1259"/>
                  </a:cubicBezTo>
                  <a:cubicBezTo>
                    <a:pt x="2552" y="563"/>
                    <a:pt x="1990" y="1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51"/>
            <p:cNvSpPr/>
            <p:nvPr/>
          </p:nvSpPr>
          <p:spPr>
            <a:xfrm>
              <a:off x="2887429" y="1518202"/>
              <a:ext cx="373429" cy="373429"/>
            </a:xfrm>
            <a:custGeom>
              <a:avLst/>
              <a:gdLst/>
              <a:ahLst/>
              <a:cxnLst/>
              <a:rect l="l" t="t" r="r" b="b"/>
              <a:pathLst>
                <a:path w="16103" h="16103" extrusionOk="0">
                  <a:moveTo>
                    <a:pt x="15157" y="8038"/>
                  </a:moveTo>
                  <a:cubicBezTo>
                    <a:pt x="15452" y="8038"/>
                    <a:pt x="15684" y="8270"/>
                    <a:pt x="15684" y="8556"/>
                  </a:cubicBezTo>
                  <a:cubicBezTo>
                    <a:pt x="15684" y="8841"/>
                    <a:pt x="15452" y="9073"/>
                    <a:pt x="15157" y="9073"/>
                  </a:cubicBezTo>
                  <a:lnTo>
                    <a:pt x="1017" y="9073"/>
                  </a:lnTo>
                  <a:cubicBezTo>
                    <a:pt x="750" y="9073"/>
                    <a:pt x="518" y="8868"/>
                    <a:pt x="500" y="8600"/>
                  </a:cubicBezTo>
                  <a:cubicBezTo>
                    <a:pt x="473" y="8288"/>
                    <a:pt x="723" y="8038"/>
                    <a:pt x="1035" y="8038"/>
                  </a:cubicBezTo>
                  <a:lnTo>
                    <a:pt x="7146" y="8038"/>
                  </a:lnTo>
                  <a:cubicBezTo>
                    <a:pt x="7226" y="8476"/>
                    <a:pt x="7610" y="8815"/>
                    <a:pt x="8074" y="8823"/>
                  </a:cubicBezTo>
                  <a:cubicBezTo>
                    <a:pt x="8538" y="8823"/>
                    <a:pt x="8957" y="8493"/>
                    <a:pt x="9028" y="8038"/>
                  </a:cubicBezTo>
                  <a:close/>
                  <a:moveTo>
                    <a:pt x="8101" y="1"/>
                  </a:moveTo>
                  <a:cubicBezTo>
                    <a:pt x="7583" y="1"/>
                    <a:pt x="7164" y="429"/>
                    <a:pt x="7155" y="937"/>
                  </a:cubicBezTo>
                  <a:lnTo>
                    <a:pt x="7155" y="1865"/>
                  </a:lnTo>
                  <a:cubicBezTo>
                    <a:pt x="7155" y="1990"/>
                    <a:pt x="7262" y="2070"/>
                    <a:pt x="7378" y="2088"/>
                  </a:cubicBezTo>
                  <a:cubicBezTo>
                    <a:pt x="7494" y="2088"/>
                    <a:pt x="7592" y="1981"/>
                    <a:pt x="7592" y="1865"/>
                  </a:cubicBezTo>
                  <a:lnTo>
                    <a:pt x="7592" y="902"/>
                  </a:lnTo>
                  <a:cubicBezTo>
                    <a:pt x="7601" y="643"/>
                    <a:pt x="7824" y="420"/>
                    <a:pt x="8092" y="420"/>
                  </a:cubicBezTo>
                  <a:cubicBezTo>
                    <a:pt x="8359" y="429"/>
                    <a:pt x="8573" y="652"/>
                    <a:pt x="8573" y="919"/>
                  </a:cubicBezTo>
                  <a:lnTo>
                    <a:pt x="8573" y="7878"/>
                  </a:lnTo>
                  <a:cubicBezTo>
                    <a:pt x="8573" y="8145"/>
                    <a:pt x="8342" y="8360"/>
                    <a:pt x="8074" y="8360"/>
                  </a:cubicBezTo>
                  <a:cubicBezTo>
                    <a:pt x="7806" y="8351"/>
                    <a:pt x="7592" y="8137"/>
                    <a:pt x="7592" y="7860"/>
                  </a:cubicBezTo>
                  <a:lnTo>
                    <a:pt x="7601" y="3114"/>
                  </a:lnTo>
                  <a:cubicBezTo>
                    <a:pt x="7601" y="2961"/>
                    <a:pt x="7479" y="2883"/>
                    <a:pt x="7358" y="2883"/>
                  </a:cubicBezTo>
                  <a:cubicBezTo>
                    <a:pt x="7238" y="2883"/>
                    <a:pt x="7119" y="2959"/>
                    <a:pt x="7119" y="3114"/>
                  </a:cubicBezTo>
                  <a:lnTo>
                    <a:pt x="7119" y="7566"/>
                  </a:lnTo>
                  <a:lnTo>
                    <a:pt x="1000" y="7566"/>
                  </a:lnTo>
                  <a:cubicBezTo>
                    <a:pt x="455" y="7566"/>
                    <a:pt x="0" y="8012"/>
                    <a:pt x="0" y="8565"/>
                  </a:cubicBezTo>
                  <a:cubicBezTo>
                    <a:pt x="0" y="9064"/>
                    <a:pt x="384" y="9484"/>
                    <a:pt x="866" y="9555"/>
                  </a:cubicBezTo>
                  <a:lnTo>
                    <a:pt x="2329" y="14997"/>
                  </a:lnTo>
                  <a:cubicBezTo>
                    <a:pt x="2507" y="15648"/>
                    <a:pt x="3096" y="16103"/>
                    <a:pt x="3774" y="16103"/>
                  </a:cubicBezTo>
                  <a:lnTo>
                    <a:pt x="12508" y="16103"/>
                  </a:lnTo>
                  <a:cubicBezTo>
                    <a:pt x="12508" y="16103"/>
                    <a:pt x="13810" y="15612"/>
                    <a:pt x="13962" y="14925"/>
                  </a:cubicBezTo>
                  <a:lnTo>
                    <a:pt x="14247" y="13659"/>
                  </a:lnTo>
                  <a:cubicBezTo>
                    <a:pt x="14283" y="13483"/>
                    <a:pt x="14143" y="13376"/>
                    <a:pt x="14007" y="13376"/>
                  </a:cubicBezTo>
                  <a:cubicBezTo>
                    <a:pt x="13907" y="13376"/>
                    <a:pt x="13810" y="13433"/>
                    <a:pt x="13783" y="13561"/>
                  </a:cubicBezTo>
                  <a:lnTo>
                    <a:pt x="13507" y="14818"/>
                  </a:lnTo>
                  <a:cubicBezTo>
                    <a:pt x="13400" y="15291"/>
                    <a:pt x="12508" y="15595"/>
                    <a:pt x="12508" y="15595"/>
                  </a:cubicBezTo>
                  <a:lnTo>
                    <a:pt x="3783" y="15595"/>
                  </a:lnTo>
                  <a:cubicBezTo>
                    <a:pt x="3328" y="15595"/>
                    <a:pt x="2926" y="15291"/>
                    <a:pt x="2802" y="14845"/>
                  </a:cubicBezTo>
                  <a:lnTo>
                    <a:pt x="1383" y="9546"/>
                  </a:lnTo>
                  <a:lnTo>
                    <a:pt x="14613" y="9546"/>
                  </a:lnTo>
                  <a:lnTo>
                    <a:pt x="14033" y="12205"/>
                  </a:lnTo>
                  <a:cubicBezTo>
                    <a:pt x="13996" y="12372"/>
                    <a:pt x="14138" y="12482"/>
                    <a:pt x="14276" y="12482"/>
                  </a:cubicBezTo>
                  <a:cubicBezTo>
                    <a:pt x="14373" y="12482"/>
                    <a:pt x="14468" y="12428"/>
                    <a:pt x="14497" y="12303"/>
                  </a:cubicBezTo>
                  <a:lnTo>
                    <a:pt x="15095" y="9546"/>
                  </a:lnTo>
                  <a:lnTo>
                    <a:pt x="15113" y="9546"/>
                  </a:lnTo>
                  <a:cubicBezTo>
                    <a:pt x="15657" y="9546"/>
                    <a:pt x="16103" y="9100"/>
                    <a:pt x="16103" y="8556"/>
                  </a:cubicBezTo>
                  <a:cubicBezTo>
                    <a:pt x="16103" y="8012"/>
                    <a:pt x="15657" y="7566"/>
                    <a:pt x="15113" y="7566"/>
                  </a:cubicBezTo>
                  <a:lnTo>
                    <a:pt x="9046" y="7566"/>
                  </a:lnTo>
                  <a:lnTo>
                    <a:pt x="9046" y="964"/>
                  </a:lnTo>
                  <a:cubicBezTo>
                    <a:pt x="9055" y="447"/>
                    <a:pt x="8618" y="1"/>
                    <a:pt x="8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51"/>
            <p:cNvSpPr/>
            <p:nvPr/>
          </p:nvSpPr>
          <p:spPr>
            <a:xfrm>
              <a:off x="2986941" y="1755167"/>
              <a:ext cx="32907" cy="107439"/>
            </a:xfrm>
            <a:custGeom>
              <a:avLst/>
              <a:gdLst/>
              <a:ahLst/>
              <a:cxnLst/>
              <a:rect l="l" t="t" r="r" b="b"/>
              <a:pathLst>
                <a:path w="1419" h="4633" extrusionOk="0">
                  <a:moveTo>
                    <a:pt x="710" y="457"/>
                  </a:moveTo>
                  <a:cubicBezTo>
                    <a:pt x="839" y="457"/>
                    <a:pt x="946" y="566"/>
                    <a:pt x="946" y="693"/>
                  </a:cubicBezTo>
                  <a:lnTo>
                    <a:pt x="946" y="3940"/>
                  </a:lnTo>
                  <a:cubicBezTo>
                    <a:pt x="946" y="4038"/>
                    <a:pt x="875" y="4136"/>
                    <a:pt x="785" y="4163"/>
                  </a:cubicBezTo>
                  <a:cubicBezTo>
                    <a:pt x="758" y="4172"/>
                    <a:pt x="732" y="4176"/>
                    <a:pt x="706" y="4176"/>
                  </a:cubicBezTo>
                  <a:cubicBezTo>
                    <a:pt x="574" y="4176"/>
                    <a:pt x="473" y="4067"/>
                    <a:pt x="473" y="3940"/>
                  </a:cubicBezTo>
                  <a:lnTo>
                    <a:pt x="473" y="693"/>
                  </a:lnTo>
                  <a:cubicBezTo>
                    <a:pt x="473" y="595"/>
                    <a:pt x="536" y="497"/>
                    <a:pt x="634" y="470"/>
                  </a:cubicBezTo>
                  <a:cubicBezTo>
                    <a:pt x="660" y="461"/>
                    <a:pt x="685" y="457"/>
                    <a:pt x="710" y="457"/>
                  </a:cubicBezTo>
                  <a:close/>
                  <a:moveTo>
                    <a:pt x="705" y="1"/>
                  </a:moveTo>
                  <a:cubicBezTo>
                    <a:pt x="314" y="1"/>
                    <a:pt x="0" y="320"/>
                    <a:pt x="0" y="711"/>
                  </a:cubicBezTo>
                  <a:lnTo>
                    <a:pt x="0" y="3913"/>
                  </a:lnTo>
                  <a:cubicBezTo>
                    <a:pt x="0" y="4244"/>
                    <a:pt x="232" y="4547"/>
                    <a:pt x="562" y="4618"/>
                  </a:cubicBezTo>
                  <a:cubicBezTo>
                    <a:pt x="611" y="4628"/>
                    <a:pt x="659" y="4632"/>
                    <a:pt x="706" y="4632"/>
                  </a:cubicBezTo>
                  <a:cubicBezTo>
                    <a:pt x="1098" y="4632"/>
                    <a:pt x="1419" y="4313"/>
                    <a:pt x="1419" y="3922"/>
                  </a:cubicBezTo>
                  <a:lnTo>
                    <a:pt x="1419" y="720"/>
                  </a:lnTo>
                  <a:cubicBezTo>
                    <a:pt x="1419" y="390"/>
                    <a:pt x="1187" y="86"/>
                    <a:pt x="848" y="15"/>
                  </a:cubicBezTo>
                  <a:cubicBezTo>
                    <a:pt x="799" y="5"/>
                    <a:pt x="752" y="1"/>
                    <a:pt x="7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51"/>
            <p:cNvSpPr/>
            <p:nvPr/>
          </p:nvSpPr>
          <p:spPr>
            <a:xfrm>
              <a:off x="3058532" y="1755167"/>
              <a:ext cx="32907" cy="107439"/>
            </a:xfrm>
            <a:custGeom>
              <a:avLst/>
              <a:gdLst/>
              <a:ahLst/>
              <a:cxnLst/>
              <a:rect l="l" t="t" r="r" b="b"/>
              <a:pathLst>
                <a:path w="1419" h="4633" extrusionOk="0">
                  <a:moveTo>
                    <a:pt x="710" y="457"/>
                  </a:moveTo>
                  <a:cubicBezTo>
                    <a:pt x="839" y="457"/>
                    <a:pt x="946" y="566"/>
                    <a:pt x="946" y="693"/>
                  </a:cubicBezTo>
                  <a:lnTo>
                    <a:pt x="946" y="3940"/>
                  </a:lnTo>
                  <a:cubicBezTo>
                    <a:pt x="946" y="4038"/>
                    <a:pt x="883" y="4136"/>
                    <a:pt x="785" y="4163"/>
                  </a:cubicBezTo>
                  <a:cubicBezTo>
                    <a:pt x="759" y="4172"/>
                    <a:pt x="734" y="4176"/>
                    <a:pt x="709" y="4176"/>
                  </a:cubicBezTo>
                  <a:cubicBezTo>
                    <a:pt x="580" y="4176"/>
                    <a:pt x="473" y="4067"/>
                    <a:pt x="473" y="3940"/>
                  </a:cubicBezTo>
                  <a:lnTo>
                    <a:pt x="473" y="693"/>
                  </a:lnTo>
                  <a:cubicBezTo>
                    <a:pt x="473" y="595"/>
                    <a:pt x="535" y="497"/>
                    <a:pt x="633" y="470"/>
                  </a:cubicBezTo>
                  <a:cubicBezTo>
                    <a:pt x="659" y="461"/>
                    <a:pt x="685" y="457"/>
                    <a:pt x="710" y="457"/>
                  </a:cubicBezTo>
                  <a:close/>
                  <a:moveTo>
                    <a:pt x="713" y="1"/>
                  </a:moveTo>
                  <a:cubicBezTo>
                    <a:pt x="320" y="1"/>
                    <a:pt x="0" y="320"/>
                    <a:pt x="0" y="711"/>
                  </a:cubicBezTo>
                  <a:lnTo>
                    <a:pt x="0" y="3913"/>
                  </a:lnTo>
                  <a:cubicBezTo>
                    <a:pt x="0" y="4244"/>
                    <a:pt x="232" y="4547"/>
                    <a:pt x="562" y="4618"/>
                  </a:cubicBezTo>
                  <a:cubicBezTo>
                    <a:pt x="611" y="4628"/>
                    <a:pt x="658" y="4632"/>
                    <a:pt x="705" y="4632"/>
                  </a:cubicBezTo>
                  <a:cubicBezTo>
                    <a:pt x="1098" y="4632"/>
                    <a:pt x="1418" y="4313"/>
                    <a:pt x="1418" y="3922"/>
                  </a:cubicBezTo>
                  <a:lnTo>
                    <a:pt x="1418" y="720"/>
                  </a:lnTo>
                  <a:cubicBezTo>
                    <a:pt x="1418" y="390"/>
                    <a:pt x="1187" y="86"/>
                    <a:pt x="856" y="15"/>
                  </a:cubicBezTo>
                  <a:cubicBezTo>
                    <a:pt x="808" y="5"/>
                    <a:pt x="760" y="1"/>
                    <a:pt x="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51"/>
            <p:cNvSpPr/>
            <p:nvPr/>
          </p:nvSpPr>
          <p:spPr>
            <a:xfrm>
              <a:off x="3126388" y="1755167"/>
              <a:ext cx="32907" cy="107439"/>
            </a:xfrm>
            <a:custGeom>
              <a:avLst/>
              <a:gdLst/>
              <a:ahLst/>
              <a:cxnLst/>
              <a:rect l="l" t="t" r="r" b="b"/>
              <a:pathLst>
                <a:path w="1419" h="4633" extrusionOk="0">
                  <a:moveTo>
                    <a:pt x="710" y="457"/>
                  </a:moveTo>
                  <a:cubicBezTo>
                    <a:pt x="839" y="457"/>
                    <a:pt x="946" y="566"/>
                    <a:pt x="946" y="693"/>
                  </a:cubicBezTo>
                  <a:lnTo>
                    <a:pt x="946" y="3940"/>
                  </a:lnTo>
                  <a:cubicBezTo>
                    <a:pt x="946" y="4038"/>
                    <a:pt x="883" y="4136"/>
                    <a:pt x="785" y="4163"/>
                  </a:cubicBezTo>
                  <a:cubicBezTo>
                    <a:pt x="759" y="4172"/>
                    <a:pt x="734" y="4176"/>
                    <a:pt x="709" y="4176"/>
                  </a:cubicBezTo>
                  <a:cubicBezTo>
                    <a:pt x="580" y="4176"/>
                    <a:pt x="473" y="4067"/>
                    <a:pt x="473" y="3940"/>
                  </a:cubicBezTo>
                  <a:lnTo>
                    <a:pt x="473" y="693"/>
                  </a:lnTo>
                  <a:cubicBezTo>
                    <a:pt x="473" y="595"/>
                    <a:pt x="535" y="497"/>
                    <a:pt x="634" y="470"/>
                  </a:cubicBezTo>
                  <a:cubicBezTo>
                    <a:pt x="659" y="461"/>
                    <a:pt x="685" y="457"/>
                    <a:pt x="710" y="457"/>
                  </a:cubicBezTo>
                  <a:close/>
                  <a:moveTo>
                    <a:pt x="713" y="1"/>
                  </a:moveTo>
                  <a:cubicBezTo>
                    <a:pt x="321" y="1"/>
                    <a:pt x="0" y="320"/>
                    <a:pt x="0" y="711"/>
                  </a:cubicBezTo>
                  <a:lnTo>
                    <a:pt x="0" y="3913"/>
                  </a:lnTo>
                  <a:cubicBezTo>
                    <a:pt x="0" y="4244"/>
                    <a:pt x="232" y="4547"/>
                    <a:pt x="562" y="4618"/>
                  </a:cubicBezTo>
                  <a:cubicBezTo>
                    <a:pt x="611" y="4628"/>
                    <a:pt x="659" y="4632"/>
                    <a:pt x="705" y="4632"/>
                  </a:cubicBezTo>
                  <a:cubicBezTo>
                    <a:pt x="1098" y="4632"/>
                    <a:pt x="1419" y="4313"/>
                    <a:pt x="1419" y="3922"/>
                  </a:cubicBezTo>
                  <a:lnTo>
                    <a:pt x="1419" y="720"/>
                  </a:lnTo>
                  <a:cubicBezTo>
                    <a:pt x="1419" y="390"/>
                    <a:pt x="1187" y="86"/>
                    <a:pt x="857" y="15"/>
                  </a:cubicBezTo>
                  <a:cubicBezTo>
                    <a:pt x="808" y="5"/>
                    <a:pt x="760" y="1"/>
                    <a:pt x="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5" name="Google Shape;3365;p51"/>
          <p:cNvGrpSpPr/>
          <p:nvPr/>
        </p:nvGrpSpPr>
        <p:grpSpPr>
          <a:xfrm>
            <a:off x="1347643" y="2998673"/>
            <a:ext cx="358432" cy="357057"/>
            <a:chOff x="5485722" y="3769536"/>
            <a:chExt cx="374890" cy="373452"/>
          </a:xfrm>
        </p:grpSpPr>
        <p:sp>
          <p:nvSpPr>
            <p:cNvPr id="3366" name="Google Shape;3366;p51"/>
            <p:cNvSpPr/>
            <p:nvPr/>
          </p:nvSpPr>
          <p:spPr>
            <a:xfrm>
              <a:off x="5491728" y="3895115"/>
              <a:ext cx="363086" cy="242707"/>
            </a:xfrm>
            <a:custGeom>
              <a:avLst/>
              <a:gdLst/>
              <a:ahLst/>
              <a:cxnLst/>
              <a:rect l="l" t="t" r="r" b="b"/>
              <a:pathLst>
                <a:path w="15657" h="10466" extrusionOk="0">
                  <a:moveTo>
                    <a:pt x="937" y="1"/>
                  </a:moveTo>
                  <a:cubicBezTo>
                    <a:pt x="420" y="1"/>
                    <a:pt x="0" y="429"/>
                    <a:pt x="0" y="947"/>
                  </a:cubicBezTo>
                  <a:lnTo>
                    <a:pt x="0" y="9520"/>
                  </a:lnTo>
                  <a:cubicBezTo>
                    <a:pt x="0" y="10046"/>
                    <a:pt x="420" y="10465"/>
                    <a:pt x="937" y="10465"/>
                  </a:cubicBezTo>
                  <a:lnTo>
                    <a:pt x="14711" y="10465"/>
                  </a:lnTo>
                  <a:cubicBezTo>
                    <a:pt x="15238" y="10465"/>
                    <a:pt x="15657" y="10046"/>
                    <a:pt x="15657" y="9520"/>
                  </a:cubicBezTo>
                  <a:lnTo>
                    <a:pt x="15657" y="947"/>
                  </a:lnTo>
                  <a:cubicBezTo>
                    <a:pt x="15657" y="429"/>
                    <a:pt x="15238" y="1"/>
                    <a:pt x="14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51"/>
            <p:cNvSpPr/>
            <p:nvPr/>
          </p:nvSpPr>
          <p:spPr>
            <a:xfrm>
              <a:off x="5543444" y="3774707"/>
              <a:ext cx="154979" cy="235263"/>
            </a:xfrm>
            <a:custGeom>
              <a:avLst/>
              <a:gdLst/>
              <a:ahLst/>
              <a:cxnLst/>
              <a:rect l="l" t="t" r="r" b="b"/>
              <a:pathLst>
                <a:path w="6683" h="10145" extrusionOk="0">
                  <a:moveTo>
                    <a:pt x="1" y="1"/>
                  </a:moveTo>
                  <a:lnTo>
                    <a:pt x="1" y="3088"/>
                  </a:lnTo>
                  <a:lnTo>
                    <a:pt x="572" y="3730"/>
                  </a:lnTo>
                  <a:lnTo>
                    <a:pt x="1" y="4372"/>
                  </a:lnTo>
                  <a:lnTo>
                    <a:pt x="1" y="10144"/>
                  </a:lnTo>
                  <a:lnTo>
                    <a:pt x="6683" y="10144"/>
                  </a:lnTo>
                  <a:lnTo>
                    <a:pt x="6683" y="4372"/>
                  </a:lnTo>
                  <a:lnTo>
                    <a:pt x="6121" y="3730"/>
                  </a:lnTo>
                  <a:lnTo>
                    <a:pt x="6683" y="3088"/>
                  </a:lnTo>
                  <a:lnTo>
                    <a:pt x="6683" y="1"/>
                  </a:lnTo>
                  <a:lnTo>
                    <a:pt x="4934" y="1"/>
                  </a:lnTo>
                  <a:cubicBezTo>
                    <a:pt x="4934" y="875"/>
                    <a:pt x="4220" y="1589"/>
                    <a:pt x="3346" y="1589"/>
                  </a:cubicBezTo>
                  <a:cubicBezTo>
                    <a:pt x="2463" y="1589"/>
                    <a:pt x="1758" y="875"/>
                    <a:pt x="17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51"/>
            <p:cNvSpPr/>
            <p:nvPr/>
          </p:nvSpPr>
          <p:spPr>
            <a:xfrm>
              <a:off x="5585234" y="3901747"/>
              <a:ext cx="70776" cy="143801"/>
            </a:xfrm>
            <a:custGeom>
              <a:avLst/>
              <a:gdLst/>
              <a:ahLst/>
              <a:cxnLst/>
              <a:rect l="l" t="t" r="r" b="b"/>
              <a:pathLst>
                <a:path w="3052" h="6201" extrusionOk="0">
                  <a:moveTo>
                    <a:pt x="1" y="0"/>
                  </a:moveTo>
                  <a:lnTo>
                    <a:pt x="1" y="4675"/>
                  </a:lnTo>
                  <a:lnTo>
                    <a:pt x="3052" y="6200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51"/>
            <p:cNvSpPr/>
            <p:nvPr/>
          </p:nvSpPr>
          <p:spPr>
            <a:xfrm>
              <a:off x="5655990" y="3821483"/>
              <a:ext cx="154979" cy="235239"/>
            </a:xfrm>
            <a:custGeom>
              <a:avLst/>
              <a:gdLst/>
              <a:ahLst/>
              <a:cxnLst/>
              <a:rect l="l" t="t" r="r" b="b"/>
              <a:pathLst>
                <a:path w="6683" h="10144" extrusionOk="0">
                  <a:moveTo>
                    <a:pt x="946" y="0"/>
                  </a:moveTo>
                  <a:cubicBezTo>
                    <a:pt x="429" y="0"/>
                    <a:pt x="1" y="419"/>
                    <a:pt x="1" y="946"/>
                  </a:cubicBezTo>
                  <a:lnTo>
                    <a:pt x="1" y="10143"/>
                  </a:lnTo>
                  <a:lnTo>
                    <a:pt x="6683" y="10143"/>
                  </a:lnTo>
                  <a:lnTo>
                    <a:pt x="6683" y="946"/>
                  </a:lnTo>
                  <a:cubicBezTo>
                    <a:pt x="6683" y="419"/>
                    <a:pt x="6263" y="0"/>
                    <a:pt x="5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51"/>
            <p:cNvSpPr/>
            <p:nvPr/>
          </p:nvSpPr>
          <p:spPr>
            <a:xfrm>
              <a:off x="5768535" y="3821483"/>
              <a:ext cx="42438" cy="235239"/>
            </a:xfrm>
            <a:custGeom>
              <a:avLst/>
              <a:gdLst/>
              <a:ahLst/>
              <a:cxnLst/>
              <a:rect l="l" t="t" r="r" b="b"/>
              <a:pathLst>
                <a:path w="1830" h="10144" extrusionOk="0">
                  <a:moveTo>
                    <a:pt x="1" y="0"/>
                  </a:moveTo>
                  <a:lnTo>
                    <a:pt x="1" y="10143"/>
                  </a:lnTo>
                  <a:lnTo>
                    <a:pt x="1830" y="10143"/>
                  </a:lnTo>
                  <a:lnTo>
                    <a:pt x="1830" y="946"/>
                  </a:lnTo>
                  <a:cubicBezTo>
                    <a:pt x="1830" y="419"/>
                    <a:pt x="1410" y="0"/>
                    <a:pt x="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51"/>
            <p:cNvSpPr/>
            <p:nvPr/>
          </p:nvSpPr>
          <p:spPr>
            <a:xfrm>
              <a:off x="5491728" y="3949544"/>
              <a:ext cx="363086" cy="188280"/>
            </a:xfrm>
            <a:custGeom>
              <a:avLst/>
              <a:gdLst/>
              <a:ahLst/>
              <a:cxnLst/>
              <a:rect l="l" t="t" r="r" b="b"/>
              <a:pathLst>
                <a:path w="15657" h="8119" extrusionOk="0">
                  <a:moveTo>
                    <a:pt x="0" y="0"/>
                  </a:moveTo>
                  <a:lnTo>
                    <a:pt x="0" y="7173"/>
                  </a:lnTo>
                  <a:cubicBezTo>
                    <a:pt x="0" y="7699"/>
                    <a:pt x="420" y="8118"/>
                    <a:pt x="937" y="8118"/>
                  </a:cubicBezTo>
                  <a:lnTo>
                    <a:pt x="14711" y="8118"/>
                  </a:lnTo>
                  <a:cubicBezTo>
                    <a:pt x="15238" y="8118"/>
                    <a:pt x="15657" y="7699"/>
                    <a:pt x="15657" y="7173"/>
                  </a:cubicBezTo>
                  <a:lnTo>
                    <a:pt x="15657" y="0"/>
                  </a:lnTo>
                  <a:lnTo>
                    <a:pt x="7824" y="3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51"/>
            <p:cNvSpPr/>
            <p:nvPr/>
          </p:nvSpPr>
          <p:spPr>
            <a:xfrm>
              <a:off x="5694695" y="3852467"/>
              <a:ext cx="10969" cy="102987"/>
            </a:xfrm>
            <a:custGeom>
              <a:avLst/>
              <a:gdLst/>
              <a:ahLst/>
              <a:cxnLst/>
              <a:rect l="l" t="t" r="r" b="b"/>
              <a:pathLst>
                <a:path w="473" h="4441" extrusionOk="0">
                  <a:moveTo>
                    <a:pt x="243" y="0"/>
                  </a:moveTo>
                  <a:cubicBezTo>
                    <a:pt x="234" y="0"/>
                    <a:pt x="224" y="1"/>
                    <a:pt x="214" y="2"/>
                  </a:cubicBezTo>
                  <a:cubicBezTo>
                    <a:pt x="89" y="20"/>
                    <a:pt x="0" y="127"/>
                    <a:pt x="0" y="252"/>
                  </a:cubicBezTo>
                  <a:lnTo>
                    <a:pt x="0" y="4213"/>
                  </a:lnTo>
                  <a:cubicBezTo>
                    <a:pt x="0" y="4365"/>
                    <a:pt x="118" y="4440"/>
                    <a:pt x="236" y="4440"/>
                  </a:cubicBezTo>
                  <a:cubicBezTo>
                    <a:pt x="355" y="4440"/>
                    <a:pt x="473" y="4365"/>
                    <a:pt x="473" y="4213"/>
                  </a:cubicBezTo>
                  <a:lnTo>
                    <a:pt x="473" y="243"/>
                  </a:lnTo>
                  <a:cubicBezTo>
                    <a:pt x="473" y="110"/>
                    <a:pt x="372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51"/>
            <p:cNvSpPr/>
            <p:nvPr/>
          </p:nvSpPr>
          <p:spPr>
            <a:xfrm>
              <a:off x="5485722" y="3769536"/>
              <a:ext cx="374890" cy="373452"/>
            </a:xfrm>
            <a:custGeom>
              <a:avLst/>
              <a:gdLst/>
              <a:ahLst/>
              <a:cxnLst/>
              <a:rect l="l" t="t" r="r" b="b"/>
              <a:pathLst>
                <a:path w="16166" h="16104" extrusionOk="0">
                  <a:moveTo>
                    <a:pt x="14952" y="5639"/>
                  </a:moveTo>
                  <a:cubicBezTo>
                    <a:pt x="15345" y="5639"/>
                    <a:pt x="15666" y="5960"/>
                    <a:pt x="15666" y="6353"/>
                  </a:cubicBezTo>
                  <a:lnTo>
                    <a:pt x="15666" y="7602"/>
                  </a:lnTo>
                  <a:lnTo>
                    <a:pt x="14248" y="8217"/>
                  </a:lnTo>
                  <a:lnTo>
                    <a:pt x="14248" y="5639"/>
                  </a:lnTo>
                  <a:close/>
                  <a:moveTo>
                    <a:pt x="2240" y="5639"/>
                  </a:moveTo>
                  <a:lnTo>
                    <a:pt x="2240" y="8351"/>
                  </a:lnTo>
                  <a:lnTo>
                    <a:pt x="474" y="7602"/>
                  </a:lnTo>
                  <a:lnTo>
                    <a:pt x="474" y="6353"/>
                  </a:lnTo>
                  <a:cubicBezTo>
                    <a:pt x="474" y="5960"/>
                    <a:pt x="795" y="5639"/>
                    <a:pt x="1187" y="5639"/>
                  </a:cubicBezTo>
                  <a:close/>
                  <a:moveTo>
                    <a:pt x="8922" y="474"/>
                  </a:moveTo>
                  <a:lnTo>
                    <a:pt x="8922" y="2017"/>
                  </a:lnTo>
                  <a:lnTo>
                    <a:pt x="8306" y="2017"/>
                  </a:lnTo>
                  <a:cubicBezTo>
                    <a:pt x="7655" y="2017"/>
                    <a:pt x="7129" y="2543"/>
                    <a:pt x="7129" y="3195"/>
                  </a:cubicBezTo>
                  <a:lnTo>
                    <a:pt x="7129" y="5452"/>
                  </a:lnTo>
                  <a:lnTo>
                    <a:pt x="4301" y="5452"/>
                  </a:lnTo>
                  <a:cubicBezTo>
                    <a:pt x="4176" y="5452"/>
                    <a:pt x="4069" y="5559"/>
                    <a:pt x="4069" y="5684"/>
                  </a:cubicBezTo>
                  <a:lnTo>
                    <a:pt x="4069" y="9136"/>
                  </a:lnTo>
                  <a:lnTo>
                    <a:pt x="2748" y="8565"/>
                  </a:lnTo>
                  <a:lnTo>
                    <a:pt x="2748" y="4675"/>
                  </a:lnTo>
                  <a:lnTo>
                    <a:pt x="3248" y="4105"/>
                  </a:lnTo>
                  <a:cubicBezTo>
                    <a:pt x="3328" y="4015"/>
                    <a:pt x="3328" y="3882"/>
                    <a:pt x="3248" y="3792"/>
                  </a:cubicBezTo>
                  <a:lnTo>
                    <a:pt x="2748" y="3221"/>
                  </a:lnTo>
                  <a:lnTo>
                    <a:pt x="2748" y="474"/>
                  </a:lnTo>
                  <a:lnTo>
                    <a:pt x="4033" y="474"/>
                  </a:lnTo>
                  <a:cubicBezTo>
                    <a:pt x="4149" y="1366"/>
                    <a:pt x="4907" y="2062"/>
                    <a:pt x="5835" y="2062"/>
                  </a:cubicBezTo>
                  <a:cubicBezTo>
                    <a:pt x="6754" y="2062"/>
                    <a:pt x="7521" y="1366"/>
                    <a:pt x="7637" y="474"/>
                  </a:cubicBezTo>
                  <a:close/>
                  <a:moveTo>
                    <a:pt x="7129" y="5924"/>
                  </a:moveTo>
                  <a:lnTo>
                    <a:pt x="7129" y="10438"/>
                  </a:lnTo>
                  <a:lnTo>
                    <a:pt x="4542" y="9341"/>
                  </a:lnTo>
                  <a:lnTo>
                    <a:pt x="4542" y="5924"/>
                  </a:lnTo>
                  <a:close/>
                  <a:moveTo>
                    <a:pt x="13061" y="2490"/>
                  </a:moveTo>
                  <a:cubicBezTo>
                    <a:pt x="13454" y="2490"/>
                    <a:pt x="13775" y="2802"/>
                    <a:pt x="13775" y="3195"/>
                  </a:cubicBezTo>
                  <a:lnTo>
                    <a:pt x="13775" y="8431"/>
                  </a:lnTo>
                  <a:lnTo>
                    <a:pt x="12428" y="9002"/>
                  </a:lnTo>
                  <a:cubicBezTo>
                    <a:pt x="12419" y="8128"/>
                    <a:pt x="12419" y="7245"/>
                    <a:pt x="12428" y="6362"/>
                  </a:cubicBezTo>
                  <a:cubicBezTo>
                    <a:pt x="12428" y="6212"/>
                    <a:pt x="12306" y="6134"/>
                    <a:pt x="12186" y="6134"/>
                  </a:cubicBezTo>
                  <a:cubicBezTo>
                    <a:pt x="12070" y="6134"/>
                    <a:pt x="11955" y="6208"/>
                    <a:pt x="11955" y="6362"/>
                  </a:cubicBezTo>
                  <a:cubicBezTo>
                    <a:pt x="11937" y="7307"/>
                    <a:pt x="11937" y="8262"/>
                    <a:pt x="11955" y="9207"/>
                  </a:cubicBezTo>
                  <a:lnTo>
                    <a:pt x="10652" y="9760"/>
                  </a:lnTo>
                  <a:lnTo>
                    <a:pt x="10652" y="3819"/>
                  </a:lnTo>
                  <a:cubicBezTo>
                    <a:pt x="10652" y="3663"/>
                    <a:pt x="10534" y="3585"/>
                    <a:pt x="10416" y="3585"/>
                  </a:cubicBezTo>
                  <a:cubicBezTo>
                    <a:pt x="10298" y="3585"/>
                    <a:pt x="10180" y="3663"/>
                    <a:pt x="10180" y="3819"/>
                  </a:cubicBezTo>
                  <a:lnTo>
                    <a:pt x="10180" y="9966"/>
                  </a:lnTo>
                  <a:lnTo>
                    <a:pt x="8074" y="10867"/>
                  </a:lnTo>
                  <a:lnTo>
                    <a:pt x="7566" y="10644"/>
                  </a:lnTo>
                  <a:lnTo>
                    <a:pt x="7566" y="3195"/>
                  </a:lnTo>
                  <a:cubicBezTo>
                    <a:pt x="7566" y="2802"/>
                    <a:pt x="7887" y="2490"/>
                    <a:pt x="8271" y="2490"/>
                  </a:cubicBezTo>
                  <a:lnTo>
                    <a:pt x="11955" y="2490"/>
                  </a:lnTo>
                  <a:cubicBezTo>
                    <a:pt x="11937" y="3284"/>
                    <a:pt x="11946" y="4078"/>
                    <a:pt x="11955" y="4890"/>
                  </a:cubicBezTo>
                  <a:cubicBezTo>
                    <a:pt x="11955" y="5037"/>
                    <a:pt x="12075" y="5113"/>
                    <a:pt x="12195" y="5113"/>
                  </a:cubicBezTo>
                  <a:cubicBezTo>
                    <a:pt x="12314" y="5113"/>
                    <a:pt x="12432" y="5037"/>
                    <a:pt x="12428" y="4881"/>
                  </a:cubicBezTo>
                  <a:cubicBezTo>
                    <a:pt x="12419" y="4069"/>
                    <a:pt x="12410" y="3284"/>
                    <a:pt x="12428" y="2490"/>
                  </a:cubicBezTo>
                  <a:close/>
                  <a:moveTo>
                    <a:pt x="2481" y="1"/>
                  </a:moveTo>
                  <a:cubicBezTo>
                    <a:pt x="2347" y="1"/>
                    <a:pt x="2240" y="108"/>
                    <a:pt x="2240" y="233"/>
                  </a:cubicBezTo>
                  <a:lnTo>
                    <a:pt x="2240" y="3302"/>
                  </a:lnTo>
                  <a:cubicBezTo>
                    <a:pt x="2240" y="3355"/>
                    <a:pt x="2258" y="3418"/>
                    <a:pt x="2302" y="3453"/>
                  </a:cubicBezTo>
                  <a:lnTo>
                    <a:pt x="2731" y="3944"/>
                  </a:lnTo>
                  <a:lnTo>
                    <a:pt x="2302" y="4426"/>
                  </a:lnTo>
                  <a:cubicBezTo>
                    <a:pt x="2258" y="4470"/>
                    <a:pt x="2240" y="4524"/>
                    <a:pt x="2240" y="4586"/>
                  </a:cubicBezTo>
                  <a:lnTo>
                    <a:pt x="2240" y="5166"/>
                  </a:lnTo>
                  <a:lnTo>
                    <a:pt x="1187" y="5166"/>
                  </a:lnTo>
                  <a:cubicBezTo>
                    <a:pt x="536" y="5166"/>
                    <a:pt x="1" y="5692"/>
                    <a:pt x="1" y="6353"/>
                  </a:cubicBezTo>
                  <a:lnTo>
                    <a:pt x="1" y="14917"/>
                  </a:lnTo>
                  <a:cubicBezTo>
                    <a:pt x="1" y="15568"/>
                    <a:pt x="536" y="16103"/>
                    <a:pt x="1187" y="16103"/>
                  </a:cubicBezTo>
                  <a:lnTo>
                    <a:pt x="2338" y="16103"/>
                  </a:lnTo>
                  <a:cubicBezTo>
                    <a:pt x="2338" y="16103"/>
                    <a:pt x="2644" y="15657"/>
                    <a:pt x="2347" y="15657"/>
                  </a:cubicBezTo>
                  <a:cubicBezTo>
                    <a:pt x="2344" y="15657"/>
                    <a:pt x="2341" y="15657"/>
                    <a:pt x="2338" y="15657"/>
                  </a:cubicBezTo>
                  <a:lnTo>
                    <a:pt x="1205" y="15657"/>
                  </a:lnTo>
                  <a:cubicBezTo>
                    <a:pt x="813" y="15648"/>
                    <a:pt x="500" y="15327"/>
                    <a:pt x="509" y="14935"/>
                  </a:cubicBezTo>
                  <a:lnTo>
                    <a:pt x="509" y="8128"/>
                  </a:lnTo>
                  <a:lnTo>
                    <a:pt x="7994" y="11339"/>
                  </a:lnTo>
                  <a:cubicBezTo>
                    <a:pt x="8025" y="11353"/>
                    <a:pt x="8059" y="11360"/>
                    <a:pt x="8091" y="11360"/>
                  </a:cubicBezTo>
                  <a:cubicBezTo>
                    <a:pt x="8123" y="11360"/>
                    <a:pt x="8155" y="11353"/>
                    <a:pt x="8181" y="11339"/>
                  </a:cubicBezTo>
                  <a:lnTo>
                    <a:pt x="15693" y="8128"/>
                  </a:lnTo>
                  <a:lnTo>
                    <a:pt x="15693" y="14935"/>
                  </a:lnTo>
                  <a:cubicBezTo>
                    <a:pt x="15684" y="15327"/>
                    <a:pt x="15363" y="15648"/>
                    <a:pt x="14979" y="15657"/>
                  </a:cubicBezTo>
                  <a:lnTo>
                    <a:pt x="3596" y="15657"/>
                  </a:lnTo>
                  <a:cubicBezTo>
                    <a:pt x="3593" y="15657"/>
                    <a:pt x="3590" y="15657"/>
                    <a:pt x="3587" y="15657"/>
                  </a:cubicBezTo>
                  <a:cubicBezTo>
                    <a:pt x="3298" y="15657"/>
                    <a:pt x="3596" y="16103"/>
                    <a:pt x="3596" y="16103"/>
                  </a:cubicBezTo>
                  <a:lnTo>
                    <a:pt x="14988" y="16103"/>
                  </a:lnTo>
                  <a:cubicBezTo>
                    <a:pt x="15639" y="16103"/>
                    <a:pt x="16166" y="15568"/>
                    <a:pt x="16166" y="14917"/>
                  </a:cubicBezTo>
                  <a:lnTo>
                    <a:pt x="16166" y="6353"/>
                  </a:lnTo>
                  <a:cubicBezTo>
                    <a:pt x="16166" y="5701"/>
                    <a:pt x="15639" y="5166"/>
                    <a:pt x="14988" y="5166"/>
                  </a:cubicBezTo>
                  <a:lnTo>
                    <a:pt x="14248" y="5166"/>
                  </a:lnTo>
                  <a:lnTo>
                    <a:pt x="14248" y="3195"/>
                  </a:lnTo>
                  <a:cubicBezTo>
                    <a:pt x="14248" y="2543"/>
                    <a:pt x="13712" y="2017"/>
                    <a:pt x="13061" y="2017"/>
                  </a:cubicBezTo>
                  <a:lnTo>
                    <a:pt x="9395" y="2017"/>
                  </a:lnTo>
                  <a:lnTo>
                    <a:pt x="9395" y="233"/>
                  </a:lnTo>
                  <a:cubicBezTo>
                    <a:pt x="9395" y="108"/>
                    <a:pt x="9288" y="1"/>
                    <a:pt x="9154" y="1"/>
                  </a:cubicBezTo>
                  <a:lnTo>
                    <a:pt x="7405" y="1"/>
                  </a:lnTo>
                  <a:cubicBezTo>
                    <a:pt x="7271" y="1"/>
                    <a:pt x="7173" y="108"/>
                    <a:pt x="7173" y="233"/>
                  </a:cubicBezTo>
                  <a:cubicBezTo>
                    <a:pt x="7164" y="973"/>
                    <a:pt x="6558" y="1580"/>
                    <a:pt x="5817" y="1580"/>
                  </a:cubicBezTo>
                  <a:cubicBezTo>
                    <a:pt x="5068" y="1580"/>
                    <a:pt x="4461" y="973"/>
                    <a:pt x="4461" y="233"/>
                  </a:cubicBezTo>
                  <a:cubicBezTo>
                    <a:pt x="4461" y="108"/>
                    <a:pt x="4354" y="1"/>
                    <a:pt x="4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</a:t>
            </a:r>
            <a:endParaRPr/>
          </a:p>
        </p:txBody>
      </p:sp>
      <p:sp>
        <p:nvSpPr>
          <p:cNvPr id="3379" name="Google Shape;3379;p52"/>
          <p:cNvSpPr txBox="1"/>
          <p:nvPr/>
        </p:nvSpPr>
        <p:spPr>
          <a:xfrm>
            <a:off x="2465908" y="1526040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VENUS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80" name="Google Shape;3380;p52"/>
          <p:cNvSpPr txBox="1"/>
          <p:nvPr/>
        </p:nvSpPr>
        <p:spPr>
          <a:xfrm>
            <a:off x="733675" y="1526040"/>
            <a:ext cx="15261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381" name="Google Shape;3381;p52"/>
          <p:cNvSpPr txBox="1"/>
          <p:nvPr/>
        </p:nvSpPr>
        <p:spPr>
          <a:xfrm flipH="1">
            <a:off x="5102492" y="2088118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JUPITER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82" name="Google Shape;3382;p52"/>
          <p:cNvSpPr txBox="1"/>
          <p:nvPr/>
        </p:nvSpPr>
        <p:spPr>
          <a:xfrm flipH="1">
            <a:off x="6884225" y="2088118"/>
            <a:ext cx="15261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383" name="Google Shape;3383;p52"/>
          <p:cNvSpPr txBox="1"/>
          <p:nvPr/>
        </p:nvSpPr>
        <p:spPr>
          <a:xfrm>
            <a:off x="2465908" y="2650197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MARS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grpSp>
        <p:nvGrpSpPr>
          <p:cNvPr id="3384" name="Google Shape;3384;p52"/>
          <p:cNvGrpSpPr/>
          <p:nvPr/>
        </p:nvGrpSpPr>
        <p:grpSpPr>
          <a:xfrm>
            <a:off x="4041508" y="1222500"/>
            <a:ext cx="1060984" cy="3341400"/>
            <a:chOff x="4041508" y="1222500"/>
            <a:chExt cx="1060984" cy="3341400"/>
          </a:xfrm>
        </p:grpSpPr>
        <p:cxnSp>
          <p:nvCxnSpPr>
            <p:cNvPr id="3385" name="Google Shape;3385;p52"/>
            <p:cNvCxnSpPr/>
            <p:nvPr/>
          </p:nvCxnSpPr>
          <p:spPr>
            <a:xfrm>
              <a:off x="4572000" y="1222500"/>
              <a:ext cx="0" cy="33414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3386" name="Google Shape;3386;p52"/>
            <p:cNvCxnSpPr>
              <a:stCxn id="3383" idx="3"/>
              <a:endCxn id="3387" idx="1"/>
            </p:cNvCxnSpPr>
            <p:nvPr/>
          </p:nvCxnSpPr>
          <p:spPr>
            <a:xfrm>
              <a:off x="4041508" y="2893197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8" name="Google Shape;3388;p52"/>
            <p:cNvSpPr/>
            <p:nvPr/>
          </p:nvSpPr>
          <p:spPr>
            <a:xfrm>
              <a:off x="4429287" y="2741349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389" name="Google Shape;3389;p52"/>
            <p:cNvCxnSpPr>
              <a:stCxn id="3379" idx="3"/>
              <a:endCxn id="3390" idx="1"/>
            </p:cNvCxnSpPr>
            <p:nvPr/>
          </p:nvCxnSpPr>
          <p:spPr>
            <a:xfrm>
              <a:off x="4041508" y="1769040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1" name="Google Shape;3391;p52"/>
            <p:cNvCxnSpPr>
              <a:stCxn id="3392" idx="3"/>
              <a:endCxn id="3393" idx="3"/>
            </p:cNvCxnSpPr>
            <p:nvPr/>
          </p:nvCxnSpPr>
          <p:spPr>
            <a:xfrm rot="10800000">
              <a:off x="4700492" y="3455275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4" name="Google Shape;3394;p52"/>
            <p:cNvCxnSpPr>
              <a:stCxn id="3381" idx="3"/>
              <a:endCxn id="3395" idx="3"/>
            </p:cNvCxnSpPr>
            <p:nvPr/>
          </p:nvCxnSpPr>
          <p:spPr>
            <a:xfrm rot="10800000">
              <a:off x="4700492" y="2331118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6" name="Google Shape;3396;p52"/>
            <p:cNvCxnSpPr>
              <a:stCxn id="3397" idx="3"/>
              <a:endCxn id="3398" idx="1"/>
            </p:cNvCxnSpPr>
            <p:nvPr/>
          </p:nvCxnSpPr>
          <p:spPr>
            <a:xfrm>
              <a:off x="4041508" y="4017353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99" name="Google Shape;3399;p52"/>
            <p:cNvSpPr/>
            <p:nvPr/>
          </p:nvSpPr>
          <p:spPr>
            <a:xfrm>
              <a:off x="4429275" y="1617124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400" name="Google Shape;3400;p52"/>
            <p:cNvSpPr/>
            <p:nvPr/>
          </p:nvSpPr>
          <p:spPr>
            <a:xfrm>
              <a:off x="4443624" y="2194503"/>
              <a:ext cx="256776" cy="273239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401" name="Google Shape;3401;p52"/>
            <p:cNvSpPr/>
            <p:nvPr/>
          </p:nvSpPr>
          <p:spPr>
            <a:xfrm>
              <a:off x="4429287" y="2179274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402" name="Google Shape;3402;p52"/>
            <p:cNvSpPr/>
            <p:nvPr/>
          </p:nvSpPr>
          <p:spPr>
            <a:xfrm>
              <a:off x="4429287" y="3303449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403" name="Google Shape;3403;p52"/>
            <p:cNvSpPr/>
            <p:nvPr/>
          </p:nvSpPr>
          <p:spPr>
            <a:xfrm>
              <a:off x="4429287" y="3865549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sp>
        <p:nvSpPr>
          <p:cNvPr id="3404" name="Google Shape;3404;p52"/>
          <p:cNvSpPr txBox="1"/>
          <p:nvPr/>
        </p:nvSpPr>
        <p:spPr>
          <a:xfrm>
            <a:off x="733675" y="2650197"/>
            <a:ext cx="15261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392" name="Google Shape;3392;p52"/>
          <p:cNvSpPr txBox="1"/>
          <p:nvPr/>
        </p:nvSpPr>
        <p:spPr>
          <a:xfrm flipH="1">
            <a:off x="5102492" y="3212275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SATURN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405" name="Google Shape;3405;p52"/>
          <p:cNvSpPr txBox="1"/>
          <p:nvPr/>
        </p:nvSpPr>
        <p:spPr>
          <a:xfrm flipH="1">
            <a:off x="6884225" y="3212275"/>
            <a:ext cx="15261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397" name="Google Shape;3397;p52"/>
          <p:cNvSpPr txBox="1"/>
          <p:nvPr/>
        </p:nvSpPr>
        <p:spPr>
          <a:xfrm>
            <a:off x="2465908" y="3774353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NEPTUNE</a:t>
            </a:r>
            <a:endParaRPr sz="2600" b="1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406" name="Google Shape;3406;p52"/>
          <p:cNvSpPr txBox="1"/>
          <p:nvPr/>
        </p:nvSpPr>
        <p:spPr>
          <a:xfrm>
            <a:off x="733675" y="3774353"/>
            <a:ext cx="15261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/>
              <a:t>페이지내용</a:t>
            </a:r>
          </a:p>
        </p:txBody>
      </p:sp>
      <p:sp>
        <p:nvSpPr>
          <p:cNvPr id="3390" name="Google Shape;3390;p52"/>
          <p:cNvSpPr txBox="1"/>
          <p:nvPr/>
        </p:nvSpPr>
        <p:spPr>
          <a:xfrm>
            <a:off x="4443600" y="1655350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1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5" name="Google Shape;3395;p52"/>
          <p:cNvSpPr txBox="1"/>
          <p:nvPr/>
        </p:nvSpPr>
        <p:spPr>
          <a:xfrm>
            <a:off x="4443600" y="2217425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2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87" name="Google Shape;3387;p52"/>
          <p:cNvSpPr txBox="1"/>
          <p:nvPr/>
        </p:nvSpPr>
        <p:spPr>
          <a:xfrm>
            <a:off x="4443600" y="2779513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3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3" name="Google Shape;3393;p52"/>
          <p:cNvSpPr txBox="1"/>
          <p:nvPr/>
        </p:nvSpPr>
        <p:spPr>
          <a:xfrm>
            <a:off x="4443600" y="3341613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4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8" name="Google Shape;3398;p52"/>
          <p:cNvSpPr txBox="1"/>
          <p:nvPr/>
        </p:nvSpPr>
        <p:spPr>
          <a:xfrm>
            <a:off x="4443600" y="3903713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5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407" name="Google Shape;3407;p52"/>
          <p:cNvSpPr/>
          <p:nvPr/>
        </p:nvSpPr>
        <p:spPr>
          <a:xfrm>
            <a:off x="6102350" y="1134800"/>
            <a:ext cx="370474" cy="439899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53"/>
          <p:cNvSpPr txBox="1">
            <a:spLocks noGrp="1"/>
          </p:cNvSpPr>
          <p:nvPr>
            <p:ph type="title"/>
          </p:nvPr>
        </p:nvSpPr>
        <p:spPr>
          <a:xfrm>
            <a:off x="1243200" y="1582350"/>
            <a:ext cx="66576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4,498,300,000</a:t>
            </a:r>
            <a:endParaRPr/>
          </a:p>
        </p:txBody>
      </p:sp>
      <p:sp>
        <p:nvSpPr>
          <p:cNvPr id="3413" name="Google Shape;3413;p53"/>
          <p:cNvSpPr txBox="1">
            <a:spLocks noGrp="1"/>
          </p:cNvSpPr>
          <p:nvPr>
            <p:ph type="subTitle" idx="1"/>
          </p:nvPr>
        </p:nvSpPr>
        <p:spPr>
          <a:xfrm>
            <a:off x="1608925" y="3476800"/>
            <a:ext cx="52806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414" name="Google Shape;3414;p53"/>
          <p:cNvSpPr/>
          <p:nvPr/>
        </p:nvSpPr>
        <p:spPr>
          <a:xfrm>
            <a:off x="6889463" y="34768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15" name="Google Shape;3415;p53"/>
          <p:cNvGrpSpPr/>
          <p:nvPr/>
        </p:nvGrpSpPr>
        <p:grpSpPr>
          <a:xfrm>
            <a:off x="7071322" y="3561555"/>
            <a:ext cx="296817" cy="371986"/>
            <a:chOff x="1677825" y="3820225"/>
            <a:chExt cx="345900" cy="433500"/>
          </a:xfrm>
        </p:grpSpPr>
        <p:sp>
          <p:nvSpPr>
            <p:cNvPr id="3416" name="Google Shape;3416;p53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3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8" name="Google Shape;3418;p53"/>
          <p:cNvSpPr/>
          <p:nvPr/>
        </p:nvSpPr>
        <p:spPr>
          <a:xfrm>
            <a:off x="7637825" y="2769975"/>
            <a:ext cx="413303" cy="490754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3" name="Google Shape;3423;p54"/>
          <p:cNvCxnSpPr>
            <a:stCxn id="3424" idx="1"/>
          </p:cNvCxnSpPr>
          <p:nvPr/>
        </p:nvCxnSpPr>
        <p:spPr>
          <a:xfrm>
            <a:off x="3509250" y="3645300"/>
            <a:ext cx="406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5" name="Google Shape;3425;p54"/>
          <p:cNvCxnSpPr>
            <a:endCxn id="3426" idx="1"/>
          </p:cNvCxnSpPr>
          <p:nvPr/>
        </p:nvCxnSpPr>
        <p:spPr>
          <a:xfrm>
            <a:off x="5209950" y="2131188"/>
            <a:ext cx="424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7" name="Google Shape;3427;p54"/>
          <p:cNvCxnSpPr>
            <a:endCxn id="3428" idx="1"/>
          </p:cNvCxnSpPr>
          <p:nvPr/>
        </p:nvCxnSpPr>
        <p:spPr>
          <a:xfrm>
            <a:off x="5209950" y="3645308"/>
            <a:ext cx="424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9" name="Google Shape;3429;p54"/>
          <p:cNvCxnSpPr>
            <a:stCxn id="3430" idx="1"/>
          </p:cNvCxnSpPr>
          <p:nvPr/>
        </p:nvCxnSpPr>
        <p:spPr>
          <a:xfrm rot="10800000" flipH="1">
            <a:off x="3509250" y="2129700"/>
            <a:ext cx="388500" cy="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1" name="Google Shape;3431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PRINCIPLES</a:t>
            </a:r>
            <a:endParaRPr/>
          </a:p>
        </p:txBody>
      </p:sp>
      <p:sp>
        <p:nvSpPr>
          <p:cNvPr id="3424" name="Google Shape;3424;p54"/>
          <p:cNvSpPr/>
          <p:nvPr/>
        </p:nvSpPr>
        <p:spPr>
          <a:xfrm flipH="1">
            <a:off x="1007850" y="3063150"/>
            <a:ext cx="25014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2" name="Google Shape;3432;p54"/>
          <p:cNvSpPr txBox="1">
            <a:spLocks noGrp="1"/>
          </p:cNvSpPr>
          <p:nvPr>
            <p:ph type="subTitle" idx="1"/>
          </p:nvPr>
        </p:nvSpPr>
        <p:spPr>
          <a:xfrm>
            <a:off x="1224900" y="3063163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3433" name="Google Shape;3433;p54"/>
          <p:cNvSpPr txBox="1">
            <a:spLocks noGrp="1"/>
          </p:cNvSpPr>
          <p:nvPr>
            <p:ph type="subTitle" idx="2"/>
          </p:nvPr>
        </p:nvSpPr>
        <p:spPr>
          <a:xfrm>
            <a:off x="1224900" y="3532963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428" name="Google Shape;3428;p54"/>
          <p:cNvSpPr/>
          <p:nvPr/>
        </p:nvSpPr>
        <p:spPr>
          <a:xfrm>
            <a:off x="5634750" y="3063158"/>
            <a:ext cx="25014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4" name="Google Shape;3434;p54"/>
          <p:cNvSpPr txBox="1">
            <a:spLocks noGrp="1"/>
          </p:cNvSpPr>
          <p:nvPr>
            <p:ph type="subTitle" idx="3"/>
          </p:nvPr>
        </p:nvSpPr>
        <p:spPr>
          <a:xfrm>
            <a:off x="5851800" y="3063163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3435" name="Google Shape;3435;p54"/>
          <p:cNvSpPr txBox="1">
            <a:spLocks noGrp="1"/>
          </p:cNvSpPr>
          <p:nvPr>
            <p:ph type="subTitle" idx="4"/>
          </p:nvPr>
        </p:nvSpPr>
        <p:spPr>
          <a:xfrm>
            <a:off x="5851800" y="3532963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430" name="Google Shape;3430;p54"/>
          <p:cNvSpPr/>
          <p:nvPr/>
        </p:nvSpPr>
        <p:spPr>
          <a:xfrm flipH="1">
            <a:off x="1007850" y="1549050"/>
            <a:ext cx="25014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6" name="Google Shape;3436;p54"/>
          <p:cNvSpPr txBox="1">
            <a:spLocks noGrp="1"/>
          </p:cNvSpPr>
          <p:nvPr>
            <p:ph type="subTitle" idx="5"/>
          </p:nvPr>
        </p:nvSpPr>
        <p:spPr>
          <a:xfrm>
            <a:off x="1224900" y="1549050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3437" name="Google Shape;3437;p54"/>
          <p:cNvSpPr txBox="1">
            <a:spLocks noGrp="1"/>
          </p:cNvSpPr>
          <p:nvPr>
            <p:ph type="subTitle" idx="6"/>
          </p:nvPr>
        </p:nvSpPr>
        <p:spPr>
          <a:xfrm>
            <a:off x="1224900" y="2018850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426" name="Google Shape;3426;p54"/>
          <p:cNvSpPr/>
          <p:nvPr/>
        </p:nvSpPr>
        <p:spPr>
          <a:xfrm>
            <a:off x="5634750" y="1549038"/>
            <a:ext cx="25014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8" name="Google Shape;3438;p54"/>
          <p:cNvSpPr txBox="1">
            <a:spLocks noGrp="1"/>
          </p:cNvSpPr>
          <p:nvPr>
            <p:ph type="subTitle" idx="7"/>
          </p:nvPr>
        </p:nvSpPr>
        <p:spPr>
          <a:xfrm>
            <a:off x="5851800" y="1549050"/>
            <a:ext cx="20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</a:t>
            </a:r>
            <a:endParaRPr/>
          </a:p>
        </p:txBody>
      </p:sp>
      <p:sp>
        <p:nvSpPr>
          <p:cNvPr id="3439" name="Google Shape;3439;p54"/>
          <p:cNvSpPr txBox="1">
            <a:spLocks noGrp="1"/>
          </p:cNvSpPr>
          <p:nvPr>
            <p:ph type="subTitle" idx="8"/>
          </p:nvPr>
        </p:nvSpPr>
        <p:spPr>
          <a:xfrm>
            <a:off x="5851800" y="2018850"/>
            <a:ext cx="20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페이지내용</a:t>
            </a:r>
          </a:p>
        </p:txBody>
      </p:sp>
      <p:sp>
        <p:nvSpPr>
          <p:cNvPr id="3440" name="Google Shape;3440;p54"/>
          <p:cNvSpPr/>
          <p:nvPr/>
        </p:nvSpPr>
        <p:spPr>
          <a:xfrm flipH="1">
            <a:off x="3859046" y="1844813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441" name="Google Shape;3441;p54"/>
          <p:cNvSpPr/>
          <p:nvPr/>
        </p:nvSpPr>
        <p:spPr>
          <a:xfrm>
            <a:off x="4746901" y="1844813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442" name="Google Shape;3442;p54"/>
          <p:cNvSpPr/>
          <p:nvPr/>
        </p:nvSpPr>
        <p:spPr>
          <a:xfrm flipH="1">
            <a:off x="3859046" y="3358938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443" name="Google Shape;3443;p54"/>
          <p:cNvSpPr/>
          <p:nvPr/>
        </p:nvSpPr>
        <p:spPr>
          <a:xfrm>
            <a:off x="4746901" y="3358938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3444" name="Google Shape;3444;p54"/>
          <p:cNvGrpSpPr/>
          <p:nvPr/>
        </p:nvGrpSpPr>
        <p:grpSpPr>
          <a:xfrm>
            <a:off x="3958232" y="1955023"/>
            <a:ext cx="339636" cy="352187"/>
            <a:chOff x="498600" y="2333250"/>
            <a:chExt cx="389000" cy="403375"/>
          </a:xfrm>
        </p:grpSpPr>
        <p:sp>
          <p:nvSpPr>
            <p:cNvPr id="3445" name="Google Shape;3445;p54"/>
            <p:cNvSpPr/>
            <p:nvPr/>
          </p:nvSpPr>
          <p:spPr>
            <a:xfrm>
              <a:off x="504850" y="2369825"/>
              <a:ext cx="343700" cy="360875"/>
            </a:xfrm>
            <a:custGeom>
              <a:avLst/>
              <a:gdLst/>
              <a:ahLst/>
              <a:cxnLst/>
              <a:rect l="l" t="t" r="r" b="b"/>
              <a:pathLst>
                <a:path w="13748" h="14435" extrusionOk="0">
                  <a:moveTo>
                    <a:pt x="6870" y="1"/>
                  </a:moveTo>
                  <a:cubicBezTo>
                    <a:pt x="3078" y="1"/>
                    <a:pt x="1" y="3096"/>
                    <a:pt x="1" y="6906"/>
                  </a:cubicBezTo>
                  <a:cubicBezTo>
                    <a:pt x="1" y="9047"/>
                    <a:pt x="973" y="10965"/>
                    <a:pt x="2507" y="12231"/>
                  </a:cubicBezTo>
                  <a:lnTo>
                    <a:pt x="2507" y="14435"/>
                  </a:lnTo>
                  <a:lnTo>
                    <a:pt x="4604" y="13418"/>
                  </a:lnTo>
                  <a:cubicBezTo>
                    <a:pt x="5309" y="13668"/>
                    <a:pt x="6076" y="13802"/>
                    <a:pt x="6870" y="13802"/>
                  </a:cubicBezTo>
                  <a:cubicBezTo>
                    <a:pt x="10670" y="13802"/>
                    <a:pt x="13748" y="10715"/>
                    <a:pt x="13748" y="6906"/>
                  </a:cubicBezTo>
                  <a:cubicBezTo>
                    <a:pt x="13748" y="3096"/>
                    <a:pt x="10670" y="1"/>
                    <a:pt x="68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4"/>
            <p:cNvSpPr/>
            <p:nvPr/>
          </p:nvSpPr>
          <p:spPr>
            <a:xfrm>
              <a:off x="501500" y="2365825"/>
              <a:ext cx="352425" cy="322300"/>
            </a:xfrm>
            <a:custGeom>
              <a:avLst/>
              <a:gdLst/>
              <a:ahLst/>
              <a:cxnLst/>
              <a:rect l="l" t="t" r="r" b="b"/>
              <a:pathLst>
                <a:path w="14097" h="12892" extrusionOk="0">
                  <a:moveTo>
                    <a:pt x="2302" y="0"/>
                  </a:moveTo>
                  <a:lnTo>
                    <a:pt x="2302" y="0"/>
                  </a:lnTo>
                  <a:cubicBezTo>
                    <a:pt x="1036" y="1267"/>
                    <a:pt x="1" y="5228"/>
                    <a:pt x="4435" y="9662"/>
                  </a:cubicBezTo>
                  <a:cubicBezTo>
                    <a:pt x="6880" y="12108"/>
                    <a:pt x="9173" y="12892"/>
                    <a:pt x="10952" y="12892"/>
                  </a:cubicBezTo>
                  <a:cubicBezTo>
                    <a:pt x="12411" y="12892"/>
                    <a:pt x="13525" y="12364"/>
                    <a:pt x="14096" y="11794"/>
                  </a:cubicBezTo>
                  <a:lnTo>
                    <a:pt x="9511" y="7217"/>
                  </a:lnTo>
                  <a:cubicBezTo>
                    <a:pt x="8966" y="7761"/>
                    <a:pt x="8654" y="8466"/>
                    <a:pt x="8583" y="9180"/>
                  </a:cubicBezTo>
                  <a:cubicBezTo>
                    <a:pt x="7825" y="8894"/>
                    <a:pt x="7093" y="8439"/>
                    <a:pt x="6379" y="7717"/>
                  </a:cubicBezTo>
                  <a:cubicBezTo>
                    <a:pt x="5683" y="7021"/>
                    <a:pt x="5228" y="6289"/>
                    <a:pt x="4934" y="5513"/>
                  </a:cubicBezTo>
                  <a:cubicBezTo>
                    <a:pt x="5648" y="5442"/>
                    <a:pt x="6344" y="5130"/>
                    <a:pt x="6888" y="4586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4"/>
            <p:cNvSpPr/>
            <p:nvPr/>
          </p:nvSpPr>
          <p:spPr>
            <a:xfrm>
              <a:off x="554800" y="2339175"/>
              <a:ext cx="147225" cy="143925"/>
            </a:xfrm>
            <a:custGeom>
              <a:avLst/>
              <a:gdLst/>
              <a:ahLst/>
              <a:cxnLst/>
              <a:rect l="l" t="t" r="r" b="b"/>
              <a:pathLst>
                <a:path w="5889" h="5757" extrusionOk="0">
                  <a:moveTo>
                    <a:pt x="741" y="0"/>
                  </a:moveTo>
                  <a:cubicBezTo>
                    <a:pt x="567" y="0"/>
                    <a:pt x="393" y="67"/>
                    <a:pt x="260" y="201"/>
                  </a:cubicBezTo>
                  <a:cubicBezTo>
                    <a:pt x="1" y="468"/>
                    <a:pt x="1" y="897"/>
                    <a:pt x="260" y="1164"/>
                  </a:cubicBezTo>
                  <a:lnTo>
                    <a:pt x="4667" y="5562"/>
                  </a:lnTo>
                  <a:cubicBezTo>
                    <a:pt x="4796" y="5692"/>
                    <a:pt x="4968" y="5756"/>
                    <a:pt x="5141" y="5756"/>
                  </a:cubicBezTo>
                  <a:cubicBezTo>
                    <a:pt x="5313" y="5756"/>
                    <a:pt x="5487" y="5692"/>
                    <a:pt x="5621" y="5562"/>
                  </a:cubicBezTo>
                  <a:cubicBezTo>
                    <a:pt x="5889" y="5295"/>
                    <a:pt x="5889" y="4867"/>
                    <a:pt x="5621" y="4599"/>
                  </a:cubicBezTo>
                  <a:lnTo>
                    <a:pt x="1223" y="201"/>
                  </a:lnTo>
                  <a:cubicBezTo>
                    <a:pt x="1089" y="67"/>
                    <a:pt x="915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4"/>
            <p:cNvSpPr/>
            <p:nvPr/>
          </p:nvSpPr>
          <p:spPr>
            <a:xfrm>
              <a:off x="734125" y="2518650"/>
              <a:ext cx="147225" cy="143925"/>
            </a:xfrm>
            <a:custGeom>
              <a:avLst/>
              <a:gdLst/>
              <a:ahLst/>
              <a:cxnLst/>
              <a:rect l="l" t="t" r="r" b="b"/>
              <a:pathLst>
                <a:path w="5889" h="5757" extrusionOk="0">
                  <a:moveTo>
                    <a:pt x="749" y="0"/>
                  </a:moveTo>
                  <a:cubicBezTo>
                    <a:pt x="576" y="0"/>
                    <a:pt x="402" y="65"/>
                    <a:pt x="268" y="194"/>
                  </a:cubicBezTo>
                  <a:cubicBezTo>
                    <a:pt x="0" y="462"/>
                    <a:pt x="0" y="890"/>
                    <a:pt x="268" y="1158"/>
                  </a:cubicBezTo>
                  <a:lnTo>
                    <a:pt x="4666" y="5556"/>
                  </a:lnTo>
                  <a:cubicBezTo>
                    <a:pt x="4800" y="5690"/>
                    <a:pt x="4974" y="5757"/>
                    <a:pt x="5148" y="5757"/>
                  </a:cubicBezTo>
                  <a:cubicBezTo>
                    <a:pt x="5322" y="5757"/>
                    <a:pt x="5496" y="5690"/>
                    <a:pt x="5630" y="5556"/>
                  </a:cubicBezTo>
                  <a:cubicBezTo>
                    <a:pt x="5888" y="5288"/>
                    <a:pt x="5888" y="4860"/>
                    <a:pt x="5630" y="4601"/>
                  </a:cubicBezTo>
                  <a:lnTo>
                    <a:pt x="1223" y="194"/>
                  </a:lnTo>
                  <a:cubicBezTo>
                    <a:pt x="1093" y="65"/>
                    <a:pt x="922" y="0"/>
                    <a:pt x="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4"/>
            <p:cNvSpPr/>
            <p:nvPr/>
          </p:nvSpPr>
          <p:spPr>
            <a:xfrm>
              <a:off x="498600" y="2333250"/>
              <a:ext cx="389000" cy="403375"/>
            </a:xfrm>
            <a:custGeom>
              <a:avLst/>
              <a:gdLst/>
              <a:ahLst/>
              <a:cxnLst/>
              <a:rect l="l" t="t" r="r" b="b"/>
              <a:pathLst>
                <a:path w="15560" h="16135" extrusionOk="0">
                  <a:moveTo>
                    <a:pt x="7111" y="1705"/>
                  </a:moveTo>
                  <a:cubicBezTo>
                    <a:pt x="10768" y="1705"/>
                    <a:pt x="13748" y="4693"/>
                    <a:pt x="13748" y="8369"/>
                  </a:cubicBezTo>
                  <a:cubicBezTo>
                    <a:pt x="13748" y="8966"/>
                    <a:pt x="13668" y="9564"/>
                    <a:pt x="13507" y="10144"/>
                  </a:cubicBezTo>
                  <a:lnTo>
                    <a:pt x="10813" y="7450"/>
                  </a:lnTo>
                  <a:cubicBezTo>
                    <a:pt x="10635" y="7271"/>
                    <a:pt x="10400" y="7182"/>
                    <a:pt x="10166" y="7182"/>
                  </a:cubicBezTo>
                  <a:cubicBezTo>
                    <a:pt x="9932" y="7182"/>
                    <a:pt x="9698" y="7271"/>
                    <a:pt x="9520" y="7450"/>
                  </a:cubicBezTo>
                  <a:cubicBezTo>
                    <a:pt x="9252" y="7708"/>
                    <a:pt x="9181" y="8137"/>
                    <a:pt x="9341" y="8485"/>
                  </a:cubicBezTo>
                  <a:cubicBezTo>
                    <a:pt x="8913" y="8948"/>
                    <a:pt x="8627" y="9528"/>
                    <a:pt x="8503" y="10153"/>
                  </a:cubicBezTo>
                  <a:cubicBezTo>
                    <a:pt x="7842" y="9858"/>
                    <a:pt x="7236" y="9430"/>
                    <a:pt x="6665" y="8859"/>
                  </a:cubicBezTo>
                  <a:cubicBezTo>
                    <a:pt x="6103" y="8297"/>
                    <a:pt x="5683" y="7691"/>
                    <a:pt x="5389" y="7004"/>
                  </a:cubicBezTo>
                  <a:cubicBezTo>
                    <a:pt x="6005" y="6888"/>
                    <a:pt x="6585" y="6593"/>
                    <a:pt x="7048" y="6165"/>
                  </a:cubicBezTo>
                  <a:cubicBezTo>
                    <a:pt x="7154" y="6208"/>
                    <a:pt x="7269" y="6229"/>
                    <a:pt x="7383" y="6229"/>
                  </a:cubicBezTo>
                  <a:cubicBezTo>
                    <a:pt x="7625" y="6229"/>
                    <a:pt x="7869" y="6136"/>
                    <a:pt x="8039" y="5960"/>
                  </a:cubicBezTo>
                  <a:cubicBezTo>
                    <a:pt x="8387" y="5612"/>
                    <a:pt x="8387" y="5023"/>
                    <a:pt x="8039" y="4666"/>
                  </a:cubicBezTo>
                  <a:lnTo>
                    <a:pt x="5318" y="1945"/>
                  </a:lnTo>
                  <a:cubicBezTo>
                    <a:pt x="5898" y="1785"/>
                    <a:pt x="6495" y="1705"/>
                    <a:pt x="7111" y="1705"/>
                  </a:cubicBezTo>
                  <a:close/>
                  <a:moveTo>
                    <a:pt x="10171" y="7653"/>
                  </a:moveTo>
                  <a:cubicBezTo>
                    <a:pt x="10285" y="7653"/>
                    <a:pt x="10398" y="7695"/>
                    <a:pt x="10483" y="7780"/>
                  </a:cubicBezTo>
                  <a:lnTo>
                    <a:pt x="14881" y="12178"/>
                  </a:lnTo>
                  <a:cubicBezTo>
                    <a:pt x="15051" y="12347"/>
                    <a:pt x="15051" y="12633"/>
                    <a:pt x="14881" y="12802"/>
                  </a:cubicBezTo>
                  <a:cubicBezTo>
                    <a:pt x="14796" y="12892"/>
                    <a:pt x="14683" y="12936"/>
                    <a:pt x="14569" y="12936"/>
                  </a:cubicBezTo>
                  <a:cubicBezTo>
                    <a:pt x="14455" y="12936"/>
                    <a:pt x="14341" y="12892"/>
                    <a:pt x="14257" y="12802"/>
                  </a:cubicBezTo>
                  <a:lnTo>
                    <a:pt x="9859" y="8404"/>
                  </a:lnTo>
                  <a:cubicBezTo>
                    <a:pt x="9680" y="8235"/>
                    <a:pt x="9680" y="7949"/>
                    <a:pt x="9859" y="7780"/>
                  </a:cubicBezTo>
                  <a:cubicBezTo>
                    <a:pt x="9943" y="7695"/>
                    <a:pt x="10057" y="7653"/>
                    <a:pt x="10171" y="7653"/>
                  </a:cubicBezTo>
                  <a:close/>
                  <a:moveTo>
                    <a:pt x="2989" y="474"/>
                  </a:moveTo>
                  <a:cubicBezTo>
                    <a:pt x="3103" y="474"/>
                    <a:pt x="3217" y="518"/>
                    <a:pt x="3302" y="607"/>
                  </a:cubicBezTo>
                  <a:lnTo>
                    <a:pt x="7700" y="5005"/>
                  </a:lnTo>
                  <a:cubicBezTo>
                    <a:pt x="7878" y="5175"/>
                    <a:pt x="7878" y="5460"/>
                    <a:pt x="7700" y="5630"/>
                  </a:cubicBezTo>
                  <a:cubicBezTo>
                    <a:pt x="7615" y="5715"/>
                    <a:pt x="7503" y="5757"/>
                    <a:pt x="7391" y="5757"/>
                  </a:cubicBezTo>
                  <a:cubicBezTo>
                    <a:pt x="7278" y="5757"/>
                    <a:pt x="7164" y="5715"/>
                    <a:pt x="7075" y="5630"/>
                  </a:cubicBezTo>
                  <a:lnTo>
                    <a:pt x="4185" y="2739"/>
                  </a:lnTo>
                  <a:cubicBezTo>
                    <a:pt x="4136" y="2691"/>
                    <a:pt x="4081" y="2670"/>
                    <a:pt x="4028" y="2670"/>
                  </a:cubicBezTo>
                  <a:cubicBezTo>
                    <a:pt x="3849" y="2670"/>
                    <a:pt x="3689" y="2906"/>
                    <a:pt x="3855" y="3078"/>
                  </a:cubicBezTo>
                  <a:lnTo>
                    <a:pt x="6665" y="5880"/>
                  </a:lnTo>
                  <a:cubicBezTo>
                    <a:pt x="6201" y="6281"/>
                    <a:pt x="5639" y="6522"/>
                    <a:pt x="5032" y="6584"/>
                  </a:cubicBezTo>
                  <a:cubicBezTo>
                    <a:pt x="4863" y="6629"/>
                    <a:pt x="4791" y="6736"/>
                    <a:pt x="4836" y="6906"/>
                  </a:cubicBezTo>
                  <a:cubicBezTo>
                    <a:pt x="5157" y="7762"/>
                    <a:pt x="5648" y="8511"/>
                    <a:pt x="6326" y="9189"/>
                  </a:cubicBezTo>
                  <a:cubicBezTo>
                    <a:pt x="7031" y="9885"/>
                    <a:pt x="7771" y="10385"/>
                    <a:pt x="8610" y="10706"/>
                  </a:cubicBezTo>
                  <a:cubicBezTo>
                    <a:pt x="8635" y="10716"/>
                    <a:pt x="8661" y="10721"/>
                    <a:pt x="8688" y="10721"/>
                  </a:cubicBezTo>
                  <a:cubicBezTo>
                    <a:pt x="8802" y="10721"/>
                    <a:pt x="8916" y="10633"/>
                    <a:pt x="8931" y="10510"/>
                  </a:cubicBezTo>
                  <a:cubicBezTo>
                    <a:pt x="8993" y="9894"/>
                    <a:pt x="9243" y="9323"/>
                    <a:pt x="9636" y="8859"/>
                  </a:cubicBezTo>
                  <a:lnTo>
                    <a:pt x="13873" y="13088"/>
                  </a:lnTo>
                  <a:cubicBezTo>
                    <a:pt x="13101" y="13730"/>
                    <a:pt x="11961" y="13953"/>
                    <a:pt x="11039" y="13953"/>
                  </a:cubicBezTo>
                  <a:cubicBezTo>
                    <a:pt x="10886" y="13953"/>
                    <a:pt x="10738" y="13947"/>
                    <a:pt x="10599" y="13935"/>
                  </a:cubicBezTo>
                  <a:cubicBezTo>
                    <a:pt x="8137" y="13748"/>
                    <a:pt x="6040" y="12124"/>
                    <a:pt x="4720" y="10795"/>
                  </a:cubicBezTo>
                  <a:cubicBezTo>
                    <a:pt x="3400" y="9475"/>
                    <a:pt x="1785" y="7387"/>
                    <a:pt x="1580" y="4925"/>
                  </a:cubicBezTo>
                  <a:cubicBezTo>
                    <a:pt x="1508" y="3944"/>
                    <a:pt x="1687" y="2543"/>
                    <a:pt x="2427" y="1651"/>
                  </a:cubicBezTo>
                  <a:lnTo>
                    <a:pt x="2971" y="2186"/>
                  </a:lnTo>
                  <a:cubicBezTo>
                    <a:pt x="3021" y="2238"/>
                    <a:pt x="3077" y="2259"/>
                    <a:pt x="3130" y="2259"/>
                  </a:cubicBezTo>
                  <a:cubicBezTo>
                    <a:pt x="3309" y="2259"/>
                    <a:pt x="3466" y="2021"/>
                    <a:pt x="3302" y="1856"/>
                  </a:cubicBezTo>
                  <a:lnTo>
                    <a:pt x="2677" y="1232"/>
                  </a:lnTo>
                  <a:cubicBezTo>
                    <a:pt x="2508" y="1062"/>
                    <a:pt x="2508" y="777"/>
                    <a:pt x="2677" y="607"/>
                  </a:cubicBezTo>
                  <a:cubicBezTo>
                    <a:pt x="2762" y="518"/>
                    <a:pt x="2876" y="474"/>
                    <a:pt x="2989" y="474"/>
                  </a:cubicBezTo>
                  <a:close/>
                  <a:moveTo>
                    <a:pt x="2985" y="1"/>
                  </a:moveTo>
                  <a:cubicBezTo>
                    <a:pt x="2751" y="1"/>
                    <a:pt x="2517" y="90"/>
                    <a:pt x="2338" y="268"/>
                  </a:cubicBezTo>
                  <a:cubicBezTo>
                    <a:pt x="2088" y="527"/>
                    <a:pt x="2008" y="928"/>
                    <a:pt x="2142" y="1259"/>
                  </a:cubicBezTo>
                  <a:cubicBezTo>
                    <a:pt x="1580" y="1892"/>
                    <a:pt x="1062" y="3043"/>
                    <a:pt x="1089" y="4568"/>
                  </a:cubicBezTo>
                  <a:cubicBezTo>
                    <a:pt x="375" y="5701"/>
                    <a:pt x="1" y="7013"/>
                    <a:pt x="1" y="8369"/>
                  </a:cubicBezTo>
                  <a:cubicBezTo>
                    <a:pt x="1" y="10465"/>
                    <a:pt x="911" y="12445"/>
                    <a:pt x="2499" y="13801"/>
                  </a:cubicBezTo>
                  <a:lnTo>
                    <a:pt x="2499" y="15898"/>
                  </a:lnTo>
                  <a:cubicBezTo>
                    <a:pt x="2499" y="16038"/>
                    <a:pt x="2615" y="16134"/>
                    <a:pt x="2742" y="16134"/>
                  </a:cubicBezTo>
                  <a:cubicBezTo>
                    <a:pt x="2777" y="16134"/>
                    <a:pt x="2812" y="16127"/>
                    <a:pt x="2847" y="16112"/>
                  </a:cubicBezTo>
                  <a:lnTo>
                    <a:pt x="4854" y="15131"/>
                  </a:lnTo>
                  <a:cubicBezTo>
                    <a:pt x="5318" y="15291"/>
                    <a:pt x="5799" y="15398"/>
                    <a:pt x="6290" y="15452"/>
                  </a:cubicBezTo>
                  <a:cubicBezTo>
                    <a:pt x="6301" y="15453"/>
                    <a:pt x="6312" y="15454"/>
                    <a:pt x="6323" y="15454"/>
                  </a:cubicBezTo>
                  <a:cubicBezTo>
                    <a:pt x="6597" y="15454"/>
                    <a:pt x="6636" y="15022"/>
                    <a:pt x="6344" y="14988"/>
                  </a:cubicBezTo>
                  <a:cubicBezTo>
                    <a:pt x="5862" y="14926"/>
                    <a:pt x="5380" y="14818"/>
                    <a:pt x="4916" y="14658"/>
                  </a:cubicBezTo>
                  <a:cubicBezTo>
                    <a:pt x="4890" y="14647"/>
                    <a:pt x="4864" y="14642"/>
                    <a:pt x="4838" y="14642"/>
                  </a:cubicBezTo>
                  <a:cubicBezTo>
                    <a:pt x="4802" y="14642"/>
                    <a:pt x="4765" y="14651"/>
                    <a:pt x="4729" y="14667"/>
                  </a:cubicBezTo>
                  <a:lnTo>
                    <a:pt x="2971" y="15523"/>
                  </a:lnTo>
                  <a:lnTo>
                    <a:pt x="2971" y="13694"/>
                  </a:lnTo>
                  <a:cubicBezTo>
                    <a:pt x="2971" y="13623"/>
                    <a:pt x="2945" y="13552"/>
                    <a:pt x="2891" y="13507"/>
                  </a:cubicBezTo>
                  <a:cubicBezTo>
                    <a:pt x="1357" y="12240"/>
                    <a:pt x="474" y="10367"/>
                    <a:pt x="474" y="8369"/>
                  </a:cubicBezTo>
                  <a:cubicBezTo>
                    <a:pt x="474" y="7334"/>
                    <a:pt x="706" y="6326"/>
                    <a:pt x="1161" y="5407"/>
                  </a:cubicBezTo>
                  <a:cubicBezTo>
                    <a:pt x="1508" y="7815"/>
                    <a:pt x="3087" y="9832"/>
                    <a:pt x="4381" y="11134"/>
                  </a:cubicBezTo>
                  <a:cubicBezTo>
                    <a:pt x="5675" y="12419"/>
                    <a:pt x="7664" y="13980"/>
                    <a:pt x="10037" y="14346"/>
                  </a:cubicBezTo>
                  <a:cubicBezTo>
                    <a:pt x="9314" y="14703"/>
                    <a:pt x="8538" y="14926"/>
                    <a:pt x="7744" y="14997"/>
                  </a:cubicBezTo>
                  <a:cubicBezTo>
                    <a:pt x="7458" y="15023"/>
                    <a:pt x="7501" y="15471"/>
                    <a:pt x="7766" y="15471"/>
                  </a:cubicBezTo>
                  <a:cubicBezTo>
                    <a:pt x="7773" y="15471"/>
                    <a:pt x="7781" y="15470"/>
                    <a:pt x="7789" y="15470"/>
                  </a:cubicBezTo>
                  <a:cubicBezTo>
                    <a:pt x="8877" y="15363"/>
                    <a:pt x="9939" y="15006"/>
                    <a:pt x="10858" y="14426"/>
                  </a:cubicBezTo>
                  <a:cubicBezTo>
                    <a:pt x="10923" y="14428"/>
                    <a:pt x="10989" y="14429"/>
                    <a:pt x="11054" y="14429"/>
                  </a:cubicBezTo>
                  <a:cubicBezTo>
                    <a:pt x="12195" y="14429"/>
                    <a:pt x="13414" y="14132"/>
                    <a:pt x="14274" y="13364"/>
                  </a:cubicBezTo>
                  <a:cubicBezTo>
                    <a:pt x="14364" y="13391"/>
                    <a:pt x="14462" y="13409"/>
                    <a:pt x="14560" y="13409"/>
                  </a:cubicBezTo>
                  <a:cubicBezTo>
                    <a:pt x="14801" y="13409"/>
                    <a:pt x="15033" y="13320"/>
                    <a:pt x="15211" y="13141"/>
                  </a:cubicBezTo>
                  <a:cubicBezTo>
                    <a:pt x="15559" y="12793"/>
                    <a:pt x="15559" y="12196"/>
                    <a:pt x="15211" y="11848"/>
                  </a:cubicBezTo>
                  <a:lnTo>
                    <a:pt x="13882" y="10519"/>
                  </a:lnTo>
                  <a:cubicBezTo>
                    <a:pt x="13891" y="10510"/>
                    <a:pt x="13891" y="10501"/>
                    <a:pt x="13900" y="10492"/>
                  </a:cubicBezTo>
                  <a:cubicBezTo>
                    <a:pt x="14105" y="9805"/>
                    <a:pt x="14212" y="9091"/>
                    <a:pt x="14212" y="8369"/>
                  </a:cubicBezTo>
                  <a:cubicBezTo>
                    <a:pt x="14212" y="6460"/>
                    <a:pt x="13480" y="4666"/>
                    <a:pt x="12133" y="3319"/>
                  </a:cubicBezTo>
                  <a:cubicBezTo>
                    <a:pt x="10795" y="1972"/>
                    <a:pt x="9002" y="1232"/>
                    <a:pt x="7111" y="1232"/>
                  </a:cubicBezTo>
                  <a:cubicBezTo>
                    <a:pt x="6361" y="1232"/>
                    <a:pt x="5630" y="1348"/>
                    <a:pt x="4934" y="1571"/>
                  </a:cubicBezTo>
                  <a:lnTo>
                    <a:pt x="3632" y="268"/>
                  </a:lnTo>
                  <a:cubicBezTo>
                    <a:pt x="3453" y="90"/>
                    <a:pt x="3219" y="1"/>
                    <a:pt x="29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0" name="Google Shape;3450;p54"/>
          <p:cNvGrpSpPr/>
          <p:nvPr/>
        </p:nvGrpSpPr>
        <p:grpSpPr>
          <a:xfrm>
            <a:off x="4836695" y="1953443"/>
            <a:ext cx="358711" cy="355583"/>
            <a:chOff x="4384850" y="2333250"/>
            <a:chExt cx="407025" cy="403475"/>
          </a:xfrm>
        </p:grpSpPr>
        <p:sp>
          <p:nvSpPr>
            <p:cNvPr id="3451" name="Google Shape;3451;p54"/>
            <p:cNvSpPr/>
            <p:nvPr/>
          </p:nvSpPr>
          <p:spPr>
            <a:xfrm>
              <a:off x="4601400" y="2553100"/>
              <a:ext cx="184250" cy="177675"/>
            </a:xfrm>
            <a:custGeom>
              <a:avLst/>
              <a:gdLst/>
              <a:ahLst/>
              <a:cxnLst/>
              <a:rect l="l" t="t" r="r" b="b"/>
              <a:pathLst>
                <a:path w="7370" h="7107" extrusionOk="0">
                  <a:moveTo>
                    <a:pt x="1481" y="1"/>
                  </a:moveTo>
                  <a:cubicBezTo>
                    <a:pt x="1136" y="1"/>
                    <a:pt x="790" y="132"/>
                    <a:pt x="527" y="395"/>
                  </a:cubicBezTo>
                  <a:cubicBezTo>
                    <a:pt x="0" y="922"/>
                    <a:pt x="0" y="1778"/>
                    <a:pt x="527" y="2304"/>
                  </a:cubicBezTo>
                  <a:lnTo>
                    <a:pt x="4934" y="6711"/>
                  </a:lnTo>
                  <a:cubicBezTo>
                    <a:pt x="5197" y="6975"/>
                    <a:pt x="5543" y="7106"/>
                    <a:pt x="5888" y="7106"/>
                  </a:cubicBezTo>
                  <a:cubicBezTo>
                    <a:pt x="6234" y="7106"/>
                    <a:pt x="6580" y="6975"/>
                    <a:pt x="6843" y="6711"/>
                  </a:cubicBezTo>
                  <a:cubicBezTo>
                    <a:pt x="7369" y="6185"/>
                    <a:pt x="7369" y="5329"/>
                    <a:pt x="6843" y="4802"/>
                  </a:cubicBezTo>
                  <a:lnTo>
                    <a:pt x="2436" y="395"/>
                  </a:lnTo>
                  <a:cubicBezTo>
                    <a:pt x="2173" y="132"/>
                    <a:pt x="1827" y="1"/>
                    <a:pt x="14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4"/>
            <p:cNvSpPr/>
            <p:nvPr/>
          </p:nvSpPr>
          <p:spPr>
            <a:xfrm>
              <a:off x="4612775" y="2563475"/>
              <a:ext cx="91450" cy="86900"/>
            </a:xfrm>
            <a:custGeom>
              <a:avLst/>
              <a:gdLst/>
              <a:ahLst/>
              <a:cxnLst/>
              <a:rect l="l" t="t" r="r" b="b"/>
              <a:pathLst>
                <a:path w="3658" h="3476" extrusionOk="0">
                  <a:moveTo>
                    <a:pt x="2623" y="0"/>
                  </a:moveTo>
                  <a:cubicBezTo>
                    <a:pt x="2382" y="0"/>
                    <a:pt x="2141" y="92"/>
                    <a:pt x="1954" y="275"/>
                  </a:cubicBezTo>
                  <a:lnTo>
                    <a:pt x="366" y="1863"/>
                  </a:lnTo>
                  <a:cubicBezTo>
                    <a:pt x="0" y="2237"/>
                    <a:pt x="0" y="2826"/>
                    <a:pt x="366" y="3201"/>
                  </a:cubicBezTo>
                  <a:cubicBezTo>
                    <a:pt x="553" y="3384"/>
                    <a:pt x="794" y="3475"/>
                    <a:pt x="1035" y="3475"/>
                  </a:cubicBezTo>
                  <a:cubicBezTo>
                    <a:pt x="1276" y="3475"/>
                    <a:pt x="1517" y="3384"/>
                    <a:pt x="1704" y="3201"/>
                  </a:cubicBezTo>
                  <a:lnTo>
                    <a:pt x="3292" y="1613"/>
                  </a:lnTo>
                  <a:cubicBezTo>
                    <a:pt x="3658" y="1238"/>
                    <a:pt x="3658" y="649"/>
                    <a:pt x="3292" y="275"/>
                  </a:cubicBezTo>
                  <a:cubicBezTo>
                    <a:pt x="3105" y="92"/>
                    <a:pt x="2864" y="0"/>
                    <a:pt x="26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54"/>
            <p:cNvSpPr/>
            <p:nvPr/>
          </p:nvSpPr>
          <p:spPr>
            <a:xfrm>
              <a:off x="4390850" y="2339275"/>
              <a:ext cx="307150" cy="307125"/>
            </a:xfrm>
            <a:custGeom>
              <a:avLst/>
              <a:gdLst/>
              <a:ahLst/>
              <a:cxnLst/>
              <a:rect l="l" t="t" r="r" b="b"/>
              <a:pathLst>
                <a:path w="12286" h="12285" extrusionOk="0">
                  <a:moveTo>
                    <a:pt x="6139" y="1"/>
                  </a:moveTo>
                  <a:cubicBezTo>
                    <a:pt x="2749" y="1"/>
                    <a:pt x="1" y="2748"/>
                    <a:pt x="1" y="6138"/>
                  </a:cubicBezTo>
                  <a:cubicBezTo>
                    <a:pt x="1" y="9528"/>
                    <a:pt x="2749" y="12285"/>
                    <a:pt x="6139" y="12285"/>
                  </a:cubicBezTo>
                  <a:cubicBezTo>
                    <a:pt x="9529" y="12285"/>
                    <a:pt x="12285" y="9528"/>
                    <a:pt x="12285" y="6138"/>
                  </a:cubicBezTo>
                  <a:cubicBezTo>
                    <a:pt x="12285" y="2748"/>
                    <a:pt x="9529" y="1"/>
                    <a:pt x="6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4"/>
            <p:cNvSpPr/>
            <p:nvPr/>
          </p:nvSpPr>
          <p:spPr>
            <a:xfrm>
              <a:off x="4430100" y="2378525"/>
              <a:ext cx="228425" cy="228400"/>
            </a:xfrm>
            <a:custGeom>
              <a:avLst/>
              <a:gdLst/>
              <a:ahLst/>
              <a:cxnLst/>
              <a:rect l="l" t="t" r="r" b="b"/>
              <a:pathLst>
                <a:path w="9137" h="9136" extrusionOk="0">
                  <a:moveTo>
                    <a:pt x="4569" y="1"/>
                  </a:moveTo>
                  <a:cubicBezTo>
                    <a:pt x="2053" y="1"/>
                    <a:pt x="1" y="2052"/>
                    <a:pt x="1" y="4568"/>
                  </a:cubicBezTo>
                  <a:cubicBezTo>
                    <a:pt x="1" y="7093"/>
                    <a:pt x="2053" y="9136"/>
                    <a:pt x="4569" y="9136"/>
                  </a:cubicBezTo>
                  <a:cubicBezTo>
                    <a:pt x="7093" y="9136"/>
                    <a:pt x="9136" y="7093"/>
                    <a:pt x="9136" y="4568"/>
                  </a:cubicBezTo>
                  <a:cubicBezTo>
                    <a:pt x="9136" y="2052"/>
                    <a:pt x="7093" y="1"/>
                    <a:pt x="45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4"/>
            <p:cNvSpPr/>
            <p:nvPr/>
          </p:nvSpPr>
          <p:spPr>
            <a:xfrm>
              <a:off x="4474275" y="2476425"/>
              <a:ext cx="32800" cy="32825"/>
            </a:xfrm>
            <a:custGeom>
              <a:avLst/>
              <a:gdLst/>
              <a:ahLst/>
              <a:cxnLst/>
              <a:rect l="l" t="t" r="r" b="b"/>
              <a:pathLst>
                <a:path w="1312" h="1313" extrusionOk="0">
                  <a:moveTo>
                    <a:pt x="660" y="1"/>
                  </a:moveTo>
                  <a:cubicBezTo>
                    <a:pt x="295" y="1"/>
                    <a:pt x="0" y="295"/>
                    <a:pt x="0" y="652"/>
                  </a:cubicBezTo>
                  <a:cubicBezTo>
                    <a:pt x="0" y="1018"/>
                    <a:pt x="295" y="1312"/>
                    <a:pt x="660" y="1312"/>
                  </a:cubicBezTo>
                  <a:cubicBezTo>
                    <a:pt x="1017" y="1312"/>
                    <a:pt x="1312" y="1018"/>
                    <a:pt x="1312" y="652"/>
                  </a:cubicBezTo>
                  <a:cubicBezTo>
                    <a:pt x="1312" y="295"/>
                    <a:pt x="1017" y="1"/>
                    <a:pt x="6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4"/>
            <p:cNvSpPr/>
            <p:nvPr/>
          </p:nvSpPr>
          <p:spPr>
            <a:xfrm>
              <a:off x="4528025" y="2476425"/>
              <a:ext cx="32800" cy="32825"/>
            </a:xfrm>
            <a:custGeom>
              <a:avLst/>
              <a:gdLst/>
              <a:ahLst/>
              <a:cxnLst/>
              <a:rect l="l" t="t" r="r" b="b"/>
              <a:pathLst>
                <a:path w="1312" h="1313" extrusionOk="0">
                  <a:moveTo>
                    <a:pt x="652" y="1"/>
                  </a:moveTo>
                  <a:cubicBezTo>
                    <a:pt x="295" y="1"/>
                    <a:pt x="0" y="295"/>
                    <a:pt x="0" y="652"/>
                  </a:cubicBezTo>
                  <a:cubicBezTo>
                    <a:pt x="0" y="1018"/>
                    <a:pt x="295" y="1312"/>
                    <a:pt x="652" y="1312"/>
                  </a:cubicBezTo>
                  <a:cubicBezTo>
                    <a:pt x="1017" y="1312"/>
                    <a:pt x="1312" y="1018"/>
                    <a:pt x="1312" y="652"/>
                  </a:cubicBezTo>
                  <a:cubicBezTo>
                    <a:pt x="1312" y="295"/>
                    <a:pt x="1017" y="1"/>
                    <a:pt x="6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4"/>
            <p:cNvSpPr/>
            <p:nvPr/>
          </p:nvSpPr>
          <p:spPr>
            <a:xfrm>
              <a:off x="4581775" y="2476425"/>
              <a:ext cx="32575" cy="32825"/>
            </a:xfrm>
            <a:custGeom>
              <a:avLst/>
              <a:gdLst/>
              <a:ahLst/>
              <a:cxnLst/>
              <a:rect l="l" t="t" r="r" b="b"/>
              <a:pathLst>
                <a:path w="1303" h="1313" extrusionOk="0">
                  <a:moveTo>
                    <a:pt x="652" y="1"/>
                  </a:moveTo>
                  <a:cubicBezTo>
                    <a:pt x="286" y="1"/>
                    <a:pt x="0" y="295"/>
                    <a:pt x="0" y="652"/>
                  </a:cubicBezTo>
                  <a:cubicBezTo>
                    <a:pt x="0" y="1018"/>
                    <a:pt x="286" y="1312"/>
                    <a:pt x="652" y="1312"/>
                  </a:cubicBezTo>
                  <a:cubicBezTo>
                    <a:pt x="1008" y="1312"/>
                    <a:pt x="1303" y="1018"/>
                    <a:pt x="1303" y="652"/>
                  </a:cubicBezTo>
                  <a:cubicBezTo>
                    <a:pt x="1303" y="295"/>
                    <a:pt x="1008" y="1"/>
                    <a:pt x="6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4"/>
            <p:cNvSpPr/>
            <p:nvPr/>
          </p:nvSpPr>
          <p:spPr>
            <a:xfrm>
              <a:off x="4384850" y="2333250"/>
              <a:ext cx="407025" cy="403475"/>
            </a:xfrm>
            <a:custGeom>
              <a:avLst/>
              <a:gdLst/>
              <a:ahLst/>
              <a:cxnLst/>
              <a:rect l="l" t="t" r="r" b="b"/>
              <a:pathLst>
                <a:path w="16281" h="16139" extrusionOk="0">
                  <a:moveTo>
                    <a:pt x="11954" y="9484"/>
                  </a:moveTo>
                  <a:cubicBezTo>
                    <a:pt x="12061" y="9510"/>
                    <a:pt x="12159" y="9573"/>
                    <a:pt x="12240" y="9653"/>
                  </a:cubicBezTo>
                  <a:cubicBezTo>
                    <a:pt x="12516" y="9930"/>
                    <a:pt x="12516" y="10376"/>
                    <a:pt x="12240" y="10652"/>
                  </a:cubicBezTo>
                  <a:lnTo>
                    <a:pt x="10652" y="12240"/>
                  </a:lnTo>
                  <a:cubicBezTo>
                    <a:pt x="10513" y="12379"/>
                    <a:pt x="10333" y="12448"/>
                    <a:pt x="10152" y="12448"/>
                  </a:cubicBezTo>
                  <a:cubicBezTo>
                    <a:pt x="9972" y="12448"/>
                    <a:pt x="9791" y="12379"/>
                    <a:pt x="9653" y="12240"/>
                  </a:cubicBezTo>
                  <a:cubicBezTo>
                    <a:pt x="9572" y="12160"/>
                    <a:pt x="9519" y="12062"/>
                    <a:pt x="9483" y="11955"/>
                  </a:cubicBezTo>
                  <a:cubicBezTo>
                    <a:pt x="10518" y="11375"/>
                    <a:pt x="11374" y="10519"/>
                    <a:pt x="11954" y="9484"/>
                  </a:cubicBezTo>
                  <a:close/>
                  <a:moveTo>
                    <a:pt x="6379" y="1"/>
                  </a:moveTo>
                  <a:cubicBezTo>
                    <a:pt x="5005" y="1"/>
                    <a:pt x="3693" y="438"/>
                    <a:pt x="2596" y="1250"/>
                  </a:cubicBezTo>
                  <a:cubicBezTo>
                    <a:pt x="2391" y="1396"/>
                    <a:pt x="2546" y="1679"/>
                    <a:pt x="2741" y="1679"/>
                  </a:cubicBezTo>
                  <a:cubicBezTo>
                    <a:pt x="2784" y="1679"/>
                    <a:pt x="2829" y="1666"/>
                    <a:pt x="2873" y="1633"/>
                  </a:cubicBezTo>
                  <a:cubicBezTo>
                    <a:pt x="3898" y="875"/>
                    <a:pt x="5112" y="474"/>
                    <a:pt x="6379" y="474"/>
                  </a:cubicBezTo>
                  <a:cubicBezTo>
                    <a:pt x="9635" y="474"/>
                    <a:pt x="12284" y="3123"/>
                    <a:pt x="12284" y="6379"/>
                  </a:cubicBezTo>
                  <a:cubicBezTo>
                    <a:pt x="12284" y="9635"/>
                    <a:pt x="9635" y="12285"/>
                    <a:pt x="6379" y="12285"/>
                  </a:cubicBezTo>
                  <a:cubicBezTo>
                    <a:pt x="3122" y="12285"/>
                    <a:pt x="473" y="9635"/>
                    <a:pt x="473" y="6379"/>
                  </a:cubicBezTo>
                  <a:cubicBezTo>
                    <a:pt x="473" y="4916"/>
                    <a:pt x="1017" y="3516"/>
                    <a:pt x="1989" y="2427"/>
                  </a:cubicBezTo>
                  <a:cubicBezTo>
                    <a:pt x="2145" y="2258"/>
                    <a:pt x="1983" y="2038"/>
                    <a:pt x="1806" y="2038"/>
                  </a:cubicBezTo>
                  <a:cubicBezTo>
                    <a:pt x="1749" y="2038"/>
                    <a:pt x="1691" y="2061"/>
                    <a:pt x="1641" y="2115"/>
                  </a:cubicBezTo>
                  <a:cubicBezTo>
                    <a:pt x="589" y="3284"/>
                    <a:pt x="0" y="4800"/>
                    <a:pt x="0" y="6379"/>
                  </a:cubicBezTo>
                  <a:cubicBezTo>
                    <a:pt x="0" y="9894"/>
                    <a:pt x="2864" y="12758"/>
                    <a:pt x="6379" y="12758"/>
                  </a:cubicBezTo>
                  <a:cubicBezTo>
                    <a:pt x="7333" y="12758"/>
                    <a:pt x="8243" y="12544"/>
                    <a:pt x="9055" y="12169"/>
                  </a:cubicBezTo>
                  <a:cubicBezTo>
                    <a:pt x="9117" y="12321"/>
                    <a:pt x="9207" y="12454"/>
                    <a:pt x="9322" y="12570"/>
                  </a:cubicBezTo>
                  <a:cubicBezTo>
                    <a:pt x="9546" y="12802"/>
                    <a:pt x="9849" y="12918"/>
                    <a:pt x="10152" y="12918"/>
                  </a:cubicBezTo>
                  <a:cubicBezTo>
                    <a:pt x="10304" y="12918"/>
                    <a:pt x="10447" y="12892"/>
                    <a:pt x="10589" y="12838"/>
                  </a:cubicBezTo>
                  <a:lnTo>
                    <a:pt x="13426" y="15675"/>
                  </a:lnTo>
                  <a:cubicBezTo>
                    <a:pt x="13738" y="15978"/>
                    <a:pt x="14140" y="16139"/>
                    <a:pt x="14550" y="16139"/>
                  </a:cubicBezTo>
                  <a:cubicBezTo>
                    <a:pt x="14961" y="16139"/>
                    <a:pt x="15362" y="15978"/>
                    <a:pt x="15674" y="15675"/>
                  </a:cubicBezTo>
                  <a:cubicBezTo>
                    <a:pt x="16281" y="15059"/>
                    <a:pt x="16281" y="14042"/>
                    <a:pt x="15674" y="13427"/>
                  </a:cubicBezTo>
                  <a:lnTo>
                    <a:pt x="14292" y="12053"/>
                  </a:lnTo>
                  <a:cubicBezTo>
                    <a:pt x="14242" y="12001"/>
                    <a:pt x="14186" y="11980"/>
                    <a:pt x="14133" y="11980"/>
                  </a:cubicBezTo>
                  <a:cubicBezTo>
                    <a:pt x="13954" y="11980"/>
                    <a:pt x="13797" y="12218"/>
                    <a:pt x="13961" y="12383"/>
                  </a:cubicBezTo>
                  <a:lnTo>
                    <a:pt x="15335" y="13766"/>
                  </a:lnTo>
                  <a:cubicBezTo>
                    <a:pt x="15763" y="14194"/>
                    <a:pt x="15763" y="14908"/>
                    <a:pt x="15335" y="15336"/>
                  </a:cubicBezTo>
                  <a:cubicBezTo>
                    <a:pt x="15121" y="15554"/>
                    <a:pt x="14836" y="15664"/>
                    <a:pt x="14550" y="15664"/>
                  </a:cubicBezTo>
                  <a:cubicBezTo>
                    <a:pt x="14265" y="15664"/>
                    <a:pt x="13979" y="15554"/>
                    <a:pt x="13765" y="15336"/>
                  </a:cubicBezTo>
                  <a:lnTo>
                    <a:pt x="10991" y="12570"/>
                  </a:lnTo>
                  <a:lnTo>
                    <a:pt x="12570" y="10991"/>
                  </a:lnTo>
                  <a:lnTo>
                    <a:pt x="13060" y="11482"/>
                  </a:lnTo>
                  <a:cubicBezTo>
                    <a:pt x="13110" y="11534"/>
                    <a:pt x="13166" y="11555"/>
                    <a:pt x="13220" y="11555"/>
                  </a:cubicBezTo>
                  <a:cubicBezTo>
                    <a:pt x="13401" y="11555"/>
                    <a:pt x="13562" y="11317"/>
                    <a:pt x="13390" y="11152"/>
                  </a:cubicBezTo>
                  <a:lnTo>
                    <a:pt x="12837" y="10590"/>
                  </a:lnTo>
                  <a:cubicBezTo>
                    <a:pt x="12998" y="10162"/>
                    <a:pt x="12918" y="9662"/>
                    <a:pt x="12570" y="9323"/>
                  </a:cubicBezTo>
                  <a:cubicBezTo>
                    <a:pt x="12454" y="9207"/>
                    <a:pt x="12320" y="9118"/>
                    <a:pt x="12168" y="9056"/>
                  </a:cubicBezTo>
                  <a:cubicBezTo>
                    <a:pt x="12543" y="8244"/>
                    <a:pt x="12757" y="7334"/>
                    <a:pt x="12757" y="6379"/>
                  </a:cubicBezTo>
                  <a:cubicBezTo>
                    <a:pt x="12757" y="2864"/>
                    <a:pt x="9893" y="1"/>
                    <a:pt x="6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54"/>
            <p:cNvSpPr/>
            <p:nvPr/>
          </p:nvSpPr>
          <p:spPr>
            <a:xfrm>
              <a:off x="4424325" y="2372725"/>
              <a:ext cx="240200" cy="240000"/>
            </a:xfrm>
            <a:custGeom>
              <a:avLst/>
              <a:gdLst/>
              <a:ahLst/>
              <a:cxnLst/>
              <a:rect l="l" t="t" r="r" b="b"/>
              <a:pathLst>
                <a:path w="9608" h="9600" extrusionOk="0">
                  <a:moveTo>
                    <a:pt x="4800" y="474"/>
                  </a:moveTo>
                  <a:cubicBezTo>
                    <a:pt x="7190" y="474"/>
                    <a:pt x="9135" y="2418"/>
                    <a:pt x="9135" y="4800"/>
                  </a:cubicBezTo>
                  <a:cubicBezTo>
                    <a:pt x="9135" y="7191"/>
                    <a:pt x="7190" y="9127"/>
                    <a:pt x="4800" y="9127"/>
                  </a:cubicBezTo>
                  <a:cubicBezTo>
                    <a:pt x="2418" y="9127"/>
                    <a:pt x="473" y="7191"/>
                    <a:pt x="473" y="4800"/>
                  </a:cubicBezTo>
                  <a:cubicBezTo>
                    <a:pt x="473" y="2418"/>
                    <a:pt x="2418" y="474"/>
                    <a:pt x="4800" y="474"/>
                  </a:cubicBezTo>
                  <a:close/>
                  <a:moveTo>
                    <a:pt x="4800" y="1"/>
                  </a:moveTo>
                  <a:cubicBezTo>
                    <a:pt x="2150" y="1"/>
                    <a:pt x="0" y="2151"/>
                    <a:pt x="0" y="4800"/>
                  </a:cubicBezTo>
                  <a:cubicBezTo>
                    <a:pt x="0" y="7450"/>
                    <a:pt x="2150" y="9600"/>
                    <a:pt x="4800" y="9600"/>
                  </a:cubicBezTo>
                  <a:cubicBezTo>
                    <a:pt x="7449" y="9600"/>
                    <a:pt x="9608" y="7450"/>
                    <a:pt x="9608" y="4800"/>
                  </a:cubicBezTo>
                  <a:cubicBezTo>
                    <a:pt x="9608" y="2151"/>
                    <a:pt x="7449" y="1"/>
                    <a:pt x="4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54"/>
            <p:cNvSpPr/>
            <p:nvPr/>
          </p:nvSpPr>
          <p:spPr>
            <a:xfrm>
              <a:off x="4468475" y="2470425"/>
              <a:ext cx="44400" cy="44625"/>
            </a:xfrm>
            <a:custGeom>
              <a:avLst/>
              <a:gdLst/>
              <a:ahLst/>
              <a:cxnLst/>
              <a:rect l="l" t="t" r="r" b="b"/>
              <a:pathLst>
                <a:path w="1776" h="1785" extrusionOk="0">
                  <a:moveTo>
                    <a:pt x="892" y="473"/>
                  </a:moveTo>
                  <a:cubicBezTo>
                    <a:pt x="1124" y="473"/>
                    <a:pt x="1312" y="660"/>
                    <a:pt x="1312" y="892"/>
                  </a:cubicBezTo>
                  <a:cubicBezTo>
                    <a:pt x="1312" y="1124"/>
                    <a:pt x="1124" y="1312"/>
                    <a:pt x="892" y="1312"/>
                  </a:cubicBezTo>
                  <a:cubicBezTo>
                    <a:pt x="661" y="1312"/>
                    <a:pt x="473" y="1124"/>
                    <a:pt x="473" y="892"/>
                  </a:cubicBezTo>
                  <a:cubicBezTo>
                    <a:pt x="473" y="660"/>
                    <a:pt x="661" y="473"/>
                    <a:pt x="892" y="473"/>
                  </a:cubicBezTo>
                  <a:close/>
                  <a:moveTo>
                    <a:pt x="892" y="0"/>
                  </a:moveTo>
                  <a:cubicBezTo>
                    <a:pt x="402" y="0"/>
                    <a:pt x="0" y="402"/>
                    <a:pt x="0" y="892"/>
                  </a:cubicBezTo>
                  <a:cubicBezTo>
                    <a:pt x="0" y="1383"/>
                    <a:pt x="402" y="1784"/>
                    <a:pt x="892" y="1784"/>
                  </a:cubicBezTo>
                  <a:cubicBezTo>
                    <a:pt x="1383" y="1784"/>
                    <a:pt x="1776" y="1383"/>
                    <a:pt x="1776" y="892"/>
                  </a:cubicBezTo>
                  <a:cubicBezTo>
                    <a:pt x="1776" y="402"/>
                    <a:pt x="1383" y="0"/>
                    <a:pt x="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54"/>
            <p:cNvSpPr/>
            <p:nvPr/>
          </p:nvSpPr>
          <p:spPr>
            <a:xfrm>
              <a:off x="4522000" y="2470425"/>
              <a:ext cx="44625" cy="44625"/>
            </a:xfrm>
            <a:custGeom>
              <a:avLst/>
              <a:gdLst/>
              <a:ahLst/>
              <a:cxnLst/>
              <a:rect l="l" t="t" r="r" b="b"/>
              <a:pathLst>
                <a:path w="1785" h="1785" extrusionOk="0">
                  <a:moveTo>
                    <a:pt x="893" y="473"/>
                  </a:moveTo>
                  <a:cubicBezTo>
                    <a:pt x="1124" y="473"/>
                    <a:pt x="1312" y="660"/>
                    <a:pt x="1312" y="892"/>
                  </a:cubicBezTo>
                  <a:cubicBezTo>
                    <a:pt x="1312" y="1124"/>
                    <a:pt x="1124" y="1312"/>
                    <a:pt x="893" y="1312"/>
                  </a:cubicBezTo>
                  <a:cubicBezTo>
                    <a:pt x="661" y="1312"/>
                    <a:pt x="473" y="1124"/>
                    <a:pt x="473" y="892"/>
                  </a:cubicBezTo>
                  <a:cubicBezTo>
                    <a:pt x="473" y="660"/>
                    <a:pt x="661" y="473"/>
                    <a:pt x="893" y="473"/>
                  </a:cubicBezTo>
                  <a:close/>
                  <a:moveTo>
                    <a:pt x="893" y="0"/>
                  </a:moveTo>
                  <a:cubicBezTo>
                    <a:pt x="402" y="0"/>
                    <a:pt x="0" y="402"/>
                    <a:pt x="0" y="892"/>
                  </a:cubicBezTo>
                  <a:cubicBezTo>
                    <a:pt x="0" y="1383"/>
                    <a:pt x="402" y="1784"/>
                    <a:pt x="893" y="1784"/>
                  </a:cubicBezTo>
                  <a:cubicBezTo>
                    <a:pt x="1383" y="1784"/>
                    <a:pt x="1785" y="1383"/>
                    <a:pt x="1785" y="892"/>
                  </a:cubicBezTo>
                  <a:cubicBezTo>
                    <a:pt x="1785" y="402"/>
                    <a:pt x="1383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54"/>
            <p:cNvSpPr/>
            <p:nvPr/>
          </p:nvSpPr>
          <p:spPr>
            <a:xfrm>
              <a:off x="4575750" y="2470425"/>
              <a:ext cx="44625" cy="44625"/>
            </a:xfrm>
            <a:custGeom>
              <a:avLst/>
              <a:gdLst/>
              <a:ahLst/>
              <a:cxnLst/>
              <a:rect l="l" t="t" r="r" b="b"/>
              <a:pathLst>
                <a:path w="1785" h="1785" extrusionOk="0">
                  <a:moveTo>
                    <a:pt x="893" y="473"/>
                  </a:moveTo>
                  <a:cubicBezTo>
                    <a:pt x="1124" y="473"/>
                    <a:pt x="1312" y="660"/>
                    <a:pt x="1312" y="892"/>
                  </a:cubicBezTo>
                  <a:cubicBezTo>
                    <a:pt x="1312" y="1124"/>
                    <a:pt x="1124" y="1312"/>
                    <a:pt x="893" y="1312"/>
                  </a:cubicBezTo>
                  <a:cubicBezTo>
                    <a:pt x="661" y="1312"/>
                    <a:pt x="473" y="1124"/>
                    <a:pt x="473" y="892"/>
                  </a:cubicBezTo>
                  <a:cubicBezTo>
                    <a:pt x="473" y="660"/>
                    <a:pt x="661" y="473"/>
                    <a:pt x="893" y="473"/>
                  </a:cubicBezTo>
                  <a:close/>
                  <a:moveTo>
                    <a:pt x="893" y="0"/>
                  </a:moveTo>
                  <a:cubicBezTo>
                    <a:pt x="402" y="0"/>
                    <a:pt x="0" y="402"/>
                    <a:pt x="0" y="892"/>
                  </a:cubicBezTo>
                  <a:cubicBezTo>
                    <a:pt x="0" y="1383"/>
                    <a:pt x="402" y="1784"/>
                    <a:pt x="893" y="1784"/>
                  </a:cubicBezTo>
                  <a:cubicBezTo>
                    <a:pt x="1383" y="1784"/>
                    <a:pt x="1785" y="1383"/>
                    <a:pt x="1785" y="892"/>
                  </a:cubicBezTo>
                  <a:cubicBezTo>
                    <a:pt x="1785" y="402"/>
                    <a:pt x="1383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3" name="Google Shape;3463;p54"/>
          <p:cNvGrpSpPr/>
          <p:nvPr/>
        </p:nvGrpSpPr>
        <p:grpSpPr>
          <a:xfrm>
            <a:off x="3963866" y="3481377"/>
            <a:ext cx="328108" cy="327783"/>
            <a:chOff x="2029225" y="2333250"/>
            <a:chExt cx="403925" cy="403475"/>
          </a:xfrm>
        </p:grpSpPr>
        <p:sp>
          <p:nvSpPr>
            <p:cNvPr id="3464" name="Google Shape;3464;p54"/>
            <p:cNvSpPr/>
            <p:nvPr/>
          </p:nvSpPr>
          <p:spPr>
            <a:xfrm>
              <a:off x="2035025" y="2339250"/>
              <a:ext cx="260750" cy="263000"/>
            </a:xfrm>
            <a:custGeom>
              <a:avLst/>
              <a:gdLst/>
              <a:ahLst/>
              <a:cxnLst/>
              <a:rect l="l" t="t" r="r" b="b"/>
              <a:pathLst>
                <a:path w="10430" h="10520" extrusionOk="0">
                  <a:moveTo>
                    <a:pt x="5226" y="0"/>
                  </a:moveTo>
                  <a:cubicBezTo>
                    <a:pt x="5188" y="0"/>
                    <a:pt x="5150" y="1"/>
                    <a:pt x="5113" y="2"/>
                  </a:cubicBezTo>
                  <a:cubicBezTo>
                    <a:pt x="2267" y="64"/>
                    <a:pt x="1" y="2419"/>
                    <a:pt x="1" y="5265"/>
                  </a:cubicBezTo>
                  <a:lnTo>
                    <a:pt x="1" y="5301"/>
                  </a:lnTo>
                  <a:cubicBezTo>
                    <a:pt x="1" y="8182"/>
                    <a:pt x="2338" y="10519"/>
                    <a:pt x="5220" y="10519"/>
                  </a:cubicBezTo>
                  <a:cubicBezTo>
                    <a:pt x="8101" y="10519"/>
                    <a:pt x="10430" y="8182"/>
                    <a:pt x="10430" y="5301"/>
                  </a:cubicBezTo>
                  <a:lnTo>
                    <a:pt x="10430" y="5220"/>
                  </a:lnTo>
                  <a:cubicBezTo>
                    <a:pt x="10430" y="2341"/>
                    <a:pt x="8100" y="0"/>
                    <a:pt x="5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4"/>
            <p:cNvSpPr/>
            <p:nvPr/>
          </p:nvSpPr>
          <p:spPr>
            <a:xfrm>
              <a:off x="2165950" y="2467750"/>
              <a:ext cx="260750" cy="262975"/>
            </a:xfrm>
            <a:custGeom>
              <a:avLst/>
              <a:gdLst/>
              <a:ahLst/>
              <a:cxnLst/>
              <a:rect l="l" t="t" r="r" b="b"/>
              <a:pathLst>
                <a:path w="10430" h="10519" extrusionOk="0">
                  <a:moveTo>
                    <a:pt x="5216" y="0"/>
                  </a:moveTo>
                  <a:cubicBezTo>
                    <a:pt x="5073" y="0"/>
                    <a:pt x="4928" y="6"/>
                    <a:pt x="4782" y="18"/>
                  </a:cubicBezTo>
                  <a:cubicBezTo>
                    <a:pt x="2070" y="241"/>
                    <a:pt x="1" y="2534"/>
                    <a:pt x="1" y="5255"/>
                  </a:cubicBezTo>
                  <a:cubicBezTo>
                    <a:pt x="1" y="8100"/>
                    <a:pt x="2258" y="10455"/>
                    <a:pt x="5103" y="10518"/>
                  </a:cubicBezTo>
                  <a:cubicBezTo>
                    <a:pt x="5136" y="10519"/>
                    <a:pt x="5169" y="10519"/>
                    <a:pt x="5201" y="10519"/>
                  </a:cubicBezTo>
                  <a:cubicBezTo>
                    <a:pt x="8091" y="10519"/>
                    <a:pt x="10429" y="8184"/>
                    <a:pt x="10429" y="5299"/>
                  </a:cubicBezTo>
                  <a:lnTo>
                    <a:pt x="10429" y="5219"/>
                  </a:lnTo>
                  <a:cubicBezTo>
                    <a:pt x="10429" y="2338"/>
                    <a:pt x="8090" y="0"/>
                    <a:pt x="52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4"/>
            <p:cNvSpPr/>
            <p:nvPr/>
          </p:nvSpPr>
          <p:spPr>
            <a:xfrm>
              <a:off x="2100375" y="2403725"/>
              <a:ext cx="260975" cy="263200"/>
            </a:xfrm>
            <a:custGeom>
              <a:avLst/>
              <a:gdLst/>
              <a:ahLst/>
              <a:cxnLst/>
              <a:rect l="l" t="t" r="r" b="b"/>
              <a:pathLst>
                <a:path w="10439" h="10528" extrusionOk="0">
                  <a:moveTo>
                    <a:pt x="1678" y="1"/>
                  </a:moveTo>
                  <a:cubicBezTo>
                    <a:pt x="759" y="1"/>
                    <a:pt x="1" y="750"/>
                    <a:pt x="1" y="1678"/>
                  </a:cubicBezTo>
                  <a:lnTo>
                    <a:pt x="1" y="8850"/>
                  </a:lnTo>
                  <a:cubicBezTo>
                    <a:pt x="1" y="9778"/>
                    <a:pt x="759" y="10528"/>
                    <a:pt x="1678" y="10528"/>
                  </a:cubicBezTo>
                  <a:lnTo>
                    <a:pt x="8761" y="10528"/>
                  </a:lnTo>
                  <a:cubicBezTo>
                    <a:pt x="9689" y="10528"/>
                    <a:pt x="10438" y="9778"/>
                    <a:pt x="10438" y="8850"/>
                  </a:cubicBezTo>
                  <a:lnTo>
                    <a:pt x="10438" y="1678"/>
                  </a:lnTo>
                  <a:cubicBezTo>
                    <a:pt x="10438" y="750"/>
                    <a:pt x="9689" y="1"/>
                    <a:pt x="8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54"/>
            <p:cNvSpPr/>
            <p:nvPr/>
          </p:nvSpPr>
          <p:spPr>
            <a:xfrm>
              <a:off x="2350850" y="2339225"/>
              <a:ext cx="76950" cy="86375"/>
            </a:xfrm>
            <a:custGeom>
              <a:avLst/>
              <a:gdLst/>
              <a:ahLst/>
              <a:cxnLst/>
              <a:rect l="l" t="t" r="r" b="b"/>
              <a:pathLst>
                <a:path w="3078" h="3455" extrusionOk="0">
                  <a:moveTo>
                    <a:pt x="1539" y="0"/>
                  </a:moveTo>
                  <a:cubicBezTo>
                    <a:pt x="1463" y="0"/>
                    <a:pt x="1387" y="43"/>
                    <a:pt x="1356" y="127"/>
                  </a:cubicBezTo>
                  <a:lnTo>
                    <a:pt x="999" y="1153"/>
                  </a:lnTo>
                  <a:cubicBezTo>
                    <a:pt x="981" y="1207"/>
                    <a:pt x="937" y="1252"/>
                    <a:pt x="883" y="1269"/>
                  </a:cubicBezTo>
                  <a:lnTo>
                    <a:pt x="170" y="1546"/>
                  </a:lnTo>
                  <a:cubicBezTo>
                    <a:pt x="0" y="1608"/>
                    <a:pt x="0" y="1840"/>
                    <a:pt x="170" y="1903"/>
                  </a:cubicBezTo>
                  <a:lnTo>
                    <a:pt x="883" y="2179"/>
                  </a:lnTo>
                  <a:cubicBezTo>
                    <a:pt x="937" y="2206"/>
                    <a:pt x="981" y="2242"/>
                    <a:pt x="999" y="2295"/>
                  </a:cubicBezTo>
                  <a:lnTo>
                    <a:pt x="1356" y="3321"/>
                  </a:lnTo>
                  <a:cubicBezTo>
                    <a:pt x="1387" y="3410"/>
                    <a:pt x="1463" y="3455"/>
                    <a:pt x="1539" y="3455"/>
                  </a:cubicBezTo>
                  <a:cubicBezTo>
                    <a:pt x="1615" y="3455"/>
                    <a:pt x="1691" y="3410"/>
                    <a:pt x="1722" y="3321"/>
                  </a:cubicBezTo>
                  <a:lnTo>
                    <a:pt x="2079" y="2295"/>
                  </a:lnTo>
                  <a:cubicBezTo>
                    <a:pt x="2097" y="2242"/>
                    <a:pt x="2141" y="2206"/>
                    <a:pt x="2195" y="2179"/>
                  </a:cubicBezTo>
                  <a:lnTo>
                    <a:pt x="2908" y="1903"/>
                  </a:lnTo>
                  <a:cubicBezTo>
                    <a:pt x="3078" y="1840"/>
                    <a:pt x="3078" y="1608"/>
                    <a:pt x="2908" y="1546"/>
                  </a:cubicBezTo>
                  <a:lnTo>
                    <a:pt x="2195" y="1269"/>
                  </a:lnTo>
                  <a:cubicBezTo>
                    <a:pt x="2141" y="1252"/>
                    <a:pt x="2097" y="1207"/>
                    <a:pt x="2079" y="1153"/>
                  </a:cubicBezTo>
                  <a:lnTo>
                    <a:pt x="1722" y="127"/>
                  </a:lnTo>
                  <a:cubicBezTo>
                    <a:pt x="1691" y="43"/>
                    <a:pt x="1615" y="0"/>
                    <a:pt x="15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54"/>
            <p:cNvSpPr/>
            <p:nvPr/>
          </p:nvSpPr>
          <p:spPr>
            <a:xfrm>
              <a:off x="2034150" y="2644375"/>
              <a:ext cx="76950" cy="86400"/>
            </a:xfrm>
            <a:custGeom>
              <a:avLst/>
              <a:gdLst/>
              <a:ahLst/>
              <a:cxnLst/>
              <a:rect l="l" t="t" r="r" b="b"/>
              <a:pathLst>
                <a:path w="3078" h="3456" extrusionOk="0">
                  <a:moveTo>
                    <a:pt x="1539" y="0"/>
                  </a:moveTo>
                  <a:cubicBezTo>
                    <a:pt x="1463" y="0"/>
                    <a:pt x="1387" y="45"/>
                    <a:pt x="1356" y="134"/>
                  </a:cubicBezTo>
                  <a:lnTo>
                    <a:pt x="999" y="1160"/>
                  </a:lnTo>
                  <a:cubicBezTo>
                    <a:pt x="981" y="1214"/>
                    <a:pt x="937" y="1249"/>
                    <a:pt x="883" y="1276"/>
                  </a:cubicBezTo>
                  <a:lnTo>
                    <a:pt x="170" y="1553"/>
                  </a:lnTo>
                  <a:cubicBezTo>
                    <a:pt x="0" y="1615"/>
                    <a:pt x="0" y="1847"/>
                    <a:pt x="170" y="1910"/>
                  </a:cubicBezTo>
                  <a:lnTo>
                    <a:pt x="883" y="2186"/>
                  </a:lnTo>
                  <a:cubicBezTo>
                    <a:pt x="937" y="2204"/>
                    <a:pt x="981" y="2249"/>
                    <a:pt x="999" y="2302"/>
                  </a:cubicBezTo>
                  <a:lnTo>
                    <a:pt x="1356" y="3328"/>
                  </a:lnTo>
                  <a:cubicBezTo>
                    <a:pt x="1387" y="3413"/>
                    <a:pt x="1463" y="3455"/>
                    <a:pt x="1539" y="3455"/>
                  </a:cubicBezTo>
                  <a:cubicBezTo>
                    <a:pt x="1615" y="3455"/>
                    <a:pt x="1691" y="3413"/>
                    <a:pt x="1722" y="3328"/>
                  </a:cubicBezTo>
                  <a:lnTo>
                    <a:pt x="2079" y="2302"/>
                  </a:lnTo>
                  <a:cubicBezTo>
                    <a:pt x="2097" y="2249"/>
                    <a:pt x="2141" y="2204"/>
                    <a:pt x="2195" y="2186"/>
                  </a:cubicBezTo>
                  <a:lnTo>
                    <a:pt x="2908" y="1910"/>
                  </a:lnTo>
                  <a:cubicBezTo>
                    <a:pt x="3078" y="1847"/>
                    <a:pt x="3078" y="1615"/>
                    <a:pt x="2908" y="1553"/>
                  </a:cubicBezTo>
                  <a:lnTo>
                    <a:pt x="2195" y="1276"/>
                  </a:lnTo>
                  <a:cubicBezTo>
                    <a:pt x="2141" y="1249"/>
                    <a:pt x="2097" y="1214"/>
                    <a:pt x="2079" y="1160"/>
                  </a:cubicBezTo>
                  <a:lnTo>
                    <a:pt x="1722" y="134"/>
                  </a:lnTo>
                  <a:cubicBezTo>
                    <a:pt x="1691" y="45"/>
                    <a:pt x="1615" y="0"/>
                    <a:pt x="15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54"/>
            <p:cNvSpPr/>
            <p:nvPr/>
          </p:nvSpPr>
          <p:spPr>
            <a:xfrm>
              <a:off x="2029450" y="2333475"/>
              <a:ext cx="403700" cy="403250"/>
            </a:xfrm>
            <a:custGeom>
              <a:avLst/>
              <a:gdLst/>
              <a:ahLst/>
              <a:cxnLst/>
              <a:rect l="l" t="t" r="r" b="b"/>
              <a:pathLst>
                <a:path w="16148" h="16130" extrusionOk="0">
                  <a:moveTo>
                    <a:pt x="5461" y="465"/>
                  </a:moveTo>
                  <a:cubicBezTo>
                    <a:pt x="6335" y="465"/>
                    <a:pt x="7200" y="696"/>
                    <a:pt x="7949" y="1125"/>
                  </a:cubicBezTo>
                  <a:cubicBezTo>
                    <a:pt x="8574" y="1490"/>
                    <a:pt x="9109" y="1981"/>
                    <a:pt x="9520" y="2561"/>
                  </a:cubicBezTo>
                  <a:lnTo>
                    <a:pt x="3382" y="2561"/>
                  </a:lnTo>
                  <a:cubicBezTo>
                    <a:pt x="2963" y="2561"/>
                    <a:pt x="2624" y="2900"/>
                    <a:pt x="2624" y="3328"/>
                  </a:cubicBezTo>
                  <a:lnTo>
                    <a:pt x="2624" y="5095"/>
                  </a:lnTo>
                  <a:cubicBezTo>
                    <a:pt x="2624" y="5251"/>
                    <a:pt x="2742" y="5329"/>
                    <a:pt x="2860" y="5329"/>
                  </a:cubicBezTo>
                  <a:cubicBezTo>
                    <a:pt x="2978" y="5329"/>
                    <a:pt x="3096" y="5251"/>
                    <a:pt x="3096" y="5095"/>
                  </a:cubicBezTo>
                  <a:lnTo>
                    <a:pt x="3096" y="4470"/>
                  </a:lnTo>
                  <a:cubicBezTo>
                    <a:pt x="3096" y="3676"/>
                    <a:pt x="3739" y="3034"/>
                    <a:pt x="4533" y="3034"/>
                  </a:cubicBezTo>
                  <a:lnTo>
                    <a:pt x="11616" y="3034"/>
                  </a:lnTo>
                  <a:cubicBezTo>
                    <a:pt x="12410" y="3034"/>
                    <a:pt x="13052" y="3676"/>
                    <a:pt x="13052" y="4470"/>
                  </a:cubicBezTo>
                  <a:lnTo>
                    <a:pt x="13052" y="11651"/>
                  </a:lnTo>
                  <a:cubicBezTo>
                    <a:pt x="13052" y="12436"/>
                    <a:pt x="12410" y="13088"/>
                    <a:pt x="11616" y="13088"/>
                  </a:cubicBezTo>
                  <a:lnTo>
                    <a:pt x="3667" y="13088"/>
                  </a:lnTo>
                  <a:cubicBezTo>
                    <a:pt x="3355" y="13088"/>
                    <a:pt x="3096" y="12829"/>
                    <a:pt x="3096" y="12508"/>
                  </a:cubicBezTo>
                  <a:lnTo>
                    <a:pt x="3096" y="6352"/>
                  </a:lnTo>
                  <a:cubicBezTo>
                    <a:pt x="3096" y="6201"/>
                    <a:pt x="2978" y="6125"/>
                    <a:pt x="2860" y="6125"/>
                  </a:cubicBezTo>
                  <a:cubicBezTo>
                    <a:pt x="2742" y="6125"/>
                    <a:pt x="2624" y="6201"/>
                    <a:pt x="2624" y="6352"/>
                  </a:cubicBezTo>
                  <a:lnTo>
                    <a:pt x="2624" y="9626"/>
                  </a:lnTo>
                  <a:cubicBezTo>
                    <a:pt x="2026" y="9216"/>
                    <a:pt x="1526" y="8672"/>
                    <a:pt x="1161" y="8047"/>
                  </a:cubicBezTo>
                  <a:cubicBezTo>
                    <a:pt x="697" y="7262"/>
                    <a:pt x="474" y="6361"/>
                    <a:pt x="483" y="5442"/>
                  </a:cubicBezTo>
                  <a:cubicBezTo>
                    <a:pt x="483" y="2695"/>
                    <a:pt x="2713" y="465"/>
                    <a:pt x="5461" y="465"/>
                  </a:cubicBezTo>
                  <a:close/>
                  <a:moveTo>
                    <a:pt x="5461" y="1"/>
                  </a:moveTo>
                  <a:cubicBezTo>
                    <a:pt x="2454" y="1"/>
                    <a:pt x="10" y="2436"/>
                    <a:pt x="10" y="5434"/>
                  </a:cubicBezTo>
                  <a:cubicBezTo>
                    <a:pt x="1" y="6433"/>
                    <a:pt x="251" y="7414"/>
                    <a:pt x="759" y="8270"/>
                  </a:cubicBezTo>
                  <a:cubicBezTo>
                    <a:pt x="1214" y="9047"/>
                    <a:pt x="1856" y="9698"/>
                    <a:pt x="2624" y="10171"/>
                  </a:cubicBezTo>
                  <a:lnTo>
                    <a:pt x="2624" y="11616"/>
                  </a:lnTo>
                  <a:cubicBezTo>
                    <a:pt x="2624" y="12668"/>
                    <a:pt x="3480" y="13525"/>
                    <a:pt x="4533" y="13525"/>
                  </a:cubicBezTo>
                  <a:lnTo>
                    <a:pt x="6049" y="13525"/>
                  </a:lnTo>
                  <a:cubicBezTo>
                    <a:pt x="6049" y="13525"/>
                    <a:pt x="7164" y="14943"/>
                    <a:pt x="7932" y="15389"/>
                  </a:cubicBezTo>
                  <a:cubicBezTo>
                    <a:pt x="8761" y="15871"/>
                    <a:pt x="9707" y="16130"/>
                    <a:pt x="10679" y="16130"/>
                  </a:cubicBezTo>
                  <a:cubicBezTo>
                    <a:pt x="11768" y="16130"/>
                    <a:pt x="12820" y="15809"/>
                    <a:pt x="13721" y="15193"/>
                  </a:cubicBezTo>
                  <a:cubicBezTo>
                    <a:pt x="13936" y="15053"/>
                    <a:pt x="13789" y="14759"/>
                    <a:pt x="13590" y="14759"/>
                  </a:cubicBezTo>
                  <a:cubicBezTo>
                    <a:pt x="13549" y="14759"/>
                    <a:pt x="13505" y="14772"/>
                    <a:pt x="13463" y="14801"/>
                  </a:cubicBezTo>
                  <a:cubicBezTo>
                    <a:pt x="12633" y="15363"/>
                    <a:pt x="11670" y="15657"/>
                    <a:pt x="10679" y="15657"/>
                  </a:cubicBezTo>
                  <a:cubicBezTo>
                    <a:pt x="9796" y="15657"/>
                    <a:pt x="8922" y="15425"/>
                    <a:pt x="8173" y="14979"/>
                  </a:cubicBezTo>
                  <a:cubicBezTo>
                    <a:pt x="7557" y="14622"/>
                    <a:pt x="7022" y="14131"/>
                    <a:pt x="6611" y="13561"/>
                  </a:cubicBezTo>
                  <a:lnTo>
                    <a:pt x="11607" y="13561"/>
                  </a:lnTo>
                  <a:cubicBezTo>
                    <a:pt x="12660" y="13561"/>
                    <a:pt x="13516" y="12695"/>
                    <a:pt x="13489" y="11643"/>
                  </a:cubicBezTo>
                  <a:lnTo>
                    <a:pt x="13489" y="6495"/>
                  </a:lnTo>
                  <a:cubicBezTo>
                    <a:pt x="14105" y="6905"/>
                    <a:pt x="14605" y="7441"/>
                    <a:pt x="14970" y="8065"/>
                  </a:cubicBezTo>
                  <a:cubicBezTo>
                    <a:pt x="15416" y="8823"/>
                    <a:pt x="15657" y="9698"/>
                    <a:pt x="15657" y="10590"/>
                  </a:cubicBezTo>
                  <a:cubicBezTo>
                    <a:pt x="15666" y="11848"/>
                    <a:pt x="15220" y="13070"/>
                    <a:pt x="14373" y="14007"/>
                  </a:cubicBezTo>
                  <a:cubicBezTo>
                    <a:pt x="14224" y="14175"/>
                    <a:pt x="14386" y="14399"/>
                    <a:pt x="14563" y="14399"/>
                  </a:cubicBezTo>
                  <a:cubicBezTo>
                    <a:pt x="14620" y="14399"/>
                    <a:pt x="14679" y="14376"/>
                    <a:pt x="14729" y="14319"/>
                  </a:cubicBezTo>
                  <a:cubicBezTo>
                    <a:pt x="15648" y="13302"/>
                    <a:pt x="16148" y="11955"/>
                    <a:pt x="16130" y="10590"/>
                  </a:cubicBezTo>
                  <a:cubicBezTo>
                    <a:pt x="16130" y="9617"/>
                    <a:pt x="15871" y="8654"/>
                    <a:pt x="15372" y="7824"/>
                  </a:cubicBezTo>
                  <a:cubicBezTo>
                    <a:pt x="14917" y="7048"/>
                    <a:pt x="14275" y="6397"/>
                    <a:pt x="13516" y="5933"/>
                  </a:cubicBezTo>
                  <a:lnTo>
                    <a:pt x="13525" y="5933"/>
                  </a:lnTo>
                  <a:lnTo>
                    <a:pt x="13525" y="4470"/>
                  </a:lnTo>
                  <a:cubicBezTo>
                    <a:pt x="13525" y="3417"/>
                    <a:pt x="12669" y="2561"/>
                    <a:pt x="11616" y="2561"/>
                  </a:cubicBezTo>
                  <a:lnTo>
                    <a:pt x="10091" y="2561"/>
                  </a:lnTo>
                  <a:cubicBezTo>
                    <a:pt x="9618" y="1803"/>
                    <a:pt x="8958" y="1169"/>
                    <a:pt x="8190" y="723"/>
                  </a:cubicBezTo>
                  <a:cubicBezTo>
                    <a:pt x="7361" y="250"/>
                    <a:pt x="6415" y="1"/>
                    <a:pt x="54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54"/>
            <p:cNvSpPr/>
            <p:nvPr/>
          </p:nvSpPr>
          <p:spPr>
            <a:xfrm>
              <a:off x="2168850" y="2472825"/>
              <a:ext cx="124025" cy="124125"/>
            </a:xfrm>
            <a:custGeom>
              <a:avLst/>
              <a:gdLst/>
              <a:ahLst/>
              <a:cxnLst/>
              <a:rect l="l" t="t" r="r" b="b"/>
              <a:pathLst>
                <a:path w="4961" h="4965" extrusionOk="0">
                  <a:moveTo>
                    <a:pt x="2478" y="0"/>
                  </a:moveTo>
                  <a:cubicBezTo>
                    <a:pt x="2349" y="0"/>
                    <a:pt x="2249" y="110"/>
                    <a:pt x="2249" y="243"/>
                  </a:cubicBezTo>
                  <a:lnTo>
                    <a:pt x="2249" y="2250"/>
                  </a:lnTo>
                  <a:lnTo>
                    <a:pt x="259" y="2250"/>
                  </a:lnTo>
                  <a:cubicBezTo>
                    <a:pt x="143" y="2250"/>
                    <a:pt x="36" y="2340"/>
                    <a:pt x="18" y="2456"/>
                  </a:cubicBezTo>
                  <a:cubicBezTo>
                    <a:pt x="0" y="2598"/>
                    <a:pt x="116" y="2723"/>
                    <a:pt x="250" y="2723"/>
                  </a:cubicBezTo>
                  <a:lnTo>
                    <a:pt x="2249" y="2723"/>
                  </a:lnTo>
                  <a:lnTo>
                    <a:pt x="2249" y="4721"/>
                  </a:lnTo>
                  <a:cubicBezTo>
                    <a:pt x="2249" y="4846"/>
                    <a:pt x="2329" y="4953"/>
                    <a:pt x="2454" y="4962"/>
                  </a:cubicBezTo>
                  <a:cubicBezTo>
                    <a:pt x="2464" y="4964"/>
                    <a:pt x="2475" y="4964"/>
                    <a:pt x="2485" y="4964"/>
                  </a:cubicBezTo>
                  <a:cubicBezTo>
                    <a:pt x="2614" y="4964"/>
                    <a:pt x="2721" y="4863"/>
                    <a:pt x="2721" y="4730"/>
                  </a:cubicBezTo>
                  <a:lnTo>
                    <a:pt x="2721" y="2723"/>
                  </a:lnTo>
                  <a:lnTo>
                    <a:pt x="4711" y="2723"/>
                  </a:lnTo>
                  <a:cubicBezTo>
                    <a:pt x="4854" y="2723"/>
                    <a:pt x="4961" y="2598"/>
                    <a:pt x="4943" y="2456"/>
                  </a:cubicBezTo>
                  <a:cubicBezTo>
                    <a:pt x="4925" y="2340"/>
                    <a:pt x="4818" y="2250"/>
                    <a:pt x="4702" y="2250"/>
                  </a:cubicBezTo>
                  <a:lnTo>
                    <a:pt x="2721" y="2250"/>
                  </a:lnTo>
                  <a:lnTo>
                    <a:pt x="2721" y="252"/>
                  </a:lnTo>
                  <a:cubicBezTo>
                    <a:pt x="2721" y="127"/>
                    <a:pt x="2632" y="20"/>
                    <a:pt x="2507" y="2"/>
                  </a:cubicBezTo>
                  <a:cubicBezTo>
                    <a:pt x="2498" y="1"/>
                    <a:pt x="2488" y="0"/>
                    <a:pt x="2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54"/>
            <p:cNvSpPr/>
            <p:nvPr/>
          </p:nvSpPr>
          <p:spPr>
            <a:xfrm>
              <a:off x="2345925" y="2333250"/>
              <a:ext cx="86800" cy="98150"/>
            </a:xfrm>
            <a:custGeom>
              <a:avLst/>
              <a:gdLst/>
              <a:ahLst/>
              <a:cxnLst/>
              <a:rect l="l" t="t" r="r" b="b"/>
              <a:pathLst>
                <a:path w="3472" h="3926" extrusionOk="0">
                  <a:moveTo>
                    <a:pt x="1740" y="563"/>
                  </a:moveTo>
                  <a:lnTo>
                    <a:pt x="2053" y="1473"/>
                  </a:lnTo>
                  <a:cubicBezTo>
                    <a:pt x="2097" y="1589"/>
                    <a:pt x="2186" y="1687"/>
                    <a:pt x="2302" y="1731"/>
                  </a:cubicBezTo>
                  <a:lnTo>
                    <a:pt x="2918" y="1963"/>
                  </a:lnTo>
                  <a:lnTo>
                    <a:pt x="2302" y="2195"/>
                  </a:lnTo>
                  <a:cubicBezTo>
                    <a:pt x="2186" y="2249"/>
                    <a:pt x="2097" y="2338"/>
                    <a:pt x="2053" y="2463"/>
                  </a:cubicBezTo>
                  <a:lnTo>
                    <a:pt x="1740" y="3364"/>
                  </a:lnTo>
                  <a:lnTo>
                    <a:pt x="1419" y="2463"/>
                  </a:lnTo>
                  <a:cubicBezTo>
                    <a:pt x="1375" y="2338"/>
                    <a:pt x="1285" y="2249"/>
                    <a:pt x="1169" y="2195"/>
                  </a:cubicBezTo>
                  <a:lnTo>
                    <a:pt x="554" y="1963"/>
                  </a:lnTo>
                  <a:lnTo>
                    <a:pt x="1169" y="1731"/>
                  </a:lnTo>
                  <a:cubicBezTo>
                    <a:pt x="1285" y="1687"/>
                    <a:pt x="1375" y="1589"/>
                    <a:pt x="1419" y="1473"/>
                  </a:cubicBezTo>
                  <a:lnTo>
                    <a:pt x="1740" y="563"/>
                  </a:lnTo>
                  <a:close/>
                  <a:moveTo>
                    <a:pt x="1740" y="1"/>
                  </a:moveTo>
                  <a:cubicBezTo>
                    <a:pt x="1553" y="1"/>
                    <a:pt x="1392" y="117"/>
                    <a:pt x="1330" y="295"/>
                  </a:cubicBezTo>
                  <a:lnTo>
                    <a:pt x="982" y="1294"/>
                  </a:lnTo>
                  <a:lnTo>
                    <a:pt x="277" y="1562"/>
                  </a:lnTo>
                  <a:cubicBezTo>
                    <a:pt x="117" y="1633"/>
                    <a:pt x="1" y="1785"/>
                    <a:pt x="1" y="1963"/>
                  </a:cubicBezTo>
                  <a:cubicBezTo>
                    <a:pt x="1" y="2142"/>
                    <a:pt x="117" y="2302"/>
                    <a:pt x="277" y="2365"/>
                  </a:cubicBezTo>
                  <a:lnTo>
                    <a:pt x="982" y="2632"/>
                  </a:lnTo>
                  <a:lnTo>
                    <a:pt x="1330" y="3640"/>
                  </a:lnTo>
                  <a:cubicBezTo>
                    <a:pt x="1392" y="3819"/>
                    <a:pt x="1553" y="3926"/>
                    <a:pt x="1740" y="3926"/>
                  </a:cubicBezTo>
                  <a:cubicBezTo>
                    <a:pt x="1919" y="3926"/>
                    <a:pt x="2079" y="3819"/>
                    <a:pt x="2142" y="3640"/>
                  </a:cubicBezTo>
                  <a:lnTo>
                    <a:pt x="2490" y="2632"/>
                  </a:lnTo>
                  <a:lnTo>
                    <a:pt x="3195" y="2365"/>
                  </a:lnTo>
                  <a:cubicBezTo>
                    <a:pt x="3364" y="2302"/>
                    <a:pt x="3471" y="2142"/>
                    <a:pt x="3471" y="1963"/>
                  </a:cubicBezTo>
                  <a:cubicBezTo>
                    <a:pt x="3471" y="1785"/>
                    <a:pt x="3364" y="1633"/>
                    <a:pt x="3195" y="1562"/>
                  </a:cubicBezTo>
                  <a:lnTo>
                    <a:pt x="2490" y="1294"/>
                  </a:lnTo>
                  <a:lnTo>
                    <a:pt x="2142" y="295"/>
                  </a:lnTo>
                  <a:cubicBezTo>
                    <a:pt x="2079" y="117"/>
                    <a:pt x="1919" y="1"/>
                    <a:pt x="1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54"/>
            <p:cNvSpPr/>
            <p:nvPr/>
          </p:nvSpPr>
          <p:spPr>
            <a:xfrm>
              <a:off x="2029225" y="2638575"/>
              <a:ext cx="86800" cy="98150"/>
            </a:xfrm>
            <a:custGeom>
              <a:avLst/>
              <a:gdLst/>
              <a:ahLst/>
              <a:cxnLst/>
              <a:rect l="l" t="t" r="r" b="b"/>
              <a:pathLst>
                <a:path w="3472" h="3926" extrusionOk="0">
                  <a:moveTo>
                    <a:pt x="1741" y="563"/>
                  </a:moveTo>
                  <a:lnTo>
                    <a:pt x="2053" y="1464"/>
                  </a:lnTo>
                  <a:cubicBezTo>
                    <a:pt x="2097" y="1588"/>
                    <a:pt x="2187" y="1678"/>
                    <a:pt x="2303" y="1731"/>
                  </a:cubicBezTo>
                  <a:lnTo>
                    <a:pt x="2918" y="1963"/>
                  </a:lnTo>
                  <a:lnTo>
                    <a:pt x="2303" y="2195"/>
                  </a:lnTo>
                  <a:cubicBezTo>
                    <a:pt x="2187" y="2240"/>
                    <a:pt x="2097" y="2338"/>
                    <a:pt x="2053" y="2454"/>
                  </a:cubicBezTo>
                  <a:lnTo>
                    <a:pt x="1741" y="3364"/>
                  </a:lnTo>
                  <a:lnTo>
                    <a:pt x="1419" y="2454"/>
                  </a:lnTo>
                  <a:cubicBezTo>
                    <a:pt x="1375" y="2338"/>
                    <a:pt x="1286" y="2240"/>
                    <a:pt x="1170" y="2195"/>
                  </a:cubicBezTo>
                  <a:lnTo>
                    <a:pt x="554" y="1963"/>
                  </a:lnTo>
                  <a:lnTo>
                    <a:pt x="1170" y="1731"/>
                  </a:lnTo>
                  <a:cubicBezTo>
                    <a:pt x="1286" y="1678"/>
                    <a:pt x="1375" y="1588"/>
                    <a:pt x="1419" y="1464"/>
                  </a:cubicBezTo>
                  <a:lnTo>
                    <a:pt x="1741" y="563"/>
                  </a:lnTo>
                  <a:close/>
                  <a:moveTo>
                    <a:pt x="1741" y="1"/>
                  </a:moveTo>
                  <a:cubicBezTo>
                    <a:pt x="1553" y="1"/>
                    <a:pt x="1393" y="108"/>
                    <a:pt x="1330" y="286"/>
                  </a:cubicBezTo>
                  <a:lnTo>
                    <a:pt x="982" y="1294"/>
                  </a:lnTo>
                  <a:lnTo>
                    <a:pt x="277" y="1562"/>
                  </a:lnTo>
                  <a:cubicBezTo>
                    <a:pt x="117" y="1624"/>
                    <a:pt x="1" y="1785"/>
                    <a:pt x="1" y="1963"/>
                  </a:cubicBezTo>
                  <a:cubicBezTo>
                    <a:pt x="1" y="2142"/>
                    <a:pt x="117" y="2293"/>
                    <a:pt x="277" y="2365"/>
                  </a:cubicBezTo>
                  <a:lnTo>
                    <a:pt x="982" y="2632"/>
                  </a:lnTo>
                  <a:lnTo>
                    <a:pt x="1330" y="3631"/>
                  </a:lnTo>
                  <a:cubicBezTo>
                    <a:pt x="1393" y="3810"/>
                    <a:pt x="1553" y="3926"/>
                    <a:pt x="1741" y="3926"/>
                  </a:cubicBezTo>
                  <a:cubicBezTo>
                    <a:pt x="1919" y="3926"/>
                    <a:pt x="2080" y="3810"/>
                    <a:pt x="2142" y="3631"/>
                  </a:cubicBezTo>
                  <a:lnTo>
                    <a:pt x="2490" y="2632"/>
                  </a:lnTo>
                  <a:lnTo>
                    <a:pt x="3195" y="2365"/>
                  </a:lnTo>
                  <a:cubicBezTo>
                    <a:pt x="3364" y="2293"/>
                    <a:pt x="3471" y="2142"/>
                    <a:pt x="3471" y="1963"/>
                  </a:cubicBezTo>
                  <a:cubicBezTo>
                    <a:pt x="3471" y="1785"/>
                    <a:pt x="3364" y="1624"/>
                    <a:pt x="3195" y="1562"/>
                  </a:cubicBezTo>
                  <a:lnTo>
                    <a:pt x="2490" y="1294"/>
                  </a:lnTo>
                  <a:lnTo>
                    <a:pt x="2142" y="286"/>
                  </a:lnTo>
                  <a:cubicBezTo>
                    <a:pt x="2080" y="108"/>
                    <a:pt x="1919" y="1"/>
                    <a:pt x="1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3" name="Google Shape;3473;p54"/>
          <p:cNvGrpSpPr/>
          <p:nvPr/>
        </p:nvGrpSpPr>
        <p:grpSpPr>
          <a:xfrm>
            <a:off x="4839771" y="3469160"/>
            <a:ext cx="352239" cy="352435"/>
            <a:chOff x="1053950" y="2333250"/>
            <a:chExt cx="403250" cy="403475"/>
          </a:xfrm>
        </p:grpSpPr>
        <p:sp>
          <p:nvSpPr>
            <p:cNvPr id="3474" name="Google Shape;3474;p54"/>
            <p:cNvSpPr/>
            <p:nvPr/>
          </p:nvSpPr>
          <p:spPr>
            <a:xfrm>
              <a:off x="1059975" y="2437175"/>
              <a:ext cx="195825" cy="293525"/>
            </a:xfrm>
            <a:custGeom>
              <a:avLst/>
              <a:gdLst/>
              <a:ahLst/>
              <a:cxnLst/>
              <a:rect l="l" t="t" r="r" b="b"/>
              <a:pathLst>
                <a:path w="7833" h="11741" extrusionOk="0">
                  <a:moveTo>
                    <a:pt x="1053" y="1"/>
                  </a:moveTo>
                  <a:cubicBezTo>
                    <a:pt x="384" y="1152"/>
                    <a:pt x="0" y="2490"/>
                    <a:pt x="0" y="3917"/>
                  </a:cubicBezTo>
                  <a:cubicBezTo>
                    <a:pt x="0" y="8235"/>
                    <a:pt x="3506" y="11741"/>
                    <a:pt x="7833" y="11741"/>
                  </a:cubicBezTo>
                  <a:lnTo>
                    <a:pt x="7833" y="3917"/>
                  </a:lnTo>
                  <a:lnTo>
                    <a:pt x="10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54"/>
            <p:cNvSpPr/>
            <p:nvPr/>
          </p:nvSpPr>
          <p:spPr>
            <a:xfrm>
              <a:off x="1086050" y="2339275"/>
              <a:ext cx="339025" cy="195850"/>
            </a:xfrm>
            <a:custGeom>
              <a:avLst/>
              <a:gdLst/>
              <a:ahLst/>
              <a:cxnLst/>
              <a:rect l="l" t="t" r="r" b="b"/>
              <a:pathLst>
                <a:path w="13561" h="7834" extrusionOk="0">
                  <a:moveTo>
                    <a:pt x="6781" y="1"/>
                  </a:moveTo>
                  <a:cubicBezTo>
                    <a:pt x="3881" y="1"/>
                    <a:pt x="1348" y="1571"/>
                    <a:pt x="1" y="3917"/>
                  </a:cubicBezTo>
                  <a:lnTo>
                    <a:pt x="6781" y="7833"/>
                  </a:lnTo>
                  <a:lnTo>
                    <a:pt x="13561" y="3917"/>
                  </a:lnTo>
                  <a:cubicBezTo>
                    <a:pt x="12205" y="1571"/>
                    <a:pt x="9680" y="1"/>
                    <a:pt x="6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54"/>
            <p:cNvSpPr/>
            <p:nvPr/>
          </p:nvSpPr>
          <p:spPr>
            <a:xfrm>
              <a:off x="1255775" y="2437175"/>
              <a:ext cx="195850" cy="293525"/>
            </a:xfrm>
            <a:custGeom>
              <a:avLst/>
              <a:gdLst/>
              <a:ahLst/>
              <a:cxnLst/>
              <a:rect l="l" t="t" r="r" b="b"/>
              <a:pathLst>
                <a:path w="7834" h="11741" extrusionOk="0">
                  <a:moveTo>
                    <a:pt x="6781" y="1"/>
                  </a:moveTo>
                  <a:lnTo>
                    <a:pt x="1" y="3917"/>
                  </a:lnTo>
                  <a:lnTo>
                    <a:pt x="1" y="11741"/>
                  </a:lnTo>
                  <a:cubicBezTo>
                    <a:pt x="4327" y="11741"/>
                    <a:pt x="7833" y="8235"/>
                    <a:pt x="7833" y="3917"/>
                  </a:cubicBezTo>
                  <a:cubicBezTo>
                    <a:pt x="7833" y="2490"/>
                    <a:pt x="7450" y="1152"/>
                    <a:pt x="67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54"/>
            <p:cNvSpPr/>
            <p:nvPr/>
          </p:nvSpPr>
          <p:spPr>
            <a:xfrm>
              <a:off x="1137125" y="2416675"/>
              <a:ext cx="236875" cy="236650"/>
            </a:xfrm>
            <a:custGeom>
              <a:avLst/>
              <a:gdLst/>
              <a:ahLst/>
              <a:cxnLst/>
              <a:rect l="l" t="t" r="r" b="b"/>
              <a:pathLst>
                <a:path w="9475" h="9466" extrusionOk="0">
                  <a:moveTo>
                    <a:pt x="4738" y="0"/>
                  </a:moveTo>
                  <a:cubicBezTo>
                    <a:pt x="2124" y="0"/>
                    <a:pt x="1" y="2114"/>
                    <a:pt x="1" y="4737"/>
                  </a:cubicBezTo>
                  <a:cubicBezTo>
                    <a:pt x="1" y="7351"/>
                    <a:pt x="2124" y="9465"/>
                    <a:pt x="4738" y="9465"/>
                  </a:cubicBezTo>
                  <a:cubicBezTo>
                    <a:pt x="7352" y="9465"/>
                    <a:pt x="9475" y="7351"/>
                    <a:pt x="9475" y="4737"/>
                  </a:cubicBezTo>
                  <a:cubicBezTo>
                    <a:pt x="9475" y="2114"/>
                    <a:pt x="7352" y="0"/>
                    <a:pt x="47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54"/>
            <p:cNvSpPr/>
            <p:nvPr/>
          </p:nvSpPr>
          <p:spPr>
            <a:xfrm>
              <a:off x="1179950" y="2455025"/>
              <a:ext cx="151250" cy="159925"/>
            </a:xfrm>
            <a:custGeom>
              <a:avLst/>
              <a:gdLst/>
              <a:ahLst/>
              <a:cxnLst/>
              <a:rect l="l" t="t" r="r" b="b"/>
              <a:pathLst>
                <a:path w="6050" h="6397" extrusionOk="0">
                  <a:moveTo>
                    <a:pt x="3025" y="2035"/>
                  </a:moveTo>
                  <a:cubicBezTo>
                    <a:pt x="3667" y="2035"/>
                    <a:pt x="4185" y="2552"/>
                    <a:pt x="4185" y="3203"/>
                  </a:cubicBezTo>
                  <a:cubicBezTo>
                    <a:pt x="4185" y="3846"/>
                    <a:pt x="3667" y="4363"/>
                    <a:pt x="3025" y="4363"/>
                  </a:cubicBezTo>
                  <a:cubicBezTo>
                    <a:pt x="2382" y="4363"/>
                    <a:pt x="1856" y="3846"/>
                    <a:pt x="1856" y="3203"/>
                  </a:cubicBezTo>
                  <a:cubicBezTo>
                    <a:pt x="1856" y="2552"/>
                    <a:pt x="2382" y="2035"/>
                    <a:pt x="3025" y="2035"/>
                  </a:cubicBezTo>
                  <a:close/>
                  <a:moveTo>
                    <a:pt x="2516" y="1"/>
                  </a:moveTo>
                  <a:lnTo>
                    <a:pt x="2249" y="857"/>
                  </a:lnTo>
                  <a:cubicBezTo>
                    <a:pt x="1928" y="964"/>
                    <a:pt x="1633" y="1134"/>
                    <a:pt x="1383" y="1357"/>
                  </a:cubicBezTo>
                  <a:lnTo>
                    <a:pt x="509" y="1160"/>
                  </a:lnTo>
                  <a:lnTo>
                    <a:pt x="1" y="2043"/>
                  </a:lnTo>
                  <a:lnTo>
                    <a:pt x="607" y="2704"/>
                  </a:lnTo>
                  <a:cubicBezTo>
                    <a:pt x="580" y="2864"/>
                    <a:pt x="563" y="3025"/>
                    <a:pt x="563" y="3194"/>
                  </a:cubicBezTo>
                  <a:cubicBezTo>
                    <a:pt x="563" y="3364"/>
                    <a:pt x="580" y="3533"/>
                    <a:pt x="607" y="3694"/>
                  </a:cubicBezTo>
                  <a:lnTo>
                    <a:pt x="1" y="4354"/>
                  </a:lnTo>
                  <a:lnTo>
                    <a:pt x="509" y="5237"/>
                  </a:lnTo>
                  <a:lnTo>
                    <a:pt x="1383" y="5041"/>
                  </a:lnTo>
                  <a:cubicBezTo>
                    <a:pt x="1633" y="5255"/>
                    <a:pt x="1928" y="5425"/>
                    <a:pt x="2249" y="5532"/>
                  </a:cubicBezTo>
                  <a:lnTo>
                    <a:pt x="2516" y="6397"/>
                  </a:lnTo>
                  <a:lnTo>
                    <a:pt x="3533" y="6397"/>
                  </a:lnTo>
                  <a:lnTo>
                    <a:pt x="3801" y="5532"/>
                  </a:lnTo>
                  <a:cubicBezTo>
                    <a:pt x="4122" y="5425"/>
                    <a:pt x="4408" y="5255"/>
                    <a:pt x="4657" y="5041"/>
                  </a:cubicBezTo>
                  <a:lnTo>
                    <a:pt x="5541" y="5237"/>
                  </a:lnTo>
                  <a:lnTo>
                    <a:pt x="6049" y="4354"/>
                  </a:lnTo>
                  <a:lnTo>
                    <a:pt x="5433" y="3694"/>
                  </a:lnTo>
                  <a:cubicBezTo>
                    <a:pt x="5469" y="3533"/>
                    <a:pt x="5487" y="3364"/>
                    <a:pt x="5487" y="3194"/>
                  </a:cubicBezTo>
                  <a:cubicBezTo>
                    <a:pt x="5487" y="3025"/>
                    <a:pt x="5469" y="2864"/>
                    <a:pt x="5433" y="2704"/>
                  </a:cubicBezTo>
                  <a:lnTo>
                    <a:pt x="6049" y="2043"/>
                  </a:lnTo>
                  <a:lnTo>
                    <a:pt x="5541" y="1160"/>
                  </a:lnTo>
                  <a:lnTo>
                    <a:pt x="4657" y="1357"/>
                  </a:lnTo>
                  <a:cubicBezTo>
                    <a:pt x="4408" y="1134"/>
                    <a:pt x="4122" y="964"/>
                    <a:pt x="3801" y="857"/>
                  </a:cubicBezTo>
                  <a:lnTo>
                    <a:pt x="353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54"/>
            <p:cNvSpPr/>
            <p:nvPr/>
          </p:nvSpPr>
          <p:spPr>
            <a:xfrm>
              <a:off x="1053950" y="2333250"/>
              <a:ext cx="403250" cy="403475"/>
            </a:xfrm>
            <a:custGeom>
              <a:avLst/>
              <a:gdLst/>
              <a:ahLst/>
              <a:cxnLst/>
              <a:rect l="l" t="t" r="r" b="b"/>
              <a:pathLst>
                <a:path w="16130" h="16139" extrusionOk="0">
                  <a:moveTo>
                    <a:pt x="8065" y="3560"/>
                  </a:moveTo>
                  <a:cubicBezTo>
                    <a:pt x="10545" y="3560"/>
                    <a:pt x="12561" y="5576"/>
                    <a:pt x="12561" y="8056"/>
                  </a:cubicBezTo>
                  <a:cubicBezTo>
                    <a:pt x="12561" y="10536"/>
                    <a:pt x="10545" y="12561"/>
                    <a:pt x="8065" y="12561"/>
                  </a:cubicBezTo>
                  <a:cubicBezTo>
                    <a:pt x="5585" y="12561"/>
                    <a:pt x="3560" y="10536"/>
                    <a:pt x="3560" y="8056"/>
                  </a:cubicBezTo>
                  <a:cubicBezTo>
                    <a:pt x="3560" y="5576"/>
                    <a:pt x="5585" y="3560"/>
                    <a:pt x="8065" y="3560"/>
                  </a:cubicBezTo>
                  <a:close/>
                  <a:moveTo>
                    <a:pt x="1365" y="4479"/>
                  </a:moveTo>
                  <a:lnTo>
                    <a:pt x="3640" y="5790"/>
                  </a:lnTo>
                  <a:cubicBezTo>
                    <a:pt x="3283" y="6477"/>
                    <a:pt x="3087" y="7253"/>
                    <a:pt x="3087" y="8074"/>
                  </a:cubicBezTo>
                  <a:cubicBezTo>
                    <a:pt x="3087" y="10733"/>
                    <a:pt x="5192" y="12909"/>
                    <a:pt x="7824" y="13034"/>
                  </a:cubicBezTo>
                  <a:lnTo>
                    <a:pt x="7824" y="15657"/>
                  </a:lnTo>
                  <a:cubicBezTo>
                    <a:pt x="5879" y="15604"/>
                    <a:pt x="4068" y="14818"/>
                    <a:pt x="2685" y="13436"/>
                  </a:cubicBezTo>
                  <a:cubicBezTo>
                    <a:pt x="1249" y="12008"/>
                    <a:pt x="464" y="10099"/>
                    <a:pt x="464" y="8074"/>
                  </a:cubicBezTo>
                  <a:cubicBezTo>
                    <a:pt x="464" y="6816"/>
                    <a:pt x="776" y="5576"/>
                    <a:pt x="1365" y="4479"/>
                  </a:cubicBezTo>
                  <a:close/>
                  <a:moveTo>
                    <a:pt x="14747" y="4479"/>
                  </a:moveTo>
                  <a:cubicBezTo>
                    <a:pt x="15344" y="5576"/>
                    <a:pt x="15648" y="6816"/>
                    <a:pt x="15648" y="8074"/>
                  </a:cubicBezTo>
                  <a:cubicBezTo>
                    <a:pt x="15648" y="10099"/>
                    <a:pt x="14863" y="12008"/>
                    <a:pt x="13426" y="13436"/>
                  </a:cubicBezTo>
                  <a:cubicBezTo>
                    <a:pt x="12053" y="14818"/>
                    <a:pt x="10233" y="15604"/>
                    <a:pt x="8297" y="15657"/>
                  </a:cubicBezTo>
                  <a:lnTo>
                    <a:pt x="8297" y="13034"/>
                  </a:lnTo>
                  <a:cubicBezTo>
                    <a:pt x="10928" y="12909"/>
                    <a:pt x="13034" y="10733"/>
                    <a:pt x="13034" y="8074"/>
                  </a:cubicBezTo>
                  <a:cubicBezTo>
                    <a:pt x="13034" y="7253"/>
                    <a:pt x="12829" y="6477"/>
                    <a:pt x="12481" y="5790"/>
                  </a:cubicBezTo>
                  <a:lnTo>
                    <a:pt x="14747" y="4479"/>
                  </a:lnTo>
                  <a:close/>
                  <a:moveTo>
                    <a:pt x="8065" y="1"/>
                  </a:moveTo>
                  <a:cubicBezTo>
                    <a:pt x="6548" y="1"/>
                    <a:pt x="5076" y="420"/>
                    <a:pt x="3801" y="1214"/>
                  </a:cubicBezTo>
                  <a:cubicBezTo>
                    <a:pt x="3585" y="1355"/>
                    <a:pt x="3722" y="1656"/>
                    <a:pt x="3923" y="1656"/>
                  </a:cubicBezTo>
                  <a:cubicBezTo>
                    <a:pt x="3963" y="1656"/>
                    <a:pt x="4007" y="1644"/>
                    <a:pt x="4050" y="1615"/>
                  </a:cubicBezTo>
                  <a:cubicBezTo>
                    <a:pt x="5255" y="875"/>
                    <a:pt x="6637" y="474"/>
                    <a:pt x="8065" y="474"/>
                  </a:cubicBezTo>
                  <a:cubicBezTo>
                    <a:pt x="9421" y="474"/>
                    <a:pt x="10750" y="839"/>
                    <a:pt x="11910" y="1526"/>
                  </a:cubicBezTo>
                  <a:cubicBezTo>
                    <a:pt x="12971" y="2151"/>
                    <a:pt x="13872" y="3025"/>
                    <a:pt x="14515" y="4069"/>
                  </a:cubicBezTo>
                  <a:lnTo>
                    <a:pt x="12249" y="5380"/>
                  </a:lnTo>
                  <a:cubicBezTo>
                    <a:pt x="11357" y="4006"/>
                    <a:pt x="9813" y="3096"/>
                    <a:pt x="8065" y="3096"/>
                  </a:cubicBezTo>
                  <a:cubicBezTo>
                    <a:pt x="6307" y="3096"/>
                    <a:pt x="4764" y="4006"/>
                    <a:pt x="3881" y="5380"/>
                  </a:cubicBezTo>
                  <a:lnTo>
                    <a:pt x="1606" y="4069"/>
                  </a:lnTo>
                  <a:cubicBezTo>
                    <a:pt x="1990" y="3462"/>
                    <a:pt x="2453" y="2909"/>
                    <a:pt x="2989" y="2418"/>
                  </a:cubicBezTo>
                  <a:cubicBezTo>
                    <a:pt x="3164" y="2257"/>
                    <a:pt x="3009" y="2008"/>
                    <a:pt x="2822" y="2008"/>
                  </a:cubicBezTo>
                  <a:cubicBezTo>
                    <a:pt x="2771" y="2008"/>
                    <a:pt x="2717" y="2026"/>
                    <a:pt x="2668" y="2070"/>
                  </a:cubicBezTo>
                  <a:cubicBezTo>
                    <a:pt x="2034" y="2641"/>
                    <a:pt x="1499" y="3301"/>
                    <a:pt x="1080" y="4033"/>
                  </a:cubicBezTo>
                  <a:cubicBezTo>
                    <a:pt x="366" y="5255"/>
                    <a:pt x="0" y="6656"/>
                    <a:pt x="0" y="8074"/>
                  </a:cubicBezTo>
                  <a:cubicBezTo>
                    <a:pt x="0" y="10224"/>
                    <a:pt x="839" y="12249"/>
                    <a:pt x="2355" y="13775"/>
                  </a:cubicBezTo>
                  <a:cubicBezTo>
                    <a:pt x="3881" y="15300"/>
                    <a:pt x="5906" y="16139"/>
                    <a:pt x="8065" y="16139"/>
                  </a:cubicBezTo>
                  <a:cubicBezTo>
                    <a:pt x="10215" y="16139"/>
                    <a:pt x="12240" y="15300"/>
                    <a:pt x="13765" y="13775"/>
                  </a:cubicBezTo>
                  <a:cubicBezTo>
                    <a:pt x="15291" y="12249"/>
                    <a:pt x="16129" y="10224"/>
                    <a:pt x="16129" y="8074"/>
                  </a:cubicBezTo>
                  <a:cubicBezTo>
                    <a:pt x="16129" y="6656"/>
                    <a:pt x="15755" y="5255"/>
                    <a:pt x="15050" y="4033"/>
                  </a:cubicBezTo>
                  <a:cubicBezTo>
                    <a:pt x="14354" y="2829"/>
                    <a:pt x="13355" y="1821"/>
                    <a:pt x="12151" y="1116"/>
                  </a:cubicBezTo>
                  <a:cubicBezTo>
                    <a:pt x="10920" y="384"/>
                    <a:pt x="9501" y="1"/>
                    <a:pt x="8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54"/>
            <p:cNvSpPr/>
            <p:nvPr/>
          </p:nvSpPr>
          <p:spPr>
            <a:xfrm>
              <a:off x="1220550" y="2499850"/>
              <a:ext cx="74725" cy="70275"/>
            </a:xfrm>
            <a:custGeom>
              <a:avLst/>
              <a:gdLst/>
              <a:ahLst/>
              <a:cxnLst/>
              <a:rect l="l" t="t" r="r" b="b"/>
              <a:pathLst>
                <a:path w="2989" h="2811" extrusionOk="0">
                  <a:moveTo>
                    <a:pt x="1401" y="1"/>
                  </a:moveTo>
                  <a:cubicBezTo>
                    <a:pt x="625" y="1"/>
                    <a:pt x="0" y="634"/>
                    <a:pt x="0" y="1410"/>
                  </a:cubicBezTo>
                  <a:cubicBezTo>
                    <a:pt x="0" y="2177"/>
                    <a:pt x="625" y="2811"/>
                    <a:pt x="1401" y="2811"/>
                  </a:cubicBezTo>
                  <a:cubicBezTo>
                    <a:pt x="1499" y="2811"/>
                    <a:pt x="1606" y="2793"/>
                    <a:pt x="1704" y="2775"/>
                  </a:cubicBezTo>
                  <a:cubicBezTo>
                    <a:pt x="1988" y="2708"/>
                    <a:pt x="1912" y="2305"/>
                    <a:pt x="1660" y="2305"/>
                  </a:cubicBezTo>
                  <a:cubicBezTo>
                    <a:pt x="1643" y="2305"/>
                    <a:pt x="1625" y="2307"/>
                    <a:pt x="1606" y="2311"/>
                  </a:cubicBezTo>
                  <a:cubicBezTo>
                    <a:pt x="1541" y="2326"/>
                    <a:pt x="1475" y="2332"/>
                    <a:pt x="1411" y="2332"/>
                  </a:cubicBezTo>
                  <a:cubicBezTo>
                    <a:pt x="914" y="2332"/>
                    <a:pt x="473" y="1924"/>
                    <a:pt x="473" y="1410"/>
                  </a:cubicBezTo>
                  <a:cubicBezTo>
                    <a:pt x="473" y="893"/>
                    <a:pt x="883" y="474"/>
                    <a:pt x="1401" y="474"/>
                  </a:cubicBezTo>
                  <a:cubicBezTo>
                    <a:pt x="1999" y="474"/>
                    <a:pt x="2453" y="1071"/>
                    <a:pt x="2293" y="1651"/>
                  </a:cubicBezTo>
                  <a:cubicBezTo>
                    <a:pt x="2245" y="1828"/>
                    <a:pt x="2390" y="1944"/>
                    <a:pt x="2531" y="1944"/>
                  </a:cubicBezTo>
                  <a:cubicBezTo>
                    <a:pt x="2624" y="1944"/>
                    <a:pt x="2716" y="1893"/>
                    <a:pt x="2748" y="1776"/>
                  </a:cubicBezTo>
                  <a:cubicBezTo>
                    <a:pt x="2989" y="902"/>
                    <a:pt x="2311" y="1"/>
                    <a:pt x="14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54"/>
            <p:cNvSpPr/>
            <p:nvPr/>
          </p:nvSpPr>
          <p:spPr>
            <a:xfrm>
              <a:off x="1173475" y="2449450"/>
              <a:ext cx="164175" cy="171750"/>
            </a:xfrm>
            <a:custGeom>
              <a:avLst/>
              <a:gdLst/>
              <a:ahLst/>
              <a:cxnLst/>
              <a:rect l="l" t="t" r="r" b="b"/>
              <a:pathLst>
                <a:path w="6567" h="6870" extrusionOk="0">
                  <a:moveTo>
                    <a:pt x="3614" y="473"/>
                  </a:moveTo>
                  <a:lnTo>
                    <a:pt x="3828" y="1169"/>
                  </a:lnTo>
                  <a:cubicBezTo>
                    <a:pt x="3855" y="1241"/>
                    <a:pt x="3908" y="1303"/>
                    <a:pt x="3980" y="1321"/>
                  </a:cubicBezTo>
                  <a:cubicBezTo>
                    <a:pt x="4274" y="1419"/>
                    <a:pt x="4533" y="1571"/>
                    <a:pt x="4756" y="1776"/>
                  </a:cubicBezTo>
                  <a:cubicBezTo>
                    <a:pt x="4805" y="1811"/>
                    <a:pt x="4865" y="1835"/>
                    <a:pt x="4923" y="1835"/>
                  </a:cubicBezTo>
                  <a:cubicBezTo>
                    <a:pt x="4939" y="1835"/>
                    <a:pt x="4955" y="1833"/>
                    <a:pt x="4970" y="1829"/>
                  </a:cubicBezTo>
                  <a:lnTo>
                    <a:pt x="5684" y="1669"/>
                  </a:lnTo>
                  <a:lnTo>
                    <a:pt x="6014" y="2249"/>
                  </a:lnTo>
                  <a:lnTo>
                    <a:pt x="5523" y="2775"/>
                  </a:lnTo>
                  <a:cubicBezTo>
                    <a:pt x="5469" y="2837"/>
                    <a:pt x="5443" y="2909"/>
                    <a:pt x="5461" y="2989"/>
                  </a:cubicBezTo>
                  <a:cubicBezTo>
                    <a:pt x="5523" y="3283"/>
                    <a:pt x="5523" y="3587"/>
                    <a:pt x="5461" y="3881"/>
                  </a:cubicBezTo>
                  <a:cubicBezTo>
                    <a:pt x="5443" y="3961"/>
                    <a:pt x="5469" y="4042"/>
                    <a:pt x="5523" y="4095"/>
                  </a:cubicBezTo>
                  <a:lnTo>
                    <a:pt x="6014" y="4631"/>
                  </a:lnTo>
                  <a:lnTo>
                    <a:pt x="5684" y="5210"/>
                  </a:lnTo>
                  <a:lnTo>
                    <a:pt x="4970" y="5041"/>
                  </a:lnTo>
                  <a:cubicBezTo>
                    <a:pt x="4958" y="5039"/>
                    <a:pt x="4946" y="5039"/>
                    <a:pt x="4935" y="5039"/>
                  </a:cubicBezTo>
                  <a:cubicBezTo>
                    <a:pt x="4873" y="5039"/>
                    <a:pt x="4808" y="5059"/>
                    <a:pt x="4756" y="5103"/>
                  </a:cubicBezTo>
                  <a:cubicBezTo>
                    <a:pt x="4533" y="5300"/>
                    <a:pt x="4274" y="5451"/>
                    <a:pt x="3980" y="5549"/>
                  </a:cubicBezTo>
                  <a:cubicBezTo>
                    <a:pt x="3908" y="5576"/>
                    <a:pt x="3855" y="5630"/>
                    <a:pt x="3828" y="5701"/>
                  </a:cubicBezTo>
                  <a:lnTo>
                    <a:pt x="3614" y="6397"/>
                  </a:lnTo>
                  <a:lnTo>
                    <a:pt x="2945" y="6397"/>
                  </a:lnTo>
                  <a:lnTo>
                    <a:pt x="2731" y="5701"/>
                  </a:lnTo>
                  <a:cubicBezTo>
                    <a:pt x="2713" y="5630"/>
                    <a:pt x="2650" y="5576"/>
                    <a:pt x="2579" y="5549"/>
                  </a:cubicBezTo>
                  <a:cubicBezTo>
                    <a:pt x="2294" y="5451"/>
                    <a:pt x="2035" y="5300"/>
                    <a:pt x="1803" y="5103"/>
                  </a:cubicBezTo>
                  <a:cubicBezTo>
                    <a:pt x="1758" y="5059"/>
                    <a:pt x="1694" y="5039"/>
                    <a:pt x="1633" y="5039"/>
                  </a:cubicBezTo>
                  <a:cubicBezTo>
                    <a:pt x="1621" y="5039"/>
                    <a:pt x="1609" y="5039"/>
                    <a:pt x="1598" y="5041"/>
                  </a:cubicBezTo>
                  <a:lnTo>
                    <a:pt x="884" y="5210"/>
                  </a:lnTo>
                  <a:lnTo>
                    <a:pt x="545" y="4631"/>
                  </a:lnTo>
                  <a:lnTo>
                    <a:pt x="1045" y="4095"/>
                  </a:lnTo>
                  <a:cubicBezTo>
                    <a:pt x="1098" y="4042"/>
                    <a:pt x="1116" y="3961"/>
                    <a:pt x="1098" y="3881"/>
                  </a:cubicBezTo>
                  <a:cubicBezTo>
                    <a:pt x="1045" y="3587"/>
                    <a:pt x="1045" y="3283"/>
                    <a:pt x="1098" y="2989"/>
                  </a:cubicBezTo>
                  <a:cubicBezTo>
                    <a:pt x="1116" y="2909"/>
                    <a:pt x="1098" y="2837"/>
                    <a:pt x="1045" y="2775"/>
                  </a:cubicBezTo>
                  <a:lnTo>
                    <a:pt x="545" y="2249"/>
                  </a:lnTo>
                  <a:lnTo>
                    <a:pt x="884" y="1669"/>
                  </a:lnTo>
                  <a:lnTo>
                    <a:pt x="1589" y="1829"/>
                  </a:lnTo>
                  <a:cubicBezTo>
                    <a:pt x="1606" y="1833"/>
                    <a:pt x="1623" y="1835"/>
                    <a:pt x="1640" y="1835"/>
                  </a:cubicBezTo>
                  <a:cubicBezTo>
                    <a:pt x="1702" y="1835"/>
                    <a:pt x="1761" y="1811"/>
                    <a:pt x="1803" y="1776"/>
                  </a:cubicBezTo>
                  <a:cubicBezTo>
                    <a:pt x="2035" y="1571"/>
                    <a:pt x="2294" y="1419"/>
                    <a:pt x="2579" y="1321"/>
                  </a:cubicBezTo>
                  <a:cubicBezTo>
                    <a:pt x="2650" y="1303"/>
                    <a:pt x="2713" y="1241"/>
                    <a:pt x="2731" y="1169"/>
                  </a:cubicBezTo>
                  <a:lnTo>
                    <a:pt x="2945" y="473"/>
                  </a:lnTo>
                  <a:close/>
                  <a:moveTo>
                    <a:pt x="2775" y="1"/>
                  </a:moveTo>
                  <a:cubicBezTo>
                    <a:pt x="2668" y="1"/>
                    <a:pt x="2579" y="72"/>
                    <a:pt x="2543" y="170"/>
                  </a:cubicBezTo>
                  <a:lnTo>
                    <a:pt x="2311" y="919"/>
                  </a:lnTo>
                  <a:cubicBezTo>
                    <a:pt x="2053" y="1018"/>
                    <a:pt x="1803" y="1160"/>
                    <a:pt x="1580" y="1339"/>
                  </a:cubicBezTo>
                  <a:lnTo>
                    <a:pt x="822" y="1169"/>
                  </a:lnTo>
                  <a:cubicBezTo>
                    <a:pt x="801" y="1164"/>
                    <a:pt x="780" y="1161"/>
                    <a:pt x="760" y="1161"/>
                  </a:cubicBezTo>
                  <a:cubicBezTo>
                    <a:pt x="678" y="1161"/>
                    <a:pt x="606" y="1204"/>
                    <a:pt x="563" y="1276"/>
                  </a:cubicBezTo>
                  <a:lnTo>
                    <a:pt x="54" y="2159"/>
                  </a:lnTo>
                  <a:cubicBezTo>
                    <a:pt x="1" y="2249"/>
                    <a:pt x="10" y="2365"/>
                    <a:pt x="81" y="2436"/>
                  </a:cubicBezTo>
                  <a:lnTo>
                    <a:pt x="616" y="3016"/>
                  </a:lnTo>
                  <a:cubicBezTo>
                    <a:pt x="572" y="3292"/>
                    <a:pt x="572" y="3578"/>
                    <a:pt x="616" y="3863"/>
                  </a:cubicBezTo>
                  <a:lnTo>
                    <a:pt x="81" y="4434"/>
                  </a:lnTo>
                  <a:cubicBezTo>
                    <a:pt x="10" y="4506"/>
                    <a:pt x="1" y="4622"/>
                    <a:pt x="54" y="4711"/>
                  </a:cubicBezTo>
                  <a:lnTo>
                    <a:pt x="563" y="5594"/>
                  </a:lnTo>
                  <a:cubicBezTo>
                    <a:pt x="609" y="5670"/>
                    <a:pt x="687" y="5714"/>
                    <a:pt x="775" y="5714"/>
                  </a:cubicBezTo>
                  <a:cubicBezTo>
                    <a:pt x="791" y="5714"/>
                    <a:pt x="806" y="5713"/>
                    <a:pt x="822" y="5710"/>
                  </a:cubicBezTo>
                  <a:lnTo>
                    <a:pt x="1580" y="5532"/>
                  </a:lnTo>
                  <a:cubicBezTo>
                    <a:pt x="1803" y="5710"/>
                    <a:pt x="2053" y="5853"/>
                    <a:pt x="2311" y="5960"/>
                  </a:cubicBezTo>
                  <a:lnTo>
                    <a:pt x="2543" y="6700"/>
                  </a:lnTo>
                  <a:cubicBezTo>
                    <a:pt x="2579" y="6807"/>
                    <a:pt x="2668" y="6870"/>
                    <a:pt x="2775" y="6870"/>
                  </a:cubicBezTo>
                  <a:lnTo>
                    <a:pt x="3792" y="6870"/>
                  </a:lnTo>
                  <a:cubicBezTo>
                    <a:pt x="3899" y="6870"/>
                    <a:pt x="3989" y="6807"/>
                    <a:pt x="4015" y="6700"/>
                  </a:cubicBezTo>
                  <a:lnTo>
                    <a:pt x="4247" y="5960"/>
                  </a:lnTo>
                  <a:cubicBezTo>
                    <a:pt x="4515" y="5853"/>
                    <a:pt x="4756" y="5710"/>
                    <a:pt x="4979" y="5532"/>
                  </a:cubicBezTo>
                  <a:lnTo>
                    <a:pt x="5746" y="5710"/>
                  </a:lnTo>
                  <a:cubicBezTo>
                    <a:pt x="5760" y="5713"/>
                    <a:pt x="5775" y="5714"/>
                    <a:pt x="5789" y="5714"/>
                  </a:cubicBezTo>
                  <a:cubicBezTo>
                    <a:pt x="5874" y="5714"/>
                    <a:pt x="5959" y="5670"/>
                    <a:pt x="6005" y="5594"/>
                  </a:cubicBezTo>
                  <a:lnTo>
                    <a:pt x="6513" y="4711"/>
                  </a:lnTo>
                  <a:cubicBezTo>
                    <a:pt x="6567" y="4622"/>
                    <a:pt x="6549" y="4506"/>
                    <a:pt x="6478" y="4434"/>
                  </a:cubicBezTo>
                  <a:lnTo>
                    <a:pt x="5942" y="3863"/>
                  </a:lnTo>
                  <a:cubicBezTo>
                    <a:pt x="5987" y="3578"/>
                    <a:pt x="5987" y="3292"/>
                    <a:pt x="5942" y="3016"/>
                  </a:cubicBezTo>
                  <a:lnTo>
                    <a:pt x="6478" y="2436"/>
                  </a:lnTo>
                  <a:cubicBezTo>
                    <a:pt x="6549" y="2365"/>
                    <a:pt x="6567" y="2249"/>
                    <a:pt x="6513" y="2159"/>
                  </a:cubicBezTo>
                  <a:lnTo>
                    <a:pt x="6005" y="1276"/>
                  </a:lnTo>
                  <a:cubicBezTo>
                    <a:pt x="5962" y="1204"/>
                    <a:pt x="5884" y="1161"/>
                    <a:pt x="5804" y="1161"/>
                  </a:cubicBezTo>
                  <a:cubicBezTo>
                    <a:pt x="5785" y="1161"/>
                    <a:pt x="5765" y="1164"/>
                    <a:pt x="5746" y="1169"/>
                  </a:cubicBezTo>
                  <a:lnTo>
                    <a:pt x="4979" y="1339"/>
                  </a:lnTo>
                  <a:cubicBezTo>
                    <a:pt x="4756" y="1160"/>
                    <a:pt x="4515" y="1018"/>
                    <a:pt x="4247" y="919"/>
                  </a:cubicBezTo>
                  <a:lnTo>
                    <a:pt x="4015" y="170"/>
                  </a:lnTo>
                  <a:cubicBezTo>
                    <a:pt x="3989" y="72"/>
                    <a:pt x="3899" y="1"/>
                    <a:pt x="37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p7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PPT</a:t>
            </a:r>
            <a:r>
              <a:rPr lang="ko-KR" altLang="en-US" dirty="0"/>
              <a:t>사용 아이콘</a:t>
            </a:r>
            <a:endParaRPr dirty="0"/>
          </a:p>
        </p:txBody>
      </p:sp>
      <p:grpSp>
        <p:nvGrpSpPr>
          <p:cNvPr id="3972" name="Google Shape;3972;p70"/>
          <p:cNvGrpSpPr/>
          <p:nvPr/>
        </p:nvGrpSpPr>
        <p:grpSpPr>
          <a:xfrm>
            <a:off x="6723387" y="1649545"/>
            <a:ext cx="361815" cy="357656"/>
            <a:chOff x="6765121" y="1504125"/>
            <a:chExt cx="378428" cy="374078"/>
          </a:xfrm>
        </p:grpSpPr>
        <p:sp>
          <p:nvSpPr>
            <p:cNvPr id="3973" name="Google Shape;3973;p70"/>
            <p:cNvSpPr/>
            <p:nvPr/>
          </p:nvSpPr>
          <p:spPr>
            <a:xfrm>
              <a:off x="6773191" y="1509297"/>
              <a:ext cx="363295" cy="363109"/>
            </a:xfrm>
            <a:custGeom>
              <a:avLst/>
              <a:gdLst/>
              <a:ahLst/>
              <a:cxnLst/>
              <a:rect l="l" t="t" r="r" b="b"/>
              <a:pathLst>
                <a:path w="15666" h="15658" extrusionOk="0">
                  <a:moveTo>
                    <a:pt x="1579" y="1"/>
                  </a:moveTo>
                  <a:cubicBezTo>
                    <a:pt x="705" y="1"/>
                    <a:pt x="0" y="706"/>
                    <a:pt x="0" y="1571"/>
                  </a:cubicBezTo>
                  <a:lnTo>
                    <a:pt x="0" y="14078"/>
                  </a:lnTo>
                  <a:cubicBezTo>
                    <a:pt x="0" y="14953"/>
                    <a:pt x="705" y="15657"/>
                    <a:pt x="1579" y="15657"/>
                  </a:cubicBezTo>
                  <a:lnTo>
                    <a:pt x="14087" y="15657"/>
                  </a:lnTo>
                  <a:cubicBezTo>
                    <a:pt x="14961" y="15657"/>
                    <a:pt x="15666" y="14953"/>
                    <a:pt x="15666" y="14078"/>
                  </a:cubicBezTo>
                  <a:lnTo>
                    <a:pt x="15666" y="1571"/>
                  </a:lnTo>
                  <a:cubicBezTo>
                    <a:pt x="15666" y="706"/>
                    <a:pt x="14961" y="1"/>
                    <a:pt x="14087" y="1"/>
                  </a:cubicBezTo>
                  <a:close/>
                </a:path>
              </a:pathLst>
            </a:custGeom>
            <a:solidFill>
              <a:srgbClr val="88CD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70"/>
            <p:cNvSpPr/>
            <p:nvPr/>
          </p:nvSpPr>
          <p:spPr>
            <a:xfrm>
              <a:off x="6773191" y="1509297"/>
              <a:ext cx="363295" cy="363109"/>
            </a:xfrm>
            <a:custGeom>
              <a:avLst/>
              <a:gdLst/>
              <a:ahLst/>
              <a:cxnLst/>
              <a:rect l="l" t="t" r="r" b="b"/>
              <a:pathLst>
                <a:path w="15666" h="15658" extrusionOk="0">
                  <a:moveTo>
                    <a:pt x="1579" y="1"/>
                  </a:moveTo>
                  <a:cubicBezTo>
                    <a:pt x="705" y="1"/>
                    <a:pt x="0" y="706"/>
                    <a:pt x="0" y="1571"/>
                  </a:cubicBezTo>
                  <a:lnTo>
                    <a:pt x="0" y="14078"/>
                  </a:lnTo>
                  <a:cubicBezTo>
                    <a:pt x="0" y="14953"/>
                    <a:pt x="705" y="15657"/>
                    <a:pt x="1579" y="15657"/>
                  </a:cubicBezTo>
                  <a:lnTo>
                    <a:pt x="14087" y="15657"/>
                  </a:lnTo>
                  <a:cubicBezTo>
                    <a:pt x="14961" y="15657"/>
                    <a:pt x="15666" y="14953"/>
                    <a:pt x="15666" y="14078"/>
                  </a:cubicBezTo>
                  <a:lnTo>
                    <a:pt x="15666" y="1571"/>
                  </a:lnTo>
                  <a:cubicBezTo>
                    <a:pt x="15666" y="706"/>
                    <a:pt x="14961" y="1"/>
                    <a:pt x="140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70"/>
            <p:cNvSpPr/>
            <p:nvPr/>
          </p:nvSpPr>
          <p:spPr>
            <a:xfrm>
              <a:off x="7141462" y="1509297"/>
              <a:ext cx="441" cy="23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0" y="1"/>
                  </a:moveTo>
                  <a:cubicBezTo>
                    <a:pt x="9" y="1"/>
                    <a:pt x="9" y="1"/>
                    <a:pt x="18" y="1"/>
                  </a:cubicBezTo>
                  <a:cubicBezTo>
                    <a:pt x="9" y="1"/>
                    <a:pt x="9" y="1"/>
                    <a:pt x="0" y="1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70"/>
            <p:cNvSpPr/>
            <p:nvPr/>
          </p:nvSpPr>
          <p:spPr>
            <a:xfrm>
              <a:off x="7139607" y="1509505"/>
              <a:ext cx="209" cy="23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0" y="1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0" y="1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70"/>
            <p:cNvSpPr/>
            <p:nvPr/>
          </p:nvSpPr>
          <p:spPr>
            <a:xfrm>
              <a:off x="7139792" y="1509297"/>
              <a:ext cx="1693" cy="232"/>
            </a:xfrm>
            <a:custGeom>
              <a:avLst/>
              <a:gdLst/>
              <a:ahLst/>
              <a:cxnLst/>
              <a:rect l="l" t="t" r="r" b="b"/>
              <a:pathLst>
                <a:path w="73" h="10" extrusionOk="0">
                  <a:moveTo>
                    <a:pt x="1" y="10"/>
                  </a:moveTo>
                  <a:cubicBezTo>
                    <a:pt x="28" y="1"/>
                    <a:pt x="46" y="1"/>
                    <a:pt x="72" y="1"/>
                  </a:cubicBezTo>
                  <a:cubicBezTo>
                    <a:pt x="46" y="1"/>
                    <a:pt x="28" y="1"/>
                    <a:pt x="1" y="1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70"/>
            <p:cNvSpPr/>
            <p:nvPr/>
          </p:nvSpPr>
          <p:spPr>
            <a:xfrm>
              <a:off x="7141880" y="1509297"/>
              <a:ext cx="1670" cy="23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8" y="1"/>
                    <a:pt x="45" y="1"/>
                    <a:pt x="72" y="1"/>
                  </a:cubicBezTo>
                  <a:cubicBezTo>
                    <a:pt x="45" y="1"/>
                    <a:pt x="18" y="1"/>
                    <a:pt x="0" y="1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70"/>
            <p:cNvSpPr/>
            <p:nvPr/>
          </p:nvSpPr>
          <p:spPr>
            <a:xfrm>
              <a:off x="6773191" y="1509297"/>
              <a:ext cx="363295" cy="198854"/>
            </a:xfrm>
            <a:custGeom>
              <a:avLst/>
              <a:gdLst/>
              <a:ahLst/>
              <a:cxnLst/>
              <a:rect l="l" t="t" r="r" b="b"/>
              <a:pathLst>
                <a:path w="15666" h="8575" extrusionOk="0">
                  <a:moveTo>
                    <a:pt x="1419" y="1"/>
                  </a:moveTo>
                  <a:cubicBezTo>
                    <a:pt x="1419" y="10"/>
                    <a:pt x="1419" y="10"/>
                    <a:pt x="1419" y="10"/>
                  </a:cubicBezTo>
                  <a:cubicBezTo>
                    <a:pt x="625" y="90"/>
                    <a:pt x="0" y="759"/>
                    <a:pt x="0" y="1571"/>
                  </a:cubicBezTo>
                  <a:lnTo>
                    <a:pt x="0" y="5487"/>
                  </a:lnTo>
                  <a:lnTo>
                    <a:pt x="6343" y="7825"/>
                  </a:lnTo>
                  <a:cubicBezTo>
                    <a:pt x="6754" y="8324"/>
                    <a:pt x="7293" y="8574"/>
                    <a:pt x="7833" y="8574"/>
                  </a:cubicBezTo>
                  <a:cubicBezTo>
                    <a:pt x="8373" y="8574"/>
                    <a:pt x="8913" y="8324"/>
                    <a:pt x="9323" y="7825"/>
                  </a:cubicBezTo>
                  <a:lnTo>
                    <a:pt x="15666" y="7147"/>
                  </a:lnTo>
                  <a:lnTo>
                    <a:pt x="15666" y="1571"/>
                  </a:lnTo>
                  <a:cubicBezTo>
                    <a:pt x="15666" y="706"/>
                    <a:pt x="14961" y="1"/>
                    <a:pt x="140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70"/>
            <p:cNvSpPr/>
            <p:nvPr/>
          </p:nvSpPr>
          <p:spPr>
            <a:xfrm>
              <a:off x="6989378" y="1534923"/>
              <a:ext cx="147117" cy="311790"/>
            </a:xfrm>
            <a:custGeom>
              <a:avLst/>
              <a:gdLst/>
              <a:ahLst/>
              <a:cxnLst/>
              <a:rect l="l" t="t" r="r" b="b"/>
              <a:pathLst>
                <a:path w="6344" h="13445" extrusionOk="0">
                  <a:moveTo>
                    <a:pt x="5872" y="1"/>
                  </a:moveTo>
                  <a:cubicBezTo>
                    <a:pt x="5747" y="1"/>
                    <a:pt x="5619" y="51"/>
                    <a:pt x="5523" y="163"/>
                  </a:cubicBezTo>
                  <a:lnTo>
                    <a:pt x="1" y="6720"/>
                  </a:lnTo>
                  <a:lnTo>
                    <a:pt x="5523" y="13277"/>
                  </a:lnTo>
                  <a:cubicBezTo>
                    <a:pt x="5620" y="13393"/>
                    <a:pt x="5750" y="13445"/>
                    <a:pt x="5877" y="13445"/>
                  </a:cubicBezTo>
                  <a:cubicBezTo>
                    <a:pt x="6111" y="13445"/>
                    <a:pt x="6338" y="13269"/>
                    <a:pt x="6344" y="12991"/>
                  </a:cubicBezTo>
                  <a:cubicBezTo>
                    <a:pt x="6344" y="12982"/>
                    <a:pt x="6344" y="12982"/>
                    <a:pt x="6344" y="12982"/>
                  </a:cubicBezTo>
                  <a:lnTo>
                    <a:pt x="6344" y="466"/>
                  </a:lnTo>
                  <a:cubicBezTo>
                    <a:pt x="6344" y="466"/>
                    <a:pt x="6344" y="466"/>
                    <a:pt x="6344" y="457"/>
                  </a:cubicBezTo>
                  <a:cubicBezTo>
                    <a:pt x="6338" y="178"/>
                    <a:pt x="6108" y="1"/>
                    <a:pt x="58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70"/>
            <p:cNvSpPr/>
            <p:nvPr/>
          </p:nvSpPr>
          <p:spPr>
            <a:xfrm>
              <a:off x="6773191" y="1534923"/>
              <a:ext cx="147117" cy="311790"/>
            </a:xfrm>
            <a:custGeom>
              <a:avLst/>
              <a:gdLst/>
              <a:ahLst/>
              <a:cxnLst/>
              <a:rect l="l" t="t" r="r" b="b"/>
              <a:pathLst>
                <a:path w="6344" h="13445" extrusionOk="0">
                  <a:moveTo>
                    <a:pt x="474" y="1"/>
                  </a:moveTo>
                  <a:cubicBezTo>
                    <a:pt x="236" y="1"/>
                    <a:pt x="6" y="178"/>
                    <a:pt x="0" y="457"/>
                  </a:cubicBezTo>
                  <a:lnTo>
                    <a:pt x="0" y="466"/>
                  </a:lnTo>
                  <a:lnTo>
                    <a:pt x="0" y="12982"/>
                  </a:lnTo>
                  <a:lnTo>
                    <a:pt x="0" y="12991"/>
                  </a:lnTo>
                  <a:cubicBezTo>
                    <a:pt x="6" y="13269"/>
                    <a:pt x="233" y="13445"/>
                    <a:pt x="470" y="13445"/>
                  </a:cubicBezTo>
                  <a:cubicBezTo>
                    <a:pt x="598" y="13445"/>
                    <a:pt x="730" y="13393"/>
                    <a:pt x="830" y="13277"/>
                  </a:cubicBezTo>
                  <a:lnTo>
                    <a:pt x="6343" y="6720"/>
                  </a:lnTo>
                  <a:lnTo>
                    <a:pt x="830" y="163"/>
                  </a:lnTo>
                  <a:cubicBezTo>
                    <a:pt x="731" y="51"/>
                    <a:pt x="601" y="1"/>
                    <a:pt x="4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70"/>
            <p:cNvSpPr/>
            <p:nvPr/>
          </p:nvSpPr>
          <p:spPr>
            <a:xfrm>
              <a:off x="6765121" y="1504125"/>
              <a:ext cx="374263" cy="374078"/>
            </a:xfrm>
            <a:custGeom>
              <a:avLst/>
              <a:gdLst/>
              <a:ahLst/>
              <a:cxnLst/>
              <a:rect l="l" t="t" r="r" b="b"/>
              <a:pathLst>
                <a:path w="16139" h="16131" extrusionOk="0">
                  <a:moveTo>
                    <a:pt x="15432" y="1567"/>
                  </a:moveTo>
                  <a:cubicBezTo>
                    <a:pt x="15551" y="1567"/>
                    <a:pt x="15666" y="1660"/>
                    <a:pt x="15666" y="1794"/>
                  </a:cubicBezTo>
                  <a:lnTo>
                    <a:pt x="15666" y="14310"/>
                  </a:lnTo>
                  <a:cubicBezTo>
                    <a:pt x="15666" y="14391"/>
                    <a:pt x="15594" y="14498"/>
                    <a:pt x="15514" y="14524"/>
                  </a:cubicBezTo>
                  <a:cubicBezTo>
                    <a:pt x="15499" y="14528"/>
                    <a:pt x="15469" y="14537"/>
                    <a:pt x="15431" y="14537"/>
                  </a:cubicBezTo>
                  <a:cubicBezTo>
                    <a:pt x="15378" y="14537"/>
                    <a:pt x="15312" y="14520"/>
                    <a:pt x="15255" y="14453"/>
                  </a:cubicBezTo>
                  <a:lnTo>
                    <a:pt x="9867" y="8048"/>
                  </a:lnTo>
                  <a:lnTo>
                    <a:pt x="15255" y="1651"/>
                  </a:lnTo>
                  <a:cubicBezTo>
                    <a:pt x="15305" y="1593"/>
                    <a:pt x="15369" y="1567"/>
                    <a:pt x="15432" y="1567"/>
                  </a:cubicBezTo>
                  <a:close/>
                  <a:moveTo>
                    <a:pt x="14328" y="474"/>
                  </a:moveTo>
                  <a:cubicBezTo>
                    <a:pt x="14783" y="474"/>
                    <a:pt x="15220" y="715"/>
                    <a:pt x="15461" y="1107"/>
                  </a:cubicBezTo>
                  <a:cubicBezTo>
                    <a:pt x="15452" y="1107"/>
                    <a:pt x="15443" y="1107"/>
                    <a:pt x="15435" y="1107"/>
                  </a:cubicBezTo>
                  <a:cubicBezTo>
                    <a:pt x="15237" y="1107"/>
                    <a:pt x="15027" y="1203"/>
                    <a:pt x="14899" y="1357"/>
                  </a:cubicBezTo>
                  <a:lnTo>
                    <a:pt x="9377" y="7914"/>
                  </a:lnTo>
                  <a:cubicBezTo>
                    <a:pt x="9055" y="8306"/>
                    <a:pt x="8583" y="8583"/>
                    <a:pt x="8074" y="8583"/>
                  </a:cubicBezTo>
                  <a:cubicBezTo>
                    <a:pt x="7557" y="8583"/>
                    <a:pt x="7075" y="8306"/>
                    <a:pt x="6763" y="7914"/>
                  </a:cubicBezTo>
                  <a:lnTo>
                    <a:pt x="3221" y="3703"/>
                  </a:lnTo>
                  <a:cubicBezTo>
                    <a:pt x="3172" y="3645"/>
                    <a:pt x="3112" y="3620"/>
                    <a:pt x="3053" y="3620"/>
                  </a:cubicBezTo>
                  <a:cubicBezTo>
                    <a:pt x="2880" y="3620"/>
                    <a:pt x="2717" y="3835"/>
                    <a:pt x="2864" y="4015"/>
                  </a:cubicBezTo>
                  <a:lnTo>
                    <a:pt x="6272" y="8066"/>
                  </a:lnTo>
                  <a:lnTo>
                    <a:pt x="884" y="14471"/>
                  </a:lnTo>
                  <a:cubicBezTo>
                    <a:pt x="839" y="14525"/>
                    <a:pt x="778" y="14548"/>
                    <a:pt x="717" y="14548"/>
                  </a:cubicBezTo>
                  <a:cubicBezTo>
                    <a:pt x="595" y="14548"/>
                    <a:pt x="473" y="14455"/>
                    <a:pt x="473" y="14319"/>
                  </a:cubicBezTo>
                  <a:lnTo>
                    <a:pt x="473" y="1812"/>
                  </a:lnTo>
                  <a:cubicBezTo>
                    <a:pt x="473" y="1676"/>
                    <a:pt x="591" y="1583"/>
                    <a:pt x="713" y="1583"/>
                  </a:cubicBezTo>
                  <a:cubicBezTo>
                    <a:pt x="774" y="1583"/>
                    <a:pt x="836" y="1606"/>
                    <a:pt x="884" y="1660"/>
                  </a:cubicBezTo>
                  <a:lnTo>
                    <a:pt x="1999" y="2990"/>
                  </a:lnTo>
                  <a:cubicBezTo>
                    <a:pt x="2048" y="3047"/>
                    <a:pt x="2107" y="3071"/>
                    <a:pt x="2165" y="3071"/>
                  </a:cubicBezTo>
                  <a:cubicBezTo>
                    <a:pt x="2339" y="3071"/>
                    <a:pt x="2505" y="2854"/>
                    <a:pt x="2365" y="2686"/>
                  </a:cubicBezTo>
                  <a:lnTo>
                    <a:pt x="1241" y="1357"/>
                  </a:lnTo>
                  <a:cubicBezTo>
                    <a:pt x="1112" y="1203"/>
                    <a:pt x="902" y="1107"/>
                    <a:pt x="704" y="1107"/>
                  </a:cubicBezTo>
                  <a:cubicBezTo>
                    <a:pt x="696" y="1107"/>
                    <a:pt x="687" y="1107"/>
                    <a:pt x="679" y="1107"/>
                  </a:cubicBezTo>
                  <a:cubicBezTo>
                    <a:pt x="919" y="715"/>
                    <a:pt x="1357" y="474"/>
                    <a:pt x="1820" y="474"/>
                  </a:cubicBezTo>
                  <a:close/>
                  <a:moveTo>
                    <a:pt x="1820" y="1"/>
                  </a:moveTo>
                  <a:cubicBezTo>
                    <a:pt x="830" y="1"/>
                    <a:pt x="9" y="831"/>
                    <a:pt x="1" y="1812"/>
                  </a:cubicBezTo>
                  <a:lnTo>
                    <a:pt x="1" y="14319"/>
                  </a:lnTo>
                  <a:cubicBezTo>
                    <a:pt x="9" y="15309"/>
                    <a:pt x="830" y="16130"/>
                    <a:pt x="1820" y="16130"/>
                  </a:cubicBezTo>
                  <a:lnTo>
                    <a:pt x="12231" y="16130"/>
                  </a:lnTo>
                  <a:cubicBezTo>
                    <a:pt x="12535" y="16130"/>
                    <a:pt x="12535" y="15657"/>
                    <a:pt x="12231" y="15657"/>
                  </a:cubicBezTo>
                  <a:lnTo>
                    <a:pt x="1820" y="15657"/>
                  </a:lnTo>
                  <a:cubicBezTo>
                    <a:pt x="1357" y="15657"/>
                    <a:pt x="919" y="15416"/>
                    <a:pt x="679" y="15024"/>
                  </a:cubicBezTo>
                  <a:lnTo>
                    <a:pt x="679" y="15024"/>
                  </a:lnTo>
                  <a:cubicBezTo>
                    <a:pt x="688" y="15024"/>
                    <a:pt x="698" y="15025"/>
                    <a:pt x="708" y="15025"/>
                  </a:cubicBezTo>
                  <a:cubicBezTo>
                    <a:pt x="912" y="15025"/>
                    <a:pt x="1113" y="14936"/>
                    <a:pt x="1241" y="14774"/>
                  </a:cubicBezTo>
                  <a:lnTo>
                    <a:pt x="6593" y="8422"/>
                  </a:lnTo>
                  <a:cubicBezTo>
                    <a:pt x="7012" y="8833"/>
                    <a:pt x="7541" y="9038"/>
                    <a:pt x="8071" y="9038"/>
                  </a:cubicBezTo>
                  <a:cubicBezTo>
                    <a:pt x="8600" y="9038"/>
                    <a:pt x="9131" y="8833"/>
                    <a:pt x="9555" y="8422"/>
                  </a:cubicBezTo>
                  <a:lnTo>
                    <a:pt x="14899" y="14774"/>
                  </a:lnTo>
                  <a:cubicBezTo>
                    <a:pt x="15035" y="14936"/>
                    <a:pt x="15228" y="15025"/>
                    <a:pt x="15431" y="15025"/>
                  </a:cubicBezTo>
                  <a:cubicBezTo>
                    <a:pt x="15441" y="15025"/>
                    <a:pt x="15451" y="15024"/>
                    <a:pt x="15461" y="15024"/>
                  </a:cubicBezTo>
                  <a:lnTo>
                    <a:pt x="15461" y="15024"/>
                  </a:lnTo>
                  <a:cubicBezTo>
                    <a:pt x="15220" y="15416"/>
                    <a:pt x="14783" y="15657"/>
                    <a:pt x="14328" y="15657"/>
                  </a:cubicBezTo>
                  <a:lnTo>
                    <a:pt x="13489" y="15657"/>
                  </a:lnTo>
                  <a:cubicBezTo>
                    <a:pt x="13186" y="15657"/>
                    <a:pt x="13186" y="16130"/>
                    <a:pt x="13489" y="16130"/>
                  </a:cubicBezTo>
                  <a:lnTo>
                    <a:pt x="14328" y="16130"/>
                  </a:lnTo>
                  <a:cubicBezTo>
                    <a:pt x="15318" y="16130"/>
                    <a:pt x="16130" y="15309"/>
                    <a:pt x="16139" y="14319"/>
                  </a:cubicBezTo>
                  <a:lnTo>
                    <a:pt x="16139" y="1812"/>
                  </a:lnTo>
                  <a:lnTo>
                    <a:pt x="16139" y="1803"/>
                  </a:lnTo>
                  <a:cubicBezTo>
                    <a:pt x="16130" y="822"/>
                    <a:pt x="15309" y="1"/>
                    <a:pt x="143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3" name="Google Shape;3983;p70"/>
          <p:cNvGrpSpPr/>
          <p:nvPr/>
        </p:nvGrpSpPr>
        <p:grpSpPr>
          <a:xfrm>
            <a:off x="6725278" y="3259436"/>
            <a:ext cx="358033" cy="358099"/>
            <a:chOff x="6764912" y="3245095"/>
            <a:chExt cx="374472" cy="374542"/>
          </a:xfrm>
        </p:grpSpPr>
        <p:sp>
          <p:nvSpPr>
            <p:cNvPr id="3984" name="Google Shape;3984;p70"/>
            <p:cNvSpPr/>
            <p:nvPr/>
          </p:nvSpPr>
          <p:spPr>
            <a:xfrm>
              <a:off x="6820571" y="3250869"/>
              <a:ext cx="313019" cy="325866"/>
            </a:xfrm>
            <a:custGeom>
              <a:avLst/>
              <a:gdLst/>
              <a:ahLst/>
              <a:cxnLst/>
              <a:rect l="l" t="t" r="r" b="b"/>
              <a:pathLst>
                <a:path w="13498" h="14052" extrusionOk="0">
                  <a:moveTo>
                    <a:pt x="6745" y="1"/>
                  </a:moveTo>
                  <a:cubicBezTo>
                    <a:pt x="3016" y="1"/>
                    <a:pt x="0" y="3007"/>
                    <a:pt x="0" y="6718"/>
                  </a:cubicBezTo>
                  <a:cubicBezTo>
                    <a:pt x="0" y="10430"/>
                    <a:pt x="3016" y="13436"/>
                    <a:pt x="6745" y="13436"/>
                  </a:cubicBezTo>
                  <a:cubicBezTo>
                    <a:pt x="7530" y="13436"/>
                    <a:pt x="8279" y="13302"/>
                    <a:pt x="8975" y="13061"/>
                  </a:cubicBezTo>
                  <a:lnTo>
                    <a:pt x="11036" y="14052"/>
                  </a:lnTo>
                  <a:lnTo>
                    <a:pt x="11036" y="11902"/>
                  </a:lnTo>
                  <a:cubicBezTo>
                    <a:pt x="12534" y="10670"/>
                    <a:pt x="13498" y="8806"/>
                    <a:pt x="13498" y="6718"/>
                  </a:cubicBezTo>
                  <a:cubicBezTo>
                    <a:pt x="13498" y="3007"/>
                    <a:pt x="10474" y="1"/>
                    <a:pt x="67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70"/>
            <p:cNvSpPr/>
            <p:nvPr/>
          </p:nvSpPr>
          <p:spPr>
            <a:xfrm>
              <a:off x="6882838" y="3387627"/>
              <a:ext cx="44084" cy="44293"/>
            </a:xfrm>
            <a:custGeom>
              <a:avLst/>
              <a:gdLst/>
              <a:ahLst/>
              <a:cxnLst/>
              <a:rect l="l" t="t" r="r" b="b"/>
              <a:pathLst>
                <a:path w="1901" h="1910" extrusionOk="0">
                  <a:moveTo>
                    <a:pt x="955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82"/>
                    <a:pt x="429" y="1910"/>
                    <a:pt x="955" y="1910"/>
                  </a:cubicBezTo>
                  <a:cubicBezTo>
                    <a:pt x="1481" y="1910"/>
                    <a:pt x="1901" y="1482"/>
                    <a:pt x="1901" y="955"/>
                  </a:cubicBezTo>
                  <a:cubicBezTo>
                    <a:pt x="1901" y="429"/>
                    <a:pt x="1481" y="1"/>
                    <a:pt x="9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70"/>
            <p:cNvSpPr/>
            <p:nvPr/>
          </p:nvSpPr>
          <p:spPr>
            <a:xfrm>
              <a:off x="6955241" y="3387627"/>
              <a:ext cx="44316" cy="44293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955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82"/>
                    <a:pt x="429" y="1910"/>
                    <a:pt x="955" y="1910"/>
                  </a:cubicBezTo>
                  <a:cubicBezTo>
                    <a:pt x="1482" y="1910"/>
                    <a:pt x="1910" y="1482"/>
                    <a:pt x="1910" y="955"/>
                  </a:cubicBezTo>
                  <a:cubicBezTo>
                    <a:pt x="1910" y="429"/>
                    <a:pt x="1482" y="1"/>
                    <a:pt x="9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70"/>
            <p:cNvSpPr/>
            <p:nvPr/>
          </p:nvSpPr>
          <p:spPr>
            <a:xfrm>
              <a:off x="7027666" y="3387627"/>
              <a:ext cx="44293" cy="44293"/>
            </a:xfrm>
            <a:custGeom>
              <a:avLst/>
              <a:gdLst/>
              <a:ahLst/>
              <a:cxnLst/>
              <a:rect l="l" t="t" r="r" b="b"/>
              <a:pathLst>
                <a:path w="1910" h="1910" extrusionOk="0">
                  <a:moveTo>
                    <a:pt x="955" y="1"/>
                  </a:moveTo>
                  <a:cubicBezTo>
                    <a:pt x="429" y="1"/>
                    <a:pt x="0" y="429"/>
                    <a:pt x="0" y="955"/>
                  </a:cubicBezTo>
                  <a:cubicBezTo>
                    <a:pt x="0" y="1482"/>
                    <a:pt x="429" y="1910"/>
                    <a:pt x="955" y="1910"/>
                  </a:cubicBezTo>
                  <a:cubicBezTo>
                    <a:pt x="1481" y="1910"/>
                    <a:pt x="1909" y="1482"/>
                    <a:pt x="1909" y="955"/>
                  </a:cubicBezTo>
                  <a:cubicBezTo>
                    <a:pt x="1909" y="429"/>
                    <a:pt x="1481" y="1"/>
                    <a:pt x="9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70"/>
            <p:cNvSpPr/>
            <p:nvPr/>
          </p:nvSpPr>
          <p:spPr>
            <a:xfrm>
              <a:off x="6770710" y="3453419"/>
              <a:ext cx="154353" cy="160776"/>
            </a:xfrm>
            <a:custGeom>
              <a:avLst/>
              <a:gdLst/>
              <a:ahLst/>
              <a:cxnLst/>
              <a:rect l="l" t="t" r="r" b="b"/>
              <a:pathLst>
                <a:path w="6656" h="6933" extrusionOk="0">
                  <a:moveTo>
                    <a:pt x="3328" y="1"/>
                  </a:moveTo>
                  <a:cubicBezTo>
                    <a:pt x="1490" y="1"/>
                    <a:pt x="0" y="1481"/>
                    <a:pt x="0" y="3310"/>
                  </a:cubicBezTo>
                  <a:cubicBezTo>
                    <a:pt x="0" y="4336"/>
                    <a:pt x="473" y="5264"/>
                    <a:pt x="1214" y="5871"/>
                  </a:cubicBezTo>
                  <a:lnTo>
                    <a:pt x="1214" y="6932"/>
                  </a:lnTo>
                  <a:lnTo>
                    <a:pt x="2231" y="6442"/>
                  </a:lnTo>
                  <a:cubicBezTo>
                    <a:pt x="2570" y="6558"/>
                    <a:pt x="2944" y="6620"/>
                    <a:pt x="3328" y="6620"/>
                  </a:cubicBezTo>
                  <a:cubicBezTo>
                    <a:pt x="5166" y="6620"/>
                    <a:pt x="6655" y="5139"/>
                    <a:pt x="6655" y="3310"/>
                  </a:cubicBezTo>
                  <a:cubicBezTo>
                    <a:pt x="6655" y="1481"/>
                    <a:pt x="5166" y="1"/>
                    <a:pt x="33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70"/>
            <p:cNvSpPr/>
            <p:nvPr/>
          </p:nvSpPr>
          <p:spPr>
            <a:xfrm>
              <a:off x="6764912" y="3245095"/>
              <a:ext cx="374472" cy="374542"/>
            </a:xfrm>
            <a:custGeom>
              <a:avLst/>
              <a:gdLst/>
              <a:ahLst/>
              <a:cxnLst/>
              <a:rect l="l" t="t" r="r" b="b"/>
              <a:pathLst>
                <a:path w="16148" h="16151" extrusionOk="0">
                  <a:moveTo>
                    <a:pt x="9154" y="0"/>
                  </a:moveTo>
                  <a:cubicBezTo>
                    <a:pt x="7289" y="0"/>
                    <a:pt x="5532" y="732"/>
                    <a:pt x="4211" y="2043"/>
                  </a:cubicBezTo>
                  <a:cubicBezTo>
                    <a:pt x="2891" y="3354"/>
                    <a:pt x="2159" y="5103"/>
                    <a:pt x="2159" y="6967"/>
                  </a:cubicBezTo>
                  <a:cubicBezTo>
                    <a:pt x="2159" y="7637"/>
                    <a:pt x="2258" y="8288"/>
                    <a:pt x="2445" y="8921"/>
                  </a:cubicBezTo>
                  <a:cubicBezTo>
                    <a:pt x="1669" y="9180"/>
                    <a:pt x="1000" y="9697"/>
                    <a:pt x="545" y="10402"/>
                  </a:cubicBezTo>
                  <a:cubicBezTo>
                    <a:pt x="431" y="10585"/>
                    <a:pt x="599" y="10768"/>
                    <a:pt x="763" y="10768"/>
                  </a:cubicBezTo>
                  <a:cubicBezTo>
                    <a:pt x="831" y="10768"/>
                    <a:pt x="899" y="10737"/>
                    <a:pt x="946" y="10661"/>
                  </a:cubicBezTo>
                  <a:cubicBezTo>
                    <a:pt x="1517" y="9760"/>
                    <a:pt x="2498" y="9224"/>
                    <a:pt x="3569" y="9224"/>
                  </a:cubicBezTo>
                  <a:cubicBezTo>
                    <a:pt x="5273" y="9224"/>
                    <a:pt x="6656" y="10598"/>
                    <a:pt x="6656" y="12302"/>
                  </a:cubicBezTo>
                  <a:cubicBezTo>
                    <a:pt x="6656" y="13997"/>
                    <a:pt x="5273" y="15380"/>
                    <a:pt x="3569" y="15380"/>
                  </a:cubicBezTo>
                  <a:cubicBezTo>
                    <a:pt x="3212" y="15380"/>
                    <a:pt x="2873" y="15318"/>
                    <a:pt x="2543" y="15210"/>
                  </a:cubicBezTo>
                  <a:cubicBezTo>
                    <a:pt x="2517" y="15199"/>
                    <a:pt x="2491" y="15194"/>
                    <a:pt x="2465" y="15194"/>
                  </a:cubicBezTo>
                  <a:cubicBezTo>
                    <a:pt x="2428" y="15194"/>
                    <a:pt x="2392" y="15204"/>
                    <a:pt x="2356" y="15219"/>
                  </a:cubicBezTo>
                  <a:lnTo>
                    <a:pt x="1687" y="15541"/>
                  </a:lnTo>
                  <a:lnTo>
                    <a:pt x="1687" y="14854"/>
                  </a:lnTo>
                  <a:cubicBezTo>
                    <a:pt x="1687" y="14782"/>
                    <a:pt x="1651" y="14711"/>
                    <a:pt x="1597" y="14666"/>
                  </a:cubicBezTo>
                  <a:cubicBezTo>
                    <a:pt x="884" y="14077"/>
                    <a:pt x="473" y="13212"/>
                    <a:pt x="473" y="12293"/>
                  </a:cubicBezTo>
                  <a:cubicBezTo>
                    <a:pt x="473" y="12106"/>
                    <a:pt x="491" y="11919"/>
                    <a:pt x="527" y="11731"/>
                  </a:cubicBezTo>
                  <a:cubicBezTo>
                    <a:pt x="558" y="11558"/>
                    <a:pt x="419" y="11454"/>
                    <a:pt x="285" y="11454"/>
                  </a:cubicBezTo>
                  <a:cubicBezTo>
                    <a:pt x="184" y="11454"/>
                    <a:pt x="86" y="11512"/>
                    <a:pt x="63" y="11642"/>
                  </a:cubicBezTo>
                  <a:cubicBezTo>
                    <a:pt x="18" y="11856"/>
                    <a:pt x="1" y="12079"/>
                    <a:pt x="1" y="12293"/>
                  </a:cubicBezTo>
                  <a:cubicBezTo>
                    <a:pt x="1" y="13319"/>
                    <a:pt x="438" y="14283"/>
                    <a:pt x="1214" y="14961"/>
                  </a:cubicBezTo>
                  <a:lnTo>
                    <a:pt x="1214" y="15915"/>
                  </a:lnTo>
                  <a:cubicBezTo>
                    <a:pt x="1214" y="16050"/>
                    <a:pt x="1326" y="16151"/>
                    <a:pt x="1453" y="16151"/>
                  </a:cubicBezTo>
                  <a:cubicBezTo>
                    <a:pt x="1486" y="16151"/>
                    <a:pt x="1520" y="16144"/>
                    <a:pt x="1553" y="16129"/>
                  </a:cubicBezTo>
                  <a:lnTo>
                    <a:pt x="2481" y="15674"/>
                  </a:lnTo>
                  <a:cubicBezTo>
                    <a:pt x="2829" y="15790"/>
                    <a:pt x="3194" y="15844"/>
                    <a:pt x="3569" y="15844"/>
                  </a:cubicBezTo>
                  <a:cubicBezTo>
                    <a:pt x="5086" y="15844"/>
                    <a:pt x="6388" y="14889"/>
                    <a:pt x="6897" y="13551"/>
                  </a:cubicBezTo>
                  <a:cubicBezTo>
                    <a:pt x="7628" y="13801"/>
                    <a:pt x="8386" y="13926"/>
                    <a:pt x="9154" y="13926"/>
                  </a:cubicBezTo>
                  <a:cubicBezTo>
                    <a:pt x="9912" y="13926"/>
                    <a:pt x="10661" y="13801"/>
                    <a:pt x="11375" y="13560"/>
                  </a:cubicBezTo>
                  <a:lnTo>
                    <a:pt x="13346" y="14515"/>
                  </a:lnTo>
                  <a:cubicBezTo>
                    <a:pt x="13376" y="14529"/>
                    <a:pt x="13407" y="14536"/>
                    <a:pt x="13439" y="14536"/>
                  </a:cubicBezTo>
                  <a:cubicBezTo>
                    <a:pt x="13562" y="14536"/>
                    <a:pt x="13685" y="14435"/>
                    <a:pt x="13685" y="14301"/>
                  </a:cubicBezTo>
                  <a:lnTo>
                    <a:pt x="13685" y="12267"/>
                  </a:lnTo>
                  <a:cubicBezTo>
                    <a:pt x="15256" y="10937"/>
                    <a:pt x="16148" y="9019"/>
                    <a:pt x="16148" y="6967"/>
                  </a:cubicBezTo>
                  <a:cubicBezTo>
                    <a:pt x="16148" y="5986"/>
                    <a:pt x="15951" y="5041"/>
                    <a:pt x="15550" y="4157"/>
                  </a:cubicBezTo>
                  <a:cubicBezTo>
                    <a:pt x="15175" y="3301"/>
                    <a:pt x="14631" y="2543"/>
                    <a:pt x="13935" y="1891"/>
                  </a:cubicBezTo>
                  <a:cubicBezTo>
                    <a:pt x="13887" y="1847"/>
                    <a:pt x="13835" y="1829"/>
                    <a:pt x="13785" y="1829"/>
                  </a:cubicBezTo>
                  <a:cubicBezTo>
                    <a:pt x="13600" y="1829"/>
                    <a:pt x="13439" y="2078"/>
                    <a:pt x="13614" y="2239"/>
                  </a:cubicBezTo>
                  <a:cubicBezTo>
                    <a:pt x="14256" y="2837"/>
                    <a:pt x="14765" y="3551"/>
                    <a:pt x="15122" y="4345"/>
                  </a:cubicBezTo>
                  <a:cubicBezTo>
                    <a:pt x="15488" y="5174"/>
                    <a:pt x="15675" y="6058"/>
                    <a:pt x="15675" y="6967"/>
                  </a:cubicBezTo>
                  <a:cubicBezTo>
                    <a:pt x="15675" y="8912"/>
                    <a:pt x="14810" y="10732"/>
                    <a:pt x="13302" y="11972"/>
                  </a:cubicBezTo>
                  <a:cubicBezTo>
                    <a:pt x="13248" y="12017"/>
                    <a:pt x="13213" y="12088"/>
                    <a:pt x="13213" y="12151"/>
                  </a:cubicBezTo>
                  <a:lnTo>
                    <a:pt x="13213" y="13935"/>
                  </a:lnTo>
                  <a:lnTo>
                    <a:pt x="11491" y="13105"/>
                  </a:lnTo>
                  <a:cubicBezTo>
                    <a:pt x="11460" y="13090"/>
                    <a:pt x="11426" y="13080"/>
                    <a:pt x="11390" y="13080"/>
                  </a:cubicBezTo>
                  <a:cubicBezTo>
                    <a:pt x="11365" y="13080"/>
                    <a:pt x="11339" y="13085"/>
                    <a:pt x="11312" y="13096"/>
                  </a:cubicBezTo>
                  <a:cubicBezTo>
                    <a:pt x="10617" y="13337"/>
                    <a:pt x="9894" y="13462"/>
                    <a:pt x="9154" y="13462"/>
                  </a:cubicBezTo>
                  <a:cubicBezTo>
                    <a:pt x="8431" y="13462"/>
                    <a:pt x="7717" y="13337"/>
                    <a:pt x="7039" y="13105"/>
                  </a:cubicBezTo>
                  <a:cubicBezTo>
                    <a:pt x="7102" y="12846"/>
                    <a:pt x="7137" y="12579"/>
                    <a:pt x="7137" y="12302"/>
                  </a:cubicBezTo>
                  <a:cubicBezTo>
                    <a:pt x="7137" y="10340"/>
                    <a:pt x="5532" y="8743"/>
                    <a:pt x="3569" y="8743"/>
                  </a:cubicBezTo>
                  <a:cubicBezTo>
                    <a:pt x="3337" y="8743"/>
                    <a:pt x="3114" y="8769"/>
                    <a:pt x="2900" y="8805"/>
                  </a:cubicBezTo>
                  <a:cubicBezTo>
                    <a:pt x="2722" y="8216"/>
                    <a:pt x="2632" y="7592"/>
                    <a:pt x="2632" y="6967"/>
                  </a:cubicBezTo>
                  <a:cubicBezTo>
                    <a:pt x="2632" y="3390"/>
                    <a:pt x="5558" y="473"/>
                    <a:pt x="9154" y="473"/>
                  </a:cubicBezTo>
                  <a:cubicBezTo>
                    <a:pt x="10358" y="473"/>
                    <a:pt x="11535" y="803"/>
                    <a:pt x="12552" y="1428"/>
                  </a:cubicBezTo>
                  <a:cubicBezTo>
                    <a:pt x="12595" y="1453"/>
                    <a:pt x="12637" y="1464"/>
                    <a:pt x="12676" y="1464"/>
                  </a:cubicBezTo>
                  <a:cubicBezTo>
                    <a:pt x="12884" y="1464"/>
                    <a:pt x="13020" y="1154"/>
                    <a:pt x="12802" y="1026"/>
                  </a:cubicBezTo>
                  <a:cubicBezTo>
                    <a:pt x="11705" y="357"/>
                    <a:pt x="10447" y="0"/>
                    <a:pt x="9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70"/>
            <p:cNvSpPr/>
            <p:nvPr/>
          </p:nvSpPr>
          <p:spPr>
            <a:xfrm>
              <a:off x="6877458" y="3382246"/>
              <a:ext cx="55053" cy="55053"/>
            </a:xfrm>
            <a:custGeom>
              <a:avLst/>
              <a:gdLst/>
              <a:ahLst/>
              <a:cxnLst/>
              <a:rect l="l" t="t" r="r" b="b"/>
              <a:pathLst>
                <a:path w="2374" h="2374" extrusionOk="0">
                  <a:moveTo>
                    <a:pt x="1187" y="474"/>
                  </a:moveTo>
                  <a:cubicBezTo>
                    <a:pt x="1580" y="474"/>
                    <a:pt x="1901" y="795"/>
                    <a:pt x="1901" y="1187"/>
                  </a:cubicBezTo>
                  <a:cubicBezTo>
                    <a:pt x="1901" y="1580"/>
                    <a:pt x="1580" y="1901"/>
                    <a:pt x="1187" y="1901"/>
                  </a:cubicBezTo>
                  <a:cubicBezTo>
                    <a:pt x="795" y="1901"/>
                    <a:pt x="473" y="1580"/>
                    <a:pt x="473" y="1187"/>
                  </a:cubicBezTo>
                  <a:cubicBezTo>
                    <a:pt x="473" y="795"/>
                    <a:pt x="795" y="474"/>
                    <a:pt x="1187" y="474"/>
                  </a:cubicBezTo>
                  <a:close/>
                  <a:moveTo>
                    <a:pt x="1187" y="1"/>
                  </a:moveTo>
                  <a:cubicBezTo>
                    <a:pt x="527" y="1"/>
                    <a:pt x="1" y="536"/>
                    <a:pt x="1" y="1187"/>
                  </a:cubicBezTo>
                  <a:cubicBezTo>
                    <a:pt x="1" y="1847"/>
                    <a:pt x="527" y="2374"/>
                    <a:pt x="1187" y="2374"/>
                  </a:cubicBezTo>
                  <a:cubicBezTo>
                    <a:pt x="1838" y="2374"/>
                    <a:pt x="2374" y="1847"/>
                    <a:pt x="2374" y="1187"/>
                  </a:cubicBezTo>
                  <a:cubicBezTo>
                    <a:pt x="2374" y="536"/>
                    <a:pt x="1838" y="1"/>
                    <a:pt x="1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70"/>
            <p:cNvSpPr/>
            <p:nvPr/>
          </p:nvSpPr>
          <p:spPr>
            <a:xfrm>
              <a:off x="6949883" y="3382246"/>
              <a:ext cx="55030" cy="55053"/>
            </a:xfrm>
            <a:custGeom>
              <a:avLst/>
              <a:gdLst/>
              <a:ahLst/>
              <a:cxnLst/>
              <a:rect l="l" t="t" r="r" b="b"/>
              <a:pathLst>
                <a:path w="2373" h="2374" extrusionOk="0">
                  <a:moveTo>
                    <a:pt x="1186" y="474"/>
                  </a:moveTo>
                  <a:cubicBezTo>
                    <a:pt x="1579" y="474"/>
                    <a:pt x="1900" y="795"/>
                    <a:pt x="1900" y="1187"/>
                  </a:cubicBezTo>
                  <a:cubicBezTo>
                    <a:pt x="1900" y="1580"/>
                    <a:pt x="1579" y="1901"/>
                    <a:pt x="1186" y="1901"/>
                  </a:cubicBezTo>
                  <a:cubicBezTo>
                    <a:pt x="794" y="1901"/>
                    <a:pt x="473" y="1580"/>
                    <a:pt x="473" y="1187"/>
                  </a:cubicBezTo>
                  <a:cubicBezTo>
                    <a:pt x="473" y="795"/>
                    <a:pt x="794" y="474"/>
                    <a:pt x="1186" y="474"/>
                  </a:cubicBezTo>
                  <a:close/>
                  <a:moveTo>
                    <a:pt x="1186" y="1"/>
                  </a:moveTo>
                  <a:cubicBezTo>
                    <a:pt x="526" y="1"/>
                    <a:pt x="0" y="536"/>
                    <a:pt x="0" y="1187"/>
                  </a:cubicBezTo>
                  <a:cubicBezTo>
                    <a:pt x="0" y="1847"/>
                    <a:pt x="526" y="2374"/>
                    <a:pt x="1186" y="2374"/>
                  </a:cubicBezTo>
                  <a:cubicBezTo>
                    <a:pt x="1838" y="2374"/>
                    <a:pt x="2373" y="1847"/>
                    <a:pt x="2373" y="1187"/>
                  </a:cubicBezTo>
                  <a:cubicBezTo>
                    <a:pt x="2373" y="536"/>
                    <a:pt x="1838" y="1"/>
                    <a:pt x="1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70"/>
            <p:cNvSpPr/>
            <p:nvPr/>
          </p:nvSpPr>
          <p:spPr>
            <a:xfrm>
              <a:off x="7022286" y="3382246"/>
              <a:ext cx="55053" cy="55053"/>
            </a:xfrm>
            <a:custGeom>
              <a:avLst/>
              <a:gdLst/>
              <a:ahLst/>
              <a:cxnLst/>
              <a:rect l="l" t="t" r="r" b="b"/>
              <a:pathLst>
                <a:path w="2374" h="2374" extrusionOk="0">
                  <a:moveTo>
                    <a:pt x="1187" y="474"/>
                  </a:moveTo>
                  <a:cubicBezTo>
                    <a:pt x="1579" y="474"/>
                    <a:pt x="1901" y="795"/>
                    <a:pt x="1901" y="1187"/>
                  </a:cubicBezTo>
                  <a:cubicBezTo>
                    <a:pt x="1901" y="1580"/>
                    <a:pt x="1579" y="1901"/>
                    <a:pt x="1187" y="1901"/>
                  </a:cubicBezTo>
                  <a:cubicBezTo>
                    <a:pt x="794" y="1901"/>
                    <a:pt x="473" y="1580"/>
                    <a:pt x="473" y="1187"/>
                  </a:cubicBezTo>
                  <a:cubicBezTo>
                    <a:pt x="473" y="795"/>
                    <a:pt x="794" y="474"/>
                    <a:pt x="1187" y="474"/>
                  </a:cubicBezTo>
                  <a:close/>
                  <a:moveTo>
                    <a:pt x="1187" y="1"/>
                  </a:moveTo>
                  <a:cubicBezTo>
                    <a:pt x="536" y="1"/>
                    <a:pt x="0" y="536"/>
                    <a:pt x="0" y="1187"/>
                  </a:cubicBezTo>
                  <a:cubicBezTo>
                    <a:pt x="0" y="1847"/>
                    <a:pt x="536" y="2374"/>
                    <a:pt x="1187" y="2374"/>
                  </a:cubicBezTo>
                  <a:cubicBezTo>
                    <a:pt x="1838" y="2374"/>
                    <a:pt x="2373" y="1847"/>
                    <a:pt x="2373" y="1187"/>
                  </a:cubicBezTo>
                  <a:cubicBezTo>
                    <a:pt x="2373" y="536"/>
                    <a:pt x="1838" y="1"/>
                    <a:pt x="1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3" name="Google Shape;3993;p70"/>
          <p:cNvGrpSpPr/>
          <p:nvPr/>
        </p:nvGrpSpPr>
        <p:grpSpPr>
          <a:xfrm>
            <a:off x="1066073" y="3785621"/>
            <a:ext cx="359208" cy="357612"/>
            <a:chOff x="867797" y="3769350"/>
            <a:chExt cx="375701" cy="374032"/>
          </a:xfrm>
        </p:grpSpPr>
        <p:sp>
          <p:nvSpPr>
            <p:cNvPr id="3994" name="Google Shape;3994;p70"/>
            <p:cNvSpPr/>
            <p:nvPr/>
          </p:nvSpPr>
          <p:spPr>
            <a:xfrm>
              <a:off x="873780" y="3774777"/>
              <a:ext cx="286976" cy="285747"/>
            </a:xfrm>
            <a:custGeom>
              <a:avLst/>
              <a:gdLst/>
              <a:ahLst/>
              <a:cxnLst/>
              <a:rect l="l" t="t" r="r" b="b"/>
              <a:pathLst>
                <a:path w="12375" h="12322" extrusionOk="0">
                  <a:moveTo>
                    <a:pt x="10224" y="0"/>
                  </a:moveTo>
                  <a:cubicBezTo>
                    <a:pt x="10203" y="0"/>
                    <a:pt x="10183" y="2"/>
                    <a:pt x="10162" y="7"/>
                  </a:cubicBezTo>
                  <a:lnTo>
                    <a:pt x="286" y="1818"/>
                  </a:lnTo>
                  <a:cubicBezTo>
                    <a:pt x="117" y="1853"/>
                    <a:pt x="1" y="2014"/>
                    <a:pt x="36" y="2192"/>
                  </a:cubicBezTo>
                  <a:lnTo>
                    <a:pt x="1847" y="12059"/>
                  </a:lnTo>
                  <a:cubicBezTo>
                    <a:pt x="1879" y="12219"/>
                    <a:pt x="2012" y="12322"/>
                    <a:pt x="2162" y="12322"/>
                  </a:cubicBezTo>
                  <a:cubicBezTo>
                    <a:pt x="2179" y="12322"/>
                    <a:pt x="2196" y="12321"/>
                    <a:pt x="2213" y="12318"/>
                  </a:cubicBezTo>
                  <a:lnTo>
                    <a:pt x="12089" y="10507"/>
                  </a:lnTo>
                  <a:cubicBezTo>
                    <a:pt x="12258" y="10471"/>
                    <a:pt x="12374" y="10302"/>
                    <a:pt x="12348" y="10132"/>
                  </a:cubicBezTo>
                  <a:lnTo>
                    <a:pt x="10528" y="257"/>
                  </a:lnTo>
                  <a:cubicBezTo>
                    <a:pt x="10504" y="108"/>
                    <a:pt x="10371" y="0"/>
                    <a:pt x="102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70"/>
            <p:cNvSpPr/>
            <p:nvPr/>
          </p:nvSpPr>
          <p:spPr>
            <a:xfrm>
              <a:off x="904415" y="3804925"/>
              <a:ext cx="225708" cy="225731"/>
            </a:xfrm>
            <a:custGeom>
              <a:avLst/>
              <a:gdLst/>
              <a:ahLst/>
              <a:cxnLst/>
              <a:rect l="l" t="t" r="r" b="b"/>
              <a:pathLst>
                <a:path w="9733" h="9734" extrusionOk="0">
                  <a:moveTo>
                    <a:pt x="8225" y="0"/>
                  </a:moveTo>
                  <a:lnTo>
                    <a:pt x="0" y="1508"/>
                  </a:lnTo>
                  <a:lnTo>
                    <a:pt x="1508" y="9733"/>
                  </a:lnTo>
                  <a:lnTo>
                    <a:pt x="9733" y="8226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70"/>
            <p:cNvSpPr/>
            <p:nvPr/>
          </p:nvSpPr>
          <p:spPr>
            <a:xfrm>
              <a:off x="955714" y="3856548"/>
              <a:ext cx="282408" cy="281364"/>
            </a:xfrm>
            <a:custGeom>
              <a:avLst/>
              <a:gdLst/>
              <a:ahLst/>
              <a:cxnLst/>
              <a:rect l="l" t="t" r="r" b="b"/>
              <a:pathLst>
                <a:path w="12178" h="12133" extrusionOk="0">
                  <a:moveTo>
                    <a:pt x="1923" y="1"/>
                  </a:moveTo>
                  <a:cubicBezTo>
                    <a:pt x="1773" y="1"/>
                    <a:pt x="1639" y="111"/>
                    <a:pt x="1615" y="272"/>
                  </a:cubicBezTo>
                  <a:lnTo>
                    <a:pt x="27" y="10183"/>
                  </a:lnTo>
                  <a:cubicBezTo>
                    <a:pt x="1" y="10353"/>
                    <a:pt x="117" y="10514"/>
                    <a:pt x="286" y="10540"/>
                  </a:cubicBezTo>
                  <a:lnTo>
                    <a:pt x="10197" y="12128"/>
                  </a:lnTo>
                  <a:cubicBezTo>
                    <a:pt x="10215" y="12131"/>
                    <a:pt x="10232" y="12132"/>
                    <a:pt x="10248" y="12132"/>
                  </a:cubicBezTo>
                  <a:cubicBezTo>
                    <a:pt x="10406" y="12132"/>
                    <a:pt x="10539" y="12023"/>
                    <a:pt x="10563" y="11870"/>
                  </a:cubicBezTo>
                  <a:lnTo>
                    <a:pt x="12151" y="1958"/>
                  </a:lnTo>
                  <a:cubicBezTo>
                    <a:pt x="12178" y="1780"/>
                    <a:pt x="12062" y="1619"/>
                    <a:pt x="11883" y="1593"/>
                  </a:cubicBezTo>
                  <a:lnTo>
                    <a:pt x="1972" y="5"/>
                  </a:lnTo>
                  <a:cubicBezTo>
                    <a:pt x="1956" y="2"/>
                    <a:pt x="1940" y="1"/>
                    <a:pt x="19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70"/>
            <p:cNvSpPr/>
            <p:nvPr/>
          </p:nvSpPr>
          <p:spPr>
            <a:xfrm>
              <a:off x="985723" y="3886233"/>
              <a:ext cx="221998" cy="222207"/>
            </a:xfrm>
            <a:custGeom>
              <a:avLst/>
              <a:gdLst/>
              <a:ahLst/>
              <a:cxnLst/>
              <a:rect l="l" t="t" r="r" b="b"/>
              <a:pathLst>
                <a:path w="9573" h="9582" extrusionOk="0">
                  <a:moveTo>
                    <a:pt x="1320" y="0"/>
                  </a:moveTo>
                  <a:lnTo>
                    <a:pt x="0" y="8261"/>
                  </a:lnTo>
                  <a:lnTo>
                    <a:pt x="8252" y="9581"/>
                  </a:lnTo>
                  <a:lnTo>
                    <a:pt x="9572" y="1321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70"/>
            <p:cNvSpPr/>
            <p:nvPr/>
          </p:nvSpPr>
          <p:spPr>
            <a:xfrm>
              <a:off x="1085444" y="4028092"/>
              <a:ext cx="60410" cy="44710"/>
            </a:xfrm>
            <a:custGeom>
              <a:avLst/>
              <a:gdLst/>
              <a:ahLst/>
              <a:cxnLst/>
              <a:rect l="l" t="t" r="r" b="b"/>
              <a:pathLst>
                <a:path w="2605" h="1928" extrusionOk="0">
                  <a:moveTo>
                    <a:pt x="1788" y="0"/>
                  </a:moveTo>
                  <a:cubicBezTo>
                    <a:pt x="1523" y="0"/>
                    <a:pt x="1214" y="62"/>
                    <a:pt x="892" y="253"/>
                  </a:cubicBezTo>
                  <a:cubicBezTo>
                    <a:pt x="0" y="770"/>
                    <a:pt x="18" y="1725"/>
                    <a:pt x="18" y="1725"/>
                  </a:cubicBezTo>
                  <a:cubicBezTo>
                    <a:pt x="18" y="1725"/>
                    <a:pt x="346" y="1928"/>
                    <a:pt x="825" y="1928"/>
                  </a:cubicBezTo>
                  <a:cubicBezTo>
                    <a:pt x="1091" y="1928"/>
                    <a:pt x="1403" y="1865"/>
                    <a:pt x="1731" y="1671"/>
                  </a:cubicBezTo>
                  <a:cubicBezTo>
                    <a:pt x="2605" y="1163"/>
                    <a:pt x="2596" y="199"/>
                    <a:pt x="2596" y="199"/>
                  </a:cubicBezTo>
                  <a:cubicBezTo>
                    <a:pt x="2596" y="199"/>
                    <a:pt x="2264" y="0"/>
                    <a:pt x="17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70"/>
            <p:cNvSpPr/>
            <p:nvPr/>
          </p:nvSpPr>
          <p:spPr>
            <a:xfrm>
              <a:off x="1032476" y="4015128"/>
              <a:ext cx="60016" cy="53430"/>
            </a:xfrm>
            <a:custGeom>
              <a:avLst/>
              <a:gdLst/>
              <a:ahLst/>
              <a:cxnLst/>
              <a:rect l="l" t="t" r="r" b="b"/>
              <a:pathLst>
                <a:path w="2588" h="2304" extrusionOk="0">
                  <a:moveTo>
                    <a:pt x="590" y="1"/>
                  </a:moveTo>
                  <a:cubicBezTo>
                    <a:pt x="415" y="1"/>
                    <a:pt x="304" y="27"/>
                    <a:pt x="304" y="27"/>
                  </a:cubicBezTo>
                  <a:cubicBezTo>
                    <a:pt x="304" y="27"/>
                    <a:pt x="0" y="937"/>
                    <a:pt x="669" y="1695"/>
                  </a:cubicBezTo>
                  <a:cubicBezTo>
                    <a:pt x="1117" y="2211"/>
                    <a:pt x="1652" y="2303"/>
                    <a:pt x="1978" y="2303"/>
                  </a:cubicBezTo>
                  <a:cubicBezTo>
                    <a:pt x="2159" y="2303"/>
                    <a:pt x="2275" y="2275"/>
                    <a:pt x="2275" y="2275"/>
                  </a:cubicBezTo>
                  <a:cubicBezTo>
                    <a:pt x="2275" y="2275"/>
                    <a:pt x="2587" y="1383"/>
                    <a:pt x="1909" y="607"/>
                  </a:cubicBezTo>
                  <a:cubicBezTo>
                    <a:pt x="1457" y="91"/>
                    <a:pt x="915" y="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70"/>
            <p:cNvSpPr/>
            <p:nvPr/>
          </p:nvSpPr>
          <p:spPr>
            <a:xfrm>
              <a:off x="1054391" y="3925959"/>
              <a:ext cx="95404" cy="89931"/>
            </a:xfrm>
            <a:custGeom>
              <a:avLst/>
              <a:gdLst/>
              <a:ahLst/>
              <a:cxnLst/>
              <a:rect l="l" t="t" r="r" b="b"/>
              <a:pathLst>
                <a:path w="4114" h="3878" extrusionOk="0">
                  <a:moveTo>
                    <a:pt x="438" y="0"/>
                  </a:moveTo>
                  <a:lnTo>
                    <a:pt x="161" y="1722"/>
                  </a:lnTo>
                  <a:cubicBezTo>
                    <a:pt x="1" y="2739"/>
                    <a:pt x="697" y="3693"/>
                    <a:pt x="1705" y="3854"/>
                  </a:cubicBezTo>
                  <a:cubicBezTo>
                    <a:pt x="1804" y="3870"/>
                    <a:pt x="1903" y="3877"/>
                    <a:pt x="2000" y="3877"/>
                  </a:cubicBezTo>
                  <a:cubicBezTo>
                    <a:pt x="2901" y="3877"/>
                    <a:pt x="3692" y="3228"/>
                    <a:pt x="3837" y="2311"/>
                  </a:cubicBezTo>
                  <a:lnTo>
                    <a:pt x="4113" y="589"/>
                  </a:lnTo>
                  <a:lnTo>
                    <a:pt x="3034" y="1428"/>
                  </a:lnTo>
                  <a:lnTo>
                    <a:pt x="2276" y="295"/>
                  </a:lnTo>
                  <a:lnTo>
                    <a:pt x="1196" y="1133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70"/>
            <p:cNvSpPr/>
            <p:nvPr/>
          </p:nvSpPr>
          <p:spPr>
            <a:xfrm>
              <a:off x="867797" y="3769350"/>
              <a:ext cx="375701" cy="374032"/>
            </a:xfrm>
            <a:custGeom>
              <a:avLst/>
              <a:gdLst/>
              <a:ahLst/>
              <a:cxnLst/>
              <a:rect l="l" t="t" r="r" b="b"/>
              <a:pathLst>
                <a:path w="16201" h="16129" extrusionOk="0">
                  <a:moveTo>
                    <a:pt x="9608" y="1811"/>
                  </a:moveTo>
                  <a:lnTo>
                    <a:pt x="10054" y="4211"/>
                  </a:lnTo>
                  <a:lnTo>
                    <a:pt x="5799" y="3533"/>
                  </a:lnTo>
                  <a:cubicBezTo>
                    <a:pt x="5768" y="3527"/>
                    <a:pt x="5738" y="3524"/>
                    <a:pt x="5708" y="3524"/>
                  </a:cubicBezTo>
                  <a:cubicBezTo>
                    <a:pt x="5448" y="3524"/>
                    <a:pt x="5213" y="3724"/>
                    <a:pt x="5165" y="3988"/>
                  </a:cubicBezTo>
                  <a:lnTo>
                    <a:pt x="4068" y="10839"/>
                  </a:lnTo>
                  <a:lnTo>
                    <a:pt x="3283" y="10982"/>
                  </a:lnTo>
                  <a:lnTo>
                    <a:pt x="1856" y="3229"/>
                  </a:lnTo>
                  <a:lnTo>
                    <a:pt x="9608" y="1811"/>
                  </a:lnTo>
                  <a:close/>
                  <a:moveTo>
                    <a:pt x="5727" y="3997"/>
                  </a:moveTo>
                  <a:lnTo>
                    <a:pt x="15639" y="5585"/>
                  </a:lnTo>
                  <a:cubicBezTo>
                    <a:pt x="15665" y="5593"/>
                    <a:pt x="15683" y="5611"/>
                    <a:pt x="15692" y="5620"/>
                  </a:cubicBezTo>
                  <a:cubicBezTo>
                    <a:pt x="15701" y="5629"/>
                    <a:pt x="15710" y="5647"/>
                    <a:pt x="15701" y="5674"/>
                  </a:cubicBezTo>
                  <a:lnTo>
                    <a:pt x="14122" y="15585"/>
                  </a:lnTo>
                  <a:cubicBezTo>
                    <a:pt x="14104" y="15638"/>
                    <a:pt x="14078" y="15656"/>
                    <a:pt x="14033" y="15656"/>
                  </a:cubicBezTo>
                  <a:lnTo>
                    <a:pt x="4122" y="14068"/>
                  </a:lnTo>
                  <a:cubicBezTo>
                    <a:pt x="4077" y="14059"/>
                    <a:pt x="4041" y="14024"/>
                    <a:pt x="4050" y="13979"/>
                  </a:cubicBezTo>
                  <a:lnTo>
                    <a:pt x="5638" y="4068"/>
                  </a:lnTo>
                  <a:cubicBezTo>
                    <a:pt x="5647" y="4023"/>
                    <a:pt x="5674" y="3997"/>
                    <a:pt x="5718" y="3997"/>
                  </a:cubicBezTo>
                  <a:close/>
                  <a:moveTo>
                    <a:pt x="10473" y="0"/>
                  </a:moveTo>
                  <a:cubicBezTo>
                    <a:pt x="10440" y="0"/>
                    <a:pt x="10408" y="3"/>
                    <a:pt x="10375" y="9"/>
                  </a:cubicBezTo>
                  <a:lnTo>
                    <a:pt x="500" y="1820"/>
                  </a:lnTo>
                  <a:cubicBezTo>
                    <a:pt x="205" y="1873"/>
                    <a:pt x="0" y="2168"/>
                    <a:pt x="54" y="2462"/>
                  </a:cubicBezTo>
                  <a:lnTo>
                    <a:pt x="393" y="4300"/>
                  </a:lnTo>
                  <a:cubicBezTo>
                    <a:pt x="416" y="4427"/>
                    <a:pt x="516" y="4484"/>
                    <a:pt x="619" y="4484"/>
                  </a:cubicBezTo>
                  <a:cubicBezTo>
                    <a:pt x="756" y="4484"/>
                    <a:pt x="896" y="4383"/>
                    <a:pt x="865" y="4211"/>
                  </a:cubicBezTo>
                  <a:lnTo>
                    <a:pt x="526" y="2382"/>
                  </a:lnTo>
                  <a:cubicBezTo>
                    <a:pt x="518" y="2337"/>
                    <a:pt x="544" y="2293"/>
                    <a:pt x="589" y="2284"/>
                  </a:cubicBezTo>
                  <a:lnTo>
                    <a:pt x="10464" y="473"/>
                  </a:lnTo>
                  <a:cubicBezTo>
                    <a:pt x="10509" y="473"/>
                    <a:pt x="10545" y="491"/>
                    <a:pt x="10554" y="535"/>
                  </a:cubicBezTo>
                  <a:lnTo>
                    <a:pt x="11267" y="4407"/>
                  </a:lnTo>
                  <a:lnTo>
                    <a:pt x="10554" y="4291"/>
                  </a:lnTo>
                  <a:lnTo>
                    <a:pt x="10036" y="1490"/>
                  </a:lnTo>
                  <a:cubicBezTo>
                    <a:pt x="9994" y="1356"/>
                    <a:pt x="9913" y="1293"/>
                    <a:pt x="9786" y="1293"/>
                  </a:cubicBezTo>
                  <a:cubicBezTo>
                    <a:pt x="9777" y="1293"/>
                    <a:pt x="9769" y="1293"/>
                    <a:pt x="9760" y="1294"/>
                  </a:cubicBezTo>
                  <a:lnTo>
                    <a:pt x="1535" y="2810"/>
                  </a:lnTo>
                  <a:cubicBezTo>
                    <a:pt x="1401" y="2846"/>
                    <a:pt x="1338" y="2935"/>
                    <a:pt x="1347" y="3087"/>
                  </a:cubicBezTo>
                  <a:lnTo>
                    <a:pt x="2855" y="11303"/>
                  </a:lnTo>
                  <a:cubicBezTo>
                    <a:pt x="2878" y="11413"/>
                    <a:pt x="2985" y="11495"/>
                    <a:pt x="3089" y="11495"/>
                  </a:cubicBezTo>
                  <a:cubicBezTo>
                    <a:pt x="3103" y="11495"/>
                    <a:pt x="3117" y="11493"/>
                    <a:pt x="3131" y="11490"/>
                  </a:cubicBezTo>
                  <a:lnTo>
                    <a:pt x="3997" y="11339"/>
                  </a:lnTo>
                  <a:lnTo>
                    <a:pt x="3881" y="12052"/>
                  </a:lnTo>
                  <a:lnTo>
                    <a:pt x="2436" y="12320"/>
                  </a:lnTo>
                  <a:cubicBezTo>
                    <a:pt x="2391" y="12320"/>
                    <a:pt x="2346" y="12293"/>
                    <a:pt x="2337" y="12248"/>
                  </a:cubicBezTo>
                  <a:lnTo>
                    <a:pt x="1088" y="5460"/>
                  </a:lnTo>
                  <a:cubicBezTo>
                    <a:pt x="1066" y="5330"/>
                    <a:pt x="967" y="5272"/>
                    <a:pt x="867" y="5272"/>
                  </a:cubicBezTo>
                  <a:cubicBezTo>
                    <a:pt x="733" y="5272"/>
                    <a:pt x="594" y="5375"/>
                    <a:pt x="625" y="5549"/>
                  </a:cubicBezTo>
                  <a:lnTo>
                    <a:pt x="1874" y="12338"/>
                  </a:lnTo>
                  <a:cubicBezTo>
                    <a:pt x="1921" y="12601"/>
                    <a:pt x="2168" y="12792"/>
                    <a:pt x="2424" y="12792"/>
                  </a:cubicBezTo>
                  <a:cubicBezTo>
                    <a:pt x="2454" y="12792"/>
                    <a:pt x="2485" y="12789"/>
                    <a:pt x="2516" y="12784"/>
                  </a:cubicBezTo>
                  <a:lnTo>
                    <a:pt x="3800" y="12552"/>
                  </a:lnTo>
                  <a:lnTo>
                    <a:pt x="3586" y="13899"/>
                  </a:lnTo>
                  <a:cubicBezTo>
                    <a:pt x="3533" y="14202"/>
                    <a:pt x="3738" y="14488"/>
                    <a:pt x="4041" y="14541"/>
                  </a:cubicBezTo>
                  <a:lnTo>
                    <a:pt x="13953" y="16120"/>
                  </a:lnTo>
                  <a:cubicBezTo>
                    <a:pt x="13983" y="16126"/>
                    <a:pt x="14014" y="16128"/>
                    <a:pt x="14044" y="16128"/>
                  </a:cubicBezTo>
                  <a:cubicBezTo>
                    <a:pt x="14305" y="16128"/>
                    <a:pt x="14546" y="15929"/>
                    <a:pt x="14586" y="15665"/>
                  </a:cubicBezTo>
                  <a:lnTo>
                    <a:pt x="16174" y="5754"/>
                  </a:lnTo>
                  <a:cubicBezTo>
                    <a:pt x="16201" y="5602"/>
                    <a:pt x="16165" y="5460"/>
                    <a:pt x="16076" y="5335"/>
                  </a:cubicBezTo>
                  <a:cubicBezTo>
                    <a:pt x="15987" y="5219"/>
                    <a:pt x="15862" y="5138"/>
                    <a:pt x="15710" y="5121"/>
                  </a:cubicBezTo>
                  <a:lnTo>
                    <a:pt x="11758" y="4487"/>
                  </a:lnTo>
                  <a:lnTo>
                    <a:pt x="11018" y="455"/>
                  </a:lnTo>
                  <a:cubicBezTo>
                    <a:pt x="10970" y="185"/>
                    <a:pt x="10732" y="0"/>
                    <a:pt x="10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70"/>
            <p:cNvSpPr/>
            <p:nvPr/>
          </p:nvSpPr>
          <p:spPr>
            <a:xfrm>
              <a:off x="979925" y="3880736"/>
              <a:ext cx="233802" cy="232967"/>
            </a:xfrm>
            <a:custGeom>
              <a:avLst/>
              <a:gdLst/>
              <a:ahLst/>
              <a:cxnLst/>
              <a:rect l="l" t="t" r="r" b="b"/>
              <a:pathLst>
                <a:path w="10082" h="10046" extrusionOk="0">
                  <a:moveTo>
                    <a:pt x="5433" y="2584"/>
                  </a:moveTo>
                  <a:lnTo>
                    <a:pt x="6049" y="3511"/>
                  </a:lnTo>
                  <a:cubicBezTo>
                    <a:pt x="6107" y="3580"/>
                    <a:pt x="6171" y="3614"/>
                    <a:pt x="6241" y="3614"/>
                  </a:cubicBezTo>
                  <a:cubicBezTo>
                    <a:pt x="6290" y="3614"/>
                    <a:pt x="6342" y="3598"/>
                    <a:pt x="6397" y="3565"/>
                  </a:cubicBezTo>
                  <a:lnTo>
                    <a:pt x="6994" y="3101"/>
                  </a:lnTo>
                  <a:lnTo>
                    <a:pt x="6816" y="4225"/>
                  </a:lnTo>
                  <a:cubicBezTo>
                    <a:pt x="6671" y="5134"/>
                    <a:pt x="5971" y="5545"/>
                    <a:pt x="5259" y="5545"/>
                  </a:cubicBezTo>
                  <a:cubicBezTo>
                    <a:pt x="4350" y="5545"/>
                    <a:pt x="3423" y="4874"/>
                    <a:pt x="3613" y="3708"/>
                  </a:cubicBezTo>
                  <a:lnTo>
                    <a:pt x="3792" y="2584"/>
                  </a:lnTo>
                  <a:lnTo>
                    <a:pt x="4211" y="3217"/>
                  </a:lnTo>
                  <a:cubicBezTo>
                    <a:pt x="4269" y="3285"/>
                    <a:pt x="4333" y="3320"/>
                    <a:pt x="4404" y="3320"/>
                  </a:cubicBezTo>
                  <a:cubicBezTo>
                    <a:pt x="4452" y="3320"/>
                    <a:pt x="4504" y="3303"/>
                    <a:pt x="4559" y="3270"/>
                  </a:cubicBezTo>
                  <a:lnTo>
                    <a:pt x="5433" y="2584"/>
                  </a:lnTo>
                  <a:close/>
                  <a:moveTo>
                    <a:pt x="2857" y="6033"/>
                  </a:moveTo>
                  <a:cubicBezTo>
                    <a:pt x="3137" y="6033"/>
                    <a:pt x="3602" y="6112"/>
                    <a:pt x="3997" y="6562"/>
                  </a:cubicBezTo>
                  <a:cubicBezTo>
                    <a:pt x="4309" y="6919"/>
                    <a:pt x="4434" y="7392"/>
                    <a:pt x="4354" y="7856"/>
                  </a:cubicBezTo>
                  <a:cubicBezTo>
                    <a:pt x="4318" y="7860"/>
                    <a:pt x="4275" y="7862"/>
                    <a:pt x="4228" y="7862"/>
                  </a:cubicBezTo>
                  <a:cubicBezTo>
                    <a:pt x="3948" y="7862"/>
                    <a:pt x="3495" y="7773"/>
                    <a:pt x="3114" y="7338"/>
                  </a:cubicBezTo>
                  <a:cubicBezTo>
                    <a:pt x="2686" y="6848"/>
                    <a:pt x="2712" y="6295"/>
                    <a:pt x="2757" y="6036"/>
                  </a:cubicBezTo>
                  <a:cubicBezTo>
                    <a:pt x="2787" y="6034"/>
                    <a:pt x="2820" y="6033"/>
                    <a:pt x="2857" y="6033"/>
                  </a:cubicBezTo>
                  <a:close/>
                  <a:moveTo>
                    <a:pt x="6337" y="6590"/>
                  </a:moveTo>
                  <a:cubicBezTo>
                    <a:pt x="6579" y="6590"/>
                    <a:pt x="6777" y="6650"/>
                    <a:pt x="6896" y="6696"/>
                  </a:cubicBezTo>
                  <a:cubicBezTo>
                    <a:pt x="6789" y="7469"/>
                    <a:pt x="6107" y="8047"/>
                    <a:pt x="5367" y="8047"/>
                  </a:cubicBezTo>
                  <a:cubicBezTo>
                    <a:pt x="5185" y="8047"/>
                    <a:pt x="4999" y="8012"/>
                    <a:pt x="4818" y="7936"/>
                  </a:cubicBezTo>
                  <a:cubicBezTo>
                    <a:pt x="4880" y="7472"/>
                    <a:pt x="5148" y="7053"/>
                    <a:pt x="5558" y="6812"/>
                  </a:cubicBezTo>
                  <a:cubicBezTo>
                    <a:pt x="5839" y="6643"/>
                    <a:pt x="6108" y="6590"/>
                    <a:pt x="6337" y="6590"/>
                  </a:cubicBezTo>
                  <a:close/>
                  <a:moveTo>
                    <a:pt x="1568" y="1"/>
                  </a:moveTo>
                  <a:cubicBezTo>
                    <a:pt x="1455" y="1"/>
                    <a:pt x="1362" y="84"/>
                    <a:pt x="1338" y="202"/>
                  </a:cubicBezTo>
                  <a:lnTo>
                    <a:pt x="18" y="8454"/>
                  </a:lnTo>
                  <a:cubicBezTo>
                    <a:pt x="0" y="8587"/>
                    <a:pt x="90" y="8703"/>
                    <a:pt x="223" y="8730"/>
                  </a:cubicBezTo>
                  <a:lnTo>
                    <a:pt x="8475" y="10041"/>
                  </a:lnTo>
                  <a:cubicBezTo>
                    <a:pt x="8488" y="10044"/>
                    <a:pt x="8502" y="10046"/>
                    <a:pt x="8515" y="10046"/>
                  </a:cubicBezTo>
                  <a:cubicBezTo>
                    <a:pt x="8620" y="10046"/>
                    <a:pt x="8727" y="9956"/>
                    <a:pt x="8743" y="9845"/>
                  </a:cubicBezTo>
                  <a:lnTo>
                    <a:pt x="9091" y="7713"/>
                  </a:lnTo>
                  <a:cubicBezTo>
                    <a:pt x="9116" y="7542"/>
                    <a:pt x="8976" y="7442"/>
                    <a:pt x="8841" y="7442"/>
                  </a:cubicBezTo>
                  <a:cubicBezTo>
                    <a:pt x="8738" y="7442"/>
                    <a:pt x="8637" y="7501"/>
                    <a:pt x="8618" y="7633"/>
                  </a:cubicBezTo>
                  <a:lnTo>
                    <a:pt x="8315" y="9542"/>
                  </a:lnTo>
                  <a:lnTo>
                    <a:pt x="4657" y="8953"/>
                  </a:lnTo>
                  <a:lnTo>
                    <a:pt x="4746" y="8409"/>
                  </a:lnTo>
                  <a:cubicBezTo>
                    <a:pt x="4947" y="8479"/>
                    <a:pt x="5152" y="8512"/>
                    <a:pt x="5356" y="8512"/>
                  </a:cubicBezTo>
                  <a:cubicBezTo>
                    <a:pt x="6395" y="8512"/>
                    <a:pt x="7387" y="7657"/>
                    <a:pt x="7387" y="6553"/>
                  </a:cubicBezTo>
                  <a:cubicBezTo>
                    <a:pt x="7387" y="6473"/>
                    <a:pt x="7342" y="6393"/>
                    <a:pt x="7271" y="6357"/>
                  </a:cubicBezTo>
                  <a:cubicBezTo>
                    <a:pt x="6998" y="6189"/>
                    <a:pt x="6686" y="6113"/>
                    <a:pt x="6372" y="6113"/>
                  </a:cubicBezTo>
                  <a:cubicBezTo>
                    <a:pt x="5886" y="6113"/>
                    <a:pt x="5395" y="6295"/>
                    <a:pt x="5032" y="6598"/>
                  </a:cubicBezTo>
                  <a:lnTo>
                    <a:pt x="5121" y="6063"/>
                  </a:lnTo>
                  <a:cubicBezTo>
                    <a:pt x="5150" y="6064"/>
                    <a:pt x="5179" y="6065"/>
                    <a:pt x="5208" y="6065"/>
                  </a:cubicBezTo>
                  <a:cubicBezTo>
                    <a:pt x="6226" y="6065"/>
                    <a:pt x="7124" y="5311"/>
                    <a:pt x="7289" y="4296"/>
                  </a:cubicBezTo>
                  <a:lnTo>
                    <a:pt x="7565" y="2575"/>
                  </a:lnTo>
                  <a:cubicBezTo>
                    <a:pt x="7585" y="2423"/>
                    <a:pt x="7454" y="2301"/>
                    <a:pt x="7320" y="2301"/>
                  </a:cubicBezTo>
                  <a:cubicBezTo>
                    <a:pt x="7272" y="2301"/>
                    <a:pt x="7224" y="2316"/>
                    <a:pt x="7182" y="2352"/>
                  </a:cubicBezTo>
                  <a:lnTo>
                    <a:pt x="6307" y="3039"/>
                  </a:lnTo>
                  <a:lnTo>
                    <a:pt x="5683" y="2111"/>
                  </a:lnTo>
                  <a:cubicBezTo>
                    <a:pt x="5625" y="2042"/>
                    <a:pt x="5561" y="2008"/>
                    <a:pt x="5492" y="2008"/>
                  </a:cubicBezTo>
                  <a:cubicBezTo>
                    <a:pt x="5445" y="2008"/>
                    <a:pt x="5395" y="2024"/>
                    <a:pt x="5344" y="2057"/>
                  </a:cubicBezTo>
                  <a:lnTo>
                    <a:pt x="4470" y="2744"/>
                  </a:lnTo>
                  <a:lnTo>
                    <a:pt x="3845" y="1816"/>
                  </a:lnTo>
                  <a:cubicBezTo>
                    <a:pt x="3799" y="1745"/>
                    <a:pt x="3727" y="1712"/>
                    <a:pt x="3655" y="1712"/>
                  </a:cubicBezTo>
                  <a:cubicBezTo>
                    <a:pt x="3547" y="1712"/>
                    <a:pt x="3438" y="1786"/>
                    <a:pt x="3417" y="1914"/>
                  </a:cubicBezTo>
                  <a:lnTo>
                    <a:pt x="3141" y="3636"/>
                  </a:lnTo>
                  <a:cubicBezTo>
                    <a:pt x="2971" y="4698"/>
                    <a:pt x="3631" y="5706"/>
                    <a:pt x="4648" y="5991"/>
                  </a:cubicBezTo>
                  <a:lnTo>
                    <a:pt x="4559" y="6527"/>
                  </a:lnTo>
                  <a:cubicBezTo>
                    <a:pt x="4505" y="6428"/>
                    <a:pt x="4434" y="6339"/>
                    <a:pt x="4354" y="6241"/>
                  </a:cubicBezTo>
                  <a:cubicBezTo>
                    <a:pt x="3845" y="5662"/>
                    <a:pt x="3228" y="5558"/>
                    <a:pt x="2854" y="5558"/>
                  </a:cubicBezTo>
                  <a:cubicBezTo>
                    <a:pt x="2658" y="5558"/>
                    <a:pt x="2528" y="5587"/>
                    <a:pt x="2516" y="5590"/>
                  </a:cubicBezTo>
                  <a:cubicBezTo>
                    <a:pt x="2436" y="5608"/>
                    <a:pt x="2364" y="5670"/>
                    <a:pt x="2338" y="5750"/>
                  </a:cubicBezTo>
                  <a:cubicBezTo>
                    <a:pt x="1930" y="7000"/>
                    <a:pt x="2957" y="8338"/>
                    <a:pt x="4248" y="8338"/>
                  </a:cubicBezTo>
                  <a:cubicBezTo>
                    <a:pt x="4256" y="8338"/>
                    <a:pt x="4265" y="8338"/>
                    <a:pt x="4273" y="8338"/>
                  </a:cubicBezTo>
                  <a:lnTo>
                    <a:pt x="4273" y="8338"/>
                  </a:lnTo>
                  <a:lnTo>
                    <a:pt x="4184" y="8882"/>
                  </a:lnTo>
                  <a:lnTo>
                    <a:pt x="527" y="8293"/>
                  </a:lnTo>
                  <a:lnTo>
                    <a:pt x="1776" y="514"/>
                  </a:lnTo>
                  <a:lnTo>
                    <a:pt x="9555" y="1754"/>
                  </a:lnTo>
                  <a:lnTo>
                    <a:pt x="8814" y="6393"/>
                  </a:lnTo>
                  <a:cubicBezTo>
                    <a:pt x="8789" y="6562"/>
                    <a:pt x="8923" y="6659"/>
                    <a:pt x="9055" y="6659"/>
                  </a:cubicBezTo>
                  <a:cubicBezTo>
                    <a:pt x="9160" y="6659"/>
                    <a:pt x="9263" y="6598"/>
                    <a:pt x="9287" y="6464"/>
                  </a:cubicBezTo>
                  <a:lnTo>
                    <a:pt x="10063" y="1593"/>
                  </a:lnTo>
                  <a:cubicBezTo>
                    <a:pt x="10081" y="1468"/>
                    <a:pt x="10001" y="1344"/>
                    <a:pt x="9867" y="1326"/>
                  </a:cubicBezTo>
                  <a:lnTo>
                    <a:pt x="1615" y="5"/>
                  </a:lnTo>
                  <a:cubicBezTo>
                    <a:pt x="1599" y="2"/>
                    <a:pt x="1583" y="1"/>
                    <a:pt x="1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3" name="Google Shape;4003;p70"/>
          <p:cNvGrpSpPr/>
          <p:nvPr/>
        </p:nvGrpSpPr>
        <p:grpSpPr>
          <a:xfrm>
            <a:off x="7741172" y="3785509"/>
            <a:ext cx="357833" cy="357833"/>
            <a:chOff x="7682092" y="3708288"/>
            <a:chExt cx="374263" cy="374263"/>
          </a:xfrm>
        </p:grpSpPr>
        <p:sp>
          <p:nvSpPr>
            <p:cNvPr id="4004" name="Google Shape;4004;p70"/>
            <p:cNvSpPr/>
            <p:nvPr/>
          </p:nvSpPr>
          <p:spPr>
            <a:xfrm>
              <a:off x="7721818" y="3713669"/>
              <a:ext cx="328950" cy="329994"/>
            </a:xfrm>
            <a:custGeom>
              <a:avLst/>
              <a:gdLst/>
              <a:ahLst/>
              <a:cxnLst/>
              <a:rect l="l" t="t" r="r" b="b"/>
              <a:pathLst>
                <a:path w="14185" h="14230" extrusionOk="0">
                  <a:moveTo>
                    <a:pt x="7092" y="0"/>
                  </a:moveTo>
                  <a:cubicBezTo>
                    <a:pt x="6254" y="0"/>
                    <a:pt x="5817" y="1954"/>
                    <a:pt x="5094" y="2257"/>
                  </a:cubicBezTo>
                  <a:cubicBezTo>
                    <a:pt x="4991" y="2301"/>
                    <a:pt x="4870" y="2319"/>
                    <a:pt x="4737" y="2319"/>
                  </a:cubicBezTo>
                  <a:cubicBezTo>
                    <a:pt x="4110" y="2319"/>
                    <a:pt x="3213" y="1916"/>
                    <a:pt x="2594" y="1916"/>
                  </a:cubicBezTo>
                  <a:cubicBezTo>
                    <a:pt x="2383" y="1916"/>
                    <a:pt x="2204" y="1962"/>
                    <a:pt x="2079" y="2088"/>
                  </a:cubicBezTo>
                  <a:cubicBezTo>
                    <a:pt x="1508" y="2658"/>
                    <a:pt x="2569" y="4353"/>
                    <a:pt x="2248" y="5103"/>
                  </a:cubicBezTo>
                  <a:cubicBezTo>
                    <a:pt x="1954" y="5834"/>
                    <a:pt x="0" y="6280"/>
                    <a:pt x="0" y="7119"/>
                  </a:cubicBezTo>
                  <a:cubicBezTo>
                    <a:pt x="0" y="7958"/>
                    <a:pt x="1954" y="8395"/>
                    <a:pt x="2248" y="9126"/>
                  </a:cubicBezTo>
                  <a:cubicBezTo>
                    <a:pt x="2569" y="9876"/>
                    <a:pt x="1508" y="11571"/>
                    <a:pt x="2079" y="12142"/>
                  </a:cubicBezTo>
                  <a:cubicBezTo>
                    <a:pt x="2205" y="12267"/>
                    <a:pt x="2385" y="12314"/>
                    <a:pt x="2598" y="12314"/>
                  </a:cubicBezTo>
                  <a:cubicBezTo>
                    <a:pt x="3219" y="12314"/>
                    <a:pt x="4118" y="11913"/>
                    <a:pt x="4744" y="11913"/>
                  </a:cubicBezTo>
                  <a:cubicBezTo>
                    <a:pt x="4874" y="11913"/>
                    <a:pt x="4992" y="11930"/>
                    <a:pt x="5094" y="11972"/>
                  </a:cubicBezTo>
                  <a:cubicBezTo>
                    <a:pt x="5817" y="12275"/>
                    <a:pt x="6254" y="14229"/>
                    <a:pt x="7092" y="14229"/>
                  </a:cubicBezTo>
                  <a:cubicBezTo>
                    <a:pt x="7931" y="14229"/>
                    <a:pt x="8368" y="12275"/>
                    <a:pt x="9100" y="11972"/>
                  </a:cubicBezTo>
                  <a:cubicBezTo>
                    <a:pt x="9200" y="11930"/>
                    <a:pt x="9318" y="11913"/>
                    <a:pt x="9447" y="11913"/>
                  </a:cubicBezTo>
                  <a:cubicBezTo>
                    <a:pt x="10070" y="11913"/>
                    <a:pt x="10971" y="12314"/>
                    <a:pt x="11591" y="12314"/>
                  </a:cubicBezTo>
                  <a:cubicBezTo>
                    <a:pt x="11803" y="12314"/>
                    <a:pt x="11982" y="12267"/>
                    <a:pt x="12106" y="12142"/>
                  </a:cubicBezTo>
                  <a:cubicBezTo>
                    <a:pt x="12677" y="11571"/>
                    <a:pt x="11624" y="9876"/>
                    <a:pt x="11937" y="9126"/>
                  </a:cubicBezTo>
                  <a:cubicBezTo>
                    <a:pt x="12240" y="8395"/>
                    <a:pt x="14185" y="7958"/>
                    <a:pt x="14185" y="7119"/>
                  </a:cubicBezTo>
                  <a:cubicBezTo>
                    <a:pt x="14185" y="6280"/>
                    <a:pt x="12240" y="5834"/>
                    <a:pt x="11937" y="5103"/>
                  </a:cubicBezTo>
                  <a:cubicBezTo>
                    <a:pt x="11624" y="4353"/>
                    <a:pt x="12677" y="2658"/>
                    <a:pt x="12106" y="2088"/>
                  </a:cubicBezTo>
                  <a:cubicBezTo>
                    <a:pt x="11983" y="1962"/>
                    <a:pt x="11805" y="1916"/>
                    <a:pt x="11595" y="1916"/>
                  </a:cubicBezTo>
                  <a:cubicBezTo>
                    <a:pt x="10977" y="1916"/>
                    <a:pt x="10078" y="2319"/>
                    <a:pt x="9454" y="2319"/>
                  </a:cubicBezTo>
                  <a:cubicBezTo>
                    <a:pt x="9322" y="2319"/>
                    <a:pt x="9202" y="2301"/>
                    <a:pt x="9100" y="2257"/>
                  </a:cubicBezTo>
                  <a:cubicBezTo>
                    <a:pt x="8368" y="1954"/>
                    <a:pt x="7931" y="0"/>
                    <a:pt x="70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70"/>
            <p:cNvSpPr/>
            <p:nvPr/>
          </p:nvSpPr>
          <p:spPr>
            <a:xfrm>
              <a:off x="7790092" y="3782128"/>
              <a:ext cx="192407" cy="193057"/>
            </a:xfrm>
            <a:custGeom>
              <a:avLst/>
              <a:gdLst/>
              <a:ahLst/>
              <a:cxnLst/>
              <a:rect l="l" t="t" r="r" b="b"/>
              <a:pathLst>
                <a:path w="8297" h="8325" extrusionOk="0">
                  <a:moveTo>
                    <a:pt x="4148" y="1"/>
                  </a:moveTo>
                  <a:cubicBezTo>
                    <a:pt x="1856" y="1"/>
                    <a:pt x="0" y="1865"/>
                    <a:pt x="0" y="4167"/>
                  </a:cubicBezTo>
                  <a:cubicBezTo>
                    <a:pt x="0" y="6460"/>
                    <a:pt x="1856" y="8324"/>
                    <a:pt x="4148" y="8324"/>
                  </a:cubicBezTo>
                  <a:cubicBezTo>
                    <a:pt x="6441" y="8324"/>
                    <a:pt x="8297" y="6460"/>
                    <a:pt x="8297" y="4167"/>
                  </a:cubicBezTo>
                  <a:cubicBezTo>
                    <a:pt x="8297" y="1865"/>
                    <a:pt x="6441" y="1"/>
                    <a:pt x="4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70"/>
            <p:cNvSpPr/>
            <p:nvPr/>
          </p:nvSpPr>
          <p:spPr>
            <a:xfrm>
              <a:off x="7687681" y="3899660"/>
              <a:ext cx="291313" cy="177102"/>
            </a:xfrm>
            <a:custGeom>
              <a:avLst/>
              <a:gdLst/>
              <a:ahLst/>
              <a:cxnLst/>
              <a:rect l="l" t="t" r="r" b="b"/>
              <a:pathLst>
                <a:path w="12562" h="7637" extrusionOk="0">
                  <a:moveTo>
                    <a:pt x="4835" y="0"/>
                  </a:moveTo>
                  <a:cubicBezTo>
                    <a:pt x="3310" y="0"/>
                    <a:pt x="2061" y="1231"/>
                    <a:pt x="2025" y="2766"/>
                  </a:cubicBezTo>
                  <a:cubicBezTo>
                    <a:pt x="874" y="2962"/>
                    <a:pt x="0" y="3970"/>
                    <a:pt x="0" y="5183"/>
                  </a:cubicBezTo>
                  <a:cubicBezTo>
                    <a:pt x="0" y="6539"/>
                    <a:pt x="1089" y="7636"/>
                    <a:pt x="2427" y="7636"/>
                  </a:cubicBezTo>
                  <a:lnTo>
                    <a:pt x="10661" y="7636"/>
                  </a:lnTo>
                  <a:cubicBezTo>
                    <a:pt x="11714" y="7636"/>
                    <a:pt x="12561" y="6780"/>
                    <a:pt x="12561" y="5727"/>
                  </a:cubicBezTo>
                  <a:cubicBezTo>
                    <a:pt x="12561" y="4898"/>
                    <a:pt x="12044" y="4202"/>
                    <a:pt x="11321" y="3925"/>
                  </a:cubicBezTo>
                  <a:cubicBezTo>
                    <a:pt x="11607" y="2507"/>
                    <a:pt x="10474" y="1124"/>
                    <a:pt x="9019" y="1124"/>
                  </a:cubicBezTo>
                  <a:cubicBezTo>
                    <a:pt x="8413" y="1124"/>
                    <a:pt x="7851" y="1356"/>
                    <a:pt x="7431" y="1749"/>
                  </a:cubicBezTo>
                  <a:cubicBezTo>
                    <a:pt x="7012" y="723"/>
                    <a:pt x="6004" y="0"/>
                    <a:pt x="48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70"/>
            <p:cNvSpPr/>
            <p:nvPr/>
          </p:nvSpPr>
          <p:spPr>
            <a:xfrm>
              <a:off x="7682092" y="3708288"/>
              <a:ext cx="374263" cy="374263"/>
            </a:xfrm>
            <a:custGeom>
              <a:avLst/>
              <a:gdLst/>
              <a:ahLst/>
              <a:cxnLst/>
              <a:rect l="l" t="t" r="r" b="b"/>
              <a:pathLst>
                <a:path w="16139" h="16139" extrusionOk="0">
                  <a:moveTo>
                    <a:pt x="8805" y="473"/>
                  </a:moveTo>
                  <a:cubicBezTo>
                    <a:pt x="9127" y="473"/>
                    <a:pt x="9457" y="1035"/>
                    <a:pt x="9733" y="1526"/>
                  </a:cubicBezTo>
                  <a:cubicBezTo>
                    <a:pt x="9974" y="1945"/>
                    <a:pt x="10242" y="2507"/>
                    <a:pt x="10723" y="2712"/>
                  </a:cubicBezTo>
                  <a:cubicBezTo>
                    <a:pt x="10867" y="2773"/>
                    <a:pt x="11023" y="2797"/>
                    <a:pt x="11182" y="2797"/>
                  </a:cubicBezTo>
                  <a:cubicBezTo>
                    <a:pt x="11557" y="2797"/>
                    <a:pt x="11956" y="2666"/>
                    <a:pt x="12294" y="2578"/>
                  </a:cubicBezTo>
                  <a:cubicBezTo>
                    <a:pt x="12642" y="2485"/>
                    <a:pt x="13024" y="2385"/>
                    <a:pt x="13305" y="2385"/>
                  </a:cubicBezTo>
                  <a:cubicBezTo>
                    <a:pt x="13456" y="2385"/>
                    <a:pt x="13578" y="2414"/>
                    <a:pt x="13650" y="2489"/>
                  </a:cubicBezTo>
                  <a:cubicBezTo>
                    <a:pt x="13864" y="2703"/>
                    <a:pt x="13703" y="3310"/>
                    <a:pt x="13560" y="3845"/>
                  </a:cubicBezTo>
                  <a:cubicBezTo>
                    <a:pt x="13409" y="4443"/>
                    <a:pt x="13257" y="5014"/>
                    <a:pt x="13427" y="5433"/>
                  </a:cubicBezTo>
                  <a:cubicBezTo>
                    <a:pt x="13596" y="5834"/>
                    <a:pt x="14087" y="6111"/>
                    <a:pt x="14604" y="6414"/>
                  </a:cubicBezTo>
                  <a:cubicBezTo>
                    <a:pt x="15104" y="6700"/>
                    <a:pt x="15666" y="7021"/>
                    <a:pt x="15666" y="7351"/>
                  </a:cubicBezTo>
                  <a:cubicBezTo>
                    <a:pt x="15666" y="7672"/>
                    <a:pt x="15104" y="7993"/>
                    <a:pt x="14604" y="8279"/>
                  </a:cubicBezTo>
                  <a:cubicBezTo>
                    <a:pt x="14087" y="8582"/>
                    <a:pt x="13596" y="8868"/>
                    <a:pt x="13427" y="9269"/>
                  </a:cubicBezTo>
                  <a:cubicBezTo>
                    <a:pt x="13257" y="9688"/>
                    <a:pt x="13409" y="10250"/>
                    <a:pt x="13560" y="10848"/>
                  </a:cubicBezTo>
                  <a:cubicBezTo>
                    <a:pt x="13703" y="11383"/>
                    <a:pt x="13864" y="11999"/>
                    <a:pt x="13650" y="12213"/>
                  </a:cubicBezTo>
                  <a:cubicBezTo>
                    <a:pt x="13579" y="12283"/>
                    <a:pt x="13461" y="12310"/>
                    <a:pt x="13315" y="12310"/>
                  </a:cubicBezTo>
                  <a:cubicBezTo>
                    <a:pt x="13033" y="12310"/>
                    <a:pt x="12646" y="12209"/>
                    <a:pt x="12294" y="12115"/>
                  </a:cubicBezTo>
                  <a:cubicBezTo>
                    <a:pt x="12142" y="12079"/>
                    <a:pt x="11981" y="12035"/>
                    <a:pt x="11830" y="11999"/>
                  </a:cubicBezTo>
                  <a:cubicBezTo>
                    <a:pt x="11874" y="11562"/>
                    <a:pt x="11803" y="11125"/>
                    <a:pt x="11624" y="10723"/>
                  </a:cubicBezTo>
                  <a:cubicBezTo>
                    <a:pt x="12624" y="9885"/>
                    <a:pt x="13195" y="8662"/>
                    <a:pt x="13195" y="7351"/>
                  </a:cubicBezTo>
                  <a:cubicBezTo>
                    <a:pt x="13195" y="5817"/>
                    <a:pt x="12418" y="4416"/>
                    <a:pt x="11116" y="3613"/>
                  </a:cubicBezTo>
                  <a:cubicBezTo>
                    <a:pt x="11074" y="3587"/>
                    <a:pt x="11031" y="3575"/>
                    <a:pt x="10992" y="3575"/>
                  </a:cubicBezTo>
                  <a:cubicBezTo>
                    <a:pt x="10789" y="3575"/>
                    <a:pt x="10650" y="3873"/>
                    <a:pt x="10866" y="4015"/>
                  </a:cubicBezTo>
                  <a:cubicBezTo>
                    <a:pt x="12026" y="4737"/>
                    <a:pt x="12722" y="5977"/>
                    <a:pt x="12722" y="7351"/>
                  </a:cubicBezTo>
                  <a:cubicBezTo>
                    <a:pt x="12722" y="8493"/>
                    <a:pt x="12240" y="9554"/>
                    <a:pt x="11393" y="10295"/>
                  </a:cubicBezTo>
                  <a:cubicBezTo>
                    <a:pt x="11348" y="10224"/>
                    <a:pt x="11294" y="10161"/>
                    <a:pt x="11241" y="10099"/>
                  </a:cubicBezTo>
                  <a:cubicBezTo>
                    <a:pt x="10741" y="9492"/>
                    <a:pt x="10019" y="9144"/>
                    <a:pt x="9260" y="9144"/>
                  </a:cubicBezTo>
                  <a:cubicBezTo>
                    <a:pt x="8716" y="9144"/>
                    <a:pt x="8199" y="9314"/>
                    <a:pt x="7762" y="9626"/>
                  </a:cubicBezTo>
                  <a:cubicBezTo>
                    <a:pt x="7230" y="8649"/>
                    <a:pt x="6197" y="8026"/>
                    <a:pt x="5088" y="8026"/>
                  </a:cubicBezTo>
                  <a:cubicBezTo>
                    <a:pt x="5043" y="8026"/>
                    <a:pt x="4997" y="8027"/>
                    <a:pt x="4952" y="8029"/>
                  </a:cubicBezTo>
                  <a:cubicBezTo>
                    <a:pt x="4916" y="7806"/>
                    <a:pt x="4889" y="7574"/>
                    <a:pt x="4889" y="7351"/>
                  </a:cubicBezTo>
                  <a:cubicBezTo>
                    <a:pt x="4889" y="5183"/>
                    <a:pt x="6647" y="3426"/>
                    <a:pt x="8805" y="3426"/>
                  </a:cubicBezTo>
                  <a:cubicBezTo>
                    <a:pt x="9144" y="3426"/>
                    <a:pt x="9475" y="3461"/>
                    <a:pt x="9805" y="3551"/>
                  </a:cubicBezTo>
                  <a:cubicBezTo>
                    <a:pt x="9828" y="3557"/>
                    <a:pt x="9850" y="3560"/>
                    <a:pt x="9871" y="3560"/>
                  </a:cubicBezTo>
                  <a:cubicBezTo>
                    <a:pt x="10115" y="3560"/>
                    <a:pt x="10192" y="3161"/>
                    <a:pt x="9921" y="3096"/>
                  </a:cubicBezTo>
                  <a:cubicBezTo>
                    <a:pt x="9564" y="2998"/>
                    <a:pt x="9180" y="2953"/>
                    <a:pt x="8805" y="2953"/>
                  </a:cubicBezTo>
                  <a:cubicBezTo>
                    <a:pt x="6388" y="2953"/>
                    <a:pt x="4416" y="4924"/>
                    <a:pt x="4416" y="7351"/>
                  </a:cubicBezTo>
                  <a:cubicBezTo>
                    <a:pt x="4416" y="7592"/>
                    <a:pt x="4443" y="7842"/>
                    <a:pt x="4479" y="8083"/>
                  </a:cubicBezTo>
                  <a:cubicBezTo>
                    <a:pt x="4095" y="8163"/>
                    <a:pt x="3738" y="8306"/>
                    <a:pt x="3417" y="8520"/>
                  </a:cubicBezTo>
                  <a:cubicBezTo>
                    <a:pt x="3283" y="8439"/>
                    <a:pt x="3141" y="8359"/>
                    <a:pt x="3007" y="8279"/>
                  </a:cubicBezTo>
                  <a:cubicBezTo>
                    <a:pt x="2507" y="7993"/>
                    <a:pt x="1945" y="7672"/>
                    <a:pt x="1945" y="7351"/>
                  </a:cubicBezTo>
                  <a:cubicBezTo>
                    <a:pt x="1945" y="7021"/>
                    <a:pt x="2507" y="6700"/>
                    <a:pt x="3007" y="6414"/>
                  </a:cubicBezTo>
                  <a:cubicBezTo>
                    <a:pt x="3524" y="6111"/>
                    <a:pt x="4015" y="5834"/>
                    <a:pt x="4184" y="5433"/>
                  </a:cubicBezTo>
                  <a:cubicBezTo>
                    <a:pt x="4354" y="5014"/>
                    <a:pt x="4211" y="4443"/>
                    <a:pt x="4051" y="3845"/>
                  </a:cubicBezTo>
                  <a:cubicBezTo>
                    <a:pt x="3908" y="3310"/>
                    <a:pt x="3747" y="2703"/>
                    <a:pt x="3961" y="2489"/>
                  </a:cubicBezTo>
                  <a:cubicBezTo>
                    <a:pt x="4036" y="2414"/>
                    <a:pt x="4159" y="2385"/>
                    <a:pt x="4310" y="2385"/>
                  </a:cubicBezTo>
                  <a:cubicBezTo>
                    <a:pt x="4591" y="2385"/>
                    <a:pt x="4969" y="2485"/>
                    <a:pt x="5317" y="2578"/>
                  </a:cubicBezTo>
                  <a:cubicBezTo>
                    <a:pt x="5724" y="2688"/>
                    <a:pt x="6114" y="2789"/>
                    <a:pt x="6454" y="2789"/>
                  </a:cubicBezTo>
                  <a:cubicBezTo>
                    <a:pt x="6614" y="2789"/>
                    <a:pt x="6762" y="2766"/>
                    <a:pt x="6896" y="2712"/>
                  </a:cubicBezTo>
                  <a:cubicBezTo>
                    <a:pt x="7298" y="2543"/>
                    <a:pt x="7574" y="2052"/>
                    <a:pt x="7878" y="1526"/>
                  </a:cubicBezTo>
                  <a:cubicBezTo>
                    <a:pt x="8163" y="1035"/>
                    <a:pt x="8484" y="473"/>
                    <a:pt x="8805" y="473"/>
                  </a:cubicBezTo>
                  <a:close/>
                  <a:moveTo>
                    <a:pt x="8805" y="0"/>
                  </a:moveTo>
                  <a:cubicBezTo>
                    <a:pt x="8208" y="0"/>
                    <a:pt x="7833" y="660"/>
                    <a:pt x="7467" y="1294"/>
                  </a:cubicBezTo>
                  <a:cubicBezTo>
                    <a:pt x="7226" y="1704"/>
                    <a:pt x="6968" y="2168"/>
                    <a:pt x="6709" y="2275"/>
                  </a:cubicBezTo>
                  <a:cubicBezTo>
                    <a:pt x="6639" y="2305"/>
                    <a:pt x="6551" y="2318"/>
                    <a:pt x="6451" y="2318"/>
                  </a:cubicBezTo>
                  <a:cubicBezTo>
                    <a:pt x="6167" y="2318"/>
                    <a:pt x="5785" y="2216"/>
                    <a:pt x="5442" y="2123"/>
                  </a:cubicBezTo>
                  <a:cubicBezTo>
                    <a:pt x="5050" y="2018"/>
                    <a:pt x="4652" y="1912"/>
                    <a:pt x="4305" y="1912"/>
                  </a:cubicBezTo>
                  <a:cubicBezTo>
                    <a:pt x="4038" y="1912"/>
                    <a:pt x="3801" y="1975"/>
                    <a:pt x="3622" y="2150"/>
                  </a:cubicBezTo>
                  <a:cubicBezTo>
                    <a:pt x="3221" y="2560"/>
                    <a:pt x="3408" y="3274"/>
                    <a:pt x="3596" y="3970"/>
                  </a:cubicBezTo>
                  <a:cubicBezTo>
                    <a:pt x="3720" y="4443"/>
                    <a:pt x="3863" y="4978"/>
                    <a:pt x="3747" y="5246"/>
                  </a:cubicBezTo>
                  <a:cubicBezTo>
                    <a:pt x="3640" y="5504"/>
                    <a:pt x="3203" y="5754"/>
                    <a:pt x="2766" y="6004"/>
                  </a:cubicBezTo>
                  <a:cubicBezTo>
                    <a:pt x="2132" y="6370"/>
                    <a:pt x="1472" y="6753"/>
                    <a:pt x="1472" y="7351"/>
                  </a:cubicBezTo>
                  <a:cubicBezTo>
                    <a:pt x="1472" y="7949"/>
                    <a:pt x="2132" y="8323"/>
                    <a:pt x="2766" y="8689"/>
                  </a:cubicBezTo>
                  <a:cubicBezTo>
                    <a:pt x="2855" y="8743"/>
                    <a:pt x="2935" y="8787"/>
                    <a:pt x="3016" y="8832"/>
                  </a:cubicBezTo>
                  <a:cubicBezTo>
                    <a:pt x="2463" y="9349"/>
                    <a:pt x="2106" y="10072"/>
                    <a:pt x="2043" y="10830"/>
                  </a:cubicBezTo>
                  <a:cubicBezTo>
                    <a:pt x="857" y="11125"/>
                    <a:pt x="0" y="12222"/>
                    <a:pt x="0" y="13444"/>
                  </a:cubicBezTo>
                  <a:cubicBezTo>
                    <a:pt x="0" y="14925"/>
                    <a:pt x="2668" y="16138"/>
                    <a:pt x="2668" y="16138"/>
                  </a:cubicBezTo>
                  <a:lnTo>
                    <a:pt x="3060" y="16138"/>
                  </a:lnTo>
                  <a:cubicBezTo>
                    <a:pt x="3390" y="16138"/>
                    <a:pt x="3390" y="15639"/>
                    <a:pt x="3060" y="15639"/>
                  </a:cubicBezTo>
                  <a:lnTo>
                    <a:pt x="2668" y="15639"/>
                  </a:lnTo>
                  <a:cubicBezTo>
                    <a:pt x="2668" y="15639"/>
                    <a:pt x="473" y="14666"/>
                    <a:pt x="473" y="13444"/>
                  </a:cubicBezTo>
                  <a:cubicBezTo>
                    <a:pt x="473" y="12356"/>
                    <a:pt x="1249" y="11437"/>
                    <a:pt x="2311" y="11258"/>
                  </a:cubicBezTo>
                  <a:cubicBezTo>
                    <a:pt x="2418" y="11241"/>
                    <a:pt x="2498" y="11142"/>
                    <a:pt x="2507" y="11035"/>
                  </a:cubicBezTo>
                  <a:cubicBezTo>
                    <a:pt x="2534" y="9653"/>
                    <a:pt x="3694" y="8493"/>
                    <a:pt x="5076" y="8493"/>
                  </a:cubicBezTo>
                  <a:cubicBezTo>
                    <a:pt x="6120" y="8493"/>
                    <a:pt x="7057" y="9126"/>
                    <a:pt x="7458" y="10090"/>
                  </a:cubicBezTo>
                  <a:cubicBezTo>
                    <a:pt x="7493" y="10181"/>
                    <a:pt x="7585" y="10239"/>
                    <a:pt x="7680" y="10239"/>
                  </a:cubicBezTo>
                  <a:cubicBezTo>
                    <a:pt x="7734" y="10239"/>
                    <a:pt x="7788" y="10221"/>
                    <a:pt x="7833" y="10179"/>
                  </a:cubicBezTo>
                  <a:cubicBezTo>
                    <a:pt x="8226" y="9813"/>
                    <a:pt x="8734" y="9617"/>
                    <a:pt x="9260" y="9617"/>
                  </a:cubicBezTo>
                  <a:cubicBezTo>
                    <a:pt x="9885" y="9617"/>
                    <a:pt x="10465" y="9902"/>
                    <a:pt x="10875" y="10393"/>
                  </a:cubicBezTo>
                  <a:cubicBezTo>
                    <a:pt x="11285" y="10893"/>
                    <a:pt x="11455" y="11526"/>
                    <a:pt x="11330" y="12142"/>
                  </a:cubicBezTo>
                  <a:cubicBezTo>
                    <a:pt x="11312" y="12249"/>
                    <a:pt x="11384" y="12374"/>
                    <a:pt x="11482" y="12409"/>
                  </a:cubicBezTo>
                  <a:cubicBezTo>
                    <a:pt x="12133" y="12650"/>
                    <a:pt x="12570" y="13283"/>
                    <a:pt x="12570" y="13979"/>
                  </a:cubicBezTo>
                  <a:cubicBezTo>
                    <a:pt x="12570" y="14907"/>
                    <a:pt x="10902" y="15665"/>
                    <a:pt x="10902" y="15665"/>
                  </a:cubicBezTo>
                  <a:lnTo>
                    <a:pt x="4291" y="15665"/>
                  </a:lnTo>
                  <a:cubicBezTo>
                    <a:pt x="4006" y="15665"/>
                    <a:pt x="4006" y="16111"/>
                    <a:pt x="4291" y="16111"/>
                  </a:cubicBezTo>
                  <a:lnTo>
                    <a:pt x="10902" y="16111"/>
                  </a:lnTo>
                  <a:cubicBezTo>
                    <a:pt x="10902" y="16111"/>
                    <a:pt x="13043" y="15166"/>
                    <a:pt x="13043" y="13979"/>
                  </a:cubicBezTo>
                  <a:cubicBezTo>
                    <a:pt x="13043" y="13506"/>
                    <a:pt x="12882" y="13052"/>
                    <a:pt x="12606" y="12686"/>
                  </a:cubicBezTo>
                  <a:lnTo>
                    <a:pt x="12606" y="12686"/>
                  </a:lnTo>
                  <a:cubicBezTo>
                    <a:pt x="12847" y="12739"/>
                    <a:pt x="13088" y="12784"/>
                    <a:pt x="13311" y="12784"/>
                  </a:cubicBezTo>
                  <a:cubicBezTo>
                    <a:pt x="13578" y="12784"/>
                    <a:pt x="13810" y="12721"/>
                    <a:pt x="13989" y="12543"/>
                  </a:cubicBezTo>
                  <a:cubicBezTo>
                    <a:pt x="14390" y="12142"/>
                    <a:pt x="14203" y="11419"/>
                    <a:pt x="14015" y="10723"/>
                  </a:cubicBezTo>
                  <a:cubicBezTo>
                    <a:pt x="13890" y="10250"/>
                    <a:pt x="13757" y="9715"/>
                    <a:pt x="13864" y="9447"/>
                  </a:cubicBezTo>
                  <a:cubicBezTo>
                    <a:pt x="13971" y="9198"/>
                    <a:pt x="14417" y="8939"/>
                    <a:pt x="14845" y="8689"/>
                  </a:cubicBezTo>
                  <a:cubicBezTo>
                    <a:pt x="15478" y="8323"/>
                    <a:pt x="16139" y="7949"/>
                    <a:pt x="16139" y="7351"/>
                  </a:cubicBezTo>
                  <a:cubicBezTo>
                    <a:pt x="16139" y="6753"/>
                    <a:pt x="15478" y="6370"/>
                    <a:pt x="14845" y="6004"/>
                  </a:cubicBezTo>
                  <a:cubicBezTo>
                    <a:pt x="14417" y="5754"/>
                    <a:pt x="13971" y="5504"/>
                    <a:pt x="13864" y="5246"/>
                  </a:cubicBezTo>
                  <a:cubicBezTo>
                    <a:pt x="13757" y="4978"/>
                    <a:pt x="13890" y="4443"/>
                    <a:pt x="14015" y="3970"/>
                  </a:cubicBezTo>
                  <a:cubicBezTo>
                    <a:pt x="14203" y="3274"/>
                    <a:pt x="14390" y="2560"/>
                    <a:pt x="13989" y="2150"/>
                  </a:cubicBezTo>
                  <a:cubicBezTo>
                    <a:pt x="13814" y="1975"/>
                    <a:pt x="13578" y="1912"/>
                    <a:pt x="13310" y="1912"/>
                  </a:cubicBezTo>
                  <a:cubicBezTo>
                    <a:pt x="12964" y="1912"/>
                    <a:pt x="12565" y="2018"/>
                    <a:pt x="12178" y="2123"/>
                  </a:cubicBezTo>
                  <a:cubicBezTo>
                    <a:pt x="11906" y="2196"/>
                    <a:pt x="11541" y="2333"/>
                    <a:pt x="11218" y="2333"/>
                  </a:cubicBezTo>
                  <a:cubicBezTo>
                    <a:pt x="11106" y="2333"/>
                    <a:pt x="10998" y="2316"/>
                    <a:pt x="10902" y="2275"/>
                  </a:cubicBezTo>
                  <a:cubicBezTo>
                    <a:pt x="10554" y="2123"/>
                    <a:pt x="10322" y="1597"/>
                    <a:pt x="10144" y="1294"/>
                  </a:cubicBezTo>
                  <a:cubicBezTo>
                    <a:pt x="9778" y="660"/>
                    <a:pt x="9403" y="0"/>
                    <a:pt x="8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8" name="Google Shape;4008;p70"/>
          <p:cNvGrpSpPr/>
          <p:nvPr/>
        </p:nvGrpSpPr>
        <p:grpSpPr>
          <a:xfrm>
            <a:off x="7741273" y="2734266"/>
            <a:ext cx="357634" cy="358033"/>
            <a:chOff x="7798627" y="2689499"/>
            <a:chExt cx="374055" cy="374472"/>
          </a:xfrm>
        </p:grpSpPr>
        <p:sp>
          <p:nvSpPr>
            <p:cNvPr id="4009" name="Google Shape;4009;p70"/>
            <p:cNvSpPr/>
            <p:nvPr/>
          </p:nvSpPr>
          <p:spPr>
            <a:xfrm>
              <a:off x="7804402" y="2738108"/>
              <a:ext cx="363109" cy="320068"/>
            </a:xfrm>
            <a:custGeom>
              <a:avLst/>
              <a:gdLst/>
              <a:ahLst/>
              <a:cxnLst/>
              <a:rect l="l" t="t" r="r" b="b"/>
              <a:pathLst>
                <a:path w="15658" h="13802" extrusionOk="0">
                  <a:moveTo>
                    <a:pt x="946" y="1"/>
                  </a:moveTo>
                  <a:cubicBezTo>
                    <a:pt x="420" y="1"/>
                    <a:pt x="1" y="420"/>
                    <a:pt x="1" y="946"/>
                  </a:cubicBezTo>
                  <a:lnTo>
                    <a:pt x="1" y="12856"/>
                  </a:lnTo>
                  <a:cubicBezTo>
                    <a:pt x="1" y="13382"/>
                    <a:pt x="420" y="13801"/>
                    <a:pt x="946" y="13801"/>
                  </a:cubicBezTo>
                  <a:lnTo>
                    <a:pt x="14712" y="13801"/>
                  </a:lnTo>
                  <a:cubicBezTo>
                    <a:pt x="15238" y="13801"/>
                    <a:pt x="15657" y="13382"/>
                    <a:pt x="15657" y="12856"/>
                  </a:cubicBezTo>
                  <a:lnTo>
                    <a:pt x="15657" y="946"/>
                  </a:lnTo>
                  <a:cubicBezTo>
                    <a:pt x="15657" y="420"/>
                    <a:pt x="15238" y="1"/>
                    <a:pt x="14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70"/>
            <p:cNvSpPr/>
            <p:nvPr/>
          </p:nvSpPr>
          <p:spPr>
            <a:xfrm>
              <a:off x="7804402" y="2841145"/>
              <a:ext cx="319651" cy="217035"/>
            </a:xfrm>
            <a:custGeom>
              <a:avLst/>
              <a:gdLst/>
              <a:ahLst/>
              <a:cxnLst/>
              <a:rect l="l" t="t" r="r" b="b"/>
              <a:pathLst>
                <a:path w="13784" h="9359" extrusionOk="0">
                  <a:moveTo>
                    <a:pt x="4426" y="0"/>
                  </a:moveTo>
                  <a:lnTo>
                    <a:pt x="1" y="4425"/>
                  </a:lnTo>
                  <a:lnTo>
                    <a:pt x="1" y="8511"/>
                  </a:lnTo>
                  <a:cubicBezTo>
                    <a:pt x="45" y="8984"/>
                    <a:pt x="447" y="9358"/>
                    <a:pt x="938" y="9358"/>
                  </a:cubicBezTo>
                  <a:lnTo>
                    <a:pt x="13784" y="9358"/>
                  </a:lnTo>
                  <a:lnTo>
                    <a:pt x="4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70"/>
            <p:cNvSpPr/>
            <p:nvPr/>
          </p:nvSpPr>
          <p:spPr>
            <a:xfrm>
              <a:off x="7804402" y="2744926"/>
              <a:ext cx="74509" cy="142572"/>
            </a:xfrm>
            <a:custGeom>
              <a:avLst/>
              <a:gdLst/>
              <a:ahLst/>
              <a:cxnLst/>
              <a:rect l="l" t="t" r="r" b="b"/>
              <a:pathLst>
                <a:path w="3213" h="6148" extrusionOk="0">
                  <a:moveTo>
                    <a:pt x="277" y="1"/>
                  </a:moveTo>
                  <a:cubicBezTo>
                    <a:pt x="126" y="153"/>
                    <a:pt x="19" y="349"/>
                    <a:pt x="1" y="581"/>
                  </a:cubicBezTo>
                  <a:lnTo>
                    <a:pt x="1" y="6147"/>
                  </a:lnTo>
                  <a:lnTo>
                    <a:pt x="3212" y="2936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70"/>
            <p:cNvSpPr/>
            <p:nvPr/>
          </p:nvSpPr>
          <p:spPr>
            <a:xfrm>
              <a:off x="8049368" y="2805547"/>
              <a:ext cx="118153" cy="238764"/>
            </a:xfrm>
            <a:custGeom>
              <a:avLst/>
              <a:gdLst/>
              <a:ahLst/>
              <a:cxnLst/>
              <a:rect l="l" t="t" r="r" b="b"/>
              <a:pathLst>
                <a:path w="5095" h="10296" extrusionOk="0">
                  <a:moveTo>
                    <a:pt x="5094" y="1"/>
                  </a:moveTo>
                  <a:lnTo>
                    <a:pt x="0" y="5264"/>
                  </a:lnTo>
                  <a:lnTo>
                    <a:pt x="5032" y="10296"/>
                  </a:lnTo>
                  <a:cubicBezTo>
                    <a:pt x="5076" y="10189"/>
                    <a:pt x="5094" y="10073"/>
                    <a:pt x="5094" y="9957"/>
                  </a:cubicBezTo>
                  <a:lnTo>
                    <a:pt x="50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70"/>
            <p:cNvSpPr/>
            <p:nvPr/>
          </p:nvSpPr>
          <p:spPr>
            <a:xfrm>
              <a:off x="7860060" y="2738734"/>
              <a:ext cx="304763" cy="159941"/>
            </a:xfrm>
            <a:custGeom>
              <a:avLst/>
              <a:gdLst/>
              <a:ahLst/>
              <a:cxnLst/>
              <a:rect l="l" t="t" r="r" b="b"/>
              <a:pathLst>
                <a:path w="13142" h="6897" extrusionOk="0">
                  <a:moveTo>
                    <a:pt x="1" y="0"/>
                  </a:moveTo>
                  <a:lnTo>
                    <a:pt x="6888" y="6896"/>
                  </a:lnTo>
                  <a:lnTo>
                    <a:pt x="13141" y="518"/>
                  </a:lnTo>
                  <a:cubicBezTo>
                    <a:pt x="12990" y="214"/>
                    <a:pt x="12668" y="0"/>
                    <a:pt x="12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70"/>
            <p:cNvSpPr/>
            <p:nvPr/>
          </p:nvSpPr>
          <p:spPr>
            <a:xfrm>
              <a:off x="7976340" y="2695065"/>
              <a:ext cx="86081" cy="130374"/>
            </a:xfrm>
            <a:custGeom>
              <a:avLst/>
              <a:gdLst/>
              <a:ahLst/>
              <a:cxnLst/>
              <a:rect l="l" t="t" r="r" b="b"/>
              <a:pathLst>
                <a:path w="3712" h="5622" extrusionOk="0">
                  <a:moveTo>
                    <a:pt x="1856" y="1"/>
                  </a:moveTo>
                  <a:cubicBezTo>
                    <a:pt x="830" y="1"/>
                    <a:pt x="0" y="831"/>
                    <a:pt x="0" y="1857"/>
                  </a:cubicBezTo>
                  <a:cubicBezTo>
                    <a:pt x="0" y="3213"/>
                    <a:pt x="1160" y="5621"/>
                    <a:pt x="1856" y="5621"/>
                  </a:cubicBezTo>
                  <a:cubicBezTo>
                    <a:pt x="2516" y="5621"/>
                    <a:pt x="3711" y="3337"/>
                    <a:pt x="3711" y="1857"/>
                  </a:cubicBezTo>
                  <a:cubicBezTo>
                    <a:pt x="3711" y="831"/>
                    <a:pt x="2882" y="1"/>
                    <a:pt x="18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70"/>
            <p:cNvSpPr/>
            <p:nvPr/>
          </p:nvSpPr>
          <p:spPr>
            <a:xfrm>
              <a:off x="7999299" y="2719276"/>
              <a:ext cx="40165" cy="40374"/>
            </a:xfrm>
            <a:custGeom>
              <a:avLst/>
              <a:gdLst/>
              <a:ahLst/>
              <a:cxnLst/>
              <a:rect l="l" t="t" r="r" b="b"/>
              <a:pathLst>
                <a:path w="1732" h="1741" extrusionOk="0">
                  <a:moveTo>
                    <a:pt x="866" y="1"/>
                  </a:moveTo>
                  <a:cubicBezTo>
                    <a:pt x="384" y="1"/>
                    <a:pt x="0" y="384"/>
                    <a:pt x="0" y="866"/>
                  </a:cubicBezTo>
                  <a:cubicBezTo>
                    <a:pt x="0" y="1348"/>
                    <a:pt x="384" y="1740"/>
                    <a:pt x="866" y="1740"/>
                  </a:cubicBezTo>
                  <a:cubicBezTo>
                    <a:pt x="1348" y="1740"/>
                    <a:pt x="1731" y="1348"/>
                    <a:pt x="1731" y="866"/>
                  </a:cubicBezTo>
                  <a:cubicBezTo>
                    <a:pt x="1731" y="384"/>
                    <a:pt x="1348" y="1"/>
                    <a:pt x="8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70"/>
            <p:cNvSpPr/>
            <p:nvPr/>
          </p:nvSpPr>
          <p:spPr>
            <a:xfrm>
              <a:off x="7865649" y="2904851"/>
              <a:ext cx="86290" cy="130374"/>
            </a:xfrm>
            <a:custGeom>
              <a:avLst/>
              <a:gdLst/>
              <a:ahLst/>
              <a:cxnLst/>
              <a:rect l="l" t="t" r="r" b="b"/>
              <a:pathLst>
                <a:path w="3721" h="5622" extrusionOk="0">
                  <a:moveTo>
                    <a:pt x="1856" y="1"/>
                  </a:moveTo>
                  <a:cubicBezTo>
                    <a:pt x="830" y="1"/>
                    <a:pt x="0" y="830"/>
                    <a:pt x="0" y="1847"/>
                  </a:cubicBezTo>
                  <a:cubicBezTo>
                    <a:pt x="0" y="3212"/>
                    <a:pt x="1169" y="5621"/>
                    <a:pt x="1856" y="5621"/>
                  </a:cubicBezTo>
                  <a:cubicBezTo>
                    <a:pt x="2516" y="5621"/>
                    <a:pt x="3721" y="3337"/>
                    <a:pt x="3721" y="1847"/>
                  </a:cubicBezTo>
                  <a:cubicBezTo>
                    <a:pt x="3721" y="830"/>
                    <a:pt x="2882" y="1"/>
                    <a:pt x="1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70"/>
            <p:cNvSpPr/>
            <p:nvPr/>
          </p:nvSpPr>
          <p:spPr>
            <a:xfrm>
              <a:off x="7888608" y="2928853"/>
              <a:ext cx="40374" cy="40374"/>
            </a:xfrm>
            <a:custGeom>
              <a:avLst/>
              <a:gdLst/>
              <a:ahLst/>
              <a:cxnLst/>
              <a:rect l="l" t="t" r="r" b="b"/>
              <a:pathLst>
                <a:path w="1741" h="1741" extrusionOk="0">
                  <a:moveTo>
                    <a:pt x="866" y="1"/>
                  </a:moveTo>
                  <a:cubicBezTo>
                    <a:pt x="393" y="1"/>
                    <a:pt x="1" y="393"/>
                    <a:pt x="1" y="875"/>
                  </a:cubicBezTo>
                  <a:cubicBezTo>
                    <a:pt x="1" y="1348"/>
                    <a:pt x="393" y="1740"/>
                    <a:pt x="866" y="1740"/>
                  </a:cubicBezTo>
                  <a:cubicBezTo>
                    <a:pt x="1348" y="1740"/>
                    <a:pt x="1740" y="1348"/>
                    <a:pt x="1740" y="875"/>
                  </a:cubicBezTo>
                  <a:cubicBezTo>
                    <a:pt x="1740" y="393"/>
                    <a:pt x="1348" y="1"/>
                    <a:pt x="8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70"/>
            <p:cNvSpPr/>
            <p:nvPr/>
          </p:nvSpPr>
          <p:spPr>
            <a:xfrm>
              <a:off x="7798627" y="2689499"/>
              <a:ext cx="374055" cy="374472"/>
            </a:xfrm>
            <a:custGeom>
              <a:avLst/>
              <a:gdLst/>
              <a:ahLst/>
              <a:cxnLst/>
              <a:rect l="l" t="t" r="r" b="b"/>
              <a:pathLst>
                <a:path w="16130" h="16148" extrusionOk="0">
                  <a:moveTo>
                    <a:pt x="9519" y="482"/>
                  </a:moveTo>
                  <a:cubicBezTo>
                    <a:pt x="10411" y="482"/>
                    <a:pt x="11142" y="1204"/>
                    <a:pt x="11142" y="2097"/>
                  </a:cubicBezTo>
                  <a:cubicBezTo>
                    <a:pt x="11142" y="2730"/>
                    <a:pt x="10893" y="3631"/>
                    <a:pt x="10482" y="4434"/>
                  </a:cubicBezTo>
                  <a:cubicBezTo>
                    <a:pt x="10063" y="5255"/>
                    <a:pt x="9670" y="5629"/>
                    <a:pt x="9519" y="5629"/>
                  </a:cubicBezTo>
                  <a:cubicBezTo>
                    <a:pt x="9376" y="5629"/>
                    <a:pt x="8984" y="5290"/>
                    <a:pt x="8546" y="4389"/>
                  </a:cubicBezTo>
                  <a:cubicBezTo>
                    <a:pt x="8145" y="3586"/>
                    <a:pt x="7895" y="2685"/>
                    <a:pt x="7895" y="2097"/>
                  </a:cubicBezTo>
                  <a:cubicBezTo>
                    <a:pt x="7895" y="1204"/>
                    <a:pt x="8627" y="482"/>
                    <a:pt x="9519" y="482"/>
                  </a:cubicBezTo>
                  <a:close/>
                  <a:moveTo>
                    <a:pt x="544" y="2757"/>
                  </a:moveTo>
                  <a:lnTo>
                    <a:pt x="3113" y="5326"/>
                  </a:lnTo>
                  <a:lnTo>
                    <a:pt x="473" y="7967"/>
                  </a:lnTo>
                  <a:lnTo>
                    <a:pt x="473" y="3060"/>
                  </a:lnTo>
                  <a:cubicBezTo>
                    <a:pt x="473" y="2953"/>
                    <a:pt x="491" y="2846"/>
                    <a:pt x="544" y="2757"/>
                  </a:cubicBezTo>
                  <a:close/>
                  <a:moveTo>
                    <a:pt x="15656" y="5594"/>
                  </a:moveTo>
                  <a:lnTo>
                    <a:pt x="15656" y="14791"/>
                  </a:lnTo>
                  <a:lnTo>
                    <a:pt x="11134" y="10268"/>
                  </a:lnTo>
                  <a:lnTo>
                    <a:pt x="15656" y="5594"/>
                  </a:lnTo>
                  <a:close/>
                  <a:moveTo>
                    <a:pt x="4666" y="6887"/>
                  </a:moveTo>
                  <a:lnTo>
                    <a:pt x="13453" y="15674"/>
                  </a:lnTo>
                  <a:lnTo>
                    <a:pt x="1178" y="15674"/>
                  </a:lnTo>
                  <a:cubicBezTo>
                    <a:pt x="785" y="15674"/>
                    <a:pt x="473" y="15362"/>
                    <a:pt x="473" y="14970"/>
                  </a:cubicBezTo>
                  <a:lnTo>
                    <a:pt x="473" y="11089"/>
                  </a:lnTo>
                  <a:lnTo>
                    <a:pt x="4666" y="6887"/>
                  </a:lnTo>
                  <a:close/>
                  <a:moveTo>
                    <a:pt x="14952" y="2346"/>
                  </a:moveTo>
                  <a:cubicBezTo>
                    <a:pt x="15166" y="2346"/>
                    <a:pt x="15362" y="2444"/>
                    <a:pt x="15487" y="2596"/>
                  </a:cubicBezTo>
                  <a:lnTo>
                    <a:pt x="13292" y="4835"/>
                  </a:lnTo>
                  <a:cubicBezTo>
                    <a:pt x="13135" y="5006"/>
                    <a:pt x="13292" y="5240"/>
                    <a:pt x="13470" y="5240"/>
                  </a:cubicBezTo>
                  <a:cubicBezTo>
                    <a:pt x="13525" y="5240"/>
                    <a:pt x="13581" y="5218"/>
                    <a:pt x="13631" y="5165"/>
                  </a:cubicBezTo>
                  <a:lnTo>
                    <a:pt x="15656" y="3105"/>
                  </a:lnTo>
                  <a:lnTo>
                    <a:pt x="15656" y="4907"/>
                  </a:lnTo>
                  <a:lnTo>
                    <a:pt x="10625" y="10108"/>
                  </a:lnTo>
                  <a:cubicBezTo>
                    <a:pt x="10536" y="10197"/>
                    <a:pt x="10536" y="10348"/>
                    <a:pt x="10634" y="10438"/>
                  </a:cubicBezTo>
                  <a:lnTo>
                    <a:pt x="15540" y="15353"/>
                  </a:lnTo>
                  <a:cubicBezTo>
                    <a:pt x="15416" y="15549"/>
                    <a:pt x="15193" y="15674"/>
                    <a:pt x="14952" y="15674"/>
                  </a:cubicBezTo>
                  <a:lnTo>
                    <a:pt x="14122" y="15674"/>
                  </a:lnTo>
                  <a:lnTo>
                    <a:pt x="4835" y="6379"/>
                  </a:lnTo>
                  <a:cubicBezTo>
                    <a:pt x="4786" y="6330"/>
                    <a:pt x="4726" y="6305"/>
                    <a:pt x="4666" y="6305"/>
                  </a:cubicBezTo>
                  <a:cubicBezTo>
                    <a:pt x="4606" y="6305"/>
                    <a:pt x="4545" y="6330"/>
                    <a:pt x="4496" y="6379"/>
                  </a:cubicBezTo>
                  <a:lnTo>
                    <a:pt x="473" y="10411"/>
                  </a:lnTo>
                  <a:lnTo>
                    <a:pt x="473" y="8645"/>
                  </a:lnTo>
                  <a:lnTo>
                    <a:pt x="3613" y="5495"/>
                  </a:lnTo>
                  <a:cubicBezTo>
                    <a:pt x="3711" y="5397"/>
                    <a:pt x="3711" y="5246"/>
                    <a:pt x="3613" y="5156"/>
                  </a:cubicBezTo>
                  <a:lnTo>
                    <a:pt x="874" y="2418"/>
                  </a:lnTo>
                  <a:cubicBezTo>
                    <a:pt x="964" y="2373"/>
                    <a:pt x="1071" y="2346"/>
                    <a:pt x="1178" y="2346"/>
                  </a:cubicBezTo>
                  <a:lnTo>
                    <a:pt x="2551" y="2346"/>
                  </a:lnTo>
                  <a:lnTo>
                    <a:pt x="9376" y="9180"/>
                  </a:lnTo>
                  <a:cubicBezTo>
                    <a:pt x="9421" y="9224"/>
                    <a:pt x="9481" y="9247"/>
                    <a:pt x="9541" y="9247"/>
                  </a:cubicBezTo>
                  <a:cubicBezTo>
                    <a:pt x="9601" y="9247"/>
                    <a:pt x="9662" y="9224"/>
                    <a:pt x="9706" y="9180"/>
                  </a:cubicBezTo>
                  <a:lnTo>
                    <a:pt x="12695" y="6129"/>
                  </a:lnTo>
                  <a:cubicBezTo>
                    <a:pt x="12859" y="5958"/>
                    <a:pt x="12698" y="5725"/>
                    <a:pt x="12518" y="5725"/>
                  </a:cubicBezTo>
                  <a:cubicBezTo>
                    <a:pt x="12463" y="5725"/>
                    <a:pt x="12406" y="5746"/>
                    <a:pt x="12356" y="5799"/>
                  </a:cubicBezTo>
                  <a:lnTo>
                    <a:pt x="9537" y="8680"/>
                  </a:lnTo>
                  <a:lnTo>
                    <a:pt x="3221" y="2346"/>
                  </a:lnTo>
                  <a:lnTo>
                    <a:pt x="7431" y="2346"/>
                  </a:lnTo>
                  <a:cubicBezTo>
                    <a:pt x="7494" y="3096"/>
                    <a:pt x="7815" y="3979"/>
                    <a:pt x="8118" y="4594"/>
                  </a:cubicBezTo>
                  <a:cubicBezTo>
                    <a:pt x="8761" y="5906"/>
                    <a:pt x="9269" y="6102"/>
                    <a:pt x="9519" y="6102"/>
                  </a:cubicBezTo>
                  <a:cubicBezTo>
                    <a:pt x="10108" y="6102"/>
                    <a:pt x="10687" y="5076"/>
                    <a:pt x="10902" y="4639"/>
                  </a:cubicBezTo>
                  <a:cubicBezTo>
                    <a:pt x="11303" y="3863"/>
                    <a:pt x="11553" y="3024"/>
                    <a:pt x="11606" y="2346"/>
                  </a:cubicBezTo>
                  <a:close/>
                  <a:moveTo>
                    <a:pt x="9519" y="0"/>
                  </a:moveTo>
                  <a:cubicBezTo>
                    <a:pt x="8439" y="0"/>
                    <a:pt x="7547" y="821"/>
                    <a:pt x="7431" y="1873"/>
                  </a:cubicBezTo>
                  <a:lnTo>
                    <a:pt x="1178" y="1873"/>
                  </a:lnTo>
                  <a:cubicBezTo>
                    <a:pt x="535" y="1873"/>
                    <a:pt x="0" y="2418"/>
                    <a:pt x="0" y="3060"/>
                  </a:cubicBezTo>
                  <a:lnTo>
                    <a:pt x="0" y="14970"/>
                  </a:lnTo>
                  <a:cubicBezTo>
                    <a:pt x="0" y="15621"/>
                    <a:pt x="526" y="16147"/>
                    <a:pt x="1178" y="16147"/>
                  </a:cubicBezTo>
                  <a:lnTo>
                    <a:pt x="14952" y="16147"/>
                  </a:lnTo>
                  <a:cubicBezTo>
                    <a:pt x="15451" y="16147"/>
                    <a:pt x="16129" y="15674"/>
                    <a:pt x="16129" y="14970"/>
                  </a:cubicBezTo>
                  <a:lnTo>
                    <a:pt x="16129" y="3060"/>
                  </a:lnTo>
                  <a:cubicBezTo>
                    <a:pt x="16129" y="2418"/>
                    <a:pt x="15594" y="1873"/>
                    <a:pt x="14952" y="1873"/>
                  </a:cubicBezTo>
                  <a:lnTo>
                    <a:pt x="11606" y="1873"/>
                  </a:lnTo>
                  <a:cubicBezTo>
                    <a:pt x="11490" y="821"/>
                    <a:pt x="10598" y="0"/>
                    <a:pt x="95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70"/>
            <p:cNvSpPr/>
            <p:nvPr/>
          </p:nvSpPr>
          <p:spPr>
            <a:xfrm>
              <a:off x="7993710" y="2713687"/>
              <a:ext cx="51319" cy="51343"/>
            </a:xfrm>
            <a:custGeom>
              <a:avLst/>
              <a:gdLst/>
              <a:ahLst/>
              <a:cxnLst/>
              <a:rect l="l" t="t" r="r" b="b"/>
              <a:pathLst>
                <a:path w="2213" h="2214" extrusionOk="0">
                  <a:moveTo>
                    <a:pt x="1107" y="474"/>
                  </a:moveTo>
                  <a:cubicBezTo>
                    <a:pt x="1455" y="474"/>
                    <a:pt x="1740" y="759"/>
                    <a:pt x="1740" y="1107"/>
                  </a:cubicBezTo>
                  <a:cubicBezTo>
                    <a:pt x="1740" y="1455"/>
                    <a:pt x="1455" y="1740"/>
                    <a:pt x="1107" y="1740"/>
                  </a:cubicBezTo>
                  <a:cubicBezTo>
                    <a:pt x="759" y="1740"/>
                    <a:pt x="473" y="1455"/>
                    <a:pt x="473" y="1107"/>
                  </a:cubicBezTo>
                  <a:cubicBezTo>
                    <a:pt x="473" y="759"/>
                    <a:pt x="759" y="474"/>
                    <a:pt x="1107" y="474"/>
                  </a:cubicBezTo>
                  <a:close/>
                  <a:moveTo>
                    <a:pt x="1107" y="1"/>
                  </a:moveTo>
                  <a:cubicBezTo>
                    <a:pt x="500" y="1"/>
                    <a:pt x="1" y="500"/>
                    <a:pt x="1" y="1107"/>
                  </a:cubicBezTo>
                  <a:cubicBezTo>
                    <a:pt x="1" y="1723"/>
                    <a:pt x="500" y="2213"/>
                    <a:pt x="1107" y="2213"/>
                  </a:cubicBezTo>
                  <a:cubicBezTo>
                    <a:pt x="1713" y="2213"/>
                    <a:pt x="2213" y="1723"/>
                    <a:pt x="2213" y="1107"/>
                  </a:cubicBezTo>
                  <a:cubicBezTo>
                    <a:pt x="2213" y="500"/>
                    <a:pt x="1713" y="1"/>
                    <a:pt x="1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70"/>
            <p:cNvSpPr/>
            <p:nvPr/>
          </p:nvSpPr>
          <p:spPr>
            <a:xfrm>
              <a:off x="7860060" y="2899262"/>
              <a:ext cx="97259" cy="141343"/>
            </a:xfrm>
            <a:custGeom>
              <a:avLst/>
              <a:gdLst/>
              <a:ahLst/>
              <a:cxnLst/>
              <a:rect l="l" t="t" r="r" b="b"/>
              <a:pathLst>
                <a:path w="4194" h="6095" extrusionOk="0">
                  <a:moveTo>
                    <a:pt x="2097" y="1"/>
                  </a:moveTo>
                  <a:cubicBezTo>
                    <a:pt x="946" y="1"/>
                    <a:pt x="1" y="938"/>
                    <a:pt x="1" y="2088"/>
                  </a:cubicBezTo>
                  <a:cubicBezTo>
                    <a:pt x="1" y="2891"/>
                    <a:pt x="366" y="3908"/>
                    <a:pt x="696" y="4586"/>
                  </a:cubicBezTo>
                  <a:cubicBezTo>
                    <a:pt x="1339" y="5898"/>
                    <a:pt x="1856" y="6094"/>
                    <a:pt x="2097" y="6094"/>
                  </a:cubicBezTo>
                  <a:cubicBezTo>
                    <a:pt x="2686" y="6094"/>
                    <a:pt x="3266" y="5077"/>
                    <a:pt x="3489" y="4640"/>
                  </a:cubicBezTo>
                  <a:cubicBezTo>
                    <a:pt x="3935" y="3766"/>
                    <a:pt x="4193" y="2811"/>
                    <a:pt x="4193" y="2088"/>
                  </a:cubicBezTo>
                  <a:cubicBezTo>
                    <a:pt x="4193" y="1767"/>
                    <a:pt x="4122" y="1455"/>
                    <a:pt x="3979" y="1161"/>
                  </a:cubicBezTo>
                  <a:cubicBezTo>
                    <a:pt x="3932" y="1073"/>
                    <a:pt x="3856" y="1036"/>
                    <a:pt x="3778" y="1036"/>
                  </a:cubicBezTo>
                  <a:cubicBezTo>
                    <a:pt x="3621" y="1036"/>
                    <a:pt x="3461" y="1189"/>
                    <a:pt x="3551" y="1375"/>
                  </a:cubicBezTo>
                  <a:cubicBezTo>
                    <a:pt x="3667" y="1598"/>
                    <a:pt x="3721" y="1839"/>
                    <a:pt x="3721" y="2088"/>
                  </a:cubicBezTo>
                  <a:cubicBezTo>
                    <a:pt x="3721" y="2731"/>
                    <a:pt x="3471" y="3623"/>
                    <a:pt x="3069" y="4426"/>
                  </a:cubicBezTo>
                  <a:cubicBezTo>
                    <a:pt x="2650" y="5255"/>
                    <a:pt x="2249" y="5621"/>
                    <a:pt x="2097" y="5621"/>
                  </a:cubicBezTo>
                  <a:cubicBezTo>
                    <a:pt x="1954" y="5621"/>
                    <a:pt x="1571" y="5282"/>
                    <a:pt x="1125" y="4381"/>
                  </a:cubicBezTo>
                  <a:cubicBezTo>
                    <a:pt x="732" y="3578"/>
                    <a:pt x="473" y="2686"/>
                    <a:pt x="473" y="2088"/>
                  </a:cubicBezTo>
                  <a:cubicBezTo>
                    <a:pt x="473" y="1196"/>
                    <a:pt x="1205" y="474"/>
                    <a:pt x="2097" y="474"/>
                  </a:cubicBezTo>
                  <a:cubicBezTo>
                    <a:pt x="2338" y="474"/>
                    <a:pt x="2561" y="527"/>
                    <a:pt x="2775" y="625"/>
                  </a:cubicBezTo>
                  <a:cubicBezTo>
                    <a:pt x="2810" y="641"/>
                    <a:pt x="2843" y="648"/>
                    <a:pt x="2874" y="648"/>
                  </a:cubicBezTo>
                  <a:cubicBezTo>
                    <a:pt x="3095" y="648"/>
                    <a:pt x="3221" y="305"/>
                    <a:pt x="2971" y="188"/>
                  </a:cubicBezTo>
                  <a:cubicBezTo>
                    <a:pt x="2695" y="63"/>
                    <a:pt x="2400" y="1"/>
                    <a:pt x="2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70"/>
            <p:cNvSpPr/>
            <p:nvPr/>
          </p:nvSpPr>
          <p:spPr>
            <a:xfrm>
              <a:off x="7883228" y="2923473"/>
              <a:ext cx="51134" cy="51343"/>
            </a:xfrm>
            <a:custGeom>
              <a:avLst/>
              <a:gdLst/>
              <a:ahLst/>
              <a:cxnLst/>
              <a:rect l="l" t="t" r="r" b="b"/>
              <a:pathLst>
                <a:path w="2205" h="2214" extrusionOk="0">
                  <a:moveTo>
                    <a:pt x="1098" y="474"/>
                  </a:moveTo>
                  <a:cubicBezTo>
                    <a:pt x="1446" y="474"/>
                    <a:pt x="1731" y="750"/>
                    <a:pt x="1731" y="1107"/>
                  </a:cubicBezTo>
                  <a:cubicBezTo>
                    <a:pt x="1731" y="1455"/>
                    <a:pt x="1446" y="1740"/>
                    <a:pt x="1098" y="1740"/>
                  </a:cubicBezTo>
                  <a:cubicBezTo>
                    <a:pt x="750" y="1740"/>
                    <a:pt x="474" y="1455"/>
                    <a:pt x="474" y="1107"/>
                  </a:cubicBezTo>
                  <a:cubicBezTo>
                    <a:pt x="474" y="750"/>
                    <a:pt x="750" y="474"/>
                    <a:pt x="1098" y="474"/>
                  </a:cubicBezTo>
                  <a:close/>
                  <a:moveTo>
                    <a:pt x="1098" y="1"/>
                  </a:moveTo>
                  <a:cubicBezTo>
                    <a:pt x="491" y="1"/>
                    <a:pt x="1" y="491"/>
                    <a:pt x="1" y="1107"/>
                  </a:cubicBezTo>
                  <a:cubicBezTo>
                    <a:pt x="1" y="1714"/>
                    <a:pt x="491" y="2213"/>
                    <a:pt x="1098" y="2213"/>
                  </a:cubicBezTo>
                  <a:cubicBezTo>
                    <a:pt x="1714" y="2213"/>
                    <a:pt x="2204" y="1714"/>
                    <a:pt x="2204" y="1107"/>
                  </a:cubicBezTo>
                  <a:cubicBezTo>
                    <a:pt x="2204" y="491"/>
                    <a:pt x="1714" y="1"/>
                    <a:pt x="1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2" name="Google Shape;4022;p70"/>
          <p:cNvGrpSpPr/>
          <p:nvPr/>
        </p:nvGrpSpPr>
        <p:grpSpPr>
          <a:xfrm>
            <a:off x="7737315" y="2173510"/>
            <a:ext cx="365549" cy="358432"/>
            <a:chOff x="7842416" y="2066407"/>
            <a:chExt cx="382334" cy="374890"/>
          </a:xfrm>
        </p:grpSpPr>
        <p:sp>
          <p:nvSpPr>
            <p:cNvPr id="4023" name="Google Shape;4023;p70"/>
            <p:cNvSpPr/>
            <p:nvPr/>
          </p:nvSpPr>
          <p:spPr>
            <a:xfrm>
              <a:off x="8057373" y="2296485"/>
              <a:ext cx="93525" cy="62914"/>
            </a:xfrm>
            <a:custGeom>
              <a:avLst/>
              <a:gdLst/>
              <a:ahLst/>
              <a:cxnLst/>
              <a:rect l="l" t="t" r="r" b="b"/>
              <a:pathLst>
                <a:path w="4033" h="2713" extrusionOk="0">
                  <a:moveTo>
                    <a:pt x="0" y="0"/>
                  </a:moveTo>
                  <a:lnTo>
                    <a:pt x="2275" y="2712"/>
                  </a:lnTo>
                  <a:lnTo>
                    <a:pt x="4032" y="2712"/>
                  </a:lnTo>
                  <a:lnTo>
                    <a:pt x="17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70"/>
            <p:cNvSpPr/>
            <p:nvPr/>
          </p:nvSpPr>
          <p:spPr>
            <a:xfrm>
              <a:off x="7916256" y="2296485"/>
              <a:ext cx="93757" cy="62914"/>
            </a:xfrm>
            <a:custGeom>
              <a:avLst/>
              <a:gdLst/>
              <a:ahLst/>
              <a:cxnLst/>
              <a:rect l="l" t="t" r="r" b="b"/>
              <a:pathLst>
                <a:path w="4043" h="2713" extrusionOk="0">
                  <a:moveTo>
                    <a:pt x="2276" y="0"/>
                  </a:moveTo>
                  <a:lnTo>
                    <a:pt x="1" y="2712"/>
                  </a:lnTo>
                  <a:lnTo>
                    <a:pt x="1758" y="2712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70"/>
            <p:cNvSpPr/>
            <p:nvPr/>
          </p:nvSpPr>
          <p:spPr>
            <a:xfrm>
              <a:off x="7852341" y="2072205"/>
              <a:ext cx="363295" cy="253652"/>
            </a:xfrm>
            <a:custGeom>
              <a:avLst/>
              <a:gdLst/>
              <a:ahLst/>
              <a:cxnLst/>
              <a:rect l="l" t="t" r="r" b="b"/>
              <a:pathLst>
                <a:path w="15666" h="10938" extrusionOk="0">
                  <a:moveTo>
                    <a:pt x="634" y="1"/>
                  </a:moveTo>
                  <a:cubicBezTo>
                    <a:pt x="286" y="1"/>
                    <a:pt x="0" y="286"/>
                    <a:pt x="0" y="634"/>
                  </a:cubicBezTo>
                  <a:lnTo>
                    <a:pt x="0" y="10304"/>
                  </a:lnTo>
                  <a:cubicBezTo>
                    <a:pt x="0" y="10652"/>
                    <a:pt x="286" y="10938"/>
                    <a:pt x="634" y="10938"/>
                  </a:cubicBezTo>
                  <a:lnTo>
                    <a:pt x="15032" y="10938"/>
                  </a:lnTo>
                  <a:cubicBezTo>
                    <a:pt x="15380" y="10938"/>
                    <a:pt x="15666" y="10652"/>
                    <a:pt x="15666" y="10304"/>
                  </a:cubicBezTo>
                  <a:lnTo>
                    <a:pt x="15666" y="634"/>
                  </a:lnTo>
                  <a:cubicBezTo>
                    <a:pt x="15666" y="286"/>
                    <a:pt x="15380" y="1"/>
                    <a:pt x="15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70"/>
            <p:cNvSpPr/>
            <p:nvPr/>
          </p:nvSpPr>
          <p:spPr>
            <a:xfrm>
              <a:off x="7880889" y="2100753"/>
              <a:ext cx="305366" cy="195747"/>
            </a:xfrm>
            <a:custGeom>
              <a:avLst/>
              <a:gdLst/>
              <a:ahLst/>
              <a:cxnLst/>
              <a:rect l="l" t="t" r="r" b="b"/>
              <a:pathLst>
                <a:path w="13168" h="8441" extrusionOk="0">
                  <a:moveTo>
                    <a:pt x="0" y="1"/>
                  </a:moveTo>
                  <a:lnTo>
                    <a:pt x="0" y="8440"/>
                  </a:lnTo>
                  <a:lnTo>
                    <a:pt x="13168" y="8440"/>
                  </a:lnTo>
                  <a:lnTo>
                    <a:pt x="131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70"/>
            <p:cNvSpPr/>
            <p:nvPr/>
          </p:nvSpPr>
          <p:spPr>
            <a:xfrm>
              <a:off x="7848816" y="2359379"/>
              <a:ext cx="369718" cy="75947"/>
            </a:xfrm>
            <a:custGeom>
              <a:avLst/>
              <a:gdLst/>
              <a:ahLst/>
              <a:cxnLst/>
              <a:rect l="l" t="t" r="r" b="b"/>
              <a:pathLst>
                <a:path w="15943" h="3275" extrusionOk="0">
                  <a:moveTo>
                    <a:pt x="1749" y="0"/>
                  </a:moveTo>
                  <a:cubicBezTo>
                    <a:pt x="768" y="0"/>
                    <a:pt x="1" y="848"/>
                    <a:pt x="117" y="1847"/>
                  </a:cubicBezTo>
                  <a:cubicBezTo>
                    <a:pt x="224" y="2667"/>
                    <a:pt x="937" y="3274"/>
                    <a:pt x="1767" y="3274"/>
                  </a:cubicBezTo>
                  <a:lnTo>
                    <a:pt x="14194" y="3274"/>
                  </a:lnTo>
                  <a:cubicBezTo>
                    <a:pt x="15166" y="3274"/>
                    <a:pt x="15943" y="2427"/>
                    <a:pt x="15818" y="1427"/>
                  </a:cubicBezTo>
                  <a:cubicBezTo>
                    <a:pt x="15711" y="607"/>
                    <a:pt x="14997" y="0"/>
                    <a:pt x="14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70"/>
            <p:cNvSpPr/>
            <p:nvPr/>
          </p:nvSpPr>
          <p:spPr>
            <a:xfrm>
              <a:off x="7941511" y="2100753"/>
              <a:ext cx="61454" cy="195747"/>
            </a:xfrm>
            <a:custGeom>
              <a:avLst/>
              <a:gdLst/>
              <a:ahLst/>
              <a:cxnLst/>
              <a:rect l="l" t="t" r="r" b="b"/>
              <a:pathLst>
                <a:path w="2650" h="8441" extrusionOk="0">
                  <a:moveTo>
                    <a:pt x="0" y="1"/>
                  </a:moveTo>
                  <a:lnTo>
                    <a:pt x="0" y="8440"/>
                  </a:lnTo>
                  <a:lnTo>
                    <a:pt x="2650" y="8440"/>
                  </a:lnTo>
                  <a:lnTo>
                    <a:pt x="26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70"/>
            <p:cNvSpPr/>
            <p:nvPr/>
          </p:nvSpPr>
          <p:spPr>
            <a:xfrm>
              <a:off x="8002944" y="2100753"/>
              <a:ext cx="61268" cy="195747"/>
            </a:xfrm>
            <a:custGeom>
              <a:avLst/>
              <a:gdLst/>
              <a:ahLst/>
              <a:cxnLst/>
              <a:rect l="l" t="t" r="r" b="b"/>
              <a:pathLst>
                <a:path w="2642" h="8441" extrusionOk="0">
                  <a:moveTo>
                    <a:pt x="1" y="1"/>
                  </a:moveTo>
                  <a:lnTo>
                    <a:pt x="1" y="8440"/>
                  </a:lnTo>
                  <a:lnTo>
                    <a:pt x="2641" y="8440"/>
                  </a:lnTo>
                  <a:lnTo>
                    <a:pt x="26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70"/>
            <p:cNvSpPr/>
            <p:nvPr/>
          </p:nvSpPr>
          <p:spPr>
            <a:xfrm>
              <a:off x="8064191" y="2100753"/>
              <a:ext cx="61454" cy="195747"/>
            </a:xfrm>
            <a:custGeom>
              <a:avLst/>
              <a:gdLst/>
              <a:ahLst/>
              <a:cxnLst/>
              <a:rect l="l" t="t" r="r" b="b"/>
              <a:pathLst>
                <a:path w="2650" h="8441" extrusionOk="0">
                  <a:moveTo>
                    <a:pt x="0" y="1"/>
                  </a:moveTo>
                  <a:lnTo>
                    <a:pt x="0" y="8440"/>
                  </a:lnTo>
                  <a:lnTo>
                    <a:pt x="2650" y="8440"/>
                  </a:lnTo>
                  <a:lnTo>
                    <a:pt x="26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70"/>
            <p:cNvSpPr/>
            <p:nvPr/>
          </p:nvSpPr>
          <p:spPr>
            <a:xfrm>
              <a:off x="8125624" y="2100753"/>
              <a:ext cx="61477" cy="195747"/>
            </a:xfrm>
            <a:custGeom>
              <a:avLst/>
              <a:gdLst/>
              <a:ahLst/>
              <a:cxnLst/>
              <a:rect l="l" t="t" r="r" b="b"/>
              <a:pathLst>
                <a:path w="2651" h="8441" extrusionOk="0">
                  <a:moveTo>
                    <a:pt x="1" y="1"/>
                  </a:moveTo>
                  <a:lnTo>
                    <a:pt x="1" y="8440"/>
                  </a:lnTo>
                  <a:lnTo>
                    <a:pt x="2651" y="8440"/>
                  </a:lnTo>
                  <a:lnTo>
                    <a:pt x="26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70"/>
            <p:cNvSpPr/>
            <p:nvPr/>
          </p:nvSpPr>
          <p:spPr>
            <a:xfrm>
              <a:off x="7972123" y="2359379"/>
              <a:ext cx="122072" cy="75947"/>
            </a:xfrm>
            <a:custGeom>
              <a:avLst/>
              <a:gdLst/>
              <a:ahLst/>
              <a:cxnLst/>
              <a:rect l="l" t="t" r="r" b="b"/>
              <a:pathLst>
                <a:path w="5264" h="3275" extrusionOk="0">
                  <a:moveTo>
                    <a:pt x="1" y="0"/>
                  </a:moveTo>
                  <a:lnTo>
                    <a:pt x="1" y="3274"/>
                  </a:lnTo>
                  <a:lnTo>
                    <a:pt x="5264" y="3274"/>
                  </a:lnTo>
                  <a:lnTo>
                    <a:pt x="5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70"/>
            <p:cNvSpPr/>
            <p:nvPr/>
          </p:nvSpPr>
          <p:spPr>
            <a:xfrm>
              <a:off x="7842416" y="2066407"/>
              <a:ext cx="382334" cy="374890"/>
            </a:xfrm>
            <a:custGeom>
              <a:avLst/>
              <a:gdLst/>
              <a:ahLst/>
              <a:cxnLst/>
              <a:rect l="l" t="t" r="r" b="b"/>
              <a:pathLst>
                <a:path w="16487" h="16166" extrusionOk="0">
                  <a:moveTo>
                    <a:pt x="5656" y="11438"/>
                  </a:moveTo>
                  <a:lnTo>
                    <a:pt x="4835" y="12410"/>
                  </a:lnTo>
                  <a:lnTo>
                    <a:pt x="3711" y="12410"/>
                  </a:lnTo>
                  <a:lnTo>
                    <a:pt x="4532" y="11438"/>
                  </a:lnTo>
                  <a:close/>
                  <a:moveTo>
                    <a:pt x="10179" y="11438"/>
                  </a:moveTo>
                  <a:lnTo>
                    <a:pt x="11000" y="12410"/>
                  </a:lnTo>
                  <a:lnTo>
                    <a:pt x="5486" y="12410"/>
                  </a:lnTo>
                  <a:lnTo>
                    <a:pt x="6307" y="11438"/>
                  </a:lnTo>
                  <a:close/>
                  <a:moveTo>
                    <a:pt x="11963" y="11438"/>
                  </a:moveTo>
                  <a:lnTo>
                    <a:pt x="12784" y="12410"/>
                  </a:lnTo>
                  <a:lnTo>
                    <a:pt x="11660" y="12410"/>
                  </a:lnTo>
                  <a:lnTo>
                    <a:pt x="10830" y="11438"/>
                  </a:lnTo>
                  <a:close/>
                  <a:moveTo>
                    <a:pt x="5379" y="12883"/>
                  </a:moveTo>
                  <a:lnTo>
                    <a:pt x="5379" y="15693"/>
                  </a:lnTo>
                  <a:lnTo>
                    <a:pt x="2034" y="15693"/>
                  </a:lnTo>
                  <a:cubicBezTo>
                    <a:pt x="1187" y="15693"/>
                    <a:pt x="509" y="14926"/>
                    <a:pt x="651" y="14051"/>
                  </a:cubicBezTo>
                  <a:cubicBezTo>
                    <a:pt x="758" y="13409"/>
                    <a:pt x="1401" y="12883"/>
                    <a:pt x="2052" y="12883"/>
                  </a:cubicBezTo>
                  <a:close/>
                  <a:moveTo>
                    <a:pt x="10643" y="12883"/>
                  </a:moveTo>
                  <a:lnTo>
                    <a:pt x="10643" y="15693"/>
                  </a:lnTo>
                  <a:lnTo>
                    <a:pt x="5852" y="15693"/>
                  </a:lnTo>
                  <a:lnTo>
                    <a:pt x="5852" y="12883"/>
                  </a:lnTo>
                  <a:close/>
                  <a:moveTo>
                    <a:pt x="14452" y="12883"/>
                  </a:moveTo>
                  <a:cubicBezTo>
                    <a:pt x="15300" y="12883"/>
                    <a:pt x="15978" y="13650"/>
                    <a:pt x="15835" y="14524"/>
                  </a:cubicBezTo>
                  <a:cubicBezTo>
                    <a:pt x="15728" y="15167"/>
                    <a:pt x="15086" y="15693"/>
                    <a:pt x="14434" y="15693"/>
                  </a:cubicBezTo>
                  <a:lnTo>
                    <a:pt x="11116" y="15693"/>
                  </a:lnTo>
                  <a:lnTo>
                    <a:pt x="11116" y="12883"/>
                  </a:lnTo>
                  <a:close/>
                  <a:moveTo>
                    <a:pt x="1044" y="1"/>
                  </a:moveTo>
                  <a:cubicBezTo>
                    <a:pt x="562" y="1"/>
                    <a:pt x="178" y="385"/>
                    <a:pt x="178" y="866"/>
                  </a:cubicBezTo>
                  <a:lnTo>
                    <a:pt x="178" y="10572"/>
                  </a:lnTo>
                  <a:cubicBezTo>
                    <a:pt x="178" y="11045"/>
                    <a:pt x="562" y="11438"/>
                    <a:pt x="1044" y="11438"/>
                  </a:cubicBezTo>
                  <a:lnTo>
                    <a:pt x="3863" y="11438"/>
                  </a:lnTo>
                  <a:lnTo>
                    <a:pt x="3042" y="12410"/>
                  </a:lnTo>
                  <a:lnTo>
                    <a:pt x="2043" y="12410"/>
                  </a:lnTo>
                  <a:cubicBezTo>
                    <a:pt x="1115" y="12410"/>
                    <a:pt x="303" y="13088"/>
                    <a:pt x="170" y="14007"/>
                  </a:cubicBezTo>
                  <a:cubicBezTo>
                    <a:pt x="0" y="15167"/>
                    <a:pt x="901" y="16166"/>
                    <a:pt x="2025" y="16166"/>
                  </a:cubicBezTo>
                  <a:lnTo>
                    <a:pt x="14443" y="16166"/>
                  </a:lnTo>
                  <a:cubicBezTo>
                    <a:pt x="15380" y="16166"/>
                    <a:pt x="16183" y="15488"/>
                    <a:pt x="16317" y="14569"/>
                  </a:cubicBezTo>
                  <a:cubicBezTo>
                    <a:pt x="16486" y="13409"/>
                    <a:pt x="15585" y="12410"/>
                    <a:pt x="14461" y="12410"/>
                  </a:cubicBezTo>
                  <a:lnTo>
                    <a:pt x="13408" y="12410"/>
                  </a:lnTo>
                  <a:lnTo>
                    <a:pt x="12579" y="11438"/>
                  </a:lnTo>
                  <a:lnTo>
                    <a:pt x="15442" y="11438"/>
                  </a:lnTo>
                  <a:cubicBezTo>
                    <a:pt x="15924" y="11438"/>
                    <a:pt x="16308" y="11045"/>
                    <a:pt x="16308" y="10572"/>
                  </a:cubicBezTo>
                  <a:lnTo>
                    <a:pt x="16308" y="9350"/>
                  </a:lnTo>
                  <a:cubicBezTo>
                    <a:pt x="16308" y="9198"/>
                    <a:pt x="16190" y="9123"/>
                    <a:pt x="16071" y="9123"/>
                  </a:cubicBezTo>
                  <a:cubicBezTo>
                    <a:pt x="15953" y="9123"/>
                    <a:pt x="15835" y="9198"/>
                    <a:pt x="15835" y="9350"/>
                  </a:cubicBezTo>
                  <a:lnTo>
                    <a:pt x="15835" y="10537"/>
                  </a:lnTo>
                  <a:cubicBezTo>
                    <a:pt x="15835" y="10760"/>
                    <a:pt x="15665" y="10929"/>
                    <a:pt x="15442" y="10929"/>
                  </a:cubicBezTo>
                  <a:lnTo>
                    <a:pt x="1044" y="10929"/>
                  </a:lnTo>
                  <a:cubicBezTo>
                    <a:pt x="830" y="10929"/>
                    <a:pt x="651" y="10760"/>
                    <a:pt x="651" y="10537"/>
                  </a:cubicBezTo>
                  <a:lnTo>
                    <a:pt x="651" y="866"/>
                  </a:lnTo>
                  <a:cubicBezTo>
                    <a:pt x="651" y="643"/>
                    <a:pt x="830" y="474"/>
                    <a:pt x="1044" y="474"/>
                  </a:cubicBezTo>
                  <a:lnTo>
                    <a:pt x="15594" y="474"/>
                  </a:lnTo>
                  <a:cubicBezTo>
                    <a:pt x="15728" y="474"/>
                    <a:pt x="15835" y="581"/>
                    <a:pt x="15835" y="715"/>
                  </a:cubicBezTo>
                  <a:lnTo>
                    <a:pt x="15835" y="8083"/>
                  </a:lnTo>
                  <a:cubicBezTo>
                    <a:pt x="15835" y="8128"/>
                    <a:pt x="15862" y="8173"/>
                    <a:pt x="15897" y="8199"/>
                  </a:cubicBezTo>
                  <a:cubicBezTo>
                    <a:pt x="15958" y="8249"/>
                    <a:pt x="16021" y="8271"/>
                    <a:pt x="16079" y="8271"/>
                  </a:cubicBezTo>
                  <a:cubicBezTo>
                    <a:pt x="16206" y="8271"/>
                    <a:pt x="16308" y="8165"/>
                    <a:pt x="16308" y="8030"/>
                  </a:cubicBezTo>
                  <a:lnTo>
                    <a:pt x="16308" y="866"/>
                  </a:lnTo>
                  <a:cubicBezTo>
                    <a:pt x="16308" y="385"/>
                    <a:pt x="15924" y="1"/>
                    <a:pt x="1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70"/>
            <p:cNvSpPr/>
            <p:nvPr/>
          </p:nvSpPr>
          <p:spPr>
            <a:xfrm>
              <a:off x="7875718" y="2095581"/>
              <a:ext cx="317587" cy="206901"/>
            </a:xfrm>
            <a:custGeom>
              <a:avLst/>
              <a:gdLst/>
              <a:ahLst/>
              <a:cxnLst/>
              <a:rect l="l" t="t" r="r" b="b"/>
              <a:pathLst>
                <a:path w="13695" h="8922" extrusionOk="0">
                  <a:moveTo>
                    <a:pt x="5264" y="474"/>
                  </a:moveTo>
                  <a:lnTo>
                    <a:pt x="5264" y="8449"/>
                  </a:lnTo>
                  <a:lnTo>
                    <a:pt x="3087" y="8449"/>
                  </a:lnTo>
                  <a:lnTo>
                    <a:pt x="3087" y="2989"/>
                  </a:lnTo>
                  <a:cubicBezTo>
                    <a:pt x="3087" y="2824"/>
                    <a:pt x="2962" y="2742"/>
                    <a:pt x="2837" y="2742"/>
                  </a:cubicBezTo>
                  <a:cubicBezTo>
                    <a:pt x="2712" y="2742"/>
                    <a:pt x="2587" y="2824"/>
                    <a:pt x="2587" y="2989"/>
                  </a:cubicBezTo>
                  <a:lnTo>
                    <a:pt x="2587" y="8449"/>
                  </a:lnTo>
                  <a:lnTo>
                    <a:pt x="446" y="8449"/>
                  </a:lnTo>
                  <a:lnTo>
                    <a:pt x="446" y="474"/>
                  </a:lnTo>
                  <a:lnTo>
                    <a:pt x="2614" y="474"/>
                  </a:lnTo>
                  <a:lnTo>
                    <a:pt x="2614" y="1723"/>
                  </a:lnTo>
                  <a:cubicBezTo>
                    <a:pt x="2614" y="1874"/>
                    <a:pt x="2732" y="1950"/>
                    <a:pt x="2851" y="1950"/>
                  </a:cubicBezTo>
                  <a:cubicBezTo>
                    <a:pt x="2969" y="1950"/>
                    <a:pt x="3087" y="1874"/>
                    <a:pt x="3087" y="1723"/>
                  </a:cubicBezTo>
                  <a:lnTo>
                    <a:pt x="3087" y="474"/>
                  </a:lnTo>
                  <a:close/>
                  <a:moveTo>
                    <a:pt x="7878" y="474"/>
                  </a:moveTo>
                  <a:lnTo>
                    <a:pt x="7878" y="8449"/>
                  </a:lnTo>
                  <a:lnTo>
                    <a:pt x="5701" y="8449"/>
                  </a:lnTo>
                  <a:lnTo>
                    <a:pt x="5701" y="474"/>
                  </a:lnTo>
                  <a:close/>
                  <a:moveTo>
                    <a:pt x="10527" y="474"/>
                  </a:moveTo>
                  <a:lnTo>
                    <a:pt x="10527" y="8449"/>
                  </a:lnTo>
                  <a:lnTo>
                    <a:pt x="8350" y="8449"/>
                  </a:lnTo>
                  <a:lnTo>
                    <a:pt x="8350" y="474"/>
                  </a:lnTo>
                  <a:close/>
                  <a:moveTo>
                    <a:pt x="13177" y="474"/>
                  </a:moveTo>
                  <a:lnTo>
                    <a:pt x="13177" y="8449"/>
                  </a:lnTo>
                  <a:lnTo>
                    <a:pt x="11000" y="8449"/>
                  </a:lnTo>
                  <a:lnTo>
                    <a:pt x="11000" y="474"/>
                  </a:lnTo>
                  <a:close/>
                  <a:moveTo>
                    <a:pt x="241" y="1"/>
                  </a:moveTo>
                  <a:cubicBezTo>
                    <a:pt x="107" y="1"/>
                    <a:pt x="0" y="108"/>
                    <a:pt x="0" y="233"/>
                  </a:cubicBezTo>
                  <a:lnTo>
                    <a:pt x="0" y="8681"/>
                  </a:lnTo>
                  <a:cubicBezTo>
                    <a:pt x="0" y="8815"/>
                    <a:pt x="107" y="8922"/>
                    <a:pt x="241" y="8922"/>
                  </a:cubicBezTo>
                  <a:lnTo>
                    <a:pt x="13409" y="8922"/>
                  </a:lnTo>
                  <a:cubicBezTo>
                    <a:pt x="13569" y="8904"/>
                    <a:pt x="13694" y="8779"/>
                    <a:pt x="13650" y="8618"/>
                  </a:cubicBezTo>
                  <a:lnTo>
                    <a:pt x="13650" y="304"/>
                  </a:lnTo>
                  <a:cubicBezTo>
                    <a:pt x="13650" y="277"/>
                    <a:pt x="13658" y="259"/>
                    <a:pt x="13658" y="233"/>
                  </a:cubicBezTo>
                  <a:cubicBezTo>
                    <a:pt x="13658" y="90"/>
                    <a:pt x="13534" y="19"/>
                    <a:pt x="13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70"/>
            <p:cNvSpPr/>
            <p:nvPr/>
          </p:nvSpPr>
          <p:spPr>
            <a:xfrm>
              <a:off x="7911710" y="2382129"/>
              <a:ext cx="14308" cy="10992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0"/>
                  </a:moveTo>
                  <a:cubicBezTo>
                    <a:pt x="1" y="0"/>
                    <a:pt x="1" y="473"/>
                    <a:pt x="313" y="473"/>
                  </a:cubicBezTo>
                  <a:cubicBezTo>
                    <a:pt x="616" y="473"/>
                    <a:pt x="616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70"/>
            <p:cNvSpPr/>
            <p:nvPr/>
          </p:nvSpPr>
          <p:spPr>
            <a:xfrm>
              <a:off x="8026529" y="2382129"/>
              <a:ext cx="14100" cy="10992"/>
            </a:xfrm>
            <a:custGeom>
              <a:avLst/>
              <a:gdLst/>
              <a:ahLst/>
              <a:cxnLst/>
              <a:rect l="l" t="t" r="r" b="b"/>
              <a:pathLst>
                <a:path w="608" h="474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cubicBezTo>
                    <a:pt x="607" y="473"/>
                    <a:pt x="60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70"/>
            <p:cNvSpPr/>
            <p:nvPr/>
          </p:nvSpPr>
          <p:spPr>
            <a:xfrm>
              <a:off x="8141347" y="2382129"/>
              <a:ext cx="14100" cy="10783"/>
            </a:xfrm>
            <a:custGeom>
              <a:avLst/>
              <a:gdLst/>
              <a:ahLst/>
              <a:cxnLst/>
              <a:rect l="l" t="t" r="r" b="b"/>
              <a:pathLst>
                <a:path w="608" h="465" extrusionOk="0">
                  <a:moveTo>
                    <a:pt x="304" y="0"/>
                  </a:moveTo>
                  <a:cubicBezTo>
                    <a:pt x="1" y="0"/>
                    <a:pt x="1" y="464"/>
                    <a:pt x="304" y="464"/>
                  </a:cubicBezTo>
                  <a:cubicBezTo>
                    <a:pt x="608" y="464"/>
                    <a:pt x="608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8" name="Google Shape;4038;p70"/>
          <p:cNvGrpSpPr/>
          <p:nvPr/>
        </p:nvGrpSpPr>
        <p:grpSpPr>
          <a:xfrm>
            <a:off x="7248811" y="3254754"/>
            <a:ext cx="357634" cy="357811"/>
            <a:chOff x="7248217" y="3195497"/>
            <a:chExt cx="374055" cy="374240"/>
          </a:xfrm>
        </p:grpSpPr>
        <p:sp>
          <p:nvSpPr>
            <p:cNvPr id="4039" name="Google Shape;4039;p70"/>
            <p:cNvSpPr/>
            <p:nvPr/>
          </p:nvSpPr>
          <p:spPr>
            <a:xfrm>
              <a:off x="7253597" y="3253613"/>
              <a:ext cx="363295" cy="310537"/>
            </a:xfrm>
            <a:custGeom>
              <a:avLst/>
              <a:gdLst/>
              <a:ahLst/>
              <a:cxnLst/>
              <a:rect l="l" t="t" r="r" b="b"/>
              <a:pathLst>
                <a:path w="15666" h="13391" extrusionOk="0">
                  <a:moveTo>
                    <a:pt x="4943" y="1"/>
                  </a:moveTo>
                  <a:cubicBezTo>
                    <a:pt x="2222" y="1"/>
                    <a:pt x="1" y="2213"/>
                    <a:pt x="1" y="4934"/>
                  </a:cubicBezTo>
                  <a:cubicBezTo>
                    <a:pt x="1" y="6397"/>
                    <a:pt x="688" y="8449"/>
                    <a:pt x="1740" y="10153"/>
                  </a:cubicBezTo>
                  <a:cubicBezTo>
                    <a:pt x="3034" y="12240"/>
                    <a:pt x="4586" y="13391"/>
                    <a:pt x="6120" y="13391"/>
                  </a:cubicBezTo>
                  <a:cubicBezTo>
                    <a:pt x="6736" y="13391"/>
                    <a:pt x="7325" y="13221"/>
                    <a:pt x="7833" y="12909"/>
                  </a:cubicBezTo>
                  <a:cubicBezTo>
                    <a:pt x="8342" y="13221"/>
                    <a:pt x="8931" y="13391"/>
                    <a:pt x="9546" y="13391"/>
                  </a:cubicBezTo>
                  <a:cubicBezTo>
                    <a:pt x="11098" y="13391"/>
                    <a:pt x="12660" y="12240"/>
                    <a:pt x="13944" y="10153"/>
                  </a:cubicBezTo>
                  <a:cubicBezTo>
                    <a:pt x="14988" y="8458"/>
                    <a:pt x="15666" y="6406"/>
                    <a:pt x="15666" y="4934"/>
                  </a:cubicBezTo>
                  <a:cubicBezTo>
                    <a:pt x="15666" y="2213"/>
                    <a:pt x="13445" y="1"/>
                    <a:pt x="10715" y="1"/>
                  </a:cubicBezTo>
                  <a:cubicBezTo>
                    <a:pt x="9671" y="1"/>
                    <a:pt x="8672" y="322"/>
                    <a:pt x="7833" y="928"/>
                  </a:cubicBezTo>
                  <a:cubicBezTo>
                    <a:pt x="6995" y="322"/>
                    <a:pt x="5996" y="1"/>
                    <a:pt x="4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70"/>
            <p:cNvSpPr/>
            <p:nvPr/>
          </p:nvSpPr>
          <p:spPr>
            <a:xfrm>
              <a:off x="7279872" y="3279680"/>
              <a:ext cx="310769" cy="258406"/>
            </a:xfrm>
            <a:custGeom>
              <a:avLst/>
              <a:gdLst/>
              <a:ahLst/>
              <a:cxnLst/>
              <a:rect l="l" t="t" r="r" b="b"/>
              <a:pathLst>
                <a:path w="13401" h="11143" extrusionOk="0">
                  <a:moveTo>
                    <a:pt x="3810" y="1"/>
                  </a:moveTo>
                  <a:cubicBezTo>
                    <a:pt x="1713" y="1"/>
                    <a:pt x="1" y="1713"/>
                    <a:pt x="1" y="3810"/>
                  </a:cubicBezTo>
                  <a:cubicBezTo>
                    <a:pt x="1" y="5059"/>
                    <a:pt x="625" y="6923"/>
                    <a:pt x="1571" y="8440"/>
                  </a:cubicBezTo>
                  <a:cubicBezTo>
                    <a:pt x="2632" y="10153"/>
                    <a:pt x="3872" y="11143"/>
                    <a:pt x="4987" y="11143"/>
                  </a:cubicBezTo>
                  <a:cubicBezTo>
                    <a:pt x="5567" y="11143"/>
                    <a:pt x="6112" y="10911"/>
                    <a:pt x="6522" y="10501"/>
                  </a:cubicBezTo>
                  <a:cubicBezTo>
                    <a:pt x="6566" y="10456"/>
                    <a:pt x="6629" y="10429"/>
                    <a:pt x="6700" y="10429"/>
                  </a:cubicBezTo>
                  <a:cubicBezTo>
                    <a:pt x="6763" y="10429"/>
                    <a:pt x="6834" y="10456"/>
                    <a:pt x="6879" y="10501"/>
                  </a:cubicBezTo>
                  <a:cubicBezTo>
                    <a:pt x="7289" y="10911"/>
                    <a:pt x="7833" y="11143"/>
                    <a:pt x="8413" y="11143"/>
                  </a:cubicBezTo>
                  <a:cubicBezTo>
                    <a:pt x="9537" y="11143"/>
                    <a:pt x="10795" y="10153"/>
                    <a:pt x="11848" y="8440"/>
                  </a:cubicBezTo>
                  <a:cubicBezTo>
                    <a:pt x="12776" y="6932"/>
                    <a:pt x="13400" y="5068"/>
                    <a:pt x="13400" y="3810"/>
                  </a:cubicBezTo>
                  <a:cubicBezTo>
                    <a:pt x="13400" y="1713"/>
                    <a:pt x="11687" y="1"/>
                    <a:pt x="9582" y="1"/>
                  </a:cubicBezTo>
                  <a:cubicBezTo>
                    <a:pt x="8565" y="1"/>
                    <a:pt x="7601" y="402"/>
                    <a:pt x="6879" y="1125"/>
                  </a:cubicBezTo>
                  <a:cubicBezTo>
                    <a:pt x="6834" y="1169"/>
                    <a:pt x="6763" y="1196"/>
                    <a:pt x="6700" y="1196"/>
                  </a:cubicBezTo>
                  <a:cubicBezTo>
                    <a:pt x="6629" y="1196"/>
                    <a:pt x="6566" y="1169"/>
                    <a:pt x="6522" y="1125"/>
                  </a:cubicBezTo>
                  <a:cubicBezTo>
                    <a:pt x="5799" y="402"/>
                    <a:pt x="4836" y="1"/>
                    <a:pt x="38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70"/>
            <p:cNvSpPr/>
            <p:nvPr/>
          </p:nvSpPr>
          <p:spPr>
            <a:xfrm>
              <a:off x="7358490" y="3348789"/>
              <a:ext cx="153124" cy="129516"/>
            </a:xfrm>
            <a:custGeom>
              <a:avLst/>
              <a:gdLst/>
              <a:ahLst/>
              <a:cxnLst/>
              <a:rect l="l" t="t" r="r" b="b"/>
              <a:pathLst>
                <a:path w="6603" h="5585" extrusionOk="0">
                  <a:moveTo>
                    <a:pt x="1874" y="0"/>
                  </a:moveTo>
                  <a:cubicBezTo>
                    <a:pt x="839" y="0"/>
                    <a:pt x="1" y="830"/>
                    <a:pt x="1" y="1865"/>
                  </a:cubicBezTo>
                  <a:cubicBezTo>
                    <a:pt x="1" y="4086"/>
                    <a:pt x="3301" y="5585"/>
                    <a:pt x="3301" y="5585"/>
                  </a:cubicBezTo>
                  <a:cubicBezTo>
                    <a:pt x="3301" y="5585"/>
                    <a:pt x="6602" y="4086"/>
                    <a:pt x="6602" y="1865"/>
                  </a:cubicBezTo>
                  <a:cubicBezTo>
                    <a:pt x="6602" y="830"/>
                    <a:pt x="5764" y="0"/>
                    <a:pt x="4729" y="0"/>
                  </a:cubicBezTo>
                  <a:cubicBezTo>
                    <a:pt x="4158" y="0"/>
                    <a:pt x="3649" y="250"/>
                    <a:pt x="3301" y="651"/>
                  </a:cubicBezTo>
                  <a:cubicBezTo>
                    <a:pt x="2953" y="250"/>
                    <a:pt x="2445" y="0"/>
                    <a:pt x="18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70"/>
            <p:cNvSpPr/>
            <p:nvPr/>
          </p:nvSpPr>
          <p:spPr>
            <a:xfrm>
              <a:off x="7248217" y="3195497"/>
              <a:ext cx="374055" cy="374240"/>
            </a:xfrm>
            <a:custGeom>
              <a:avLst/>
              <a:gdLst/>
              <a:ahLst/>
              <a:cxnLst/>
              <a:rect l="l" t="t" r="r" b="b"/>
              <a:pathLst>
                <a:path w="16130" h="16138" extrusionOk="0">
                  <a:moveTo>
                    <a:pt x="9346" y="1"/>
                  </a:moveTo>
                  <a:cubicBezTo>
                    <a:pt x="9297" y="1"/>
                    <a:pt x="9245" y="19"/>
                    <a:pt x="9198" y="62"/>
                  </a:cubicBezTo>
                  <a:cubicBezTo>
                    <a:pt x="8056" y="1088"/>
                    <a:pt x="7851" y="2346"/>
                    <a:pt x="7824" y="2988"/>
                  </a:cubicBezTo>
                  <a:cubicBezTo>
                    <a:pt x="7030" y="2515"/>
                    <a:pt x="6121" y="2266"/>
                    <a:pt x="5175" y="2266"/>
                  </a:cubicBezTo>
                  <a:cubicBezTo>
                    <a:pt x="2320" y="2266"/>
                    <a:pt x="1" y="4585"/>
                    <a:pt x="1" y="7440"/>
                  </a:cubicBezTo>
                  <a:cubicBezTo>
                    <a:pt x="1" y="8947"/>
                    <a:pt x="697" y="11044"/>
                    <a:pt x="1776" y="12783"/>
                  </a:cubicBezTo>
                  <a:cubicBezTo>
                    <a:pt x="3105" y="14942"/>
                    <a:pt x="4738" y="16138"/>
                    <a:pt x="6352" y="16138"/>
                  </a:cubicBezTo>
                  <a:cubicBezTo>
                    <a:pt x="6959" y="16138"/>
                    <a:pt x="7548" y="15986"/>
                    <a:pt x="8065" y="15692"/>
                  </a:cubicBezTo>
                  <a:cubicBezTo>
                    <a:pt x="8583" y="15986"/>
                    <a:pt x="9172" y="16138"/>
                    <a:pt x="9778" y="16138"/>
                  </a:cubicBezTo>
                  <a:cubicBezTo>
                    <a:pt x="10492" y="16138"/>
                    <a:pt x="11206" y="15906"/>
                    <a:pt x="11910" y="15469"/>
                  </a:cubicBezTo>
                  <a:cubicBezTo>
                    <a:pt x="12588" y="15032"/>
                    <a:pt x="13240" y="14398"/>
                    <a:pt x="13846" y="13577"/>
                  </a:cubicBezTo>
                  <a:cubicBezTo>
                    <a:pt x="13976" y="13395"/>
                    <a:pt x="13808" y="13199"/>
                    <a:pt x="13638" y="13199"/>
                  </a:cubicBezTo>
                  <a:cubicBezTo>
                    <a:pt x="13575" y="13199"/>
                    <a:pt x="13511" y="13227"/>
                    <a:pt x="13463" y="13292"/>
                  </a:cubicBezTo>
                  <a:cubicBezTo>
                    <a:pt x="12892" y="14068"/>
                    <a:pt x="12285" y="14666"/>
                    <a:pt x="11652" y="15067"/>
                  </a:cubicBezTo>
                  <a:cubicBezTo>
                    <a:pt x="11036" y="15460"/>
                    <a:pt x="10403" y="15665"/>
                    <a:pt x="9778" y="15665"/>
                  </a:cubicBezTo>
                  <a:cubicBezTo>
                    <a:pt x="9216" y="15665"/>
                    <a:pt x="8663" y="15504"/>
                    <a:pt x="8190" y="15219"/>
                  </a:cubicBezTo>
                  <a:cubicBezTo>
                    <a:pt x="8150" y="15197"/>
                    <a:pt x="8108" y="15185"/>
                    <a:pt x="8065" y="15185"/>
                  </a:cubicBezTo>
                  <a:cubicBezTo>
                    <a:pt x="8023" y="15185"/>
                    <a:pt x="7981" y="15197"/>
                    <a:pt x="7940" y="15219"/>
                  </a:cubicBezTo>
                  <a:cubicBezTo>
                    <a:pt x="7468" y="15504"/>
                    <a:pt x="6914" y="15665"/>
                    <a:pt x="6352" y="15665"/>
                  </a:cubicBezTo>
                  <a:cubicBezTo>
                    <a:pt x="4907" y="15665"/>
                    <a:pt x="3417" y="14550"/>
                    <a:pt x="2177" y="12534"/>
                  </a:cubicBezTo>
                  <a:cubicBezTo>
                    <a:pt x="1143" y="10865"/>
                    <a:pt x="474" y="8867"/>
                    <a:pt x="474" y="7440"/>
                  </a:cubicBezTo>
                  <a:cubicBezTo>
                    <a:pt x="474" y="4853"/>
                    <a:pt x="2588" y="2738"/>
                    <a:pt x="5175" y="2738"/>
                  </a:cubicBezTo>
                  <a:cubicBezTo>
                    <a:pt x="6174" y="2738"/>
                    <a:pt x="7129" y="3042"/>
                    <a:pt x="7923" y="3622"/>
                  </a:cubicBezTo>
                  <a:cubicBezTo>
                    <a:pt x="7967" y="3653"/>
                    <a:pt x="8016" y="3668"/>
                    <a:pt x="8064" y="3668"/>
                  </a:cubicBezTo>
                  <a:cubicBezTo>
                    <a:pt x="8112" y="3668"/>
                    <a:pt x="8159" y="3653"/>
                    <a:pt x="8199" y="3622"/>
                  </a:cubicBezTo>
                  <a:cubicBezTo>
                    <a:pt x="9002" y="3042"/>
                    <a:pt x="9957" y="2738"/>
                    <a:pt x="10947" y="2738"/>
                  </a:cubicBezTo>
                  <a:cubicBezTo>
                    <a:pt x="13543" y="2738"/>
                    <a:pt x="15657" y="4853"/>
                    <a:pt x="15657" y="7440"/>
                  </a:cubicBezTo>
                  <a:cubicBezTo>
                    <a:pt x="15657" y="8796"/>
                    <a:pt x="15068" y="10651"/>
                    <a:pt x="14132" y="12275"/>
                  </a:cubicBezTo>
                  <a:cubicBezTo>
                    <a:pt x="14027" y="12454"/>
                    <a:pt x="14186" y="12624"/>
                    <a:pt x="14347" y="12624"/>
                  </a:cubicBezTo>
                  <a:cubicBezTo>
                    <a:pt x="14420" y="12624"/>
                    <a:pt x="14492" y="12590"/>
                    <a:pt x="14542" y="12507"/>
                  </a:cubicBezTo>
                  <a:cubicBezTo>
                    <a:pt x="15523" y="10821"/>
                    <a:pt x="16130" y="8876"/>
                    <a:pt x="16130" y="7440"/>
                  </a:cubicBezTo>
                  <a:cubicBezTo>
                    <a:pt x="16130" y="4585"/>
                    <a:pt x="13810" y="2266"/>
                    <a:pt x="10947" y="2266"/>
                  </a:cubicBezTo>
                  <a:cubicBezTo>
                    <a:pt x="10001" y="2266"/>
                    <a:pt x="9091" y="2515"/>
                    <a:pt x="8297" y="2997"/>
                  </a:cubicBezTo>
                  <a:cubicBezTo>
                    <a:pt x="8324" y="2435"/>
                    <a:pt x="8511" y="1311"/>
                    <a:pt x="9511" y="419"/>
                  </a:cubicBezTo>
                  <a:cubicBezTo>
                    <a:pt x="9694" y="257"/>
                    <a:pt x="9532" y="1"/>
                    <a:pt x="9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70"/>
            <p:cNvSpPr/>
            <p:nvPr/>
          </p:nvSpPr>
          <p:spPr>
            <a:xfrm>
              <a:off x="7274283" y="3274091"/>
              <a:ext cx="321924" cy="269375"/>
            </a:xfrm>
            <a:custGeom>
              <a:avLst/>
              <a:gdLst/>
              <a:ahLst/>
              <a:cxnLst/>
              <a:rect l="l" t="t" r="r" b="b"/>
              <a:pathLst>
                <a:path w="13882" h="11616" extrusionOk="0">
                  <a:moveTo>
                    <a:pt x="9823" y="473"/>
                  </a:moveTo>
                  <a:cubicBezTo>
                    <a:pt x="11803" y="473"/>
                    <a:pt x="13409" y="2079"/>
                    <a:pt x="13409" y="4051"/>
                  </a:cubicBezTo>
                  <a:cubicBezTo>
                    <a:pt x="13409" y="5273"/>
                    <a:pt x="12794" y="7084"/>
                    <a:pt x="11884" y="8556"/>
                  </a:cubicBezTo>
                  <a:cubicBezTo>
                    <a:pt x="10875" y="10206"/>
                    <a:pt x="9698" y="11143"/>
                    <a:pt x="8654" y="11143"/>
                  </a:cubicBezTo>
                  <a:cubicBezTo>
                    <a:pt x="8137" y="11143"/>
                    <a:pt x="7655" y="10947"/>
                    <a:pt x="7289" y="10581"/>
                  </a:cubicBezTo>
                  <a:cubicBezTo>
                    <a:pt x="7191" y="10483"/>
                    <a:pt x="7075" y="10438"/>
                    <a:pt x="6941" y="10438"/>
                  </a:cubicBezTo>
                  <a:cubicBezTo>
                    <a:pt x="6807" y="10438"/>
                    <a:pt x="6683" y="10483"/>
                    <a:pt x="6593" y="10581"/>
                  </a:cubicBezTo>
                  <a:cubicBezTo>
                    <a:pt x="6228" y="10947"/>
                    <a:pt x="5746" y="11143"/>
                    <a:pt x="5228" y="11143"/>
                  </a:cubicBezTo>
                  <a:cubicBezTo>
                    <a:pt x="4203" y="11143"/>
                    <a:pt x="3025" y="10206"/>
                    <a:pt x="2008" y="8556"/>
                  </a:cubicBezTo>
                  <a:cubicBezTo>
                    <a:pt x="1089" y="7075"/>
                    <a:pt x="474" y="5264"/>
                    <a:pt x="474" y="4051"/>
                  </a:cubicBezTo>
                  <a:cubicBezTo>
                    <a:pt x="474" y="2079"/>
                    <a:pt x="2079" y="473"/>
                    <a:pt x="4051" y="473"/>
                  </a:cubicBezTo>
                  <a:cubicBezTo>
                    <a:pt x="5014" y="473"/>
                    <a:pt x="5915" y="848"/>
                    <a:pt x="6593" y="1535"/>
                  </a:cubicBezTo>
                  <a:cubicBezTo>
                    <a:pt x="6683" y="1624"/>
                    <a:pt x="6816" y="1669"/>
                    <a:pt x="6941" y="1678"/>
                  </a:cubicBezTo>
                  <a:cubicBezTo>
                    <a:pt x="7075" y="1678"/>
                    <a:pt x="7191" y="1624"/>
                    <a:pt x="7289" y="1535"/>
                  </a:cubicBezTo>
                  <a:cubicBezTo>
                    <a:pt x="7967" y="848"/>
                    <a:pt x="8868" y="473"/>
                    <a:pt x="9823" y="473"/>
                  </a:cubicBezTo>
                  <a:close/>
                  <a:moveTo>
                    <a:pt x="4051" y="1"/>
                  </a:moveTo>
                  <a:cubicBezTo>
                    <a:pt x="1821" y="1"/>
                    <a:pt x="1" y="1821"/>
                    <a:pt x="1" y="4051"/>
                  </a:cubicBezTo>
                  <a:cubicBezTo>
                    <a:pt x="1" y="5344"/>
                    <a:pt x="652" y="7253"/>
                    <a:pt x="1607" y="8806"/>
                  </a:cubicBezTo>
                  <a:cubicBezTo>
                    <a:pt x="2713" y="10590"/>
                    <a:pt x="4033" y="11616"/>
                    <a:pt x="5228" y="11616"/>
                  </a:cubicBezTo>
                  <a:cubicBezTo>
                    <a:pt x="5871" y="11616"/>
                    <a:pt x="6477" y="11366"/>
                    <a:pt x="6932" y="10911"/>
                  </a:cubicBezTo>
                  <a:lnTo>
                    <a:pt x="6950" y="10911"/>
                  </a:lnTo>
                  <a:cubicBezTo>
                    <a:pt x="7405" y="11366"/>
                    <a:pt x="8012" y="11616"/>
                    <a:pt x="8654" y="11616"/>
                  </a:cubicBezTo>
                  <a:cubicBezTo>
                    <a:pt x="9867" y="11616"/>
                    <a:pt x="11188" y="10590"/>
                    <a:pt x="12294" y="8806"/>
                  </a:cubicBezTo>
                  <a:cubicBezTo>
                    <a:pt x="13240" y="7262"/>
                    <a:pt x="13882" y="5353"/>
                    <a:pt x="13882" y="4051"/>
                  </a:cubicBezTo>
                  <a:cubicBezTo>
                    <a:pt x="13882" y="1821"/>
                    <a:pt x="12062" y="1"/>
                    <a:pt x="9823" y="1"/>
                  </a:cubicBezTo>
                  <a:cubicBezTo>
                    <a:pt x="8743" y="1"/>
                    <a:pt x="7717" y="429"/>
                    <a:pt x="6950" y="1196"/>
                  </a:cubicBezTo>
                  <a:cubicBezTo>
                    <a:pt x="6946" y="1201"/>
                    <a:pt x="6944" y="1203"/>
                    <a:pt x="6941" y="1203"/>
                  </a:cubicBezTo>
                  <a:cubicBezTo>
                    <a:pt x="6939" y="1203"/>
                    <a:pt x="6937" y="1201"/>
                    <a:pt x="6932" y="1196"/>
                  </a:cubicBezTo>
                  <a:cubicBezTo>
                    <a:pt x="6165" y="429"/>
                    <a:pt x="5139" y="1"/>
                    <a:pt x="4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70"/>
            <p:cNvSpPr/>
            <p:nvPr/>
          </p:nvSpPr>
          <p:spPr>
            <a:xfrm>
              <a:off x="7352901" y="3343200"/>
              <a:ext cx="164301" cy="140694"/>
            </a:xfrm>
            <a:custGeom>
              <a:avLst/>
              <a:gdLst/>
              <a:ahLst/>
              <a:cxnLst/>
              <a:rect l="l" t="t" r="r" b="b"/>
              <a:pathLst>
                <a:path w="7085" h="6067" extrusionOk="0">
                  <a:moveTo>
                    <a:pt x="2115" y="0"/>
                  </a:moveTo>
                  <a:cubicBezTo>
                    <a:pt x="1722" y="0"/>
                    <a:pt x="1348" y="107"/>
                    <a:pt x="1018" y="313"/>
                  </a:cubicBezTo>
                  <a:cubicBezTo>
                    <a:pt x="793" y="447"/>
                    <a:pt x="933" y="751"/>
                    <a:pt x="1136" y="751"/>
                  </a:cubicBezTo>
                  <a:cubicBezTo>
                    <a:pt x="1175" y="751"/>
                    <a:pt x="1217" y="740"/>
                    <a:pt x="1259" y="714"/>
                  </a:cubicBezTo>
                  <a:cubicBezTo>
                    <a:pt x="1517" y="553"/>
                    <a:pt x="1812" y="473"/>
                    <a:pt x="2115" y="473"/>
                  </a:cubicBezTo>
                  <a:cubicBezTo>
                    <a:pt x="2597" y="473"/>
                    <a:pt x="3052" y="678"/>
                    <a:pt x="3364" y="1044"/>
                  </a:cubicBezTo>
                  <a:cubicBezTo>
                    <a:pt x="3422" y="1098"/>
                    <a:pt x="3482" y="1124"/>
                    <a:pt x="3542" y="1124"/>
                  </a:cubicBezTo>
                  <a:cubicBezTo>
                    <a:pt x="3603" y="1124"/>
                    <a:pt x="3663" y="1098"/>
                    <a:pt x="3721" y="1044"/>
                  </a:cubicBezTo>
                  <a:cubicBezTo>
                    <a:pt x="4033" y="678"/>
                    <a:pt x="4488" y="473"/>
                    <a:pt x="4970" y="473"/>
                  </a:cubicBezTo>
                  <a:cubicBezTo>
                    <a:pt x="5871" y="473"/>
                    <a:pt x="6611" y="1205"/>
                    <a:pt x="6611" y="2106"/>
                  </a:cubicBezTo>
                  <a:cubicBezTo>
                    <a:pt x="6611" y="3943"/>
                    <a:pt x="4078" y="5299"/>
                    <a:pt x="3542" y="5567"/>
                  </a:cubicBezTo>
                  <a:cubicBezTo>
                    <a:pt x="3007" y="5299"/>
                    <a:pt x="474" y="3943"/>
                    <a:pt x="474" y="2106"/>
                  </a:cubicBezTo>
                  <a:cubicBezTo>
                    <a:pt x="474" y="1918"/>
                    <a:pt x="509" y="1731"/>
                    <a:pt x="572" y="1553"/>
                  </a:cubicBezTo>
                  <a:cubicBezTo>
                    <a:pt x="639" y="1372"/>
                    <a:pt x="487" y="1242"/>
                    <a:pt x="338" y="1242"/>
                  </a:cubicBezTo>
                  <a:cubicBezTo>
                    <a:pt x="251" y="1242"/>
                    <a:pt x="165" y="1287"/>
                    <a:pt x="126" y="1392"/>
                  </a:cubicBezTo>
                  <a:cubicBezTo>
                    <a:pt x="45" y="1624"/>
                    <a:pt x="1" y="1865"/>
                    <a:pt x="1" y="2106"/>
                  </a:cubicBezTo>
                  <a:cubicBezTo>
                    <a:pt x="1" y="4452"/>
                    <a:pt x="3302" y="5977"/>
                    <a:pt x="3444" y="6040"/>
                  </a:cubicBezTo>
                  <a:cubicBezTo>
                    <a:pt x="3475" y="6058"/>
                    <a:pt x="3509" y="6067"/>
                    <a:pt x="3542" y="6067"/>
                  </a:cubicBezTo>
                  <a:cubicBezTo>
                    <a:pt x="3576" y="6067"/>
                    <a:pt x="3609" y="6058"/>
                    <a:pt x="3641" y="6040"/>
                  </a:cubicBezTo>
                  <a:cubicBezTo>
                    <a:pt x="3783" y="5977"/>
                    <a:pt x="7084" y="4452"/>
                    <a:pt x="7084" y="2106"/>
                  </a:cubicBezTo>
                  <a:cubicBezTo>
                    <a:pt x="7084" y="946"/>
                    <a:pt x="6129" y="0"/>
                    <a:pt x="4970" y="0"/>
                  </a:cubicBezTo>
                  <a:cubicBezTo>
                    <a:pt x="4434" y="0"/>
                    <a:pt x="3926" y="197"/>
                    <a:pt x="3542" y="553"/>
                  </a:cubicBezTo>
                  <a:cubicBezTo>
                    <a:pt x="3150" y="197"/>
                    <a:pt x="2650" y="0"/>
                    <a:pt x="2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5" name="Google Shape;4045;p70"/>
          <p:cNvGrpSpPr/>
          <p:nvPr/>
        </p:nvGrpSpPr>
        <p:grpSpPr>
          <a:xfrm>
            <a:off x="7244754" y="2729640"/>
            <a:ext cx="365749" cy="357634"/>
            <a:chOff x="7281833" y="2676839"/>
            <a:chExt cx="382542" cy="374055"/>
          </a:xfrm>
        </p:grpSpPr>
        <p:sp>
          <p:nvSpPr>
            <p:cNvPr id="4046" name="Google Shape;4046;p70"/>
            <p:cNvSpPr/>
            <p:nvPr/>
          </p:nvSpPr>
          <p:spPr>
            <a:xfrm>
              <a:off x="7287839" y="2689594"/>
              <a:ext cx="362065" cy="355990"/>
            </a:xfrm>
            <a:custGeom>
              <a:avLst/>
              <a:gdLst/>
              <a:ahLst/>
              <a:cxnLst/>
              <a:rect l="l" t="t" r="r" b="b"/>
              <a:pathLst>
                <a:path w="15613" h="15351" extrusionOk="0">
                  <a:moveTo>
                    <a:pt x="6905" y="0"/>
                  </a:moveTo>
                  <a:lnTo>
                    <a:pt x="340" y="8689"/>
                  </a:lnTo>
                  <a:cubicBezTo>
                    <a:pt x="1" y="9135"/>
                    <a:pt x="90" y="9760"/>
                    <a:pt x="527" y="10099"/>
                  </a:cubicBezTo>
                  <a:lnTo>
                    <a:pt x="7111" y="15103"/>
                  </a:lnTo>
                  <a:cubicBezTo>
                    <a:pt x="7328" y="15270"/>
                    <a:pt x="7580" y="15351"/>
                    <a:pt x="7825" y="15351"/>
                  </a:cubicBezTo>
                  <a:cubicBezTo>
                    <a:pt x="8143" y="15351"/>
                    <a:pt x="8448" y="15214"/>
                    <a:pt x="8645" y="14952"/>
                  </a:cubicBezTo>
                  <a:lnTo>
                    <a:pt x="15523" y="5843"/>
                  </a:lnTo>
                  <a:lnTo>
                    <a:pt x="15612" y="5727"/>
                  </a:lnTo>
                  <a:lnTo>
                    <a:pt x="13623" y="6093"/>
                  </a:lnTo>
                  <a:lnTo>
                    <a:pt x="7432" y="1383"/>
                  </a:lnTo>
                  <a:lnTo>
                    <a:pt x="69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70"/>
            <p:cNvSpPr/>
            <p:nvPr/>
          </p:nvSpPr>
          <p:spPr>
            <a:xfrm>
              <a:off x="7329421" y="2750818"/>
              <a:ext cx="158712" cy="187259"/>
            </a:xfrm>
            <a:custGeom>
              <a:avLst/>
              <a:gdLst/>
              <a:ahLst/>
              <a:cxnLst/>
              <a:rect l="l" t="t" r="r" b="b"/>
              <a:pathLst>
                <a:path w="6844" h="8075" extrusionOk="0">
                  <a:moveTo>
                    <a:pt x="5086" y="1"/>
                  </a:moveTo>
                  <a:lnTo>
                    <a:pt x="1" y="6736"/>
                  </a:lnTo>
                  <a:lnTo>
                    <a:pt x="1767" y="8074"/>
                  </a:lnTo>
                  <a:lnTo>
                    <a:pt x="6843" y="1348"/>
                  </a:lnTo>
                  <a:lnTo>
                    <a:pt x="50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70"/>
            <p:cNvSpPr/>
            <p:nvPr/>
          </p:nvSpPr>
          <p:spPr>
            <a:xfrm>
              <a:off x="7505487" y="2824055"/>
              <a:ext cx="75739" cy="79055"/>
            </a:xfrm>
            <a:custGeom>
              <a:avLst/>
              <a:gdLst/>
              <a:ahLst/>
              <a:cxnLst/>
              <a:rect l="l" t="t" r="r" b="b"/>
              <a:pathLst>
                <a:path w="3266" h="3409" extrusionOk="0">
                  <a:moveTo>
                    <a:pt x="1642" y="1"/>
                  </a:moveTo>
                  <a:lnTo>
                    <a:pt x="0" y="2177"/>
                  </a:lnTo>
                  <a:lnTo>
                    <a:pt x="1615" y="3408"/>
                  </a:lnTo>
                  <a:lnTo>
                    <a:pt x="3266" y="1232"/>
                  </a:lnTo>
                  <a:lnTo>
                    <a:pt x="16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70"/>
            <p:cNvSpPr/>
            <p:nvPr/>
          </p:nvSpPr>
          <p:spPr>
            <a:xfrm>
              <a:off x="7515204" y="2713365"/>
              <a:ext cx="143198" cy="124182"/>
            </a:xfrm>
            <a:custGeom>
              <a:avLst/>
              <a:gdLst/>
              <a:ahLst/>
              <a:cxnLst/>
              <a:rect l="l" t="t" r="r" b="b"/>
              <a:pathLst>
                <a:path w="6175" h="5355" extrusionOk="0">
                  <a:moveTo>
                    <a:pt x="1642" y="1"/>
                  </a:moveTo>
                  <a:lnTo>
                    <a:pt x="1" y="2178"/>
                  </a:lnTo>
                  <a:lnTo>
                    <a:pt x="3819" y="5077"/>
                  </a:lnTo>
                  <a:cubicBezTo>
                    <a:pt x="4065" y="5264"/>
                    <a:pt x="4355" y="5355"/>
                    <a:pt x="4642" y="5355"/>
                  </a:cubicBezTo>
                  <a:cubicBezTo>
                    <a:pt x="5052" y="5355"/>
                    <a:pt x="5457" y="5170"/>
                    <a:pt x="5719" y="4818"/>
                  </a:cubicBezTo>
                  <a:cubicBezTo>
                    <a:pt x="6174" y="4212"/>
                    <a:pt x="6058" y="3355"/>
                    <a:pt x="5460" y="2900"/>
                  </a:cubicBezTo>
                  <a:lnTo>
                    <a:pt x="16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70"/>
            <p:cNvSpPr/>
            <p:nvPr/>
          </p:nvSpPr>
          <p:spPr>
            <a:xfrm>
              <a:off x="7441758" y="2682173"/>
              <a:ext cx="141737" cy="116669"/>
            </a:xfrm>
            <a:custGeom>
              <a:avLst/>
              <a:gdLst/>
              <a:ahLst/>
              <a:cxnLst/>
              <a:rect l="l" t="t" r="r" b="b"/>
              <a:pathLst>
                <a:path w="6112" h="5031" extrusionOk="0">
                  <a:moveTo>
                    <a:pt x="895" y="1"/>
                  </a:moveTo>
                  <a:cubicBezTo>
                    <a:pt x="656" y="1"/>
                    <a:pt x="420" y="107"/>
                    <a:pt x="268" y="311"/>
                  </a:cubicBezTo>
                  <a:cubicBezTo>
                    <a:pt x="1" y="659"/>
                    <a:pt x="72" y="1159"/>
                    <a:pt x="420" y="1426"/>
                  </a:cubicBezTo>
                  <a:lnTo>
                    <a:pt x="822" y="1730"/>
                  </a:lnTo>
                  <a:lnTo>
                    <a:pt x="5157" y="5030"/>
                  </a:lnTo>
                  <a:lnTo>
                    <a:pt x="6112" y="3772"/>
                  </a:lnTo>
                  <a:lnTo>
                    <a:pt x="1375" y="159"/>
                  </a:lnTo>
                  <a:cubicBezTo>
                    <a:pt x="1231" y="53"/>
                    <a:pt x="1062" y="1"/>
                    <a:pt x="8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70"/>
            <p:cNvSpPr/>
            <p:nvPr/>
          </p:nvSpPr>
          <p:spPr>
            <a:xfrm>
              <a:off x="7323229" y="2745322"/>
              <a:ext cx="171096" cy="198251"/>
            </a:xfrm>
            <a:custGeom>
              <a:avLst/>
              <a:gdLst/>
              <a:ahLst/>
              <a:cxnLst/>
              <a:rect l="l" t="t" r="r" b="b"/>
              <a:pathLst>
                <a:path w="7378" h="8549" extrusionOk="0">
                  <a:moveTo>
                    <a:pt x="5397" y="568"/>
                  </a:moveTo>
                  <a:lnTo>
                    <a:pt x="6780" y="1629"/>
                  </a:lnTo>
                  <a:lnTo>
                    <a:pt x="1989" y="7981"/>
                  </a:lnTo>
                  <a:lnTo>
                    <a:pt x="598" y="6919"/>
                  </a:lnTo>
                  <a:lnTo>
                    <a:pt x="5397" y="568"/>
                  </a:lnTo>
                  <a:close/>
                  <a:moveTo>
                    <a:pt x="5344" y="0"/>
                  </a:moveTo>
                  <a:cubicBezTo>
                    <a:pt x="5277" y="0"/>
                    <a:pt x="5214" y="32"/>
                    <a:pt x="5156" y="95"/>
                  </a:cubicBezTo>
                  <a:lnTo>
                    <a:pt x="80" y="6830"/>
                  </a:lnTo>
                  <a:cubicBezTo>
                    <a:pt x="0" y="6928"/>
                    <a:pt x="18" y="7080"/>
                    <a:pt x="125" y="7160"/>
                  </a:cubicBezTo>
                  <a:lnTo>
                    <a:pt x="1891" y="8498"/>
                  </a:lnTo>
                  <a:cubicBezTo>
                    <a:pt x="1932" y="8532"/>
                    <a:pt x="1982" y="8548"/>
                    <a:pt x="2033" y="8548"/>
                  </a:cubicBezTo>
                  <a:cubicBezTo>
                    <a:pt x="2103" y="8548"/>
                    <a:pt x="2175" y="8516"/>
                    <a:pt x="2221" y="8454"/>
                  </a:cubicBezTo>
                  <a:lnTo>
                    <a:pt x="7306" y="1727"/>
                  </a:lnTo>
                  <a:cubicBezTo>
                    <a:pt x="7378" y="1620"/>
                    <a:pt x="7360" y="1469"/>
                    <a:pt x="7253" y="1397"/>
                  </a:cubicBezTo>
                  <a:lnTo>
                    <a:pt x="5495" y="50"/>
                  </a:lnTo>
                  <a:cubicBezTo>
                    <a:pt x="5443" y="17"/>
                    <a:pt x="5393" y="0"/>
                    <a:pt x="5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70"/>
            <p:cNvSpPr/>
            <p:nvPr/>
          </p:nvSpPr>
          <p:spPr>
            <a:xfrm>
              <a:off x="7499271" y="2818652"/>
              <a:ext cx="87960" cy="90047"/>
            </a:xfrm>
            <a:custGeom>
              <a:avLst/>
              <a:gdLst/>
              <a:ahLst/>
              <a:cxnLst/>
              <a:rect l="l" t="t" r="r" b="b"/>
              <a:pathLst>
                <a:path w="3793" h="3883" extrusionOk="0">
                  <a:moveTo>
                    <a:pt x="1955" y="573"/>
                  </a:moveTo>
                  <a:lnTo>
                    <a:pt x="3195" y="1518"/>
                  </a:lnTo>
                  <a:lnTo>
                    <a:pt x="1839" y="3311"/>
                  </a:lnTo>
                  <a:lnTo>
                    <a:pt x="599" y="2366"/>
                  </a:lnTo>
                  <a:lnTo>
                    <a:pt x="1955" y="573"/>
                  </a:lnTo>
                  <a:close/>
                  <a:moveTo>
                    <a:pt x="1903" y="0"/>
                  </a:moveTo>
                  <a:cubicBezTo>
                    <a:pt x="1839" y="0"/>
                    <a:pt x="1779" y="29"/>
                    <a:pt x="1723" y="91"/>
                  </a:cubicBezTo>
                  <a:lnTo>
                    <a:pt x="81" y="2268"/>
                  </a:lnTo>
                  <a:cubicBezTo>
                    <a:pt x="1" y="2375"/>
                    <a:pt x="19" y="2526"/>
                    <a:pt x="126" y="2607"/>
                  </a:cubicBezTo>
                  <a:lnTo>
                    <a:pt x="1740" y="3838"/>
                  </a:lnTo>
                  <a:cubicBezTo>
                    <a:pt x="1785" y="3864"/>
                    <a:pt x="1830" y="3882"/>
                    <a:pt x="1883" y="3882"/>
                  </a:cubicBezTo>
                  <a:cubicBezTo>
                    <a:pt x="1955" y="3882"/>
                    <a:pt x="2017" y="3847"/>
                    <a:pt x="2071" y="3784"/>
                  </a:cubicBezTo>
                  <a:lnTo>
                    <a:pt x="3721" y="1607"/>
                  </a:lnTo>
                  <a:cubicBezTo>
                    <a:pt x="3792" y="1509"/>
                    <a:pt x="3774" y="1358"/>
                    <a:pt x="3676" y="1277"/>
                  </a:cubicBezTo>
                  <a:lnTo>
                    <a:pt x="2053" y="46"/>
                  </a:lnTo>
                  <a:cubicBezTo>
                    <a:pt x="2000" y="16"/>
                    <a:pt x="1950" y="0"/>
                    <a:pt x="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70"/>
            <p:cNvSpPr/>
            <p:nvPr/>
          </p:nvSpPr>
          <p:spPr>
            <a:xfrm>
              <a:off x="7391086" y="2796991"/>
              <a:ext cx="130142" cy="167061"/>
            </a:xfrm>
            <a:custGeom>
              <a:avLst/>
              <a:gdLst/>
              <a:ahLst/>
              <a:cxnLst/>
              <a:rect l="l" t="t" r="r" b="b"/>
              <a:pathLst>
                <a:path w="5612" h="7204" extrusionOk="0">
                  <a:moveTo>
                    <a:pt x="5351" y="1"/>
                  </a:moveTo>
                  <a:cubicBezTo>
                    <a:pt x="5279" y="1"/>
                    <a:pt x="5205" y="33"/>
                    <a:pt x="5156" y="97"/>
                  </a:cubicBezTo>
                  <a:lnTo>
                    <a:pt x="71" y="6824"/>
                  </a:lnTo>
                  <a:cubicBezTo>
                    <a:pt x="0" y="6931"/>
                    <a:pt x="18" y="7073"/>
                    <a:pt x="125" y="7154"/>
                  </a:cubicBezTo>
                  <a:cubicBezTo>
                    <a:pt x="173" y="7187"/>
                    <a:pt x="220" y="7204"/>
                    <a:pt x="266" y="7204"/>
                  </a:cubicBezTo>
                  <a:cubicBezTo>
                    <a:pt x="330" y="7204"/>
                    <a:pt x="393" y="7171"/>
                    <a:pt x="455" y="7109"/>
                  </a:cubicBezTo>
                  <a:lnTo>
                    <a:pt x="5540" y="383"/>
                  </a:lnTo>
                  <a:cubicBezTo>
                    <a:pt x="5611" y="276"/>
                    <a:pt x="5594" y="124"/>
                    <a:pt x="5487" y="44"/>
                  </a:cubicBezTo>
                  <a:cubicBezTo>
                    <a:pt x="5447" y="15"/>
                    <a:pt x="5399" y="1"/>
                    <a:pt x="5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70"/>
            <p:cNvSpPr/>
            <p:nvPr/>
          </p:nvSpPr>
          <p:spPr>
            <a:xfrm>
              <a:off x="7422741" y="2887738"/>
              <a:ext cx="81235" cy="100436"/>
            </a:xfrm>
            <a:custGeom>
              <a:avLst/>
              <a:gdLst/>
              <a:ahLst/>
              <a:cxnLst/>
              <a:rect l="l" t="t" r="r" b="b"/>
              <a:pathLst>
                <a:path w="3503" h="4331" extrusionOk="0">
                  <a:moveTo>
                    <a:pt x="3169" y="0"/>
                  </a:moveTo>
                  <a:cubicBezTo>
                    <a:pt x="3107" y="0"/>
                    <a:pt x="3045" y="27"/>
                    <a:pt x="2998" y="92"/>
                  </a:cubicBezTo>
                  <a:lnTo>
                    <a:pt x="80" y="3954"/>
                  </a:lnTo>
                  <a:cubicBezTo>
                    <a:pt x="0" y="4052"/>
                    <a:pt x="18" y="4204"/>
                    <a:pt x="125" y="4284"/>
                  </a:cubicBezTo>
                  <a:cubicBezTo>
                    <a:pt x="174" y="4315"/>
                    <a:pt x="222" y="4331"/>
                    <a:pt x="268" y="4331"/>
                  </a:cubicBezTo>
                  <a:cubicBezTo>
                    <a:pt x="332" y="4331"/>
                    <a:pt x="393" y="4301"/>
                    <a:pt x="455" y="4240"/>
                  </a:cubicBezTo>
                  <a:lnTo>
                    <a:pt x="3372" y="377"/>
                  </a:lnTo>
                  <a:cubicBezTo>
                    <a:pt x="3503" y="201"/>
                    <a:pt x="3337" y="0"/>
                    <a:pt x="3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70"/>
            <p:cNvSpPr/>
            <p:nvPr/>
          </p:nvSpPr>
          <p:spPr>
            <a:xfrm>
              <a:off x="7454374" y="2911810"/>
              <a:ext cx="81397" cy="100482"/>
            </a:xfrm>
            <a:custGeom>
              <a:avLst/>
              <a:gdLst/>
              <a:ahLst/>
              <a:cxnLst/>
              <a:rect l="l" t="t" r="r" b="b"/>
              <a:pathLst>
                <a:path w="3510" h="4333" extrusionOk="0">
                  <a:moveTo>
                    <a:pt x="3175" y="1"/>
                  </a:moveTo>
                  <a:cubicBezTo>
                    <a:pt x="3111" y="1"/>
                    <a:pt x="3047" y="29"/>
                    <a:pt x="2998" y="97"/>
                  </a:cubicBezTo>
                  <a:lnTo>
                    <a:pt x="81" y="3951"/>
                  </a:lnTo>
                  <a:cubicBezTo>
                    <a:pt x="1" y="4058"/>
                    <a:pt x="28" y="4210"/>
                    <a:pt x="126" y="4290"/>
                  </a:cubicBezTo>
                  <a:cubicBezTo>
                    <a:pt x="172" y="4319"/>
                    <a:pt x="219" y="4333"/>
                    <a:pt x="264" y="4333"/>
                  </a:cubicBezTo>
                  <a:cubicBezTo>
                    <a:pt x="332" y="4333"/>
                    <a:pt x="397" y="4301"/>
                    <a:pt x="456" y="4237"/>
                  </a:cubicBezTo>
                  <a:lnTo>
                    <a:pt x="3373" y="383"/>
                  </a:lnTo>
                  <a:cubicBezTo>
                    <a:pt x="3509" y="201"/>
                    <a:pt x="3344" y="1"/>
                    <a:pt x="3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70"/>
            <p:cNvSpPr/>
            <p:nvPr/>
          </p:nvSpPr>
          <p:spPr>
            <a:xfrm>
              <a:off x="7281833" y="2676839"/>
              <a:ext cx="382542" cy="374055"/>
            </a:xfrm>
            <a:custGeom>
              <a:avLst/>
              <a:gdLst/>
              <a:ahLst/>
              <a:cxnLst/>
              <a:rect l="l" t="t" r="r" b="b"/>
              <a:pathLst>
                <a:path w="16496" h="16130" extrusionOk="0">
                  <a:moveTo>
                    <a:pt x="11759" y="1906"/>
                  </a:moveTo>
                  <a:lnTo>
                    <a:pt x="15381" y="4663"/>
                  </a:lnTo>
                  <a:cubicBezTo>
                    <a:pt x="16308" y="5373"/>
                    <a:pt x="15599" y="6701"/>
                    <a:pt x="14679" y="6701"/>
                  </a:cubicBezTo>
                  <a:cubicBezTo>
                    <a:pt x="14466" y="6701"/>
                    <a:pt x="14242" y="6630"/>
                    <a:pt x="14025" y="6465"/>
                  </a:cubicBezTo>
                  <a:lnTo>
                    <a:pt x="12383" y="5216"/>
                  </a:lnTo>
                  <a:lnTo>
                    <a:pt x="13195" y="4145"/>
                  </a:lnTo>
                  <a:cubicBezTo>
                    <a:pt x="13275" y="4038"/>
                    <a:pt x="13257" y="3886"/>
                    <a:pt x="13150" y="3806"/>
                  </a:cubicBezTo>
                  <a:lnTo>
                    <a:pt x="11348" y="2441"/>
                  </a:lnTo>
                  <a:lnTo>
                    <a:pt x="11759" y="1906"/>
                  </a:lnTo>
                  <a:close/>
                  <a:moveTo>
                    <a:pt x="7799" y="1"/>
                  </a:moveTo>
                  <a:cubicBezTo>
                    <a:pt x="7464" y="1"/>
                    <a:pt x="7131" y="159"/>
                    <a:pt x="6941" y="452"/>
                  </a:cubicBezTo>
                  <a:lnTo>
                    <a:pt x="411" y="9096"/>
                  </a:lnTo>
                  <a:cubicBezTo>
                    <a:pt x="1" y="9641"/>
                    <a:pt x="108" y="10426"/>
                    <a:pt x="643" y="10836"/>
                  </a:cubicBezTo>
                  <a:lnTo>
                    <a:pt x="7227" y="15841"/>
                  </a:lnTo>
                  <a:cubicBezTo>
                    <a:pt x="7473" y="16032"/>
                    <a:pt x="7778" y="16130"/>
                    <a:pt x="8079" y="16130"/>
                  </a:cubicBezTo>
                  <a:cubicBezTo>
                    <a:pt x="8465" y="16130"/>
                    <a:pt x="8846" y="15970"/>
                    <a:pt x="9091" y="15644"/>
                  </a:cubicBezTo>
                  <a:lnTo>
                    <a:pt x="13097" y="10345"/>
                  </a:lnTo>
                  <a:cubicBezTo>
                    <a:pt x="13228" y="10169"/>
                    <a:pt x="13062" y="9969"/>
                    <a:pt x="12890" y="9969"/>
                  </a:cubicBezTo>
                  <a:cubicBezTo>
                    <a:pt x="12827" y="9969"/>
                    <a:pt x="12763" y="9995"/>
                    <a:pt x="12713" y="10060"/>
                  </a:cubicBezTo>
                  <a:lnTo>
                    <a:pt x="8717" y="15359"/>
                  </a:lnTo>
                  <a:cubicBezTo>
                    <a:pt x="8561" y="15563"/>
                    <a:pt x="8324" y="15659"/>
                    <a:pt x="8082" y="15659"/>
                  </a:cubicBezTo>
                  <a:cubicBezTo>
                    <a:pt x="7880" y="15659"/>
                    <a:pt x="7675" y="15592"/>
                    <a:pt x="7512" y="15466"/>
                  </a:cubicBezTo>
                  <a:lnTo>
                    <a:pt x="929" y="10461"/>
                  </a:lnTo>
                  <a:cubicBezTo>
                    <a:pt x="599" y="10203"/>
                    <a:pt x="527" y="9721"/>
                    <a:pt x="786" y="9382"/>
                  </a:cubicBezTo>
                  <a:lnTo>
                    <a:pt x="6834" y="1380"/>
                  </a:lnTo>
                  <a:cubicBezTo>
                    <a:pt x="6897" y="1558"/>
                    <a:pt x="7013" y="1719"/>
                    <a:pt x="7173" y="1844"/>
                  </a:cubicBezTo>
                  <a:lnTo>
                    <a:pt x="8146" y="2584"/>
                  </a:lnTo>
                  <a:cubicBezTo>
                    <a:pt x="8191" y="2619"/>
                    <a:pt x="8238" y="2634"/>
                    <a:pt x="8283" y="2634"/>
                  </a:cubicBezTo>
                  <a:cubicBezTo>
                    <a:pt x="8475" y="2634"/>
                    <a:pt x="8627" y="2354"/>
                    <a:pt x="8431" y="2209"/>
                  </a:cubicBezTo>
                  <a:lnTo>
                    <a:pt x="7459" y="1469"/>
                  </a:lnTo>
                  <a:cubicBezTo>
                    <a:pt x="6994" y="1113"/>
                    <a:pt x="7350" y="463"/>
                    <a:pt x="7807" y="463"/>
                  </a:cubicBezTo>
                  <a:cubicBezTo>
                    <a:pt x="7911" y="463"/>
                    <a:pt x="8021" y="497"/>
                    <a:pt x="8128" y="577"/>
                  </a:cubicBezTo>
                  <a:lnTo>
                    <a:pt x="10876" y="2673"/>
                  </a:lnTo>
                  <a:lnTo>
                    <a:pt x="12678" y="4047"/>
                  </a:lnTo>
                  <a:lnTo>
                    <a:pt x="12009" y="4930"/>
                  </a:lnTo>
                  <a:lnTo>
                    <a:pt x="9430" y="2968"/>
                  </a:lnTo>
                  <a:cubicBezTo>
                    <a:pt x="9385" y="2932"/>
                    <a:pt x="9338" y="2917"/>
                    <a:pt x="9293" y="2917"/>
                  </a:cubicBezTo>
                  <a:cubicBezTo>
                    <a:pt x="9101" y="2917"/>
                    <a:pt x="8949" y="3197"/>
                    <a:pt x="9145" y="3342"/>
                  </a:cubicBezTo>
                  <a:lnTo>
                    <a:pt x="13730" y="6839"/>
                  </a:lnTo>
                  <a:cubicBezTo>
                    <a:pt x="14013" y="7055"/>
                    <a:pt x="14357" y="7165"/>
                    <a:pt x="14706" y="7165"/>
                  </a:cubicBezTo>
                  <a:cubicBezTo>
                    <a:pt x="14776" y="7165"/>
                    <a:pt x="14847" y="7161"/>
                    <a:pt x="14917" y="7152"/>
                  </a:cubicBezTo>
                  <a:lnTo>
                    <a:pt x="14917" y="7152"/>
                  </a:lnTo>
                  <a:lnTo>
                    <a:pt x="13472" y="9052"/>
                  </a:lnTo>
                  <a:cubicBezTo>
                    <a:pt x="13342" y="9227"/>
                    <a:pt x="13501" y="9436"/>
                    <a:pt x="13673" y="9436"/>
                  </a:cubicBezTo>
                  <a:cubicBezTo>
                    <a:pt x="13736" y="9436"/>
                    <a:pt x="13802" y="9407"/>
                    <a:pt x="13855" y="9337"/>
                  </a:cubicBezTo>
                  <a:lnTo>
                    <a:pt x="15978" y="6536"/>
                  </a:lnTo>
                  <a:cubicBezTo>
                    <a:pt x="16496" y="5831"/>
                    <a:pt x="16371" y="4823"/>
                    <a:pt x="15666" y="4288"/>
                  </a:cubicBezTo>
                  <a:lnTo>
                    <a:pt x="11848" y="1389"/>
                  </a:lnTo>
                  <a:cubicBezTo>
                    <a:pt x="11800" y="1355"/>
                    <a:pt x="11751" y="1339"/>
                    <a:pt x="11704" y="1339"/>
                  </a:cubicBezTo>
                  <a:cubicBezTo>
                    <a:pt x="11638" y="1339"/>
                    <a:pt x="11575" y="1371"/>
                    <a:pt x="11518" y="1433"/>
                  </a:cubicBezTo>
                  <a:lnTo>
                    <a:pt x="10974" y="2156"/>
                  </a:lnTo>
                  <a:lnTo>
                    <a:pt x="8413" y="202"/>
                  </a:lnTo>
                  <a:cubicBezTo>
                    <a:pt x="8232" y="66"/>
                    <a:pt x="8015" y="1"/>
                    <a:pt x="7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7" name="Google Shape;4057;p70"/>
          <p:cNvGrpSpPr/>
          <p:nvPr/>
        </p:nvGrpSpPr>
        <p:grpSpPr>
          <a:xfrm>
            <a:off x="6177331" y="2173909"/>
            <a:ext cx="357833" cy="357634"/>
            <a:chOff x="6145296" y="2090462"/>
            <a:chExt cx="374263" cy="374055"/>
          </a:xfrm>
        </p:grpSpPr>
        <p:sp>
          <p:nvSpPr>
            <p:cNvPr id="4058" name="Google Shape;4058;p70"/>
            <p:cNvSpPr/>
            <p:nvPr/>
          </p:nvSpPr>
          <p:spPr>
            <a:xfrm>
              <a:off x="6150467" y="2095425"/>
              <a:ext cx="363295" cy="363295"/>
            </a:xfrm>
            <a:custGeom>
              <a:avLst/>
              <a:gdLst/>
              <a:ahLst/>
              <a:cxnLst/>
              <a:rect l="l" t="t" r="r" b="b"/>
              <a:pathLst>
                <a:path w="15666" h="15666" extrusionOk="0">
                  <a:moveTo>
                    <a:pt x="1311" y="0"/>
                  </a:moveTo>
                  <a:cubicBezTo>
                    <a:pt x="589" y="0"/>
                    <a:pt x="0" y="589"/>
                    <a:pt x="0" y="1320"/>
                  </a:cubicBezTo>
                  <a:lnTo>
                    <a:pt x="0" y="14345"/>
                  </a:lnTo>
                  <a:cubicBezTo>
                    <a:pt x="0" y="15077"/>
                    <a:pt x="589" y="15665"/>
                    <a:pt x="1311" y="15665"/>
                  </a:cubicBezTo>
                  <a:lnTo>
                    <a:pt x="14345" y="15665"/>
                  </a:lnTo>
                  <a:cubicBezTo>
                    <a:pt x="15077" y="15665"/>
                    <a:pt x="15665" y="15077"/>
                    <a:pt x="15665" y="14345"/>
                  </a:cubicBezTo>
                  <a:lnTo>
                    <a:pt x="15665" y="1320"/>
                  </a:lnTo>
                  <a:cubicBezTo>
                    <a:pt x="15665" y="589"/>
                    <a:pt x="15077" y="0"/>
                    <a:pt x="143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70"/>
            <p:cNvSpPr/>
            <p:nvPr/>
          </p:nvSpPr>
          <p:spPr>
            <a:xfrm>
              <a:off x="6150467" y="2095425"/>
              <a:ext cx="363295" cy="90627"/>
            </a:xfrm>
            <a:custGeom>
              <a:avLst/>
              <a:gdLst/>
              <a:ahLst/>
              <a:cxnLst/>
              <a:rect l="l" t="t" r="r" b="b"/>
              <a:pathLst>
                <a:path w="15666" h="3908" extrusionOk="0">
                  <a:moveTo>
                    <a:pt x="1311" y="0"/>
                  </a:moveTo>
                  <a:cubicBezTo>
                    <a:pt x="589" y="0"/>
                    <a:pt x="0" y="589"/>
                    <a:pt x="0" y="1320"/>
                  </a:cubicBezTo>
                  <a:lnTo>
                    <a:pt x="0" y="3908"/>
                  </a:lnTo>
                  <a:lnTo>
                    <a:pt x="15665" y="3908"/>
                  </a:lnTo>
                  <a:lnTo>
                    <a:pt x="15665" y="1320"/>
                  </a:lnTo>
                  <a:cubicBezTo>
                    <a:pt x="15665" y="589"/>
                    <a:pt x="15077" y="0"/>
                    <a:pt x="143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70"/>
            <p:cNvSpPr/>
            <p:nvPr/>
          </p:nvSpPr>
          <p:spPr>
            <a:xfrm>
              <a:off x="6191631" y="2223695"/>
              <a:ext cx="46357" cy="46357"/>
            </a:xfrm>
            <a:custGeom>
              <a:avLst/>
              <a:gdLst/>
              <a:ahLst/>
              <a:cxnLst/>
              <a:rect l="l" t="t" r="r" b="b"/>
              <a:pathLst>
                <a:path w="1999" h="1999" extrusionOk="0">
                  <a:moveTo>
                    <a:pt x="1000" y="0"/>
                  </a:moveTo>
                  <a:cubicBezTo>
                    <a:pt x="446" y="0"/>
                    <a:pt x="0" y="446"/>
                    <a:pt x="0" y="999"/>
                  </a:cubicBezTo>
                  <a:cubicBezTo>
                    <a:pt x="0" y="1552"/>
                    <a:pt x="446" y="1999"/>
                    <a:pt x="1000" y="1999"/>
                  </a:cubicBezTo>
                  <a:cubicBezTo>
                    <a:pt x="1553" y="1999"/>
                    <a:pt x="1999" y="1552"/>
                    <a:pt x="1999" y="999"/>
                  </a:cubicBezTo>
                  <a:cubicBezTo>
                    <a:pt x="1999" y="446"/>
                    <a:pt x="1553" y="0"/>
                    <a:pt x="1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70"/>
            <p:cNvSpPr/>
            <p:nvPr/>
          </p:nvSpPr>
          <p:spPr>
            <a:xfrm>
              <a:off x="6270040" y="2223695"/>
              <a:ext cx="46148" cy="46357"/>
            </a:xfrm>
            <a:custGeom>
              <a:avLst/>
              <a:gdLst/>
              <a:ahLst/>
              <a:cxnLst/>
              <a:rect l="l" t="t" r="r" b="b"/>
              <a:pathLst>
                <a:path w="1990" h="1999" extrusionOk="0">
                  <a:moveTo>
                    <a:pt x="991" y="0"/>
                  </a:moveTo>
                  <a:cubicBezTo>
                    <a:pt x="446" y="0"/>
                    <a:pt x="0" y="446"/>
                    <a:pt x="0" y="999"/>
                  </a:cubicBezTo>
                  <a:cubicBezTo>
                    <a:pt x="0" y="1552"/>
                    <a:pt x="446" y="1999"/>
                    <a:pt x="991" y="1999"/>
                  </a:cubicBezTo>
                  <a:cubicBezTo>
                    <a:pt x="1544" y="1999"/>
                    <a:pt x="1990" y="1552"/>
                    <a:pt x="1990" y="999"/>
                  </a:cubicBezTo>
                  <a:cubicBezTo>
                    <a:pt x="1990" y="446"/>
                    <a:pt x="1544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70"/>
            <p:cNvSpPr/>
            <p:nvPr/>
          </p:nvSpPr>
          <p:spPr>
            <a:xfrm>
              <a:off x="6348240" y="2223695"/>
              <a:ext cx="46148" cy="46357"/>
            </a:xfrm>
            <a:custGeom>
              <a:avLst/>
              <a:gdLst/>
              <a:ahLst/>
              <a:cxnLst/>
              <a:rect l="l" t="t" r="r" b="b"/>
              <a:pathLst>
                <a:path w="1990" h="1999" extrusionOk="0">
                  <a:moveTo>
                    <a:pt x="1000" y="0"/>
                  </a:moveTo>
                  <a:cubicBezTo>
                    <a:pt x="447" y="0"/>
                    <a:pt x="1" y="446"/>
                    <a:pt x="1" y="999"/>
                  </a:cubicBezTo>
                  <a:cubicBezTo>
                    <a:pt x="1" y="1552"/>
                    <a:pt x="447" y="1999"/>
                    <a:pt x="1000" y="1999"/>
                  </a:cubicBezTo>
                  <a:cubicBezTo>
                    <a:pt x="1544" y="1999"/>
                    <a:pt x="1990" y="1552"/>
                    <a:pt x="1990" y="999"/>
                  </a:cubicBezTo>
                  <a:cubicBezTo>
                    <a:pt x="1990" y="446"/>
                    <a:pt x="1544" y="0"/>
                    <a:pt x="1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70"/>
            <p:cNvSpPr/>
            <p:nvPr/>
          </p:nvSpPr>
          <p:spPr>
            <a:xfrm>
              <a:off x="6426440" y="2223695"/>
              <a:ext cx="46380" cy="46357"/>
            </a:xfrm>
            <a:custGeom>
              <a:avLst/>
              <a:gdLst/>
              <a:ahLst/>
              <a:cxnLst/>
              <a:rect l="l" t="t" r="r" b="b"/>
              <a:pathLst>
                <a:path w="2000" h="1999" extrusionOk="0">
                  <a:moveTo>
                    <a:pt x="1000" y="0"/>
                  </a:moveTo>
                  <a:cubicBezTo>
                    <a:pt x="447" y="0"/>
                    <a:pt x="1" y="446"/>
                    <a:pt x="1" y="999"/>
                  </a:cubicBezTo>
                  <a:cubicBezTo>
                    <a:pt x="1" y="1552"/>
                    <a:pt x="447" y="1999"/>
                    <a:pt x="1000" y="1999"/>
                  </a:cubicBezTo>
                  <a:cubicBezTo>
                    <a:pt x="1553" y="1999"/>
                    <a:pt x="1999" y="1552"/>
                    <a:pt x="1999" y="999"/>
                  </a:cubicBezTo>
                  <a:cubicBezTo>
                    <a:pt x="1999" y="446"/>
                    <a:pt x="1553" y="0"/>
                    <a:pt x="1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70"/>
            <p:cNvSpPr/>
            <p:nvPr/>
          </p:nvSpPr>
          <p:spPr>
            <a:xfrm>
              <a:off x="6191631" y="2298996"/>
              <a:ext cx="46357" cy="46148"/>
            </a:xfrm>
            <a:custGeom>
              <a:avLst/>
              <a:gdLst/>
              <a:ahLst/>
              <a:cxnLst/>
              <a:rect l="l" t="t" r="r" b="b"/>
              <a:pathLst>
                <a:path w="1999" h="1990" extrusionOk="0">
                  <a:moveTo>
                    <a:pt x="1000" y="0"/>
                  </a:moveTo>
                  <a:cubicBezTo>
                    <a:pt x="446" y="0"/>
                    <a:pt x="0" y="446"/>
                    <a:pt x="0" y="991"/>
                  </a:cubicBezTo>
                  <a:cubicBezTo>
                    <a:pt x="0" y="1544"/>
                    <a:pt x="446" y="1990"/>
                    <a:pt x="1000" y="1990"/>
                  </a:cubicBezTo>
                  <a:cubicBezTo>
                    <a:pt x="1553" y="1990"/>
                    <a:pt x="1999" y="1544"/>
                    <a:pt x="1999" y="991"/>
                  </a:cubicBezTo>
                  <a:cubicBezTo>
                    <a:pt x="1999" y="446"/>
                    <a:pt x="1553" y="0"/>
                    <a:pt x="1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70"/>
            <p:cNvSpPr/>
            <p:nvPr/>
          </p:nvSpPr>
          <p:spPr>
            <a:xfrm>
              <a:off x="6270040" y="2298996"/>
              <a:ext cx="46148" cy="46148"/>
            </a:xfrm>
            <a:custGeom>
              <a:avLst/>
              <a:gdLst/>
              <a:ahLst/>
              <a:cxnLst/>
              <a:rect l="l" t="t" r="r" b="b"/>
              <a:pathLst>
                <a:path w="1990" h="1990" extrusionOk="0">
                  <a:moveTo>
                    <a:pt x="991" y="0"/>
                  </a:moveTo>
                  <a:cubicBezTo>
                    <a:pt x="446" y="0"/>
                    <a:pt x="0" y="446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6"/>
                    <a:pt x="1544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70"/>
            <p:cNvSpPr/>
            <p:nvPr/>
          </p:nvSpPr>
          <p:spPr>
            <a:xfrm>
              <a:off x="6348240" y="2298996"/>
              <a:ext cx="46148" cy="46148"/>
            </a:xfrm>
            <a:custGeom>
              <a:avLst/>
              <a:gdLst/>
              <a:ahLst/>
              <a:cxnLst/>
              <a:rect l="l" t="t" r="r" b="b"/>
              <a:pathLst>
                <a:path w="1990" h="1990" extrusionOk="0">
                  <a:moveTo>
                    <a:pt x="1000" y="0"/>
                  </a:moveTo>
                  <a:cubicBezTo>
                    <a:pt x="447" y="0"/>
                    <a:pt x="1" y="446"/>
                    <a:pt x="1" y="991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6"/>
                    <a:pt x="1544" y="0"/>
                    <a:pt x="1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70"/>
            <p:cNvSpPr/>
            <p:nvPr/>
          </p:nvSpPr>
          <p:spPr>
            <a:xfrm>
              <a:off x="6426440" y="2298996"/>
              <a:ext cx="46380" cy="46148"/>
            </a:xfrm>
            <a:custGeom>
              <a:avLst/>
              <a:gdLst/>
              <a:ahLst/>
              <a:cxnLst/>
              <a:rect l="l" t="t" r="r" b="b"/>
              <a:pathLst>
                <a:path w="2000" h="1990" extrusionOk="0">
                  <a:moveTo>
                    <a:pt x="1000" y="0"/>
                  </a:moveTo>
                  <a:cubicBezTo>
                    <a:pt x="447" y="0"/>
                    <a:pt x="1" y="446"/>
                    <a:pt x="1" y="991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53" y="1990"/>
                    <a:pt x="1999" y="1544"/>
                    <a:pt x="1999" y="991"/>
                  </a:cubicBezTo>
                  <a:cubicBezTo>
                    <a:pt x="1999" y="446"/>
                    <a:pt x="1553" y="0"/>
                    <a:pt x="1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70"/>
            <p:cNvSpPr/>
            <p:nvPr/>
          </p:nvSpPr>
          <p:spPr>
            <a:xfrm>
              <a:off x="6191631" y="2374088"/>
              <a:ext cx="46357" cy="46380"/>
            </a:xfrm>
            <a:custGeom>
              <a:avLst/>
              <a:gdLst/>
              <a:ahLst/>
              <a:cxnLst/>
              <a:rect l="l" t="t" r="r" b="b"/>
              <a:pathLst>
                <a:path w="1999" h="2000" extrusionOk="0">
                  <a:moveTo>
                    <a:pt x="1000" y="1"/>
                  </a:moveTo>
                  <a:cubicBezTo>
                    <a:pt x="446" y="1"/>
                    <a:pt x="0" y="447"/>
                    <a:pt x="0" y="1000"/>
                  </a:cubicBezTo>
                  <a:cubicBezTo>
                    <a:pt x="0" y="1553"/>
                    <a:pt x="446" y="1999"/>
                    <a:pt x="1000" y="1999"/>
                  </a:cubicBezTo>
                  <a:cubicBezTo>
                    <a:pt x="1553" y="1999"/>
                    <a:pt x="1999" y="1553"/>
                    <a:pt x="1999" y="1000"/>
                  </a:cubicBezTo>
                  <a:cubicBezTo>
                    <a:pt x="1999" y="447"/>
                    <a:pt x="1553" y="1"/>
                    <a:pt x="10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70"/>
            <p:cNvSpPr/>
            <p:nvPr/>
          </p:nvSpPr>
          <p:spPr>
            <a:xfrm>
              <a:off x="6270040" y="2374088"/>
              <a:ext cx="46148" cy="46380"/>
            </a:xfrm>
            <a:custGeom>
              <a:avLst/>
              <a:gdLst/>
              <a:ahLst/>
              <a:cxnLst/>
              <a:rect l="l" t="t" r="r" b="b"/>
              <a:pathLst>
                <a:path w="1990" h="2000" extrusionOk="0">
                  <a:moveTo>
                    <a:pt x="991" y="1"/>
                  </a:moveTo>
                  <a:cubicBezTo>
                    <a:pt x="446" y="1"/>
                    <a:pt x="0" y="447"/>
                    <a:pt x="0" y="1000"/>
                  </a:cubicBezTo>
                  <a:cubicBezTo>
                    <a:pt x="0" y="1553"/>
                    <a:pt x="446" y="1999"/>
                    <a:pt x="991" y="1999"/>
                  </a:cubicBezTo>
                  <a:cubicBezTo>
                    <a:pt x="1544" y="1999"/>
                    <a:pt x="1990" y="1553"/>
                    <a:pt x="1990" y="1000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70"/>
            <p:cNvSpPr/>
            <p:nvPr/>
          </p:nvSpPr>
          <p:spPr>
            <a:xfrm>
              <a:off x="6348240" y="2374088"/>
              <a:ext cx="46148" cy="46380"/>
            </a:xfrm>
            <a:custGeom>
              <a:avLst/>
              <a:gdLst/>
              <a:ahLst/>
              <a:cxnLst/>
              <a:rect l="l" t="t" r="r" b="b"/>
              <a:pathLst>
                <a:path w="1990" h="2000" extrusionOk="0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53"/>
                    <a:pt x="447" y="1999"/>
                    <a:pt x="1000" y="1999"/>
                  </a:cubicBezTo>
                  <a:cubicBezTo>
                    <a:pt x="1544" y="1999"/>
                    <a:pt x="1990" y="1553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70"/>
            <p:cNvSpPr/>
            <p:nvPr/>
          </p:nvSpPr>
          <p:spPr>
            <a:xfrm>
              <a:off x="6426440" y="2374088"/>
              <a:ext cx="46380" cy="46380"/>
            </a:xfrm>
            <a:custGeom>
              <a:avLst/>
              <a:gdLst/>
              <a:ahLst/>
              <a:cxnLst/>
              <a:rect l="l" t="t" r="r" b="b"/>
              <a:pathLst>
                <a:path w="2000" h="2000" extrusionOk="0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53"/>
                    <a:pt x="447" y="1999"/>
                    <a:pt x="1000" y="1999"/>
                  </a:cubicBezTo>
                  <a:cubicBezTo>
                    <a:pt x="1553" y="1999"/>
                    <a:pt x="1999" y="1553"/>
                    <a:pt x="1999" y="1000"/>
                  </a:cubicBezTo>
                  <a:cubicBezTo>
                    <a:pt x="1999" y="447"/>
                    <a:pt x="1553" y="1"/>
                    <a:pt x="10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70"/>
            <p:cNvSpPr/>
            <p:nvPr/>
          </p:nvSpPr>
          <p:spPr>
            <a:xfrm>
              <a:off x="6145296" y="2090462"/>
              <a:ext cx="374263" cy="374055"/>
            </a:xfrm>
            <a:custGeom>
              <a:avLst/>
              <a:gdLst/>
              <a:ahLst/>
              <a:cxnLst/>
              <a:rect l="l" t="t" r="r" b="b"/>
              <a:pathLst>
                <a:path w="16139" h="16130" extrusionOk="0">
                  <a:moveTo>
                    <a:pt x="15665" y="4345"/>
                  </a:moveTo>
                  <a:lnTo>
                    <a:pt x="15665" y="14550"/>
                  </a:lnTo>
                  <a:cubicBezTo>
                    <a:pt x="15665" y="15139"/>
                    <a:pt x="15184" y="15630"/>
                    <a:pt x="14586" y="15630"/>
                  </a:cubicBezTo>
                  <a:lnTo>
                    <a:pt x="1552" y="15630"/>
                  </a:lnTo>
                  <a:cubicBezTo>
                    <a:pt x="955" y="15630"/>
                    <a:pt x="473" y="15139"/>
                    <a:pt x="473" y="14550"/>
                  </a:cubicBezTo>
                  <a:lnTo>
                    <a:pt x="473" y="4345"/>
                  </a:lnTo>
                  <a:close/>
                  <a:moveTo>
                    <a:pt x="1552" y="0"/>
                  </a:moveTo>
                  <a:cubicBezTo>
                    <a:pt x="696" y="0"/>
                    <a:pt x="0" y="687"/>
                    <a:pt x="0" y="1543"/>
                  </a:cubicBezTo>
                  <a:lnTo>
                    <a:pt x="0" y="14577"/>
                  </a:lnTo>
                  <a:cubicBezTo>
                    <a:pt x="0" y="15433"/>
                    <a:pt x="696" y="16129"/>
                    <a:pt x="1552" y="16129"/>
                  </a:cubicBezTo>
                  <a:lnTo>
                    <a:pt x="14586" y="16129"/>
                  </a:lnTo>
                  <a:cubicBezTo>
                    <a:pt x="15442" y="16129"/>
                    <a:pt x="16138" y="15433"/>
                    <a:pt x="16138" y="14577"/>
                  </a:cubicBezTo>
                  <a:lnTo>
                    <a:pt x="16138" y="1543"/>
                  </a:lnTo>
                  <a:cubicBezTo>
                    <a:pt x="16138" y="696"/>
                    <a:pt x="15442" y="0"/>
                    <a:pt x="14586" y="0"/>
                  </a:cubicBezTo>
                  <a:lnTo>
                    <a:pt x="3711" y="0"/>
                  </a:lnTo>
                  <a:cubicBezTo>
                    <a:pt x="3595" y="0"/>
                    <a:pt x="3488" y="89"/>
                    <a:pt x="3479" y="214"/>
                  </a:cubicBezTo>
                  <a:cubicBezTo>
                    <a:pt x="3479" y="339"/>
                    <a:pt x="3577" y="437"/>
                    <a:pt x="3702" y="437"/>
                  </a:cubicBezTo>
                  <a:lnTo>
                    <a:pt x="14586" y="437"/>
                  </a:lnTo>
                  <a:cubicBezTo>
                    <a:pt x="15184" y="437"/>
                    <a:pt x="15665" y="919"/>
                    <a:pt x="15665" y="1517"/>
                  </a:cubicBezTo>
                  <a:lnTo>
                    <a:pt x="15665" y="3872"/>
                  </a:lnTo>
                  <a:lnTo>
                    <a:pt x="473" y="3872"/>
                  </a:lnTo>
                  <a:lnTo>
                    <a:pt x="473" y="714"/>
                  </a:lnTo>
                  <a:cubicBezTo>
                    <a:pt x="473" y="580"/>
                    <a:pt x="589" y="473"/>
                    <a:pt x="723" y="473"/>
                  </a:cubicBezTo>
                  <a:lnTo>
                    <a:pt x="2551" y="473"/>
                  </a:lnTo>
                  <a:cubicBezTo>
                    <a:pt x="2569" y="473"/>
                    <a:pt x="2578" y="464"/>
                    <a:pt x="2587" y="455"/>
                  </a:cubicBezTo>
                  <a:cubicBezTo>
                    <a:pt x="2801" y="250"/>
                    <a:pt x="2659" y="0"/>
                    <a:pt x="2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70"/>
            <p:cNvSpPr/>
            <p:nvPr/>
          </p:nvSpPr>
          <p:spPr>
            <a:xfrm>
              <a:off x="6186251" y="2218314"/>
              <a:ext cx="57117" cy="57117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232" y="473"/>
                  </a:moveTo>
                  <a:cubicBezTo>
                    <a:pt x="1651" y="473"/>
                    <a:pt x="1990" y="812"/>
                    <a:pt x="1990" y="1231"/>
                  </a:cubicBezTo>
                  <a:cubicBezTo>
                    <a:pt x="1990" y="1651"/>
                    <a:pt x="1651" y="1990"/>
                    <a:pt x="1232" y="1990"/>
                  </a:cubicBezTo>
                  <a:cubicBezTo>
                    <a:pt x="812" y="1990"/>
                    <a:pt x="473" y="1651"/>
                    <a:pt x="473" y="1231"/>
                  </a:cubicBezTo>
                  <a:cubicBezTo>
                    <a:pt x="473" y="812"/>
                    <a:pt x="812" y="473"/>
                    <a:pt x="1232" y="473"/>
                  </a:cubicBezTo>
                  <a:close/>
                  <a:moveTo>
                    <a:pt x="1232" y="0"/>
                  </a:moveTo>
                  <a:cubicBezTo>
                    <a:pt x="554" y="0"/>
                    <a:pt x="0" y="553"/>
                    <a:pt x="0" y="1231"/>
                  </a:cubicBezTo>
                  <a:cubicBezTo>
                    <a:pt x="0" y="1909"/>
                    <a:pt x="554" y="2462"/>
                    <a:pt x="1232" y="2462"/>
                  </a:cubicBezTo>
                  <a:cubicBezTo>
                    <a:pt x="1910" y="2462"/>
                    <a:pt x="2463" y="1909"/>
                    <a:pt x="2463" y="1231"/>
                  </a:cubicBezTo>
                  <a:cubicBezTo>
                    <a:pt x="2463" y="553"/>
                    <a:pt x="1910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70"/>
            <p:cNvSpPr/>
            <p:nvPr/>
          </p:nvSpPr>
          <p:spPr>
            <a:xfrm>
              <a:off x="6264451" y="2218314"/>
              <a:ext cx="57117" cy="57117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232" y="473"/>
                  </a:moveTo>
                  <a:cubicBezTo>
                    <a:pt x="1651" y="473"/>
                    <a:pt x="1990" y="812"/>
                    <a:pt x="1990" y="1231"/>
                  </a:cubicBezTo>
                  <a:cubicBezTo>
                    <a:pt x="1990" y="1651"/>
                    <a:pt x="1651" y="1990"/>
                    <a:pt x="1232" y="1990"/>
                  </a:cubicBezTo>
                  <a:cubicBezTo>
                    <a:pt x="812" y="1990"/>
                    <a:pt x="473" y="1651"/>
                    <a:pt x="473" y="1231"/>
                  </a:cubicBezTo>
                  <a:cubicBezTo>
                    <a:pt x="473" y="812"/>
                    <a:pt x="812" y="473"/>
                    <a:pt x="1232" y="473"/>
                  </a:cubicBezTo>
                  <a:close/>
                  <a:moveTo>
                    <a:pt x="1232" y="0"/>
                  </a:moveTo>
                  <a:cubicBezTo>
                    <a:pt x="554" y="0"/>
                    <a:pt x="1" y="553"/>
                    <a:pt x="1" y="1231"/>
                  </a:cubicBezTo>
                  <a:cubicBezTo>
                    <a:pt x="1" y="1909"/>
                    <a:pt x="554" y="2462"/>
                    <a:pt x="1232" y="2462"/>
                  </a:cubicBezTo>
                  <a:cubicBezTo>
                    <a:pt x="1910" y="2462"/>
                    <a:pt x="2463" y="1909"/>
                    <a:pt x="2463" y="1231"/>
                  </a:cubicBezTo>
                  <a:cubicBezTo>
                    <a:pt x="2463" y="553"/>
                    <a:pt x="1910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70"/>
            <p:cNvSpPr/>
            <p:nvPr/>
          </p:nvSpPr>
          <p:spPr>
            <a:xfrm>
              <a:off x="6342651" y="2218314"/>
              <a:ext cx="57326" cy="57117"/>
            </a:xfrm>
            <a:custGeom>
              <a:avLst/>
              <a:gdLst/>
              <a:ahLst/>
              <a:cxnLst/>
              <a:rect l="l" t="t" r="r" b="b"/>
              <a:pathLst>
                <a:path w="2472" h="2463" extrusionOk="0">
                  <a:moveTo>
                    <a:pt x="1241" y="473"/>
                  </a:moveTo>
                  <a:cubicBezTo>
                    <a:pt x="1660" y="473"/>
                    <a:pt x="1999" y="812"/>
                    <a:pt x="1999" y="1231"/>
                  </a:cubicBezTo>
                  <a:cubicBezTo>
                    <a:pt x="1999" y="1651"/>
                    <a:pt x="1660" y="1990"/>
                    <a:pt x="1241" y="1990"/>
                  </a:cubicBezTo>
                  <a:cubicBezTo>
                    <a:pt x="821" y="1990"/>
                    <a:pt x="474" y="1651"/>
                    <a:pt x="474" y="1231"/>
                  </a:cubicBezTo>
                  <a:cubicBezTo>
                    <a:pt x="474" y="812"/>
                    <a:pt x="821" y="473"/>
                    <a:pt x="1241" y="473"/>
                  </a:cubicBezTo>
                  <a:close/>
                  <a:moveTo>
                    <a:pt x="1241" y="0"/>
                  </a:moveTo>
                  <a:cubicBezTo>
                    <a:pt x="554" y="0"/>
                    <a:pt x="1" y="553"/>
                    <a:pt x="1" y="1231"/>
                  </a:cubicBezTo>
                  <a:cubicBezTo>
                    <a:pt x="1" y="1909"/>
                    <a:pt x="554" y="2462"/>
                    <a:pt x="1241" y="2462"/>
                  </a:cubicBezTo>
                  <a:cubicBezTo>
                    <a:pt x="1919" y="2462"/>
                    <a:pt x="2472" y="1909"/>
                    <a:pt x="2472" y="1231"/>
                  </a:cubicBezTo>
                  <a:cubicBezTo>
                    <a:pt x="2472" y="553"/>
                    <a:pt x="1919" y="0"/>
                    <a:pt x="1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70"/>
            <p:cNvSpPr/>
            <p:nvPr/>
          </p:nvSpPr>
          <p:spPr>
            <a:xfrm>
              <a:off x="6421060" y="2218314"/>
              <a:ext cx="57117" cy="57117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232" y="473"/>
                  </a:moveTo>
                  <a:cubicBezTo>
                    <a:pt x="1651" y="473"/>
                    <a:pt x="1990" y="812"/>
                    <a:pt x="1990" y="1231"/>
                  </a:cubicBezTo>
                  <a:cubicBezTo>
                    <a:pt x="1990" y="1651"/>
                    <a:pt x="1651" y="1990"/>
                    <a:pt x="1232" y="1990"/>
                  </a:cubicBezTo>
                  <a:cubicBezTo>
                    <a:pt x="813" y="1990"/>
                    <a:pt x="474" y="1651"/>
                    <a:pt x="474" y="1231"/>
                  </a:cubicBezTo>
                  <a:cubicBezTo>
                    <a:pt x="474" y="812"/>
                    <a:pt x="813" y="473"/>
                    <a:pt x="1232" y="473"/>
                  </a:cubicBezTo>
                  <a:close/>
                  <a:moveTo>
                    <a:pt x="1232" y="0"/>
                  </a:moveTo>
                  <a:cubicBezTo>
                    <a:pt x="554" y="0"/>
                    <a:pt x="1" y="553"/>
                    <a:pt x="1" y="1231"/>
                  </a:cubicBezTo>
                  <a:cubicBezTo>
                    <a:pt x="1" y="1909"/>
                    <a:pt x="554" y="2462"/>
                    <a:pt x="1232" y="2462"/>
                  </a:cubicBezTo>
                  <a:cubicBezTo>
                    <a:pt x="1910" y="2462"/>
                    <a:pt x="2463" y="1909"/>
                    <a:pt x="2463" y="1231"/>
                  </a:cubicBezTo>
                  <a:cubicBezTo>
                    <a:pt x="2463" y="553"/>
                    <a:pt x="1910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70"/>
            <p:cNvSpPr/>
            <p:nvPr/>
          </p:nvSpPr>
          <p:spPr>
            <a:xfrm>
              <a:off x="6186251" y="2293407"/>
              <a:ext cx="57117" cy="57326"/>
            </a:xfrm>
            <a:custGeom>
              <a:avLst/>
              <a:gdLst/>
              <a:ahLst/>
              <a:cxnLst/>
              <a:rect l="l" t="t" r="r" b="b"/>
              <a:pathLst>
                <a:path w="2463" h="2472" extrusionOk="0">
                  <a:moveTo>
                    <a:pt x="1232" y="473"/>
                  </a:moveTo>
                  <a:cubicBezTo>
                    <a:pt x="1651" y="473"/>
                    <a:pt x="1990" y="812"/>
                    <a:pt x="1990" y="1232"/>
                  </a:cubicBezTo>
                  <a:cubicBezTo>
                    <a:pt x="1990" y="1651"/>
                    <a:pt x="1651" y="1999"/>
                    <a:pt x="1232" y="1999"/>
                  </a:cubicBezTo>
                  <a:cubicBezTo>
                    <a:pt x="812" y="1999"/>
                    <a:pt x="473" y="1651"/>
                    <a:pt x="473" y="1232"/>
                  </a:cubicBezTo>
                  <a:cubicBezTo>
                    <a:pt x="473" y="812"/>
                    <a:pt x="812" y="473"/>
                    <a:pt x="1232" y="473"/>
                  </a:cubicBezTo>
                  <a:close/>
                  <a:moveTo>
                    <a:pt x="1232" y="1"/>
                  </a:moveTo>
                  <a:cubicBezTo>
                    <a:pt x="554" y="1"/>
                    <a:pt x="0" y="554"/>
                    <a:pt x="0" y="1232"/>
                  </a:cubicBezTo>
                  <a:cubicBezTo>
                    <a:pt x="0" y="1919"/>
                    <a:pt x="554" y="2472"/>
                    <a:pt x="1232" y="2472"/>
                  </a:cubicBezTo>
                  <a:cubicBezTo>
                    <a:pt x="1910" y="2472"/>
                    <a:pt x="2463" y="1919"/>
                    <a:pt x="2463" y="1232"/>
                  </a:cubicBezTo>
                  <a:cubicBezTo>
                    <a:pt x="2463" y="554"/>
                    <a:pt x="1910" y="1"/>
                    <a:pt x="1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70"/>
            <p:cNvSpPr/>
            <p:nvPr/>
          </p:nvSpPr>
          <p:spPr>
            <a:xfrm>
              <a:off x="6264451" y="2293407"/>
              <a:ext cx="57117" cy="57326"/>
            </a:xfrm>
            <a:custGeom>
              <a:avLst/>
              <a:gdLst/>
              <a:ahLst/>
              <a:cxnLst/>
              <a:rect l="l" t="t" r="r" b="b"/>
              <a:pathLst>
                <a:path w="2463" h="2472" extrusionOk="0">
                  <a:moveTo>
                    <a:pt x="1232" y="473"/>
                  </a:moveTo>
                  <a:cubicBezTo>
                    <a:pt x="1651" y="473"/>
                    <a:pt x="1990" y="812"/>
                    <a:pt x="1990" y="1232"/>
                  </a:cubicBezTo>
                  <a:cubicBezTo>
                    <a:pt x="1990" y="1651"/>
                    <a:pt x="1651" y="1999"/>
                    <a:pt x="1232" y="1999"/>
                  </a:cubicBezTo>
                  <a:cubicBezTo>
                    <a:pt x="812" y="1999"/>
                    <a:pt x="473" y="1651"/>
                    <a:pt x="473" y="1232"/>
                  </a:cubicBezTo>
                  <a:cubicBezTo>
                    <a:pt x="473" y="812"/>
                    <a:pt x="812" y="473"/>
                    <a:pt x="1232" y="473"/>
                  </a:cubicBezTo>
                  <a:close/>
                  <a:moveTo>
                    <a:pt x="1232" y="1"/>
                  </a:moveTo>
                  <a:cubicBezTo>
                    <a:pt x="554" y="1"/>
                    <a:pt x="1" y="554"/>
                    <a:pt x="1" y="1232"/>
                  </a:cubicBezTo>
                  <a:cubicBezTo>
                    <a:pt x="1" y="1919"/>
                    <a:pt x="554" y="2472"/>
                    <a:pt x="1232" y="2472"/>
                  </a:cubicBezTo>
                  <a:cubicBezTo>
                    <a:pt x="1910" y="2472"/>
                    <a:pt x="2463" y="1919"/>
                    <a:pt x="2463" y="1232"/>
                  </a:cubicBezTo>
                  <a:cubicBezTo>
                    <a:pt x="2463" y="554"/>
                    <a:pt x="1910" y="1"/>
                    <a:pt x="1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70"/>
            <p:cNvSpPr/>
            <p:nvPr/>
          </p:nvSpPr>
          <p:spPr>
            <a:xfrm>
              <a:off x="6342651" y="2293407"/>
              <a:ext cx="57326" cy="57326"/>
            </a:xfrm>
            <a:custGeom>
              <a:avLst/>
              <a:gdLst/>
              <a:ahLst/>
              <a:cxnLst/>
              <a:rect l="l" t="t" r="r" b="b"/>
              <a:pathLst>
                <a:path w="2472" h="2472" extrusionOk="0">
                  <a:moveTo>
                    <a:pt x="1241" y="473"/>
                  </a:moveTo>
                  <a:cubicBezTo>
                    <a:pt x="1660" y="473"/>
                    <a:pt x="1999" y="812"/>
                    <a:pt x="1999" y="1232"/>
                  </a:cubicBezTo>
                  <a:cubicBezTo>
                    <a:pt x="1999" y="1651"/>
                    <a:pt x="1660" y="1999"/>
                    <a:pt x="1241" y="1999"/>
                  </a:cubicBezTo>
                  <a:cubicBezTo>
                    <a:pt x="821" y="1999"/>
                    <a:pt x="474" y="1651"/>
                    <a:pt x="474" y="1232"/>
                  </a:cubicBezTo>
                  <a:cubicBezTo>
                    <a:pt x="474" y="812"/>
                    <a:pt x="821" y="473"/>
                    <a:pt x="1241" y="473"/>
                  </a:cubicBezTo>
                  <a:close/>
                  <a:moveTo>
                    <a:pt x="1241" y="1"/>
                  </a:moveTo>
                  <a:cubicBezTo>
                    <a:pt x="554" y="1"/>
                    <a:pt x="1" y="554"/>
                    <a:pt x="1" y="1232"/>
                  </a:cubicBezTo>
                  <a:cubicBezTo>
                    <a:pt x="1" y="1919"/>
                    <a:pt x="554" y="2472"/>
                    <a:pt x="1241" y="2472"/>
                  </a:cubicBezTo>
                  <a:cubicBezTo>
                    <a:pt x="1919" y="2472"/>
                    <a:pt x="2472" y="1919"/>
                    <a:pt x="2472" y="1232"/>
                  </a:cubicBezTo>
                  <a:cubicBezTo>
                    <a:pt x="2472" y="554"/>
                    <a:pt x="1919" y="1"/>
                    <a:pt x="1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70"/>
            <p:cNvSpPr/>
            <p:nvPr/>
          </p:nvSpPr>
          <p:spPr>
            <a:xfrm>
              <a:off x="6421060" y="2293407"/>
              <a:ext cx="57117" cy="57326"/>
            </a:xfrm>
            <a:custGeom>
              <a:avLst/>
              <a:gdLst/>
              <a:ahLst/>
              <a:cxnLst/>
              <a:rect l="l" t="t" r="r" b="b"/>
              <a:pathLst>
                <a:path w="2463" h="2472" extrusionOk="0">
                  <a:moveTo>
                    <a:pt x="1232" y="473"/>
                  </a:moveTo>
                  <a:cubicBezTo>
                    <a:pt x="1651" y="473"/>
                    <a:pt x="1990" y="812"/>
                    <a:pt x="1990" y="1232"/>
                  </a:cubicBezTo>
                  <a:cubicBezTo>
                    <a:pt x="1990" y="1651"/>
                    <a:pt x="1651" y="1999"/>
                    <a:pt x="1232" y="1999"/>
                  </a:cubicBezTo>
                  <a:cubicBezTo>
                    <a:pt x="813" y="1999"/>
                    <a:pt x="474" y="1651"/>
                    <a:pt x="474" y="1232"/>
                  </a:cubicBezTo>
                  <a:cubicBezTo>
                    <a:pt x="474" y="812"/>
                    <a:pt x="813" y="473"/>
                    <a:pt x="1232" y="473"/>
                  </a:cubicBezTo>
                  <a:close/>
                  <a:moveTo>
                    <a:pt x="1232" y="1"/>
                  </a:moveTo>
                  <a:cubicBezTo>
                    <a:pt x="554" y="1"/>
                    <a:pt x="1" y="554"/>
                    <a:pt x="1" y="1232"/>
                  </a:cubicBezTo>
                  <a:cubicBezTo>
                    <a:pt x="1" y="1919"/>
                    <a:pt x="554" y="2472"/>
                    <a:pt x="1232" y="2472"/>
                  </a:cubicBezTo>
                  <a:cubicBezTo>
                    <a:pt x="1910" y="2472"/>
                    <a:pt x="2463" y="1919"/>
                    <a:pt x="2463" y="1232"/>
                  </a:cubicBezTo>
                  <a:cubicBezTo>
                    <a:pt x="2463" y="554"/>
                    <a:pt x="1910" y="1"/>
                    <a:pt x="1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70"/>
            <p:cNvSpPr/>
            <p:nvPr/>
          </p:nvSpPr>
          <p:spPr>
            <a:xfrm>
              <a:off x="6186251" y="2368708"/>
              <a:ext cx="57117" cy="57140"/>
            </a:xfrm>
            <a:custGeom>
              <a:avLst/>
              <a:gdLst/>
              <a:ahLst/>
              <a:cxnLst/>
              <a:rect l="l" t="t" r="r" b="b"/>
              <a:pathLst>
                <a:path w="2463" h="2464" extrusionOk="0">
                  <a:moveTo>
                    <a:pt x="1232" y="474"/>
                  </a:moveTo>
                  <a:cubicBezTo>
                    <a:pt x="1651" y="474"/>
                    <a:pt x="1990" y="813"/>
                    <a:pt x="1990" y="1232"/>
                  </a:cubicBezTo>
                  <a:cubicBezTo>
                    <a:pt x="1990" y="1651"/>
                    <a:pt x="1651" y="1990"/>
                    <a:pt x="1232" y="1990"/>
                  </a:cubicBezTo>
                  <a:cubicBezTo>
                    <a:pt x="812" y="1990"/>
                    <a:pt x="473" y="1651"/>
                    <a:pt x="473" y="1232"/>
                  </a:cubicBezTo>
                  <a:cubicBezTo>
                    <a:pt x="473" y="813"/>
                    <a:pt x="812" y="474"/>
                    <a:pt x="1232" y="474"/>
                  </a:cubicBezTo>
                  <a:close/>
                  <a:moveTo>
                    <a:pt x="1232" y="1"/>
                  </a:moveTo>
                  <a:cubicBezTo>
                    <a:pt x="554" y="1"/>
                    <a:pt x="0" y="554"/>
                    <a:pt x="0" y="1232"/>
                  </a:cubicBezTo>
                  <a:cubicBezTo>
                    <a:pt x="0" y="1910"/>
                    <a:pt x="554" y="2463"/>
                    <a:pt x="1232" y="2463"/>
                  </a:cubicBezTo>
                  <a:cubicBezTo>
                    <a:pt x="1910" y="2463"/>
                    <a:pt x="2463" y="1910"/>
                    <a:pt x="2463" y="1232"/>
                  </a:cubicBezTo>
                  <a:cubicBezTo>
                    <a:pt x="2463" y="554"/>
                    <a:pt x="1910" y="1"/>
                    <a:pt x="1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70"/>
            <p:cNvSpPr/>
            <p:nvPr/>
          </p:nvSpPr>
          <p:spPr>
            <a:xfrm>
              <a:off x="6264451" y="2368708"/>
              <a:ext cx="57117" cy="57140"/>
            </a:xfrm>
            <a:custGeom>
              <a:avLst/>
              <a:gdLst/>
              <a:ahLst/>
              <a:cxnLst/>
              <a:rect l="l" t="t" r="r" b="b"/>
              <a:pathLst>
                <a:path w="2463" h="2464" extrusionOk="0">
                  <a:moveTo>
                    <a:pt x="1232" y="474"/>
                  </a:moveTo>
                  <a:cubicBezTo>
                    <a:pt x="1651" y="474"/>
                    <a:pt x="1990" y="813"/>
                    <a:pt x="1990" y="1232"/>
                  </a:cubicBezTo>
                  <a:cubicBezTo>
                    <a:pt x="1990" y="1651"/>
                    <a:pt x="1651" y="1990"/>
                    <a:pt x="1232" y="1990"/>
                  </a:cubicBezTo>
                  <a:cubicBezTo>
                    <a:pt x="812" y="1990"/>
                    <a:pt x="473" y="1651"/>
                    <a:pt x="473" y="1232"/>
                  </a:cubicBezTo>
                  <a:cubicBezTo>
                    <a:pt x="473" y="813"/>
                    <a:pt x="812" y="474"/>
                    <a:pt x="1232" y="474"/>
                  </a:cubicBezTo>
                  <a:close/>
                  <a:moveTo>
                    <a:pt x="1232" y="1"/>
                  </a:moveTo>
                  <a:cubicBezTo>
                    <a:pt x="554" y="1"/>
                    <a:pt x="1" y="554"/>
                    <a:pt x="1" y="1232"/>
                  </a:cubicBezTo>
                  <a:cubicBezTo>
                    <a:pt x="1" y="1910"/>
                    <a:pt x="554" y="2463"/>
                    <a:pt x="1232" y="2463"/>
                  </a:cubicBezTo>
                  <a:cubicBezTo>
                    <a:pt x="1910" y="2463"/>
                    <a:pt x="2463" y="1910"/>
                    <a:pt x="2463" y="1232"/>
                  </a:cubicBezTo>
                  <a:cubicBezTo>
                    <a:pt x="2463" y="554"/>
                    <a:pt x="1910" y="1"/>
                    <a:pt x="1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70"/>
            <p:cNvSpPr/>
            <p:nvPr/>
          </p:nvSpPr>
          <p:spPr>
            <a:xfrm>
              <a:off x="6342651" y="2368708"/>
              <a:ext cx="57326" cy="57140"/>
            </a:xfrm>
            <a:custGeom>
              <a:avLst/>
              <a:gdLst/>
              <a:ahLst/>
              <a:cxnLst/>
              <a:rect l="l" t="t" r="r" b="b"/>
              <a:pathLst>
                <a:path w="2472" h="2464" extrusionOk="0">
                  <a:moveTo>
                    <a:pt x="1241" y="474"/>
                  </a:moveTo>
                  <a:cubicBezTo>
                    <a:pt x="1660" y="474"/>
                    <a:pt x="1999" y="813"/>
                    <a:pt x="1999" y="1232"/>
                  </a:cubicBezTo>
                  <a:cubicBezTo>
                    <a:pt x="1999" y="1651"/>
                    <a:pt x="1660" y="1990"/>
                    <a:pt x="1241" y="1990"/>
                  </a:cubicBezTo>
                  <a:cubicBezTo>
                    <a:pt x="821" y="1990"/>
                    <a:pt x="474" y="1651"/>
                    <a:pt x="474" y="1232"/>
                  </a:cubicBezTo>
                  <a:cubicBezTo>
                    <a:pt x="474" y="813"/>
                    <a:pt x="821" y="474"/>
                    <a:pt x="1241" y="474"/>
                  </a:cubicBezTo>
                  <a:close/>
                  <a:moveTo>
                    <a:pt x="1241" y="1"/>
                  </a:moveTo>
                  <a:cubicBezTo>
                    <a:pt x="554" y="1"/>
                    <a:pt x="1" y="554"/>
                    <a:pt x="1" y="1232"/>
                  </a:cubicBezTo>
                  <a:cubicBezTo>
                    <a:pt x="1" y="1910"/>
                    <a:pt x="554" y="2463"/>
                    <a:pt x="1241" y="2463"/>
                  </a:cubicBezTo>
                  <a:cubicBezTo>
                    <a:pt x="1919" y="2463"/>
                    <a:pt x="2472" y="1910"/>
                    <a:pt x="2472" y="1232"/>
                  </a:cubicBezTo>
                  <a:cubicBezTo>
                    <a:pt x="2472" y="554"/>
                    <a:pt x="1919" y="1"/>
                    <a:pt x="1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70"/>
            <p:cNvSpPr/>
            <p:nvPr/>
          </p:nvSpPr>
          <p:spPr>
            <a:xfrm>
              <a:off x="6421060" y="2368708"/>
              <a:ext cx="57117" cy="57140"/>
            </a:xfrm>
            <a:custGeom>
              <a:avLst/>
              <a:gdLst/>
              <a:ahLst/>
              <a:cxnLst/>
              <a:rect l="l" t="t" r="r" b="b"/>
              <a:pathLst>
                <a:path w="2463" h="2464" extrusionOk="0">
                  <a:moveTo>
                    <a:pt x="1214" y="1"/>
                  </a:moveTo>
                  <a:cubicBezTo>
                    <a:pt x="545" y="10"/>
                    <a:pt x="1" y="563"/>
                    <a:pt x="1" y="1232"/>
                  </a:cubicBezTo>
                  <a:cubicBezTo>
                    <a:pt x="1" y="1910"/>
                    <a:pt x="554" y="2463"/>
                    <a:pt x="1232" y="2463"/>
                  </a:cubicBezTo>
                  <a:cubicBezTo>
                    <a:pt x="1910" y="2463"/>
                    <a:pt x="2463" y="1910"/>
                    <a:pt x="2463" y="1232"/>
                  </a:cubicBezTo>
                  <a:cubicBezTo>
                    <a:pt x="2463" y="1116"/>
                    <a:pt x="2445" y="1000"/>
                    <a:pt x="2418" y="893"/>
                  </a:cubicBezTo>
                  <a:cubicBezTo>
                    <a:pt x="2389" y="782"/>
                    <a:pt x="2292" y="714"/>
                    <a:pt x="2189" y="714"/>
                  </a:cubicBezTo>
                  <a:cubicBezTo>
                    <a:pt x="2167" y="714"/>
                    <a:pt x="2146" y="717"/>
                    <a:pt x="2124" y="723"/>
                  </a:cubicBezTo>
                  <a:cubicBezTo>
                    <a:pt x="1999" y="768"/>
                    <a:pt x="1928" y="893"/>
                    <a:pt x="1963" y="1018"/>
                  </a:cubicBezTo>
                  <a:cubicBezTo>
                    <a:pt x="1981" y="1089"/>
                    <a:pt x="1990" y="1161"/>
                    <a:pt x="1990" y="1232"/>
                  </a:cubicBezTo>
                  <a:cubicBezTo>
                    <a:pt x="1990" y="1651"/>
                    <a:pt x="1651" y="1990"/>
                    <a:pt x="1232" y="1990"/>
                  </a:cubicBezTo>
                  <a:cubicBezTo>
                    <a:pt x="813" y="1990"/>
                    <a:pt x="474" y="1651"/>
                    <a:pt x="474" y="1232"/>
                  </a:cubicBezTo>
                  <a:cubicBezTo>
                    <a:pt x="474" y="822"/>
                    <a:pt x="804" y="483"/>
                    <a:pt x="1223" y="474"/>
                  </a:cubicBezTo>
                  <a:cubicBezTo>
                    <a:pt x="1348" y="474"/>
                    <a:pt x="1455" y="367"/>
                    <a:pt x="1455" y="233"/>
                  </a:cubicBezTo>
                  <a:cubicBezTo>
                    <a:pt x="1446" y="99"/>
                    <a:pt x="1348" y="1"/>
                    <a:pt x="1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70"/>
            <p:cNvSpPr/>
            <p:nvPr/>
          </p:nvSpPr>
          <p:spPr>
            <a:xfrm>
              <a:off x="6243765" y="2134943"/>
              <a:ext cx="176893" cy="10969"/>
            </a:xfrm>
            <a:custGeom>
              <a:avLst/>
              <a:gdLst/>
              <a:ahLst/>
              <a:cxnLst/>
              <a:rect l="l" t="t" r="r" b="b"/>
              <a:pathLst>
                <a:path w="7628" h="473" extrusionOk="0">
                  <a:moveTo>
                    <a:pt x="259" y="0"/>
                  </a:moveTo>
                  <a:cubicBezTo>
                    <a:pt x="134" y="0"/>
                    <a:pt x="27" y="89"/>
                    <a:pt x="18" y="205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7378" y="473"/>
                  </a:lnTo>
                  <a:cubicBezTo>
                    <a:pt x="7521" y="473"/>
                    <a:pt x="7628" y="348"/>
                    <a:pt x="7610" y="205"/>
                  </a:cubicBezTo>
                  <a:cubicBezTo>
                    <a:pt x="7601" y="89"/>
                    <a:pt x="7485" y="0"/>
                    <a:pt x="7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6" name="Google Shape;4086;p70"/>
          <p:cNvGrpSpPr/>
          <p:nvPr/>
        </p:nvGrpSpPr>
        <p:grpSpPr>
          <a:xfrm>
            <a:off x="6177031" y="3259469"/>
            <a:ext cx="358432" cy="358033"/>
            <a:chOff x="6112805" y="3217985"/>
            <a:chExt cx="374890" cy="374472"/>
          </a:xfrm>
        </p:grpSpPr>
        <p:sp>
          <p:nvSpPr>
            <p:cNvPr id="4087" name="Google Shape;4087;p70"/>
            <p:cNvSpPr/>
            <p:nvPr/>
          </p:nvSpPr>
          <p:spPr>
            <a:xfrm>
              <a:off x="6376579" y="3417218"/>
              <a:ext cx="70985" cy="137795"/>
            </a:xfrm>
            <a:custGeom>
              <a:avLst/>
              <a:gdLst/>
              <a:ahLst/>
              <a:cxnLst/>
              <a:rect l="l" t="t" r="r" b="b"/>
              <a:pathLst>
                <a:path w="3061" h="5942" extrusionOk="0">
                  <a:moveTo>
                    <a:pt x="3061" y="0"/>
                  </a:moveTo>
                  <a:lnTo>
                    <a:pt x="1" y="1579"/>
                  </a:lnTo>
                  <a:lnTo>
                    <a:pt x="1" y="4363"/>
                  </a:lnTo>
                  <a:lnTo>
                    <a:pt x="3061" y="5942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70"/>
            <p:cNvSpPr/>
            <p:nvPr/>
          </p:nvSpPr>
          <p:spPr>
            <a:xfrm>
              <a:off x="6446732" y="3395488"/>
              <a:ext cx="35179" cy="181253"/>
            </a:xfrm>
            <a:custGeom>
              <a:avLst/>
              <a:gdLst/>
              <a:ahLst/>
              <a:cxnLst/>
              <a:rect l="l" t="t" r="r" b="b"/>
              <a:pathLst>
                <a:path w="1517" h="7816" extrusionOk="0">
                  <a:moveTo>
                    <a:pt x="758" y="1"/>
                  </a:moveTo>
                  <a:cubicBezTo>
                    <a:pt x="339" y="1"/>
                    <a:pt x="0" y="340"/>
                    <a:pt x="0" y="750"/>
                  </a:cubicBezTo>
                  <a:lnTo>
                    <a:pt x="0" y="7066"/>
                  </a:lnTo>
                  <a:cubicBezTo>
                    <a:pt x="0" y="7477"/>
                    <a:pt x="339" y="7816"/>
                    <a:pt x="758" y="7816"/>
                  </a:cubicBezTo>
                  <a:cubicBezTo>
                    <a:pt x="1178" y="7816"/>
                    <a:pt x="1517" y="7477"/>
                    <a:pt x="1517" y="7066"/>
                  </a:cubicBezTo>
                  <a:lnTo>
                    <a:pt x="1517" y="750"/>
                  </a:lnTo>
                  <a:cubicBezTo>
                    <a:pt x="1517" y="340"/>
                    <a:pt x="1178" y="1"/>
                    <a:pt x="7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70"/>
            <p:cNvSpPr/>
            <p:nvPr/>
          </p:nvSpPr>
          <p:spPr>
            <a:xfrm>
              <a:off x="6118603" y="3427353"/>
              <a:ext cx="27735" cy="55470"/>
            </a:xfrm>
            <a:custGeom>
              <a:avLst/>
              <a:gdLst/>
              <a:ahLst/>
              <a:cxnLst/>
              <a:rect l="l" t="t" r="r" b="b"/>
              <a:pathLst>
                <a:path w="1196" h="2392" extrusionOk="0">
                  <a:moveTo>
                    <a:pt x="759" y="1"/>
                  </a:moveTo>
                  <a:cubicBezTo>
                    <a:pt x="339" y="1"/>
                    <a:pt x="0" y="331"/>
                    <a:pt x="0" y="741"/>
                  </a:cubicBezTo>
                  <a:lnTo>
                    <a:pt x="0" y="1642"/>
                  </a:lnTo>
                  <a:cubicBezTo>
                    <a:pt x="0" y="2061"/>
                    <a:pt x="339" y="2391"/>
                    <a:pt x="759" y="2391"/>
                  </a:cubicBezTo>
                  <a:lnTo>
                    <a:pt x="1196" y="2391"/>
                  </a:lnTo>
                  <a:lnTo>
                    <a:pt x="11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70"/>
            <p:cNvSpPr/>
            <p:nvPr/>
          </p:nvSpPr>
          <p:spPr>
            <a:xfrm>
              <a:off x="6146316" y="3385563"/>
              <a:ext cx="230277" cy="201104"/>
            </a:xfrm>
            <a:custGeom>
              <a:avLst/>
              <a:gdLst/>
              <a:ahLst/>
              <a:cxnLst/>
              <a:rect l="l" t="t" r="r" b="b"/>
              <a:pathLst>
                <a:path w="9930" h="8672" extrusionOk="0">
                  <a:moveTo>
                    <a:pt x="1027" y="1"/>
                  </a:moveTo>
                  <a:cubicBezTo>
                    <a:pt x="465" y="1"/>
                    <a:pt x="1" y="464"/>
                    <a:pt x="1" y="1026"/>
                  </a:cubicBezTo>
                  <a:lnTo>
                    <a:pt x="1" y="7646"/>
                  </a:lnTo>
                  <a:cubicBezTo>
                    <a:pt x="1" y="8208"/>
                    <a:pt x="465" y="8672"/>
                    <a:pt x="1027" y="8672"/>
                  </a:cubicBezTo>
                  <a:lnTo>
                    <a:pt x="8904" y="8672"/>
                  </a:lnTo>
                  <a:cubicBezTo>
                    <a:pt x="9475" y="8672"/>
                    <a:pt x="9930" y="8208"/>
                    <a:pt x="9930" y="7646"/>
                  </a:cubicBezTo>
                  <a:lnTo>
                    <a:pt x="9930" y="1026"/>
                  </a:lnTo>
                  <a:cubicBezTo>
                    <a:pt x="9930" y="464"/>
                    <a:pt x="9475" y="1"/>
                    <a:pt x="89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70"/>
            <p:cNvSpPr/>
            <p:nvPr/>
          </p:nvSpPr>
          <p:spPr>
            <a:xfrm>
              <a:off x="6168672" y="3223365"/>
              <a:ext cx="185381" cy="214345"/>
            </a:xfrm>
            <a:custGeom>
              <a:avLst/>
              <a:gdLst/>
              <a:ahLst/>
              <a:cxnLst/>
              <a:rect l="l" t="t" r="r" b="b"/>
              <a:pathLst>
                <a:path w="7994" h="9243" extrusionOk="0">
                  <a:moveTo>
                    <a:pt x="3997" y="0"/>
                  </a:moveTo>
                  <a:cubicBezTo>
                    <a:pt x="1793" y="0"/>
                    <a:pt x="0" y="1794"/>
                    <a:pt x="0" y="3997"/>
                  </a:cubicBezTo>
                  <a:cubicBezTo>
                    <a:pt x="0" y="5933"/>
                    <a:pt x="1392" y="7548"/>
                    <a:pt x="3230" y="7913"/>
                  </a:cubicBezTo>
                  <a:lnTo>
                    <a:pt x="3997" y="9243"/>
                  </a:lnTo>
                  <a:lnTo>
                    <a:pt x="4764" y="7913"/>
                  </a:lnTo>
                  <a:cubicBezTo>
                    <a:pt x="6602" y="7548"/>
                    <a:pt x="7993" y="5933"/>
                    <a:pt x="7993" y="3997"/>
                  </a:cubicBezTo>
                  <a:cubicBezTo>
                    <a:pt x="7993" y="1794"/>
                    <a:pt x="6200" y="0"/>
                    <a:pt x="3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70"/>
            <p:cNvSpPr/>
            <p:nvPr/>
          </p:nvSpPr>
          <p:spPr>
            <a:xfrm>
              <a:off x="6200119" y="3266593"/>
              <a:ext cx="122490" cy="171119"/>
            </a:xfrm>
            <a:custGeom>
              <a:avLst/>
              <a:gdLst/>
              <a:ahLst/>
              <a:cxnLst/>
              <a:rect l="l" t="t" r="r" b="b"/>
              <a:pathLst>
                <a:path w="5282" h="7379" extrusionOk="0">
                  <a:moveTo>
                    <a:pt x="2641" y="1"/>
                  </a:moveTo>
                  <a:cubicBezTo>
                    <a:pt x="1677" y="1"/>
                    <a:pt x="892" y="786"/>
                    <a:pt x="892" y="1749"/>
                  </a:cubicBezTo>
                  <a:cubicBezTo>
                    <a:pt x="892" y="2445"/>
                    <a:pt x="1303" y="3052"/>
                    <a:pt x="1900" y="3328"/>
                  </a:cubicBezTo>
                  <a:cubicBezTo>
                    <a:pt x="1008" y="3569"/>
                    <a:pt x="295" y="4247"/>
                    <a:pt x="0" y="5122"/>
                  </a:cubicBezTo>
                  <a:cubicBezTo>
                    <a:pt x="518" y="5585"/>
                    <a:pt x="1160" y="5907"/>
                    <a:pt x="1874" y="6049"/>
                  </a:cubicBezTo>
                  <a:lnTo>
                    <a:pt x="2641" y="7379"/>
                  </a:lnTo>
                  <a:lnTo>
                    <a:pt x="3408" y="6049"/>
                  </a:lnTo>
                  <a:cubicBezTo>
                    <a:pt x="4122" y="5907"/>
                    <a:pt x="4764" y="5585"/>
                    <a:pt x="5281" y="5122"/>
                  </a:cubicBezTo>
                  <a:cubicBezTo>
                    <a:pt x="4987" y="4247"/>
                    <a:pt x="4273" y="3569"/>
                    <a:pt x="3381" y="3328"/>
                  </a:cubicBezTo>
                  <a:cubicBezTo>
                    <a:pt x="3979" y="3052"/>
                    <a:pt x="4389" y="2445"/>
                    <a:pt x="4389" y="1749"/>
                  </a:cubicBezTo>
                  <a:cubicBezTo>
                    <a:pt x="4389" y="786"/>
                    <a:pt x="3604" y="1"/>
                    <a:pt x="26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70"/>
            <p:cNvSpPr/>
            <p:nvPr/>
          </p:nvSpPr>
          <p:spPr>
            <a:xfrm>
              <a:off x="6112805" y="3217985"/>
              <a:ext cx="374890" cy="374472"/>
            </a:xfrm>
            <a:custGeom>
              <a:avLst/>
              <a:gdLst/>
              <a:ahLst/>
              <a:cxnLst/>
              <a:rect l="l" t="t" r="r" b="b"/>
              <a:pathLst>
                <a:path w="16166" h="16148" extrusionOk="0">
                  <a:moveTo>
                    <a:pt x="6406" y="2338"/>
                  </a:moveTo>
                  <a:cubicBezTo>
                    <a:pt x="7244" y="2338"/>
                    <a:pt x="7922" y="3016"/>
                    <a:pt x="7922" y="3845"/>
                  </a:cubicBezTo>
                  <a:cubicBezTo>
                    <a:pt x="7922" y="4425"/>
                    <a:pt x="7574" y="4961"/>
                    <a:pt x="7048" y="5210"/>
                  </a:cubicBezTo>
                  <a:cubicBezTo>
                    <a:pt x="6852" y="5300"/>
                    <a:pt x="6879" y="5594"/>
                    <a:pt x="7084" y="5647"/>
                  </a:cubicBezTo>
                  <a:cubicBezTo>
                    <a:pt x="7851" y="5862"/>
                    <a:pt x="8475" y="6415"/>
                    <a:pt x="8770" y="7146"/>
                  </a:cubicBezTo>
                  <a:cubicBezTo>
                    <a:pt x="8297" y="7530"/>
                    <a:pt x="7735" y="7789"/>
                    <a:pt x="7128" y="7913"/>
                  </a:cubicBezTo>
                  <a:cubicBezTo>
                    <a:pt x="7066" y="7922"/>
                    <a:pt x="7003" y="7967"/>
                    <a:pt x="6977" y="8020"/>
                  </a:cubicBezTo>
                  <a:lnTo>
                    <a:pt x="6406" y="9002"/>
                  </a:lnTo>
                  <a:lnTo>
                    <a:pt x="5844" y="8020"/>
                  </a:lnTo>
                  <a:cubicBezTo>
                    <a:pt x="5808" y="7967"/>
                    <a:pt x="5746" y="7922"/>
                    <a:pt x="5683" y="7913"/>
                  </a:cubicBezTo>
                  <a:cubicBezTo>
                    <a:pt x="5085" y="7789"/>
                    <a:pt x="4523" y="7530"/>
                    <a:pt x="4042" y="7146"/>
                  </a:cubicBezTo>
                  <a:cubicBezTo>
                    <a:pt x="4345" y="6415"/>
                    <a:pt x="4961" y="5862"/>
                    <a:pt x="5728" y="5647"/>
                  </a:cubicBezTo>
                  <a:cubicBezTo>
                    <a:pt x="5933" y="5594"/>
                    <a:pt x="5960" y="5300"/>
                    <a:pt x="5763" y="5210"/>
                  </a:cubicBezTo>
                  <a:cubicBezTo>
                    <a:pt x="5237" y="4961"/>
                    <a:pt x="4898" y="4425"/>
                    <a:pt x="4898" y="3845"/>
                  </a:cubicBezTo>
                  <a:cubicBezTo>
                    <a:pt x="4898" y="3016"/>
                    <a:pt x="5576" y="2338"/>
                    <a:pt x="6406" y="2338"/>
                  </a:cubicBezTo>
                  <a:close/>
                  <a:moveTo>
                    <a:pt x="1196" y="9243"/>
                  </a:moveTo>
                  <a:lnTo>
                    <a:pt x="1196" y="11170"/>
                  </a:lnTo>
                  <a:lnTo>
                    <a:pt x="991" y="11170"/>
                  </a:lnTo>
                  <a:cubicBezTo>
                    <a:pt x="705" y="11170"/>
                    <a:pt x="473" y="10938"/>
                    <a:pt x="473" y="10661"/>
                  </a:cubicBezTo>
                  <a:lnTo>
                    <a:pt x="473" y="9760"/>
                  </a:lnTo>
                  <a:cubicBezTo>
                    <a:pt x="473" y="9475"/>
                    <a:pt x="705" y="9243"/>
                    <a:pt x="991" y="9243"/>
                  </a:cubicBezTo>
                  <a:close/>
                  <a:moveTo>
                    <a:pt x="15175" y="7878"/>
                  </a:moveTo>
                  <a:cubicBezTo>
                    <a:pt x="15461" y="7878"/>
                    <a:pt x="15693" y="8110"/>
                    <a:pt x="15693" y="8395"/>
                  </a:cubicBezTo>
                  <a:lnTo>
                    <a:pt x="15693" y="14729"/>
                  </a:lnTo>
                  <a:cubicBezTo>
                    <a:pt x="15693" y="15015"/>
                    <a:pt x="15461" y="15246"/>
                    <a:pt x="15175" y="15246"/>
                  </a:cubicBezTo>
                  <a:cubicBezTo>
                    <a:pt x="14881" y="15246"/>
                    <a:pt x="14649" y="15015"/>
                    <a:pt x="14649" y="14729"/>
                  </a:cubicBezTo>
                  <a:lnTo>
                    <a:pt x="14649" y="13489"/>
                  </a:lnTo>
                  <a:cubicBezTo>
                    <a:pt x="14649" y="13333"/>
                    <a:pt x="14531" y="13255"/>
                    <a:pt x="14412" y="13255"/>
                  </a:cubicBezTo>
                  <a:cubicBezTo>
                    <a:pt x="14294" y="13255"/>
                    <a:pt x="14176" y="13333"/>
                    <a:pt x="14176" y="13489"/>
                  </a:cubicBezTo>
                  <a:lnTo>
                    <a:pt x="14176" y="14158"/>
                  </a:lnTo>
                  <a:lnTo>
                    <a:pt x="11598" y="12820"/>
                  </a:lnTo>
                  <a:lnTo>
                    <a:pt x="11598" y="10304"/>
                  </a:lnTo>
                  <a:lnTo>
                    <a:pt x="14176" y="8966"/>
                  </a:lnTo>
                  <a:lnTo>
                    <a:pt x="14176" y="12222"/>
                  </a:lnTo>
                  <a:cubicBezTo>
                    <a:pt x="14176" y="12378"/>
                    <a:pt x="14294" y="12456"/>
                    <a:pt x="14412" y="12456"/>
                  </a:cubicBezTo>
                  <a:cubicBezTo>
                    <a:pt x="14531" y="12456"/>
                    <a:pt x="14649" y="12378"/>
                    <a:pt x="14649" y="12222"/>
                  </a:cubicBezTo>
                  <a:lnTo>
                    <a:pt x="14649" y="8395"/>
                  </a:lnTo>
                  <a:cubicBezTo>
                    <a:pt x="14649" y="8110"/>
                    <a:pt x="14881" y="7878"/>
                    <a:pt x="15175" y="7878"/>
                  </a:cubicBezTo>
                  <a:close/>
                  <a:moveTo>
                    <a:pt x="10340" y="7450"/>
                  </a:moveTo>
                  <a:cubicBezTo>
                    <a:pt x="10768" y="7450"/>
                    <a:pt x="11125" y="7806"/>
                    <a:pt x="11125" y="8235"/>
                  </a:cubicBezTo>
                  <a:lnTo>
                    <a:pt x="11125" y="14854"/>
                  </a:lnTo>
                  <a:cubicBezTo>
                    <a:pt x="11125" y="15291"/>
                    <a:pt x="10768" y="15639"/>
                    <a:pt x="10340" y="15639"/>
                  </a:cubicBezTo>
                  <a:lnTo>
                    <a:pt x="2454" y="15639"/>
                  </a:lnTo>
                  <a:cubicBezTo>
                    <a:pt x="2017" y="15639"/>
                    <a:pt x="1669" y="15291"/>
                    <a:pt x="1669" y="14854"/>
                  </a:cubicBezTo>
                  <a:lnTo>
                    <a:pt x="1669" y="8235"/>
                  </a:lnTo>
                  <a:cubicBezTo>
                    <a:pt x="1669" y="7806"/>
                    <a:pt x="2017" y="7450"/>
                    <a:pt x="2454" y="7450"/>
                  </a:cubicBezTo>
                  <a:lnTo>
                    <a:pt x="3676" y="7450"/>
                  </a:lnTo>
                  <a:cubicBezTo>
                    <a:pt x="4202" y="7887"/>
                    <a:pt x="4818" y="8190"/>
                    <a:pt x="5478" y="8333"/>
                  </a:cubicBezTo>
                  <a:lnTo>
                    <a:pt x="6192" y="9582"/>
                  </a:lnTo>
                  <a:cubicBezTo>
                    <a:pt x="6236" y="9657"/>
                    <a:pt x="6317" y="9695"/>
                    <a:pt x="6397" y="9695"/>
                  </a:cubicBezTo>
                  <a:cubicBezTo>
                    <a:pt x="6477" y="9695"/>
                    <a:pt x="6557" y="9657"/>
                    <a:pt x="6602" y="9582"/>
                  </a:cubicBezTo>
                  <a:lnTo>
                    <a:pt x="7316" y="8333"/>
                  </a:lnTo>
                  <a:cubicBezTo>
                    <a:pt x="7976" y="8190"/>
                    <a:pt x="8591" y="7887"/>
                    <a:pt x="9109" y="7450"/>
                  </a:cubicBezTo>
                  <a:close/>
                  <a:moveTo>
                    <a:pt x="6406" y="1"/>
                  </a:moveTo>
                  <a:cubicBezTo>
                    <a:pt x="5674" y="1"/>
                    <a:pt x="4952" y="188"/>
                    <a:pt x="4318" y="554"/>
                  </a:cubicBezTo>
                  <a:cubicBezTo>
                    <a:pt x="4091" y="682"/>
                    <a:pt x="4224" y="997"/>
                    <a:pt x="4432" y="997"/>
                  </a:cubicBezTo>
                  <a:cubicBezTo>
                    <a:pt x="4470" y="997"/>
                    <a:pt x="4510" y="987"/>
                    <a:pt x="4550" y="964"/>
                  </a:cubicBezTo>
                  <a:cubicBezTo>
                    <a:pt x="5112" y="643"/>
                    <a:pt x="5755" y="473"/>
                    <a:pt x="6406" y="473"/>
                  </a:cubicBezTo>
                  <a:cubicBezTo>
                    <a:pt x="8475" y="473"/>
                    <a:pt x="10162" y="2159"/>
                    <a:pt x="10162" y="4229"/>
                  </a:cubicBezTo>
                  <a:cubicBezTo>
                    <a:pt x="10162" y="5193"/>
                    <a:pt x="9796" y="6111"/>
                    <a:pt x="9136" y="6807"/>
                  </a:cubicBezTo>
                  <a:cubicBezTo>
                    <a:pt x="8832" y="6165"/>
                    <a:pt x="8315" y="5656"/>
                    <a:pt x="7673" y="5362"/>
                  </a:cubicBezTo>
                  <a:cubicBezTo>
                    <a:pt x="8119" y="4996"/>
                    <a:pt x="8386" y="4434"/>
                    <a:pt x="8386" y="3845"/>
                  </a:cubicBezTo>
                  <a:cubicBezTo>
                    <a:pt x="8386" y="2748"/>
                    <a:pt x="7503" y="1865"/>
                    <a:pt x="6406" y="1865"/>
                  </a:cubicBezTo>
                  <a:cubicBezTo>
                    <a:pt x="5317" y="1865"/>
                    <a:pt x="4425" y="2748"/>
                    <a:pt x="4425" y="3845"/>
                  </a:cubicBezTo>
                  <a:cubicBezTo>
                    <a:pt x="4425" y="4434"/>
                    <a:pt x="4693" y="4996"/>
                    <a:pt x="5139" y="5362"/>
                  </a:cubicBezTo>
                  <a:cubicBezTo>
                    <a:pt x="4497" y="5656"/>
                    <a:pt x="3979" y="6165"/>
                    <a:pt x="3676" y="6807"/>
                  </a:cubicBezTo>
                  <a:cubicBezTo>
                    <a:pt x="3025" y="6111"/>
                    <a:pt x="2650" y="5193"/>
                    <a:pt x="2650" y="4229"/>
                  </a:cubicBezTo>
                  <a:cubicBezTo>
                    <a:pt x="2650" y="3328"/>
                    <a:pt x="2971" y="2463"/>
                    <a:pt x="3560" y="1776"/>
                  </a:cubicBezTo>
                  <a:cubicBezTo>
                    <a:pt x="3707" y="1608"/>
                    <a:pt x="3543" y="1391"/>
                    <a:pt x="3365" y="1391"/>
                  </a:cubicBezTo>
                  <a:cubicBezTo>
                    <a:pt x="3306" y="1391"/>
                    <a:pt x="3245" y="1415"/>
                    <a:pt x="3194" y="1472"/>
                  </a:cubicBezTo>
                  <a:cubicBezTo>
                    <a:pt x="2543" y="2240"/>
                    <a:pt x="2177" y="3212"/>
                    <a:pt x="2177" y="4229"/>
                  </a:cubicBezTo>
                  <a:cubicBezTo>
                    <a:pt x="2177" y="5246"/>
                    <a:pt x="2552" y="6227"/>
                    <a:pt x="3212" y="6977"/>
                  </a:cubicBezTo>
                  <a:lnTo>
                    <a:pt x="2463" y="6977"/>
                  </a:lnTo>
                  <a:cubicBezTo>
                    <a:pt x="1767" y="6995"/>
                    <a:pt x="1205" y="7557"/>
                    <a:pt x="1196" y="8252"/>
                  </a:cubicBezTo>
                  <a:lnTo>
                    <a:pt x="1196" y="8770"/>
                  </a:lnTo>
                  <a:lnTo>
                    <a:pt x="1009" y="8770"/>
                  </a:lnTo>
                  <a:cubicBezTo>
                    <a:pt x="464" y="8779"/>
                    <a:pt x="0" y="9769"/>
                    <a:pt x="0" y="9769"/>
                  </a:cubicBezTo>
                  <a:lnTo>
                    <a:pt x="0" y="10688"/>
                  </a:lnTo>
                  <a:cubicBezTo>
                    <a:pt x="0" y="11232"/>
                    <a:pt x="446" y="11669"/>
                    <a:pt x="991" y="11669"/>
                  </a:cubicBezTo>
                  <a:lnTo>
                    <a:pt x="1196" y="11669"/>
                  </a:lnTo>
                  <a:lnTo>
                    <a:pt x="1196" y="14890"/>
                  </a:lnTo>
                  <a:cubicBezTo>
                    <a:pt x="1196" y="15585"/>
                    <a:pt x="1758" y="16148"/>
                    <a:pt x="2454" y="16148"/>
                  </a:cubicBezTo>
                  <a:lnTo>
                    <a:pt x="10340" y="16148"/>
                  </a:lnTo>
                  <a:cubicBezTo>
                    <a:pt x="11036" y="16148"/>
                    <a:pt x="11598" y="15585"/>
                    <a:pt x="11598" y="14890"/>
                  </a:cubicBezTo>
                  <a:lnTo>
                    <a:pt x="11598" y="13364"/>
                  </a:lnTo>
                  <a:lnTo>
                    <a:pt x="14176" y="14684"/>
                  </a:lnTo>
                  <a:lnTo>
                    <a:pt x="14176" y="14711"/>
                  </a:lnTo>
                  <a:cubicBezTo>
                    <a:pt x="14176" y="15255"/>
                    <a:pt x="14622" y="15701"/>
                    <a:pt x="15175" y="15701"/>
                  </a:cubicBezTo>
                  <a:cubicBezTo>
                    <a:pt x="15719" y="15701"/>
                    <a:pt x="16165" y="15255"/>
                    <a:pt x="16165" y="14711"/>
                  </a:cubicBezTo>
                  <a:lnTo>
                    <a:pt x="16165" y="8413"/>
                  </a:lnTo>
                  <a:cubicBezTo>
                    <a:pt x="16165" y="7869"/>
                    <a:pt x="15719" y="7423"/>
                    <a:pt x="15175" y="7423"/>
                  </a:cubicBezTo>
                  <a:cubicBezTo>
                    <a:pt x="14622" y="7423"/>
                    <a:pt x="14176" y="7869"/>
                    <a:pt x="14176" y="8413"/>
                  </a:cubicBezTo>
                  <a:lnTo>
                    <a:pt x="14176" y="8440"/>
                  </a:lnTo>
                  <a:lnTo>
                    <a:pt x="11598" y="9760"/>
                  </a:lnTo>
                  <a:lnTo>
                    <a:pt x="11598" y="8235"/>
                  </a:lnTo>
                  <a:cubicBezTo>
                    <a:pt x="11598" y="7539"/>
                    <a:pt x="11036" y="6977"/>
                    <a:pt x="10340" y="6977"/>
                  </a:cubicBezTo>
                  <a:lnTo>
                    <a:pt x="9608" y="6977"/>
                  </a:lnTo>
                  <a:cubicBezTo>
                    <a:pt x="9608" y="6977"/>
                    <a:pt x="10634" y="5246"/>
                    <a:pt x="10634" y="4229"/>
                  </a:cubicBezTo>
                  <a:cubicBezTo>
                    <a:pt x="10634" y="1892"/>
                    <a:pt x="8743" y="1"/>
                    <a:pt x="6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4" name="Google Shape;4094;p70"/>
          <p:cNvGrpSpPr/>
          <p:nvPr/>
        </p:nvGrpSpPr>
        <p:grpSpPr>
          <a:xfrm>
            <a:off x="2062712" y="3785510"/>
            <a:ext cx="357833" cy="357833"/>
            <a:chOff x="1825885" y="3769141"/>
            <a:chExt cx="374263" cy="374263"/>
          </a:xfrm>
        </p:grpSpPr>
        <p:sp>
          <p:nvSpPr>
            <p:cNvPr id="4095" name="Google Shape;4095;p70"/>
            <p:cNvSpPr/>
            <p:nvPr/>
          </p:nvSpPr>
          <p:spPr>
            <a:xfrm>
              <a:off x="1831474" y="3774707"/>
              <a:ext cx="363086" cy="363109"/>
            </a:xfrm>
            <a:custGeom>
              <a:avLst/>
              <a:gdLst/>
              <a:ahLst/>
              <a:cxnLst/>
              <a:rect l="l" t="t" r="r" b="b"/>
              <a:pathLst>
                <a:path w="15657" h="15658" extrusionOk="0">
                  <a:moveTo>
                    <a:pt x="7824" y="1"/>
                  </a:moveTo>
                  <a:cubicBezTo>
                    <a:pt x="3506" y="1"/>
                    <a:pt x="0" y="3507"/>
                    <a:pt x="0" y="7825"/>
                  </a:cubicBezTo>
                  <a:cubicBezTo>
                    <a:pt x="0" y="12151"/>
                    <a:pt x="3506" y="15657"/>
                    <a:pt x="7824" y="15657"/>
                  </a:cubicBezTo>
                  <a:cubicBezTo>
                    <a:pt x="12151" y="15657"/>
                    <a:pt x="15657" y="12151"/>
                    <a:pt x="15657" y="7825"/>
                  </a:cubicBezTo>
                  <a:cubicBezTo>
                    <a:pt x="15657" y="3507"/>
                    <a:pt x="12151" y="1"/>
                    <a:pt x="7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70"/>
            <p:cNvSpPr/>
            <p:nvPr/>
          </p:nvSpPr>
          <p:spPr>
            <a:xfrm>
              <a:off x="1889823" y="3833056"/>
              <a:ext cx="246417" cy="246417"/>
            </a:xfrm>
            <a:custGeom>
              <a:avLst/>
              <a:gdLst/>
              <a:ahLst/>
              <a:cxnLst/>
              <a:rect l="l" t="t" r="r" b="b"/>
              <a:pathLst>
                <a:path w="10626" h="10626" extrusionOk="0">
                  <a:moveTo>
                    <a:pt x="5308" y="1"/>
                  </a:moveTo>
                  <a:cubicBezTo>
                    <a:pt x="2382" y="1"/>
                    <a:pt x="0" y="2383"/>
                    <a:pt x="0" y="5309"/>
                  </a:cubicBezTo>
                  <a:cubicBezTo>
                    <a:pt x="0" y="8244"/>
                    <a:pt x="2382" y="10626"/>
                    <a:pt x="5308" y="10626"/>
                  </a:cubicBezTo>
                  <a:cubicBezTo>
                    <a:pt x="8243" y="10626"/>
                    <a:pt x="10625" y="8244"/>
                    <a:pt x="10625" y="5309"/>
                  </a:cubicBezTo>
                  <a:cubicBezTo>
                    <a:pt x="10625" y="2383"/>
                    <a:pt x="8243" y="1"/>
                    <a:pt x="53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70"/>
            <p:cNvSpPr/>
            <p:nvPr/>
          </p:nvSpPr>
          <p:spPr>
            <a:xfrm>
              <a:off x="2054710" y="3817332"/>
              <a:ext cx="139859" cy="139256"/>
            </a:xfrm>
            <a:custGeom>
              <a:avLst/>
              <a:gdLst/>
              <a:ahLst/>
              <a:cxnLst/>
              <a:rect l="l" t="t" r="r" b="b"/>
              <a:pathLst>
                <a:path w="6031" h="6005" extrusionOk="0">
                  <a:moveTo>
                    <a:pt x="3230" y="1"/>
                  </a:moveTo>
                  <a:lnTo>
                    <a:pt x="0" y="3881"/>
                  </a:lnTo>
                  <a:cubicBezTo>
                    <a:pt x="607" y="4390"/>
                    <a:pt x="990" y="5157"/>
                    <a:pt x="990" y="6004"/>
                  </a:cubicBezTo>
                  <a:lnTo>
                    <a:pt x="6031" y="6004"/>
                  </a:lnTo>
                  <a:cubicBezTo>
                    <a:pt x="6031" y="3596"/>
                    <a:pt x="4942" y="1437"/>
                    <a:pt x="32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70"/>
            <p:cNvSpPr/>
            <p:nvPr/>
          </p:nvSpPr>
          <p:spPr>
            <a:xfrm>
              <a:off x="2013732" y="3907336"/>
              <a:ext cx="63958" cy="49256"/>
            </a:xfrm>
            <a:custGeom>
              <a:avLst/>
              <a:gdLst/>
              <a:ahLst/>
              <a:cxnLst/>
              <a:rect l="l" t="t" r="r" b="b"/>
              <a:pathLst>
                <a:path w="2758" h="2124" extrusionOk="0">
                  <a:moveTo>
                    <a:pt x="1767" y="0"/>
                  </a:moveTo>
                  <a:lnTo>
                    <a:pt x="1" y="2123"/>
                  </a:lnTo>
                  <a:lnTo>
                    <a:pt x="2757" y="2123"/>
                  </a:lnTo>
                  <a:cubicBezTo>
                    <a:pt x="2757" y="1276"/>
                    <a:pt x="2374" y="509"/>
                    <a:pt x="1767" y="0"/>
                  </a:cubicBezTo>
                  <a:close/>
                </a:path>
              </a:pathLst>
            </a:custGeom>
            <a:solidFill>
              <a:srgbClr val="FF9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70"/>
            <p:cNvSpPr/>
            <p:nvPr/>
          </p:nvSpPr>
          <p:spPr>
            <a:xfrm>
              <a:off x="1948357" y="3891613"/>
              <a:ext cx="129331" cy="129307"/>
            </a:xfrm>
            <a:custGeom>
              <a:avLst/>
              <a:gdLst/>
              <a:ahLst/>
              <a:cxnLst/>
              <a:rect l="l" t="t" r="r" b="b"/>
              <a:pathLst>
                <a:path w="5577" h="5576" extrusionOk="0">
                  <a:moveTo>
                    <a:pt x="2784" y="0"/>
                  </a:moveTo>
                  <a:cubicBezTo>
                    <a:pt x="1250" y="0"/>
                    <a:pt x="1" y="1249"/>
                    <a:pt x="1" y="2784"/>
                  </a:cubicBezTo>
                  <a:cubicBezTo>
                    <a:pt x="1" y="4327"/>
                    <a:pt x="1250" y="5576"/>
                    <a:pt x="2784" y="5576"/>
                  </a:cubicBezTo>
                  <a:cubicBezTo>
                    <a:pt x="4327" y="5576"/>
                    <a:pt x="5576" y="4327"/>
                    <a:pt x="5576" y="2784"/>
                  </a:cubicBezTo>
                  <a:cubicBezTo>
                    <a:pt x="5576" y="1249"/>
                    <a:pt x="4327" y="0"/>
                    <a:pt x="2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70"/>
            <p:cNvSpPr/>
            <p:nvPr/>
          </p:nvSpPr>
          <p:spPr>
            <a:xfrm>
              <a:off x="1985601" y="3928858"/>
              <a:ext cx="54844" cy="54844"/>
            </a:xfrm>
            <a:custGeom>
              <a:avLst/>
              <a:gdLst/>
              <a:ahLst/>
              <a:cxnLst/>
              <a:rect l="l" t="t" r="r" b="b"/>
              <a:pathLst>
                <a:path w="2365" h="2365" extrusionOk="0">
                  <a:moveTo>
                    <a:pt x="1178" y="0"/>
                  </a:moveTo>
                  <a:cubicBezTo>
                    <a:pt x="536" y="0"/>
                    <a:pt x="1" y="535"/>
                    <a:pt x="1" y="1178"/>
                  </a:cubicBezTo>
                  <a:cubicBezTo>
                    <a:pt x="1" y="1829"/>
                    <a:pt x="536" y="2364"/>
                    <a:pt x="1178" y="2364"/>
                  </a:cubicBezTo>
                  <a:cubicBezTo>
                    <a:pt x="1829" y="2364"/>
                    <a:pt x="2365" y="1829"/>
                    <a:pt x="2365" y="1178"/>
                  </a:cubicBezTo>
                  <a:cubicBezTo>
                    <a:pt x="2365" y="535"/>
                    <a:pt x="1829" y="0"/>
                    <a:pt x="11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70"/>
            <p:cNvSpPr/>
            <p:nvPr/>
          </p:nvSpPr>
          <p:spPr>
            <a:xfrm>
              <a:off x="1825885" y="3769141"/>
              <a:ext cx="374263" cy="374263"/>
            </a:xfrm>
            <a:custGeom>
              <a:avLst/>
              <a:gdLst/>
              <a:ahLst/>
              <a:cxnLst/>
              <a:rect l="l" t="t" r="r" b="b"/>
              <a:pathLst>
                <a:path w="16139" h="16139" extrusionOk="0">
                  <a:moveTo>
                    <a:pt x="13123" y="2400"/>
                  </a:moveTo>
                  <a:cubicBezTo>
                    <a:pt x="13230" y="2498"/>
                    <a:pt x="13337" y="2596"/>
                    <a:pt x="13436" y="2694"/>
                  </a:cubicBezTo>
                  <a:cubicBezTo>
                    <a:pt x="14818" y="4077"/>
                    <a:pt x="15603" y="5888"/>
                    <a:pt x="15657" y="7833"/>
                  </a:cubicBezTo>
                  <a:lnTo>
                    <a:pt x="11089" y="7833"/>
                  </a:lnTo>
                  <a:cubicBezTo>
                    <a:pt x="11027" y="7083"/>
                    <a:pt x="10697" y="6414"/>
                    <a:pt x="10197" y="5915"/>
                  </a:cubicBezTo>
                  <a:lnTo>
                    <a:pt x="11660" y="4157"/>
                  </a:lnTo>
                  <a:lnTo>
                    <a:pt x="13123" y="2400"/>
                  </a:lnTo>
                  <a:close/>
                  <a:moveTo>
                    <a:pt x="8065" y="5513"/>
                  </a:moveTo>
                  <a:cubicBezTo>
                    <a:pt x="9475" y="5513"/>
                    <a:pt x="10625" y="6664"/>
                    <a:pt x="10625" y="8065"/>
                  </a:cubicBezTo>
                  <a:cubicBezTo>
                    <a:pt x="10625" y="9474"/>
                    <a:pt x="9475" y="10625"/>
                    <a:pt x="8065" y="10625"/>
                  </a:cubicBezTo>
                  <a:cubicBezTo>
                    <a:pt x="6664" y="10625"/>
                    <a:pt x="5514" y="9474"/>
                    <a:pt x="5514" y="8065"/>
                  </a:cubicBezTo>
                  <a:cubicBezTo>
                    <a:pt x="5514" y="6664"/>
                    <a:pt x="6664" y="5513"/>
                    <a:pt x="8065" y="5513"/>
                  </a:cubicBezTo>
                  <a:close/>
                  <a:moveTo>
                    <a:pt x="8065" y="473"/>
                  </a:moveTo>
                  <a:cubicBezTo>
                    <a:pt x="9796" y="473"/>
                    <a:pt x="11428" y="1044"/>
                    <a:pt x="12758" y="2096"/>
                  </a:cubicBezTo>
                  <a:lnTo>
                    <a:pt x="11446" y="3675"/>
                  </a:lnTo>
                  <a:cubicBezTo>
                    <a:pt x="10483" y="2926"/>
                    <a:pt x="9287" y="2525"/>
                    <a:pt x="8065" y="2525"/>
                  </a:cubicBezTo>
                  <a:cubicBezTo>
                    <a:pt x="7191" y="2525"/>
                    <a:pt x="6317" y="2730"/>
                    <a:pt x="5540" y="3131"/>
                  </a:cubicBezTo>
                  <a:cubicBezTo>
                    <a:pt x="5303" y="3254"/>
                    <a:pt x="5434" y="3580"/>
                    <a:pt x="5644" y="3580"/>
                  </a:cubicBezTo>
                  <a:cubicBezTo>
                    <a:pt x="5679" y="3580"/>
                    <a:pt x="5717" y="3571"/>
                    <a:pt x="5755" y="3551"/>
                  </a:cubicBezTo>
                  <a:cubicBezTo>
                    <a:pt x="6477" y="3185"/>
                    <a:pt x="7253" y="2997"/>
                    <a:pt x="8065" y="2997"/>
                  </a:cubicBezTo>
                  <a:cubicBezTo>
                    <a:pt x="9180" y="2997"/>
                    <a:pt x="10260" y="3363"/>
                    <a:pt x="11143" y="4032"/>
                  </a:cubicBezTo>
                  <a:lnTo>
                    <a:pt x="9831" y="5611"/>
                  </a:lnTo>
                  <a:cubicBezTo>
                    <a:pt x="9338" y="5257"/>
                    <a:pt x="8731" y="5042"/>
                    <a:pt x="8081" y="5042"/>
                  </a:cubicBezTo>
                  <a:cubicBezTo>
                    <a:pt x="7978" y="5042"/>
                    <a:pt x="7875" y="5047"/>
                    <a:pt x="7771" y="5058"/>
                  </a:cubicBezTo>
                  <a:cubicBezTo>
                    <a:pt x="6325" y="5192"/>
                    <a:pt x="5184" y="6352"/>
                    <a:pt x="5059" y="7797"/>
                  </a:cubicBezTo>
                  <a:cubicBezTo>
                    <a:pt x="4898" y="9581"/>
                    <a:pt x="6308" y="11089"/>
                    <a:pt x="8065" y="11089"/>
                  </a:cubicBezTo>
                  <a:cubicBezTo>
                    <a:pt x="9662" y="11089"/>
                    <a:pt x="10964" y="9858"/>
                    <a:pt x="11089" y="8305"/>
                  </a:cubicBezTo>
                  <a:lnTo>
                    <a:pt x="13141" y="8305"/>
                  </a:lnTo>
                  <a:cubicBezTo>
                    <a:pt x="13016" y="10991"/>
                    <a:pt x="10786" y="13141"/>
                    <a:pt x="8065" y="13141"/>
                  </a:cubicBezTo>
                  <a:cubicBezTo>
                    <a:pt x="5273" y="13141"/>
                    <a:pt x="2998" y="10866"/>
                    <a:pt x="2998" y="8065"/>
                  </a:cubicBezTo>
                  <a:cubicBezTo>
                    <a:pt x="2998" y="6664"/>
                    <a:pt x="3560" y="5362"/>
                    <a:pt x="4577" y="4389"/>
                  </a:cubicBezTo>
                  <a:cubicBezTo>
                    <a:pt x="4751" y="4229"/>
                    <a:pt x="4589" y="3983"/>
                    <a:pt x="4408" y="3983"/>
                  </a:cubicBezTo>
                  <a:cubicBezTo>
                    <a:pt x="4356" y="3983"/>
                    <a:pt x="4303" y="4003"/>
                    <a:pt x="4256" y="4050"/>
                  </a:cubicBezTo>
                  <a:cubicBezTo>
                    <a:pt x="3712" y="4559"/>
                    <a:pt x="3283" y="5165"/>
                    <a:pt x="2989" y="5843"/>
                  </a:cubicBezTo>
                  <a:cubicBezTo>
                    <a:pt x="2677" y="6548"/>
                    <a:pt x="2525" y="7297"/>
                    <a:pt x="2525" y="8065"/>
                  </a:cubicBezTo>
                  <a:cubicBezTo>
                    <a:pt x="2525" y="11125"/>
                    <a:pt x="5014" y="13613"/>
                    <a:pt x="8065" y="13613"/>
                  </a:cubicBezTo>
                  <a:cubicBezTo>
                    <a:pt x="11045" y="13613"/>
                    <a:pt x="13489" y="11249"/>
                    <a:pt x="13614" y="8305"/>
                  </a:cubicBezTo>
                  <a:lnTo>
                    <a:pt x="15657" y="8305"/>
                  </a:lnTo>
                  <a:cubicBezTo>
                    <a:pt x="15603" y="10241"/>
                    <a:pt x="14818" y="12061"/>
                    <a:pt x="13436" y="13435"/>
                  </a:cubicBezTo>
                  <a:cubicBezTo>
                    <a:pt x="12006" y="14872"/>
                    <a:pt x="10101" y="15661"/>
                    <a:pt x="8069" y="15661"/>
                  </a:cubicBezTo>
                  <a:cubicBezTo>
                    <a:pt x="7565" y="15661"/>
                    <a:pt x="7054" y="15613"/>
                    <a:pt x="6540" y="15514"/>
                  </a:cubicBezTo>
                  <a:cubicBezTo>
                    <a:pt x="5594" y="15326"/>
                    <a:pt x="4693" y="14961"/>
                    <a:pt x="3890" y="14416"/>
                  </a:cubicBezTo>
                  <a:cubicBezTo>
                    <a:pt x="1276" y="12650"/>
                    <a:pt x="18" y="9635"/>
                    <a:pt x="625" y="6530"/>
                  </a:cubicBezTo>
                  <a:cubicBezTo>
                    <a:pt x="812" y="5585"/>
                    <a:pt x="1187" y="4684"/>
                    <a:pt x="1722" y="3881"/>
                  </a:cubicBezTo>
                  <a:cubicBezTo>
                    <a:pt x="3194" y="1704"/>
                    <a:pt x="5540" y="473"/>
                    <a:pt x="8065" y="473"/>
                  </a:cubicBezTo>
                  <a:close/>
                  <a:moveTo>
                    <a:pt x="8065" y="0"/>
                  </a:moveTo>
                  <a:cubicBezTo>
                    <a:pt x="5915" y="0"/>
                    <a:pt x="3890" y="839"/>
                    <a:pt x="2365" y="2364"/>
                  </a:cubicBezTo>
                  <a:cubicBezTo>
                    <a:pt x="839" y="3890"/>
                    <a:pt x="0" y="5915"/>
                    <a:pt x="0" y="8065"/>
                  </a:cubicBezTo>
                  <a:cubicBezTo>
                    <a:pt x="0" y="10223"/>
                    <a:pt x="839" y="12249"/>
                    <a:pt x="2365" y="13774"/>
                  </a:cubicBezTo>
                  <a:cubicBezTo>
                    <a:pt x="3890" y="15300"/>
                    <a:pt x="5915" y="16138"/>
                    <a:pt x="8065" y="16138"/>
                  </a:cubicBezTo>
                  <a:cubicBezTo>
                    <a:pt x="10224" y="16138"/>
                    <a:pt x="12249" y="15300"/>
                    <a:pt x="13775" y="13774"/>
                  </a:cubicBezTo>
                  <a:cubicBezTo>
                    <a:pt x="15300" y="12249"/>
                    <a:pt x="16139" y="10223"/>
                    <a:pt x="16139" y="8065"/>
                  </a:cubicBezTo>
                  <a:cubicBezTo>
                    <a:pt x="16139" y="5915"/>
                    <a:pt x="15300" y="3890"/>
                    <a:pt x="13775" y="2364"/>
                  </a:cubicBezTo>
                  <a:cubicBezTo>
                    <a:pt x="12249" y="839"/>
                    <a:pt x="10224" y="0"/>
                    <a:pt x="8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70"/>
            <p:cNvSpPr/>
            <p:nvPr/>
          </p:nvSpPr>
          <p:spPr>
            <a:xfrm>
              <a:off x="1980221" y="3923477"/>
              <a:ext cx="65605" cy="65651"/>
            </a:xfrm>
            <a:custGeom>
              <a:avLst/>
              <a:gdLst/>
              <a:ahLst/>
              <a:cxnLst/>
              <a:rect l="l" t="t" r="r" b="b"/>
              <a:pathLst>
                <a:path w="2829" h="2831" extrusionOk="0">
                  <a:moveTo>
                    <a:pt x="1410" y="0"/>
                  </a:moveTo>
                  <a:cubicBezTo>
                    <a:pt x="634" y="0"/>
                    <a:pt x="1" y="633"/>
                    <a:pt x="1" y="1410"/>
                  </a:cubicBezTo>
                  <a:cubicBezTo>
                    <a:pt x="1" y="2197"/>
                    <a:pt x="663" y="2830"/>
                    <a:pt x="1422" y="2830"/>
                  </a:cubicBezTo>
                  <a:cubicBezTo>
                    <a:pt x="1480" y="2830"/>
                    <a:pt x="1539" y="2827"/>
                    <a:pt x="1597" y="2819"/>
                  </a:cubicBezTo>
                  <a:cubicBezTo>
                    <a:pt x="1890" y="2776"/>
                    <a:pt x="1842" y="2344"/>
                    <a:pt x="1568" y="2344"/>
                  </a:cubicBezTo>
                  <a:cubicBezTo>
                    <a:pt x="1557" y="2344"/>
                    <a:pt x="1546" y="2345"/>
                    <a:pt x="1535" y="2346"/>
                  </a:cubicBezTo>
                  <a:cubicBezTo>
                    <a:pt x="1496" y="2351"/>
                    <a:pt x="1457" y="2354"/>
                    <a:pt x="1418" y="2354"/>
                  </a:cubicBezTo>
                  <a:cubicBezTo>
                    <a:pt x="912" y="2354"/>
                    <a:pt x="473" y="1932"/>
                    <a:pt x="473" y="1410"/>
                  </a:cubicBezTo>
                  <a:cubicBezTo>
                    <a:pt x="473" y="892"/>
                    <a:pt x="893" y="473"/>
                    <a:pt x="1410" y="473"/>
                  </a:cubicBezTo>
                  <a:cubicBezTo>
                    <a:pt x="1936" y="473"/>
                    <a:pt x="2356" y="892"/>
                    <a:pt x="2356" y="1410"/>
                  </a:cubicBezTo>
                  <a:cubicBezTo>
                    <a:pt x="2356" y="1526"/>
                    <a:pt x="2338" y="1642"/>
                    <a:pt x="2293" y="1749"/>
                  </a:cubicBezTo>
                  <a:cubicBezTo>
                    <a:pt x="2226" y="1929"/>
                    <a:pt x="2378" y="2059"/>
                    <a:pt x="2527" y="2059"/>
                  </a:cubicBezTo>
                  <a:cubicBezTo>
                    <a:pt x="2614" y="2059"/>
                    <a:pt x="2700" y="2015"/>
                    <a:pt x="2739" y="1909"/>
                  </a:cubicBezTo>
                  <a:cubicBezTo>
                    <a:pt x="2802" y="1749"/>
                    <a:pt x="2829" y="1588"/>
                    <a:pt x="2829" y="1410"/>
                  </a:cubicBezTo>
                  <a:cubicBezTo>
                    <a:pt x="2829" y="633"/>
                    <a:pt x="2195" y="0"/>
                    <a:pt x="1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70"/>
            <p:cNvSpPr/>
            <p:nvPr/>
          </p:nvSpPr>
          <p:spPr>
            <a:xfrm>
              <a:off x="2122985" y="3854878"/>
              <a:ext cx="44780" cy="74625"/>
            </a:xfrm>
            <a:custGeom>
              <a:avLst/>
              <a:gdLst/>
              <a:ahLst/>
              <a:cxnLst/>
              <a:rect l="l" t="t" r="r" b="b"/>
              <a:pathLst>
                <a:path w="1931" h="3218" extrusionOk="0">
                  <a:moveTo>
                    <a:pt x="263" y="1"/>
                  </a:moveTo>
                  <a:cubicBezTo>
                    <a:pt x="200" y="1"/>
                    <a:pt x="136" y="25"/>
                    <a:pt x="89" y="77"/>
                  </a:cubicBezTo>
                  <a:cubicBezTo>
                    <a:pt x="0" y="175"/>
                    <a:pt x="9" y="326"/>
                    <a:pt x="107" y="416"/>
                  </a:cubicBezTo>
                  <a:cubicBezTo>
                    <a:pt x="1142" y="1361"/>
                    <a:pt x="1427" y="3012"/>
                    <a:pt x="1436" y="3029"/>
                  </a:cubicBezTo>
                  <a:cubicBezTo>
                    <a:pt x="1456" y="3158"/>
                    <a:pt x="1557" y="3217"/>
                    <a:pt x="1661" y="3217"/>
                  </a:cubicBezTo>
                  <a:cubicBezTo>
                    <a:pt x="1794" y="3217"/>
                    <a:pt x="1930" y="3120"/>
                    <a:pt x="1900" y="2949"/>
                  </a:cubicBezTo>
                  <a:cubicBezTo>
                    <a:pt x="1891" y="2878"/>
                    <a:pt x="1588" y="1120"/>
                    <a:pt x="419" y="59"/>
                  </a:cubicBezTo>
                  <a:cubicBezTo>
                    <a:pt x="377" y="21"/>
                    <a:pt x="321" y="1"/>
                    <a:pt x="2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70"/>
            <p:cNvSpPr/>
            <p:nvPr/>
          </p:nvSpPr>
          <p:spPr>
            <a:xfrm>
              <a:off x="2103388" y="3877745"/>
              <a:ext cx="35713" cy="53615"/>
            </a:xfrm>
            <a:custGeom>
              <a:avLst/>
              <a:gdLst/>
              <a:ahLst/>
              <a:cxnLst/>
              <a:rect l="l" t="t" r="r" b="b"/>
              <a:pathLst>
                <a:path w="1540" h="2312" extrusionOk="0">
                  <a:moveTo>
                    <a:pt x="347" y="0"/>
                  </a:moveTo>
                  <a:cubicBezTo>
                    <a:pt x="161" y="0"/>
                    <a:pt x="1" y="250"/>
                    <a:pt x="176" y="411"/>
                  </a:cubicBezTo>
                  <a:cubicBezTo>
                    <a:pt x="854" y="1026"/>
                    <a:pt x="1041" y="2115"/>
                    <a:pt x="1041" y="2124"/>
                  </a:cubicBezTo>
                  <a:cubicBezTo>
                    <a:pt x="1065" y="2253"/>
                    <a:pt x="1167" y="2311"/>
                    <a:pt x="1270" y="2311"/>
                  </a:cubicBezTo>
                  <a:cubicBezTo>
                    <a:pt x="1403" y="2311"/>
                    <a:pt x="1539" y="2214"/>
                    <a:pt x="1514" y="2043"/>
                  </a:cubicBezTo>
                  <a:cubicBezTo>
                    <a:pt x="1505" y="1990"/>
                    <a:pt x="1291" y="795"/>
                    <a:pt x="497" y="63"/>
                  </a:cubicBezTo>
                  <a:cubicBezTo>
                    <a:pt x="449" y="19"/>
                    <a:pt x="397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70"/>
            <p:cNvSpPr/>
            <p:nvPr/>
          </p:nvSpPr>
          <p:spPr>
            <a:xfrm>
              <a:off x="2082911" y="3897805"/>
              <a:ext cx="27527" cy="37359"/>
            </a:xfrm>
            <a:custGeom>
              <a:avLst/>
              <a:gdLst/>
              <a:ahLst/>
              <a:cxnLst/>
              <a:rect l="l" t="t" r="r" b="b"/>
              <a:pathLst>
                <a:path w="1187" h="1611" extrusionOk="0">
                  <a:moveTo>
                    <a:pt x="346" y="1"/>
                  </a:moveTo>
                  <a:cubicBezTo>
                    <a:pt x="161" y="1"/>
                    <a:pt x="1" y="250"/>
                    <a:pt x="176" y="411"/>
                  </a:cubicBezTo>
                  <a:cubicBezTo>
                    <a:pt x="577" y="777"/>
                    <a:pt x="684" y="1410"/>
                    <a:pt x="693" y="1419"/>
                  </a:cubicBezTo>
                  <a:cubicBezTo>
                    <a:pt x="713" y="1550"/>
                    <a:pt x="818" y="1611"/>
                    <a:pt x="923" y="1611"/>
                  </a:cubicBezTo>
                  <a:cubicBezTo>
                    <a:pt x="1054" y="1611"/>
                    <a:pt x="1187" y="1516"/>
                    <a:pt x="1157" y="1348"/>
                  </a:cubicBezTo>
                  <a:cubicBezTo>
                    <a:pt x="1148" y="1312"/>
                    <a:pt x="1014" y="536"/>
                    <a:pt x="497" y="63"/>
                  </a:cubicBezTo>
                  <a:cubicBezTo>
                    <a:pt x="449" y="19"/>
                    <a:pt x="397" y="1"/>
                    <a:pt x="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6" name="Google Shape;4106;p70"/>
          <p:cNvGrpSpPr/>
          <p:nvPr/>
        </p:nvGrpSpPr>
        <p:grpSpPr>
          <a:xfrm>
            <a:off x="1041135" y="3259934"/>
            <a:ext cx="409086" cy="357102"/>
            <a:chOff x="868817" y="3231227"/>
            <a:chExt cx="427869" cy="373498"/>
          </a:xfrm>
        </p:grpSpPr>
        <p:sp>
          <p:nvSpPr>
            <p:cNvPr id="4107" name="Google Shape;4107;p70"/>
            <p:cNvSpPr/>
            <p:nvPr/>
          </p:nvSpPr>
          <p:spPr>
            <a:xfrm>
              <a:off x="873989" y="3400034"/>
              <a:ext cx="239808" cy="199666"/>
            </a:xfrm>
            <a:custGeom>
              <a:avLst/>
              <a:gdLst/>
              <a:ahLst/>
              <a:cxnLst/>
              <a:rect l="l" t="t" r="r" b="b"/>
              <a:pathLst>
                <a:path w="10341" h="8610" extrusionOk="0">
                  <a:moveTo>
                    <a:pt x="1526" y="1"/>
                  </a:moveTo>
                  <a:cubicBezTo>
                    <a:pt x="679" y="1"/>
                    <a:pt x="1" y="688"/>
                    <a:pt x="1" y="1526"/>
                  </a:cubicBezTo>
                  <a:lnTo>
                    <a:pt x="1" y="5496"/>
                  </a:lnTo>
                  <a:cubicBezTo>
                    <a:pt x="1" y="6344"/>
                    <a:pt x="679" y="7031"/>
                    <a:pt x="1526" y="7031"/>
                  </a:cubicBezTo>
                  <a:lnTo>
                    <a:pt x="6692" y="7031"/>
                  </a:lnTo>
                  <a:lnTo>
                    <a:pt x="8262" y="8610"/>
                  </a:lnTo>
                  <a:lnTo>
                    <a:pt x="8262" y="7031"/>
                  </a:lnTo>
                  <a:lnTo>
                    <a:pt x="8788" y="7031"/>
                  </a:lnTo>
                  <a:cubicBezTo>
                    <a:pt x="9644" y="7031"/>
                    <a:pt x="10340" y="6344"/>
                    <a:pt x="10340" y="5496"/>
                  </a:cubicBezTo>
                  <a:lnTo>
                    <a:pt x="10340" y="1526"/>
                  </a:lnTo>
                  <a:cubicBezTo>
                    <a:pt x="10340" y="688"/>
                    <a:pt x="9644" y="1"/>
                    <a:pt x="87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70"/>
            <p:cNvSpPr/>
            <p:nvPr/>
          </p:nvSpPr>
          <p:spPr>
            <a:xfrm>
              <a:off x="988807" y="3236398"/>
              <a:ext cx="238973" cy="199457"/>
            </a:xfrm>
            <a:custGeom>
              <a:avLst/>
              <a:gdLst/>
              <a:ahLst/>
              <a:cxnLst/>
              <a:rect l="l" t="t" r="r" b="b"/>
              <a:pathLst>
                <a:path w="10305" h="8601" extrusionOk="0">
                  <a:moveTo>
                    <a:pt x="1517" y="0"/>
                  </a:moveTo>
                  <a:cubicBezTo>
                    <a:pt x="679" y="0"/>
                    <a:pt x="1" y="678"/>
                    <a:pt x="1" y="1526"/>
                  </a:cubicBezTo>
                  <a:lnTo>
                    <a:pt x="1" y="5496"/>
                  </a:lnTo>
                  <a:cubicBezTo>
                    <a:pt x="1" y="6343"/>
                    <a:pt x="679" y="7021"/>
                    <a:pt x="1517" y="7021"/>
                  </a:cubicBezTo>
                  <a:lnTo>
                    <a:pt x="2044" y="7021"/>
                  </a:lnTo>
                  <a:lnTo>
                    <a:pt x="2044" y="8600"/>
                  </a:lnTo>
                  <a:lnTo>
                    <a:pt x="3614" y="7021"/>
                  </a:lnTo>
                  <a:lnTo>
                    <a:pt x="8779" y="7021"/>
                  </a:lnTo>
                  <a:cubicBezTo>
                    <a:pt x="9618" y="7021"/>
                    <a:pt x="10305" y="6343"/>
                    <a:pt x="10305" y="5496"/>
                  </a:cubicBezTo>
                  <a:lnTo>
                    <a:pt x="10305" y="1526"/>
                  </a:lnTo>
                  <a:cubicBezTo>
                    <a:pt x="10305" y="678"/>
                    <a:pt x="9618" y="0"/>
                    <a:pt x="8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70"/>
            <p:cNvSpPr/>
            <p:nvPr/>
          </p:nvSpPr>
          <p:spPr>
            <a:xfrm>
              <a:off x="868817" y="3231227"/>
              <a:ext cx="363921" cy="373498"/>
            </a:xfrm>
            <a:custGeom>
              <a:avLst/>
              <a:gdLst/>
              <a:ahLst/>
              <a:cxnLst/>
              <a:rect l="l" t="t" r="r" b="b"/>
              <a:pathLst>
                <a:path w="15693" h="16106" extrusionOk="0">
                  <a:moveTo>
                    <a:pt x="6683" y="0"/>
                  </a:moveTo>
                  <a:cubicBezTo>
                    <a:pt x="5710" y="0"/>
                    <a:pt x="4916" y="794"/>
                    <a:pt x="4916" y="1767"/>
                  </a:cubicBezTo>
                  <a:lnTo>
                    <a:pt x="4916" y="3310"/>
                  </a:lnTo>
                  <a:cubicBezTo>
                    <a:pt x="4916" y="3462"/>
                    <a:pt x="5034" y="3538"/>
                    <a:pt x="5153" y="3538"/>
                  </a:cubicBezTo>
                  <a:cubicBezTo>
                    <a:pt x="5271" y="3538"/>
                    <a:pt x="5389" y="3462"/>
                    <a:pt x="5389" y="3310"/>
                  </a:cubicBezTo>
                  <a:lnTo>
                    <a:pt x="5389" y="1767"/>
                  </a:lnTo>
                  <a:cubicBezTo>
                    <a:pt x="5389" y="1053"/>
                    <a:pt x="5969" y="473"/>
                    <a:pt x="6683" y="473"/>
                  </a:cubicBezTo>
                  <a:lnTo>
                    <a:pt x="13935" y="473"/>
                  </a:lnTo>
                  <a:cubicBezTo>
                    <a:pt x="14649" y="473"/>
                    <a:pt x="15220" y="1053"/>
                    <a:pt x="15220" y="1767"/>
                  </a:cubicBezTo>
                  <a:lnTo>
                    <a:pt x="15220" y="5728"/>
                  </a:lnTo>
                  <a:cubicBezTo>
                    <a:pt x="15220" y="5728"/>
                    <a:pt x="14682" y="6995"/>
                    <a:pt x="13982" y="6995"/>
                  </a:cubicBezTo>
                  <a:cubicBezTo>
                    <a:pt x="13972" y="6995"/>
                    <a:pt x="13963" y="6995"/>
                    <a:pt x="13953" y="6995"/>
                  </a:cubicBezTo>
                  <a:lnTo>
                    <a:pt x="8779" y="6995"/>
                  </a:lnTo>
                  <a:cubicBezTo>
                    <a:pt x="8708" y="7021"/>
                    <a:pt x="8645" y="7057"/>
                    <a:pt x="8601" y="7110"/>
                  </a:cubicBezTo>
                  <a:lnTo>
                    <a:pt x="7441" y="8270"/>
                  </a:lnTo>
                  <a:lnTo>
                    <a:pt x="7441" y="7262"/>
                  </a:lnTo>
                  <a:cubicBezTo>
                    <a:pt x="7441" y="7128"/>
                    <a:pt x="7209" y="7030"/>
                    <a:pt x="7209" y="7030"/>
                  </a:cubicBezTo>
                  <a:lnTo>
                    <a:pt x="6629" y="7030"/>
                  </a:lnTo>
                  <a:cubicBezTo>
                    <a:pt x="5942" y="7003"/>
                    <a:pt x="5389" y="6432"/>
                    <a:pt x="5389" y="5737"/>
                  </a:cubicBezTo>
                  <a:lnTo>
                    <a:pt x="5389" y="4559"/>
                  </a:lnTo>
                  <a:cubicBezTo>
                    <a:pt x="5389" y="4403"/>
                    <a:pt x="5271" y="4325"/>
                    <a:pt x="5153" y="4325"/>
                  </a:cubicBezTo>
                  <a:cubicBezTo>
                    <a:pt x="5034" y="4325"/>
                    <a:pt x="4916" y="4403"/>
                    <a:pt x="4916" y="4559"/>
                  </a:cubicBezTo>
                  <a:lnTo>
                    <a:pt x="4916" y="5737"/>
                  </a:lnTo>
                  <a:cubicBezTo>
                    <a:pt x="4916" y="6245"/>
                    <a:pt x="5139" y="6700"/>
                    <a:pt x="5487" y="7030"/>
                  </a:cubicBezTo>
                  <a:lnTo>
                    <a:pt x="1758" y="7030"/>
                  </a:lnTo>
                  <a:cubicBezTo>
                    <a:pt x="795" y="7030"/>
                    <a:pt x="1" y="7815"/>
                    <a:pt x="1" y="8797"/>
                  </a:cubicBezTo>
                  <a:lnTo>
                    <a:pt x="1" y="12766"/>
                  </a:lnTo>
                  <a:cubicBezTo>
                    <a:pt x="1" y="13739"/>
                    <a:pt x="795" y="14524"/>
                    <a:pt x="1758" y="14524"/>
                  </a:cubicBezTo>
                  <a:lnTo>
                    <a:pt x="6825" y="14524"/>
                  </a:lnTo>
                  <a:lnTo>
                    <a:pt x="8333" y="16040"/>
                  </a:lnTo>
                  <a:cubicBezTo>
                    <a:pt x="8378" y="16086"/>
                    <a:pt x="8435" y="16106"/>
                    <a:pt x="8491" y="16106"/>
                  </a:cubicBezTo>
                  <a:cubicBezTo>
                    <a:pt x="8613" y="16106"/>
                    <a:pt x="8734" y="16011"/>
                    <a:pt x="8734" y="15871"/>
                  </a:cubicBezTo>
                  <a:lnTo>
                    <a:pt x="8734" y="14524"/>
                  </a:lnTo>
                  <a:lnTo>
                    <a:pt x="9020" y="14524"/>
                  </a:lnTo>
                  <a:cubicBezTo>
                    <a:pt x="9992" y="14524"/>
                    <a:pt x="10777" y="13730"/>
                    <a:pt x="10777" y="12757"/>
                  </a:cubicBezTo>
                  <a:lnTo>
                    <a:pt x="10777" y="11143"/>
                  </a:lnTo>
                  <a:cubicBezTo>
                    <a:pt x="10777" y="10991"/>
                    <a:pt x="10659" y="10915"/>
                    <a:pt x="10541" y="10915"/>
                  </a:cubicBezTo>
                  <a:cubicBezTo>
                    <a:pt x="10423" y="10915"/>
                    <a:pt x="10305" y="10991"/>
                    <a:pt x="10305" y="11143"/>
                  </a:cubicBezTo>
                  <a:lnTo>
                    <a:pt x="10305" y="12757"/>
                  </a:lnTo>
                  <a:cubicBezTo>
                    <a:pt x="10305" y="13471"/>
                    <a:pt x="9734" y="14051"/>
                    <a:pt x="9020" y="14051"/>
                  </a:cubicBezTo>
                  <a:lnTo>
                    <a:pt x="8494" y="14051"/>
                  </a:lnTo>
                  <a:cubicBezTo>
                    <a:pt x="8369" y="14051"/>
                    <a:pt x="8262" y="14158"/>
                    <a:pt x="8262" y="14292"/>
                  </a:cubicBezTo>
                  <a:lnTo>
                    <a:pt x="8262" y="15300"/>
                  </a:lnTo>
                  <a:lnTo>
                    <a:pt x="7093" y="14122"/>
                  </a:lnTo>
                  <a:cubicBezTo>
                    <a:pt x="7048" y="14078"/>
                    <a:pt x="6986" y="14051"/>
                    <a:pt x="6923" y="14051"/>
                  </a:cubicBezTo>
                  <a:lnTo>
                    <a:pt x="1758" y="14051"/>
                  </a:lnTo>
                  <a:cubicBezTo>
                    <a:pt x="1053" y="14051"/>
                    <a:pt x="474" y="13471"/>
                    <a:pt x="474" y="12757"/>
                  </a:cubicBezTo>
                  <a:lnTo>
                    <a:pt x="474" y="8797"/>
                  </a:lnTo>
                  <a:cubicBezTo>
                    <a:pt x="474" y="8797"/>
                    <a:pt x="1044" y="7494"/>
                    <a:pt x="1758" y="7467"/>
                  </a:cubicBezTo>
                  <a:lnTo>
                    <a:pt x="6968" y="7467"/>
                  </a:lnTo>
                  <a:lnTo>
                    <a:pt x="6968" y="8841"/>
                  </a:lnTo>
                  <a:cubicBezTo>
                    <a:pt x="6968" y="8981"/>
                    <a:pt x="7089" y="9080"/>
                    <a:pt x="7211" y="9080"/>
                  </a:cubicBezTo>
                  <a:cubicBezTo>
                    <a:pt x="7267" y="9080"/>
                    <a:pt x="7324" y="9059"/>
                    <a:pt x="7369" y="9011"/>
                  </a:cubicBezTo>
                  <a:lnTo>
                    <a:pt x="8877" y="7503"/>
                  </a:lnTo>
                  <a:lnTo>
                    <a:pt x="9073" y="7503"/>
                  </a:lnTo>
                  <a:cubicBezTo>
                    <a:pt x="9760" y="7530"/>
                    <a:pt x="10305" y="8101"/>
                    <a:pt x="10305" y="8797"/>
                  </a:cubicBezTo>
                  <a:lnTo>
                    <a:pt x="10305" y="9867"/>
                  </a:lnTo>
                  <a:cubicBezTo>
                    <a:pt x="10305" y="10019"/>
                    <a:pt x="10423" y="10095"/>
                    <a:pt x="10541" y="10095"/>
                  </a:cubicBezTo>
                  <a:cubicBezTo>
                    <a:pt x="10659" y="10095"/>
                    <a:pt x="10777" y="10019"/>
                    <a:pt x="10777" y="9867"/>
                  </a:cubicBezTo>
                  <a:lnTo>
                    <a:pt x="10777" y="8788"/>
                  </a:lnTo>
                  <a:cubicBezTo>
                    <a:pt x="10777" y="8279"/>
                    <a:pt x="10563" y="7824"/>
                    <a:pt x="10224" y="7503"/>
                  </a:cubicBezTo>
                  <a:lnTo>
                    <a:pt x="13944" y="7503"/>
                  </a:lnTo>
                  <a:cubicBezTo>
                    <a:pt x="14908" y="7503"/>
                    <a:pt x="15693" y="6709"/>
                    <a:pt x="15693" y="5737"/>
                  </a:cubicBezTo>
                  <a:lnTo>
                    <a:pt x="15693" y="1767"/>
                  </a:lnTo>
                  <a:cubicBezTo>
                    <a:pt x="15693" y="794"/>
                    <a:pt x="14908" y="0"/>
                    <a:pt x="13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70"/>
            <p:cNvSpPr/>
            <p:nvPr/>
          </p:nvSpPr>
          <p:spPr>
            <a:xfrm>
              <a:off x="1233377" y="3301008"/>
              <a:ext cx="63309" cy="70289"/>
            </a:xfrm>
            <a:custGeom>
              <a:avLst/>
              <a:gdLst/>
              <a:ahLst/>
              <a:cxnLst/>
              <a:rect l="l" t="t" r="r" b="b"/>
              <a:pathLst>
                <a:path w="2730" h="3031" extrusionOk="0">
                  <a:moveTo>
                    <a:pt x="1808" y="1"/>
                  </a:moveTo>
                  <a:cubicBezTo>
                    <a:pt x="1628" y="1"/>
                    <a:pt x="1467" y="242"/>
                    <a:pt x="1633" y="408"/>
                  </a:cubicBezTo>
                  <a:lnTo>
                    <a:pt x="1900" y="658"/>
                  </a:lnTo>
                  <a:cubicBezTo>
                    <a:pt x="830" y="783"/>
                    <a:pt x="0" y="1693"/>
                    <a:pt x="0" y="2790"/>
                  </a:cubicBezTo>
                  <a:cubicBezTo>
                    <a:pt x="0" y="2924"/>
                    <a:pt x="98" y="3031"/>
                    <a:pt x="232" y="3031"/>
                  </a:cubicBezTo>
                  <a:cubicBezTo>
                    <a:pt x="366" y="3031"/>
                    <a:pt x="473" y="2924"/>
                    <a:pt x="473" y="2790"/>
                  </a:cubicBezTo>
                  <a:cubicBezTo>
                    <a:pt x="473" y="1960"/>
                    <a:pt x="1071" y="1274"/>
                    <a:pt x="1856" y="1149"/>
                  </a:cubicBezTo>
                  <a:lnTo>
                    <a:pt x="1856" y="1149"/>
                  </a:lnTo>
                  <a:lnTo>
                    <a:pt x="1633" y="1363"/>
                  </a:lnTo>
                  <a:cubicBezTo>
                    <a:pt x="1458" y="1531"/>
                    <a:pt x="1618" y="1759"/>
                    <a:pt x="1807" y="1759"/>
                  </a:cubicBezTo>
                  <a:cubicBezTo>
                    <a:pt x="1859" y="1759"/>
                    <a:pt x="1913" y="1742"/>
                    <a:pt x="1963" y="1702"/>
                  </a:cubicBezTo>
                  <a:lnTo>
                    <a:pt x="2632" y="1050"/>
                  </a:lnTo>
                  <a:cubicBezTo>
                    <a:pt x="2730" y="943"/>
                    <a:pt x="2730" y="827"/>
                    <a:pt x="2632" y="712"/>
                  </a:cubicBezTo>
                  <a:lnTo>
                    <a:pt x="1963" y="69"/>
                  </a:lnTo>
                  <a:cubicBezTo>
                    <a:pt x="1915" y="21"/>
                    <a:pt x="1861" y="1"/>
                    <a:pt x="1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70"/>
            <p:cNvSpPr/>
            <p:nvPr/>
          </p:nvSpPr>
          <p:spPr>
            <a:xfrm>
              <a:off x="1139224" y="3425289"/>
              <a:ext cx="63332" cy="70173"/>
            </a:xfrm>
            <a:custGeom>
              <a:avLst/>
              <a:gdLst/>
              <a:ahLst/>
              <a:cxnLst/>
              <a:rect l="l" t="t" r="r" b="b"/>
              <a:pathLst>
                <a:path w="2731" h="3026" extrusionOk="0">
                  <a:moveTo>
                    <a:pt x="2489" y="0"/>
                  </a:moveTo>
                  <a:cubicBezTo>
                    <a:pt x="2356" y="0"/>
                    <a:pt x="2258" y="107"/>
                    <a:pt x="2258" y="241"/>
                  </a:cubicBezTo>
                  <a:cubicBezTo>
                    <a:pt x="2258" y="1062"/>
                    <a:pt x="1651" y="1749"/>
                    <a:pt x="866" y="1883"/>
                  </a:cubicBezTo>
                  <a:lnTo>
                    <a:pt x="1089" y="1669"/>
                  </a:lnTo>
                  <a:cubicBezTo>
                    <a:pt x="1255" y="1503"/>
                    <a:pt x="1094" y="1261"/>
                    <a:pt x="913" y="1261"/>
                  </a:cubicBezTo>
                  <a:cubicBezTo>
                    <a:pt x="861" y="1261"/>
                    <a:pt x="807" y="1282"/>
                    <a:pt x="759" y="1330"/>
                  </a:cubicBezTo>
                  <a:lnTo>
                    <a:pt x="90" y="1972"/>
                  </a:lnTo>
                  <a:cubicBezTo>
                    <a:pt x="1" y="2088"/>
                    <a:pt x="1" y="2204"/>
                    <a:pt x="90" y="2311"/>
                  </a:cubicBezTo>
                  <a:lnTo>
                    <a:pt x="759" y="2962"/>
                  </a:lnTo>
                  <a:cubicBezTo>
                    <a:pt x="806" y="3007"/>
                    <a:pt x="858" y="3026"/>
                    <a:pt x="909" y="3026"/>
                  </a:cubicBezTo>
                  <a:cubicBezTo>
                    <a:pt x="1091" y="3026"/>
                    <a:pt x="1256" y="2784"/>
                    <a:pt x="1089" y="2623"/>
                  </a:cubicBezTo>
                  <a:lnTo>
                    <a:pt x="830" y="2364"/>
                  </a:lnTo>
                  <a:cubicBezTo>
                    <a:pt x="1892" y="2248"/>
                    <a:pt x="2730" y="1338"/>
                    <a:pt x="2730" y="241"/>
                  </a:cubicBezTo>
                  <a:cubicBezTo>
                    <a:pt x="2730" y="107"/>
                    <a:pt x="2623" y="0"/>
                    <a:pt x="2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70"/>
            <p:cNvSpPr/>
            <p:nvPr/>
          </p:nvSpPr>
          <p:spPr>
            <a:xfrm>
              <a:off x="1064549" y="3262882"/>
              <a:ext cx="87519" cy="108807"/>
            </a:xfrm>
            <a:custGeom>
              <a:avLst/>
              <a:gdLst/>
              <a:ahLst/>
              <a:cxnLst/>
              <a:rect l="l" t="t" r="r" b="b"/>
              <a:pathLst>
                <a:path w="3774" h="4692" extrusionOk="0">
                  <a:moveTo>
                    <a:pt x="2400" y="1347"/>
                  </a:moveTo>
                  <a:cubicBezTo>
                    <a:pt x="2382" y="1535"/>
                    <a:pt x="2328" y="1829"/>
                    <a:pt x="2186" y="2177"/>
                  </a:cubicBezTo>
                  <a:cubicBezTo>
                    <a:pt x="2114" y="2347"/>
                    <a:pt x="2016" y="2543"/>
                    <a:pt x="1882" y="2748"/>
                  </a:cubicBezTo>
                  <a:cubicBezTo>
                    <a:pt x="1740" y="2543"/>
                    <a:pt x="1641" y="2347"/>
                    <a:pt x="1570" y="2177"/>
                  </a:cubicBezTo>
                  <a:cubicBezTo>
                    <a:pt x="1427" y="1829"/>
                    <a:pt x="1374" y="1535"/>
                    <a:pt x="1356" y="1347"/>
                  </a:cubicBezTo>
                  <a:close/>
                  <a:moveTo>
                    <a:pt x="1882" y="0"/>
                  </a:moveTo>
                  <a:cubicBezTo>
                    <a:pt x="1757" y="0"/>
                    <a:pt x="1650" y="107"/>
                    <a:pt x="1650" y="241"/>
                  </a:cubicBezTo>
                  <a:lnTo>
                    <a:pt x="1650" y="875"/>
                  </a:lnTo>
                  <a:lnTo>
                    <a:pt x="303" y="875"/>
                  </a:lnTo>
                  <a:cubicBezTo>
                    <a:pt x="0" y="875"/>
                    <a:pt x="0" y="1347"/>
                    <a:pt x="303" y="1347"/>
                  </a:cubicBezTo>
                  <a:lnTo>
                    <a:pt x="883" y="1347"/>
                  </a:lnTo>
                  <a:cubicBezTo>
                    <a:pt x="919" y="1704"/>
                    <a:pt x="1053" y="2400"/>
                    <a:pt x="1588" y="3158"/>
                  </a:cubicBezTo>
                  <a:cubicBezTo>
                    <a:pt x="1285" y="3524"/>
                    <a:pt x="865" y="3899"/>
                    <a:pt x="294" y="4256"/>
                  </a:cubicBezTo>
                  <a:cubicBezTo>
                    <a:pt x="83" y="4384"/>
                    <a:pt x="223" y="4691"/>
                    <a:pt x="427" y="4691"/>
                  </a:cubicBezTo>
                  <a:cubicBezTo>
                    <a:pt x="465" y="4691"/>
                    <a:pt x="504" y="4681"/>
                    <a:pt x="544" y="4657"/>
                  </a:cubicBezTo>
                  <a:cubicBezTo>
                    <a:pt x="1124" y="4300"/>
                    <a:pt x="1552" y="3917"/>
                    <a:pt x="1882" y="3542"/>
                  </a:cubicBezTo>
                  <a:cubicBezTo>
                    <a:pt x="2212" y="3917"/>
                    <a:pt x="2650" y="4300"/>
                    <a:pt x="3229" y="4657"/>
                  </a:cubicBezTo>
                  <a:cubicBezTo>
                    <a:pt x="3269" y="4681"/>
                    <a:pt x="3308" y="4691"/>
                    <a:pt x="3345" y="4691"/>
                  </a:cubicBezTo>
                  <a:cubicBezTo>
                    <a:pt x="3545" y="4691"/>
                    <a:pt x="3688" y="4391"/>
                    <a:pt x="3470" y="4256"/>
                  </a:cubicBezTo>
                  <a:cubicBezTo>
                    <a:pt x="2899" y="3899"/>
                    <a:pt x="2489" y="3524"/>
                    <a:pt x="2186" y="3158"/>
                  </a:cubicBezTo>
                  <a:cubicBezTo>
                    <a:pt x="2721" y="2400"/>
                    <a:pt x="2855" y="1704"/>
                    <a:pt x="2882" y="1347"/>
                  </a:cubicBezTo>
                  <a:lnTo>
                    <a:pt x="3470" y="1347"/>
                  </a:lnTo>
                  <a:cubicBezTo>
                    <a:pt x="3774" y="1347"/>
                    <a:pt x="3774" y="875"/>
                    <a:pt x="3470" y="875"/>
                  </a:cubicBezTo>
                  <a:lnTo>
                    <a:pt x="2123" y="875"/>
                  </a:lnTo>
                  <a:lnTo>
                    <a:pt x="2123" y="241"/>
                  </a:lnTo>
                  <a:cubicBezTo>
                    <a:pt x="2123" y="107"/>
                    <a:pt x="2016" y="0"/>
                    <a:pt x="18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70"/>
            <p:cNvSpPr/>
            <p:nvPr/>
          </p:nvSpPr>
          <p:spPr>
            <a:xfrm>
              <a:off x="953673" y="3422390"/>
              <a:ext cx="80237" cy="108668"/>
            </a:xfrm>
            <a:custGeom>
              <a:avLst/>
              <a:gdLst/>
              <a:ahLst/>
              <a:cxnLst/>
              <a:rect l="l" t="t" r="r" b="b"/>
              <a:pathLst>
                <a:path w="3460" h="4686" extrusionOk="0">
                  <a:moveTo>
                    <a:pt x="1703" y="964"/>
                  </a:moveTo>
                  <a:lnTo>
                    <a:pt x="2354" y="2819"/>
                  </a:lnTo>
                  <a:lnTo>
                    <a:pt x="1088" y="2819"/>
                  </a:lnTo>
                  <a:lnTo>
                    <a:pt x="1703" y="964"/>
                  </a:lnTo>
                  <a:close/>
                  <a:moveTo>
                    <a:pt x="1703" y="0"/>
                  </a:moveTo>
                  <a:cubicBezTo>
                    <a:pt x="1605" y="0"/>
                    <a:pt x="1507" y="81"/>
                    <a:pt x="1480" y="161"/>
                  </a:cubicBezTo>
                  <a:lnTo>
                    <a:pt x="62" y="4381"/>
                  </a:lnTo>
                  <a:cubicBezTo>
                    <a:pt x="0" y="4559"/>
                    <a:pt x="151" y="4685"/>
                    <a:pt x="297" y="4685"/>
                  </a:cubicBezTo>
                  <a:cubicBezTo>
                    <a:pt x="385" y="4685"/>
                    <a:pt x="471" y="4639"/>
                    <a:pt x="508" y="4532"/>
                  </a:cubicBezTo>
                  <a:lnTo>
                    <a:pt x="927" y="3292"/>
                  </a:lnTo>
                  <a:lnTo>
                    <a:pt x="2515" y="3292"/>
                  </a:lnTo>
                  <a:lnTo>
                    <a:pt x="2952" y="4532"/>
                  </a:lnTo>
                  <a:cubicBezTo>
                    <a:pt x="2989" y="4639"/>
                    <a:pt x="3075" y="4685"/>
                    <a:pt x="3163" y="4685"/>
                  </a:cubicBezTo>
                  <a:cubicBezTo>
                    <a:pt x="3309" y="4685"/>
                    <a:pt x="3460" y="4559"/>
                    <a:pt x="3398" y="4381"/>
                  </a:cubicBezTo>
                  <a:lnTo>
                    <a:pt x="1926" y="161"/>
                  </a:lnTo>
                  <a:cubicBezTo>
                    <a:pt x="1891" y="63"/>
                    <a:pt x="1801" y="0"/>
                    <a:pt x="1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4" name="Google Shape;4114;p70"/>
          <p:cNvGrpSpPr/>
          <p:nvPr/>
        </p:nvGrpSpPr>
        <p:grpSpPr>
          <a:xfrm>
            <a:off x="5174096" y="3259269"/>
            <a:ext cx="273181" cy="358432"/>
            <a:chOff x="5029741" y="3230601"/>
            <a:chExt cx="285724" cy="374890"/>
          </a:xfrm>
        </p:grpSpPr>
        <p:sp>
          <p:nvSpPr>
            <p:cNvPr id="4115" name="Google Shape;4115;p70"/>
            <p:cNvSpPr/>
            <p:nvPr/>
          </p:nvSpPr>
          <p:spPr>
            <a:xfrm>
              <a:off x="5034704" y="3236398"/>
              <a:ext cx="274964" cy="100158"/>
            </a:xfrm>
            <a:custGeom>
              <a:avLst/>
              <a:gdLst/>
              <a:ahLst/>
              <a:cxnLst/>
              <a:rect l="l" t="t" r="r" b="b"/>
              <a:pathLst>
                <a:path w="11857" h="4319" extrusionOk="0">
                  <a:moveTo>
                    <a:pt x="1223" y="0"/>
                  </a:moveTo>
                  <a:cubicBezTo>
                    <a:pt x="554" y="0"/>
                    <a:pt x="1" y="545"/>
                    <a:pt x="1" y="1223"/>
                  </a:cubicBezTo>
                  <a:lnTo>
                    <a:pt x="1" y="4318"/>
                  </a:lnTo>
                  <a:lnTo>
                    <a:pt x="11857" y="4318"/>
                  </a:lnTo>
                  <a:lnTo>
                    <a:pt x="11857" y="1223"/>
                  </a:lnTo>
                  <a:cubicBezTo>
                    <a:pt x="11857" y="545"/>
                    <a:pt x="11304" y="0"/>
                    <a:pt x="106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70"/>
            <p:cNvSpPr/>
            <p:nvPr/>
          </p:nvSpPr>
          <p:spPr>
            <a:xfrm>
              <a:off x="5034704" y="3328466"/>
              <a:ext cx="274964" cy="271022"/>
            </a:xfrm>
            <a:custGeom>
              <a:avLst/>
              <a:gdLst/>
              <a:ahLst/>
              <a:cxnLst/>
              <a:rect l="l" t="t" r="r" b="b"/>
              <a:pathLst>
                <a:path w="11857" h="11687" extrusionOk="0">
                  <a:moveTo>
                    <a:pt x="1" y="0"/>
                  </a:moveTo>
                  <a:lnTo>
                    <a:pt x="1" y="10465"/>
                  </a:lnTo>
                  <a:cubicBezTo>
                    <a:pt x="1" y="11143"/>
                    <a:pt x="554" y="11687"/>
                    <a:pt x="1223" y="11687"/>
                  </a:cubicBezTo>
                  <a:lnTo>
                    <a:pt x="10635" y="11687"/>
                  </a:lnTo>
                  <a:cubicBezTo>
                    <a:pt x="11304" y="11687"/>
                    <a:pt x="11857" y="11143"/>
                    <a:pt x="11857" y="10465"/>
                  </a:cubicBezTo>
                  <a:lnTo>
                    <a:pt x="118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70"/>
            <p:cNvSpPr/>
            <p:nvPr/>
          </p:nvSpPr>
          <p:spPr>
            <a:xfrm>
              <a:off x="5034704" y="3328466"/>
              <a:ext cx="137609" cy="135940"/>
            </a:xfrm>
            <a:custGeom>
              <a:avLst/>
              <a:gdLst/>
              <a:ahLst/>
              <a:cxnLst/>
              <a:rect l="l" t="t" r="r" b="b"/>
              <a:pathLst>
                <a:path w="5934" h="5862" extrusionOk="0">
                  <a:moveTo>
                    <a:pt x="1" y="0"/>
                  </a:moveTo>
                  <a:lnTo>
                    <a:pt x="1" y="5861"/>
                  </a:lnTo>
                  <a:lnTo>
                    <a:pt x="5933" y="5861"/>
                  </a:lnTo>
                  <a:lnTo>
                    <a:pt x="59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70"/>
            <p:cNvSpPr/>
            <p:nvPr/>
          </p:nvSpPr>
          <p:spPr>
            <a:xfrm>
              <a:off x="5172296" y="3463554"/>
              <a:ext cx="137378" cy="135940"/>
            </a:xfrm>
            <a:custGeom>
              <a:avLst/>
              <a:gdLst/>
              <a:ahLst/>
              <a:cxnLst/>
              <a:rect l="l" t="t" r="r" b="b"/>
              <a:pathLst>
                <a:path w="5924" h="5862" extrusionOk="0">
                  <a:moveTo>
                    <a:pt x="0" y="1"/>
                  </a:moveTo>
                  <a:lnTo>
                    <a:pt x="0" y="5862"/>
                  </a:lnTo>
                  <a:lnTo>
                    <a:pt x="4693" y="5862"/>
                  </a:lnTo>
                  <a:cubicBezTo>
                    <a:pt x="5371" y="5862"/>
                    <a:pt x="5924" y="5318"/>
                    <a:pt x="5924" y="4649"/>
                  </a:cubicBezTo>
                  <a:lnTo>
                    <a:pt x="59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70"/>
            <p:cNvSpPr/>
            <p:nvPr/>
          </p:nvSpPr>
          <p:spPr>
            <a:xfrm>
              <a:off x="5029741" y="3230601"/>
              <a:ext cx="285724" cy="374890"/>
            </a:xfrm>
            <a:custGeom>
              <a:avLst/>
              <a:gdLst/>
              <a:ahLst/>
              <a:cxnLst/>
              <a:rect l="l" t="t" r="r" b="b"/>
              <a:pathLst>
                <a:path w="12321" h="16166" extrusionOk="0">
                  <a:moveTo>
                    <a:pt x="10867" y="473"/>
                  </a:moveTo>
                  <a:cubicBezTo>
                    <a:pt x="11402" y="473"/>
                    <a:pt x="11848" y="911"/>
                    <a:pt x="11848" y="1455"/>
                  </a:cubicBezTo>
                  <a:lnTo>
                    <a:pt x="11848" y="3971"/>
                  </a:lnTo>
                  <a:lnTo>
                    <a:pt x="474" y="3971"/>
                  </a:lnTo>
                  <a:lnTo>
                    <a:pt x="474" y="1455"/>
                  </a:lnTo>
                  <a:cubicBezTo>
                    <a:pt x="474" y="911"/>
                    <a:pt x="911" y="473"/>
                    <a:pt x="1455" y="473"/>
                  </a:cubicBezTo>
                  <a:close/>
                  <a:moveTo>
                    <a:pt x="5924" y="4443"/>
                  </a:moveTo>
                  <a:lnTo>
                    <a:pt x="5924" y="9814"/>
                  </a:lnTo>
                  <a:lnTo>
                    <a:pt x="3971" y="9814"/>
                  </a:lnTo>
                  <a:cubicBezTo>
                    <a:pt x="3676" y="9814"/>
                    <a:pt x="3676" y="10287"/>
                    <a:pt x="3971" y="10287"/>
                  </a:cubicBezTo>
                  <a:lnTo>
                    <a:pt x="5924" y="10287"/>
                  </a:lnTo>
                  <a:lnTo>
                    <a:pt x="5924" y="15657"/>
                  </a:lnTo>
                  <a:lnTo>
                    <a:pt x="1455" y="15657"/>
                  </a:lnTo>
                  <a:cubicBezTo>
                    <a:pt x="911" y="15657"/>
                    <a:pt x="474" y="15220"/>
                    <a:pt x="474" y="14676"/>
                  </a:cubicBezTo>
                  <a:lnTo>
                    <a:pt x="474" y="10287"/>
                  </a:lnTo>
                  <a:lnTo>
                    <a:pt x="2543" y="10287"/>
                  </a:lnTo>
                  <a:cubicBezTo>
                    <a:pt x="2838" y="10287"/>
                    <a:pt x="2829" y="9814"/>
                    <a:pt x="2543" y="9814"/>
                  </a:cubicBezTo>
                  <a:lnTo>
                    <a:pt x="474" y="9814"/>
                  </a:lnTo>
                  <a:lnTo>
                    <a:pt x="474" y="4443"/>
                  </a:lnTo>
                  <a:close/>
                  <a:moveTo>
                    <a:pt x="11848" y="10304"/>
                  </a:moveTo>
                  <a:lnTo>
                    <a:pt x="11848" y="14702"/>
                  </a:lnTo>
                  <a:cubicBezTo>
                    <a:pt x="11848" y="15247"/>
                    <a:pt x="11402" y="15693"/>
                    <a:pt x="10867" y="15693"/>
                  </a:cubicBezTo>
                  <a:lnTo>
                    <a:pt x="6397" y="15693"/>
                  </a:lnTo>
                  <a:lnTo>
                    <a:pt x="6397" y="10304"/>
                  </a:lnTo>
                  <a:close/>
                  <a:moveTo>
                    <a:pt x="1455" y="1"/>
                  </a:moveTo>
                  <a:cubicBezTo>
                    <a:pt x="652" y="1"/>
                    <a:pt x="1" y="652"/>
                    <a:pt x="1" y="1455"/>
                  </a:cubicBezTo>
                  <a:lnTo>
                    <a:pt x="1" y="10064"/>
                  </a:lnTo>
                  <a:lnTo>
                    <a:pt x="1" y="14702"/>
                  </a:lnTo>
                  <a:cubicBezTo>
                    <a:pt x="1" y="15505"/>
                    <a:pt x="652" y="16166"/>
                    <a:pt x="1455" y="16166"/>
                  </a:cubicBezTo>
                  <a:lnTo>
                    <a:pt x="10867" y="16166"/>
                  </a:lnTo>
                  <a:cubicBezTo>
                    <a:pt x="11669" y="16166"/>
                    <a:pt x="12321" y="15505"/>
                    <a:pt x="12321" y="14702"/>
                  </a:cubicBezTo>
                  <a:lnTo>
                    <a:pt x="12321" y="6326"/>
                  </a:lnTo>
                  <a:cubicBezTo>
                    <a:pt x="12321" y="6174"/>
                    <a:pt x="12203" y="6098"/>
                    <a:pt x="12084" y="6098"/>
                  </a:cubicBezTo>
                  <a:cubicBezTo>
                    <a:pt x="11966" y="6098"/>
                    <a:pt x="11848" y="6174"/>
                    <a:pt x="11848" y="6326"/>
                  </a:cubicBezTo>
                  <a:lnTo>
                    <a:pt x="11848" y="9832"/>
                  </a:lnTo>
                  <a:lnTo>
                    <a:pt x="6397" y="9832"/>
                  </a:lnTo>
                  <a:lnTo>
                    <a:pt x="6397" y="4443"/>
                  </a:lnTo>
                  <a:lnTo>
                    <a:pt x="11848" y="4443"/>
                  </a:lnTo>
                  <a:lnTo>
                    <a:pt x="11848" y="5050"/>
                  </a:lnTo>
                  <a:cubicBezTo>
                    <a:pt x="11848" y="5202"/>
                    <a:pt x="11966" y="5277"/>
                    <a:pt x="12084" y="5277"/>
                  </a:cubicBezTo>
                  <a:cubicBezTo>
                    <a:pt x="12203" y="5277"/>
                    <a:pt x="12321" y="5202"/>
                    <a:pt x="12321" y="5050"/>
                  </a:cubicBezTo>
                  <a:lnTo>
                    <a:pt x="12321" y="1455"/>
                  </a:lnTo>
                  <a:cubicBezTo>
                    <a:pt x="12321" y="652"/>
                    <a:pt x="11669" y="1"/>
                    <a:pt x="10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70"/>
            <p:cNvSpPr/>
            <p:nvPr/>
          </p:nvSpPr>
          <p:spPr>
            <a:xfrm>
              <a:off x="5069676" y="3367520"/>
              <a:ext cx="67042" cy="65697"/>
            </a:xfrm>
            <a:custGeom>
              <a:avLst/>
              <a:gdLst/>
              <a:ahLst/>
              <a:cxnLst/>
              <a:rect l="l" t="t" r="r" b="b"/>
              <a:pathLst>
                <a:path w="2891" h="2833" extrusionOk="0">
                  <a:moveTo>
                    <a:pt x="1443" y="1"/>
                  </a:moveTo>
                  <a:cubicBezTo>
                    <a:pt x="1313" y="1"/>
                    <a:pt x="1205" y="110"/>
                    <a:pt x="1205" y="243"/>
                  </a:cubicBezTo>
                  <a:lnTo>
                    <a:pt x="1205" y="1180"/>
                  </a:lnTo>
                  <a:lnTo>
                    <a:pt x="250" y="1180"/>
                  </a:lnTo>
                  <a:cubicBezTo>
                    <a:pt x="108" y="1180"/>
                    <a:pt x="1" y="1305"/>
                    <a:pt x="18" y="1448"/>
                  </a:cubicBezTo>
                  <a:cubicBezTo>
                    <a:pt x="27" y="1564"/>
                    <a:pt x="143" y="1653"/>
                    <a:pt x="259" y="1653"/>
                  </a:cubicBezTo>
                  <a:lnTo>
                    <a:pt x="1205" y="1653"/>
                  </a:lnTo>
                  <a:lnTo>
                    <a:pt x="1205" y="2589"/>
                  </a:lnTo>
                  <a:cubicBezTo>
                    <a:pt x="1205" y="2705"/>
                    <a:pt x="1294" y="2812"/>
                    <a:pt x="1410" y="2830"/>
                  </a:cubicBezTo>
                  <a:cubicBezTo>
                    <a:pt x="1420" y="2832"/>
                    <a:pt x="1431" y="2832"/>
                    <a:pt x="1441" y="2832"/>
                  </a:cubicBezTo>
                  <a:cubicBezTo>
                    <a:pt x="1577" y="2832"/>
                    <a:pt x="1678" y="2723"/>
                    <a:pt x="1678" y="2598"/>
                  </a:cubicBezTo>
                  <a:lnTo>
                    <a:pt x="1678" y="1653"/>
                  </a:lnTo>
                  <a:lnTo>
                    <a:pt x="2623" y="1653"/>
                  </a:lnTo>
                  <a:cubicBezTo>
                    <a:pt x="2748" y="1653"/>
                    <a:pt x="2855" y="1564"/>
                    <a:pt x="2873" y="1448"/>
                  </a:cubicBezTo>
                  <a:cubicBezTo>
                    <a:pt x="2891" y="1305"/>
                    <a:pt x="2775" y="1180"/>
                    <a:pt x="2632" y="1180"/>
                  </a:cubicBezTo>
                  <a:lnTo>
                    <a:pt x="1678" y="1180"/>
                  </a:lnTo>
                  <a:lnTo>
                    <a:pt x="1678" y="252"/>
                  </a:lnTo>
                  <a:cubicBezTo>
                    <a:pt x="1678" y="127"/>
                    <a:pt x="1597" y="20"/>
                    <a:pt x="1473" y="2"/>
                  </a:cubicBezTo>
                  <a:cubicBezTo>
                    <a:pt x="1463" y="1"/>
                    <a:pt x="1453" y="1"/>
                    <a:pt x="1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70"/>
            <p:cNvSpPr/>
            <p:nvPr/>
          </p:nvSpPr>
          <p:spPr>
            <a:xfrm>
              <a:off x="5075752" y="3507710"/>
              <a:ext cx="54682" cy="49719"/>
            </a:xfrm>
            <a:custGeom>
              <a:avLst/>
              <a:gdLst/>
              <a:ahLst/>
              <a:cxnLst/>
              <a:rect l="l" t="t" r="r" b="b"/>
              <a:pathLst>
                <a:path w="2358" h="2144" extrusionOk="0">
                  <a:moveTo>
                    <a:pt x="347" y="0"/>
                  </a:moveTo>
                  <a:cubicBezTo>
                    <a:pt x="162" y="0"/>
                    <a:pt x="1" y="241"/>
                    <a:pt x="167" y="407"/>
                  </a:cubicBezTo>
                  <a:lnTo>
                    <a:pt x="845" y="1076"/>
                  </a:lnTo>
                  <a:lnTo>
                    <a:pt x="167" y="1736"/>
                  </a:lnTo>
                  <a:cubicBezTo>
                    <a:pt x="1" y="1903"/>
                    <a:pt x="162" y="2144"/>
                    <a:pt x="347" y="2144"/>
                  </a:cubicBezTo>
                  <a:cubicBezTo>
                    <a:pt x="400" y="2144"/>
                    <a:pt x="456" y="2124"/>
                    <a:pt x="506" y="2075"/>
                  </a:cubicBezTo>
                  <a:lnTo>
                    <a:pt x="1184" y="1406"/>
                  </a:lnTo>
                  <a:lnTo>
                    <a:pt x="1853" y="2075"/>
                  </a:lnTo>
                  <a:cubicBezTo>
                    <a:pt x="1903" y="2124"/>
                    <a:pt x="1958" y="2144"/>
                    <a:pt x="2012" y="2144"/>
                  </a:cubicBezTo>
                  <a:cubicBezTo>
                    <a:pt x="2197" y="2144"/>
                    <a:pt x="2358" y="1903"/>
                    <a:pt x="2192" y="1736"/>
                  </a:cubicBezTo>
                  <a:lnTo>
                    <a:pt x="1514" y="1076"/>
                  </a:lnTo>
                  <a:lnTo>
                    <a:pt x="2192" y="407"/>
                  </a:lnTo>
                  <a:cubicBezTo>
                    <a:pt x="2358" y="241"/>
                    <a:pt x="2197" y="0"/>
                    <a:pt x="2012" y="0"/>
                  </a:cubicBezTo>
                  <a:cubicBezTo>
                    <a:pt x="1958" y="0"/>
                    <a:pt x="1903" y="20"/>
                    <a:pt x="1853" y="68"/>
                  </a:cubicBezTo>
                  <a:lnTo>
                    <a:pt x="1184" y="737"/>
                  </a:lnTo>
                  <a:lnTo>
                    <a:pt x="506" y="68"/>
                  </a:lnTo>
                  <a:cubicBezTo>
                    <a:pt x="456" y="20"/>
                    <a:pt x="400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70"/>
            <p:cNvSpPr/>
            <p:nvPr/>
          </p:nvSpPr>
          <p:spPr>
            <a:xfrm>
              <a:off x="5207059" y="3394862"/>
              <a:ext cx="67042" cy="10992"/>
            </a:xfrm>
            <a:custGeom>
              <a:avLst/>
              <a:gdLst/>
              <a:ahLst/>
              <a:cxnLst/>
              <a:rect l="l" t="t" r="r" b="b"/>
              <a:pathLst>
                <a:path w="2891" h="474" extrusionOk="0">
                  <a:moveTo>
                    <a:pt x="250" y="1"/>
                  </a:moveTo>
                  <a:cubicBezTo>
                    <a:pt x="107" y="1"/>
                    <a:pt x="0" y="126"/>
                    <a:pt x="18" y="269"/>
                  </a:cubicBezTo>
                  <a:cubicBezTo>
                    <a:pt x="36" y="385"/>
                    <a:pt x="143" y="474"/>
                    <a:pt x="259" y="474"/>
                  </a:cubicBezTo>
                  <a:lnTo>
                    <a:pt x="2632" y="474"/>
                  </a:lnTo>
                  <a:cubicBezTo>
                    <a:pt x="2748" y="474"/>
                    <a:pt x="2855" y="385"/>
                    <a:pt x="2873" y="269"/>
                  </a:cubicBezTo>
                  <a:cubicBezTo>
                    <a:pt x="2891" y="126"/>
                    <a:pt x="2775" y="1"/>
                    <a:pt x="2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70"/>
            <p:cNvSpPr/>
            <p:nvPr/>
          </p:nvSpPr>
          <p:spPr>
            <a:xfrm>
              <a:off x="5214921" y="3507756"/>
              <a:ext cx="51319" cy="49650"/>
            </a:xfrm>
            <a:custGeom>
              <a:avLst/>
              <a:gdLst/>
              <a:ahLst/>
              <a:cxnLst/>
              <a:rect l="l" t="t" r="r" b="b"/>
              <a:pathLst>
                <a:path w="2213" h="2141" extrusionOk="0">
                  <a:moveTo>
                    <a:pt x="1945" y="0"/>
                  </a:moveTo>
                  <a:cubicBezTo>
                    <a:pt x="1886" y="0"/>
                    <a:pt x="1828" y="23"/>
                    <a:pt x="1784" y="66"/>
                  </a:cubicBezTo>
                  <a:lnTo>
                    <a:pt x="98" y="1734"/>
                  </a:lnTo>
                  <a:cubicBezTo>
                    <a:pt x="0" y="1824"/>
                    <a:pt x="0" y="1975"/>
                    <a:pt x="89" y="2073"/>
                  </a:cubicBezTo>
                  <a:cubicBezTo>
                    <a:pt x="147" y="2118"/>
                    <a:pt x="203" y="2140"/>
                    <a:pt x="259" y="2140"/>
                  </a:cubicBezTo>
                  <a:cubicBezTo>
                    <a:pt x="315" y="2140"/>
                    <a:pt x="370" y="2118"/>
                    <a:pt x="428" y="2073"/>
                  </a:cubicBezTo>
                  <a:lnTo>
                    <a:pt x="2114" y="405"/>
                  </a:lnTo>
                  <a:cubicBezTo>
                    <a:pt x="2204" y="316"/>
                    <a:pt x="2213" y="164"/>
                    <a:pt x="2114" y="75"/>
                  </a:cubicBezTo>
                  <a:cubicBezTo>
                    <a:pt x="2069" y="25"/>
                    <a:pt x="2007" y="0"/>
                    <a:pt x="19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70"/>
            <p:cNvSpPr/>
            <p:nvPr/>
          </p:nvSpPr>
          <p:spPr>
            <a:xfrm>
              <a:off x="5211813" y="3505761"/>
              <a:ext cx="14076" cy="10992"/>
            </a:xfrm>
            <a:custGeom>
              <a:avLst/>
              <a:gdLst/>
              <a:ahLst/>
              <a:cxnLst/>
              <a:rect l="l" t="t" r="r" b="b"/>
              <a:pathLst>
                <a:path w="607" h="474" extrusionOk="0">
                  <a:moveTo>
                    <a:pt x="304" y="1"/>
                  </a:moveTo>
                  <a:cubicBezTo>
                    <a:pt x="0" y="1"/>
                    <a:pt x="0" y="473"/>
                    <a:pt x="304" y="473"/>
                  </a:cubicBezTo>
                  <a:cubicBezTo>
                    <a:pt x="607" y="473"/>
                    <a:pt x="607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70"/>
            <p:cNvSpPr/>
            <p:nvPr/>
          </p:nvSpPr>
          <p:spPr>
            <a:xfrm>
              <a:off x="5255041" y="3548595"/>
              <a:ext cx="14308" cy="10992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0"/>
                  </a:moveTo>
                  <a:cubicBezTo>
                    <a:pt x="1" y="0"/>
                    <a:pt x="1" y="473"/>
                    <a:pt x="313" y="473"/>
                  </a:cubicBezTo>
                  <a:cubicBezTo>
                    <a:pt x="616" y="473"/>
                    <a:pt x="616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70"/>
            <p:cNvSpPr/>
            <p:nvPr/>
          </p:nvSpPr>
          <p:spPr>
            <a:xfrm>
              <a:off x="5055761" y="3254023"/>
              <a:ext cx="32211" cy="27666"/>
            </a:xfrm>
            <a:custGeom>
              <a:avLst/>
              <a:gdLst/>
              <a:ahLst/>
              <a:cxnLst/>
              <a:rect l="l" t="t" r="r" b="b"/>
              <a:pathLst>
                <a:path w="1389" h="1193" extrusionOk="0">
                  <a:moveTo>
                    <a:pt x="1044" y="1"/>
                  </a:moveTo>
                  <a:cubicBezTo>
                    <a:pt x="990" y="1"/>
                    <a:pt x="935" y="21"/>
                    <a:pt x="886" y="70"/>
                  </a:cubicBezTo>
                  <a:lnTo>
                    <a:pt x="172" y="784"/>
                  </a:lnTo>
                  <a:cubicBezTo>
                    <a:pt x="0" y="956"/>
                    <a:pt x="163" y="1192"/>
                    <a:pt x="345" y="1192"/>
                  </a:cubicBezTo>
                  <a:cubicBezTo>
                    <a:pt x="398" y="1192"/>
                    <a:pt x="454" y="1172"/>
                    <a:pt x="502" y="1123"/>
                  </a:cubicBezTo>
                  <a:lnTo>
                    <a:pt x="1216" y="400"/>
                  </a:lnTo>
                  <a:cubicBezTo>
                    <a:pt x="1388" y="235"/>
                    <a:pt x="1226" y="1"/>
                    <a:pt x="10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70"/>
            <p:cNvSpPr/>
            <p:nvPr/>
          </p:nvSpPr>
          <p:spPr>
            <a:xfrm>
              <a:off x="5063159" y="3254023"/>
              <a:ext cx="61894" cy="57534"/>
            </a:xfrm>
            <a:custGeom>
              <a:avLst/>
              <a:gdLst/>
              <a:ahLst/>
              <a:cxnLst/>
              <a:rect l="l" t="t" r="r" b="b"/>
              <a:pathLst>
                <a:path w="2669" h="2481" extrusionOk="0">
                  <a:moveTo>
                    <a:pt x="2330" y="1"/>
                  </a:moveTo>
                  <a:cubicBezTo>
                    <a:pt x="2277" y="1"/>
                    <a:pt x="2222" y="21"/>
                    <a:pt x="2173" y="70"/>
                  </a:cubicBezTo>
                  <a:lnTo>
                    <a:pt x="166" y="2077"/>
                  </a:lnTo>
                  <a:cubicBezTo>
                    <a:pt x="1" y="2242"/>
                    <a:pt x="158" y="2480"/>
                    <a:pt x="337" y="2480"/>
                  </a:cubicBezTo>
                  <a:cubicBezTo>
                    <a:pt x="391" y="2480"/>
                    <a:pt x="446" y="2459"/>
                    <a:pt x="496" y="2407"/>
                  </a:cubicBezTo>
                  <a:lnTo>
                    <a:pt x="2503" y="400"/>
                  </a:lnTo>
                  <a:cubicBezTo>
                    <a:pt x="2668" y="235"/>
                    <a:pt x="2509" y="1"/>
                    <a:pt x="2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8" name="Google Shape;4128;p70"/>
          <p:cNvGrpSpPr/>
          <p:nvPr/>
        </p:nvGrpSpPr>
        <p:grpSpPr>
          <a:xfrm>
            <a:off x="3042459" y="2734026"/>
            <a:ext cx="357855" cy="358512"/>
            <a:chOff x="2867763" y="2677217"/>
            <a:chExt cx="374287" cy="374973"/>
          </a:xfrm>
        </p:grpSpPr>
        <p:sp>
          <p:nvSpPr>
            <p:cNvPr id="4129" name="Google Shape;4129;p70"/>
            <p:cNvSpPr/>
            <p:nvPr/>
          </p:nvSpPr>
          <p:spPr>
            <a:xfrm>
              <a:off x="2872934" y="2808548"/>
              <a:ext cx="363318" cy="238138"/>
            </a:xfrm>
            <a:custGeom>
              <a:avLst/>
              <a:gdLst/>
              <a:ahLst/>
              <a:cxnLst/>
              <a:rect l="l" t="t" r="r" b="b"/>
              <a:pathLst>
                <a:path w="15667" h="10269" extrusionOk="0">
                  <a:moveTo>
                    <a:pt x="1" y="1"/>
                  </a:moveTo>
                  <a:lnTo>
                    <a:pt x="1" y="10269"/>
                  </a:lnTo>
                  <a:lnTo>
                    <a:pt x="15666" y="10269"/>
                  </a:lnTo>
                  <a:lnTo>
                    <a:pt x="156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70"/>
            <p:cNvSpPr/>
            <p:nvPr/>
          </p:nvSpPr>
          <p:spPr>
            <a:xfrm>
              <a:off x="2904381" y="2852425"/>
              <a:ext cx="137401" cy="130768"/>
            </a:xfrm>
            <a:custGeom>
              <a:avLst/>
              <a:gdLst/>
              <a:ahLst/>
              <a:cxnLst/>
              <a:rect l="l" t="t" r="r" b="b"/>
              <a:pathLst>
                <a:path w="5925" h="5639" extrusionOk="0">
                  <a:moveTo>
                    <a:pt x="1" y="0"/>
                  </a:moveTo>
                  <a:lnTo>
                    <a:pt x="1" y="5638"/>
                  </a:lnTo>
                  <a:lnTo>
                    <a:pt x="5924" y="5638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70"/>
            <p:cNvSpPr/>
            <p:nvPr/>
          </p:nvSpPr>
          <p:spPr>
            <a:xfrm>
              <a:off x="3067414" y="2852425"/>
              <a:ext cx="137401" cy="74486"/>
            </a:xfrm>
            <a:custGeom>
              <a:avLst/>
              <a:gdLst/>
              <a:ahLst/>
              <a:cxnLst/>
              <a:rect l="l" t="t" r="r" b="b"/>
              <a:pathLst>
                <a:path w="5925" h="3212" extrusionOk="0">
                  <a:moveTo>
                    <a:pt x="1" y="0"/>
                  </a:moveTo>
                  <a:lnTo>
                    <a:pt x="1" y="3212"/>
                  </a:lnTo>
                  <a:lnTo>
                    <a:pt x="5924" y="3212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70"/>
            <p:cNvSpPr/>
            <p:nvPr/>
          </p:nvSpPr>
          <p:spPr>
            <a:xfrm>
              <a:off x="3067414" y="2954002"/>
              <a:ext cx="137401" cy="92690"/>
            </a:xfrm>
            <a:custGeom>
              <a:avLst/>
              <a:gdLst/>
              <a:ahLst/>
              <a:cxnLst/>
              <a:rect l="l" t="t" r="r" b="b"/>
              <a:pathLst>
                <a:path w="5925" h="3997" extrusionOk="0">
                  <a:moveTo>
                    <a:pt x="1" y="0"/>
                  </a:moveTo>
                  <a:lnTo>
                    <a:pt x="1" y="3997"/>
                  </a:lnTo>
                  <a:lnTo>
                    <a:pt x="5924" y="3997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70"/>
            <p:cNvSpPr/>
            <p:nvPr/>
          </p:nvSpPr>
          <p:spPr>
            <a:xfrm>
              <a:off x="2904381" y="3008616"/>
              <a:ext cx="137401" cy="38078"/>
            </a:xfrm>
            <a:custGeom>
              <a:avLst/>
              <a:gdLst/>
              <a:ahLst/>
              <a:cxnLst/>
              <a:rect l="l" t="t" r="r" b="b"/>
              <a:pathLst>
                <a:path w="5925" h="1642" extrusionOk="0">
                  <a:moveTo>
                    <a:pt x="1" y="0"/>
                  </a:moveTo>
                  <a:lnTo>
                    <a:pt x="1" y="1642"/>
                  </a:lnTo>
                  <a:lnTo>
                    <a:pt x="5924" y="1642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70"/>
            <p:cNvSpPr/>
            <p:nvPr/>
          </p:nvSpPr>
          <p:spPr>
            <a:xfrm>
              <a:off x="3034529" y="2760148"/>
              <a:ext cx="40351" cy="73767"/>
            </a:xfrm>
            <a:custGeom>
              <a:avLst/>
              <a:gdLst/>
              <a:ahLst/>
              <a:cxnLst/>
              <a:rect l="l" t="t" r="r" b="b"/>
              <a:pathLst>
                <a:path w="1740" h="3181" extrusionOk="0">
                  <a:moveTo>
                    <a:pt x="0" y="0"/>
                  </a:moveTo>
                  <a:lnTo>
                    <a:pt x="616" y="2953"/>
                  </a:lnTo>
                  <a:cubicBezTo>
                    <a:pt x="638" y="3105"/>
                    <a:pt x="756" y="3181"/>
                    <a:pt x="874" y="3181"/>
                  </a:cubicBezTo>
                  <a:cubicBezTo>
                    <a:pt x="993" y="3181"/>
                    <a:pt x="1111" y="3105"/>
                    <a:pt x="1133" y="2953"/>
                  </a:cubicBezTo>
                  <a:lnTo>
                    <a:pt x="174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E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70"/>
            <p:cNvSpPr/>
            <p:nvPr/>
          </p:nvSpPr>
          <p:spPr>
            <a:xfrm>
              <a:off x="3000809" y="2683549"/>
              <a:ext cx="107602" cy="94731"/>
            </a:xfrm>
            <a:custGeom>
              <a:avLst/>
              <a:gdLst/>
              <a:ahLst/>
              <a:cxnLst/>
              <a:rect l="l" t="t" r="r" b="b"/>
              <a:pathLst>
                <a:path w="4640" h="4085" extrusionOk="0">
                  <a:moveTo>
                    <a:pt x="2317" y="0"/>
                  </a:moveTo>
                  <a:cubicBezTo>
                    <a:pt x="1925" y="0"/>
                    <a:pt x="1528" y="114"/>
                    <a:pt x="1178" y="350"/>
                  </a:cubicBezTo>
                  <a:cubicBezTo>
                    <a:pt x="250" y="975"/>
                    <a:pt x="0" y="2242"/>
                    <a:pt x="625" y="3178"/>
                  </a:cubicBezTo>
                  <a:cubicBezTo>
                    <a:pt x="1022" y="3767"/>
                    <a:pt x="1670" y="4084"/>
                    <a:pt x="2327" y="4084"/>
                  </a:cubicBezTo>
                  <a:cubicBezTo>
                    <a:pt x="2715" y="4084"/>
                    <a:pt x="3107" y="3973"/>
                    <a:pt x="3453" y="3740"/>
                  </a:cubicBezTo>
                  <a:cubicBezTo>
                    <a:pt x="4389" y="3107"/>
                    <a:pt x="4639" y="1840"/>
                    <a:pt x="4015" y="904"/>
                  </a:cubicBezTo>
                  <a:cubicBezTo>
                    <a:pt x="3618" y="317"/>
                    <a:pt x="2974" y="0"/>
                    <a:pt x="23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70"/>
            <p:cNvSpPr/>
            <p:nvPr/>
          </p:nvSpPr>
          <p:spPr>
            <a:xfrm>
              <a:off x="2867763" y="2677217"/>
              <a:ext cx="374287" cy="374959"/>
            </a:xfrm>
            <a:custGeom>
              <a:avLst/>
              <a:gdLst/>
              <a:ahLst/>
              <a:cxnLst/>
              <a:rect l="l" t="t" r="r" b="b"/>
              <a:pathLst>
                <a:path w="16140" h="16169" extrusionOk="0">
                  <a:moveTo>
                    <a:pt x="7637" y="4549"/>
                  </a:moveTo>
                  <a:lnTo>
                    <a:pt x="7637" y="4549"/>
                  </a:lnTo>
                  <a:cubicBezTo>
                    <a:pt x="7776" y="4575"/>
                    <a:pt x="7918" y="4589"/>
                    <a:pt x="8061" y="4589"/>
                  </a:cubicBezTo>
                  <a:cubicBezTo>
                    <a:pt x="8204" y="4589"/>
                    <a:pt x="8346" y="4575"/>
                    <a:pt x="8485" y="4549"/>
                  </a:cubicBezTo>
                  <a:lnTo>
                    <a:pt x="8485" y="4549"/>
                  </a:lnTo>
                  <a:lnTo>
                    <a:pt x="8092" y="6476"/>
                  </a:lnTo>
                  <a:cubicBezTo>
                    <a:pt x="8092" y="6485"/>
                    <a:pt x="8092" y="6485"/>
                    <a:pt x="8092" y="6494"/>
                  </a:cubicBezTo>
                  <a:cubicBezTo>
                    <a:pt x="8089" y="6510"/>
                    <a:pt x="8083" y="6517"/>
                    <a:pt x="8076" y="6517"/>
                  </a:cubicBezTo>
                  <a:cubicBezTo>
                    <a:pt x="8060" y="6517"/>
                    <a:pt x="8039" y="6488"/>
                    <a:pt x="8039" y="6476"/>
                  </a:cubicBezTo>
                  <a:lnTo>
                    <a:pt x="7637" y="4549"/>
                  </a:lnTo>
                  <a:close/>
                  <a:moveTo>
                    <a:pt x="8059" y="1"/>
                  </a:moveTo>
                  <a:cubicBezTo>
                    <a:pt x="7461" y="1"/>
                    <a:pt x="6873" y="234"/>
                    <a:pt x="6433" y="668"/>
                  </a:cubicBezTo>
                  <a:cubicBezTo>
                    <a:pt x="5541" y="1569"/>
                    <a:pt x="5541" y="3023"/>
                    <a:pt x="6442" y="3915"/>
                  </a:cubicBezTo>
                  <a:cubicBezTo>
                    <a:pt x="6638" y="4121"/>
                    <a:pt x="6861" y="4272"/>
                    <a:pt x="7111" y="4388"/>
                  </a:cubicBezTo>
                  <a:lnTo>
                    <a:pt x="7334" y="5441"/>
                  </a:lnTo>
                  <a:lnTo>
                    <a:pt x="242" y="5441"/>
                  </a:lnTo>
                  <a:cubicBezTo>
                    <a:pt x="108" y="5441"/>
                    <a:pt x="1" y="5548"/>
                    <a:pt x="1" y="5673"/>
                  </a:cubicBezTo>
                  <a:lnTo>
                    <a:pt x="1" y="15941"/>
                  </a:lnTo>
                  <a:cubicBezTo>
                    <a:pt x="1" y="16092"/>
                    <a:pt x="119" y="16168"/>
                    <a:pt x="237" y="16168"/>
                  </a:cubicBezTo>
                  <a:cubicBezTo>
                    <a:pt x="355" y="16168"/>
                    <a:pt x="474" y="16092"/>
                    <a:pt x="474" y="15941"/>
                  </a:cubicBezTo>
                  <a:lnTo>
                    <a:pt x="474" y="5914"/>
                  </a:lnTo>
                  <a:lnTo>
                    <a:pt x="7450" y="5914"/>
                  </a:lnTo>
                  <a:lnTo>
                    <a:pt x="7584" y="6574"/>
                  </a:lnTo>
                  <a:cubicBezTo>
                    <a:pt x="7628" y="6846"/>
                    <a:pt x="7854" y="6982"/>
                    <a:pt x="8078" y="6982"/>
                  </a:cubicBezTo>
                  <a:cubicBezTo>
                    <a:pt x="8302" y="6982"/>
                    <a:pt x="8525" y="6846"/>
                    <a:pt x="8565" y="6574"/>
                  </a:cubicBezTo>
                  <a:lnTo>
                    <a:pt x="8708" y="5914"/>
                  </a:lnTo>
                  <a:lnTo>
                    <a:pt x="15666" y="5914"/>
                  </a:lnTo>
                  <a:lnTo>
                    <a:pt x="15666" y="15941"/>
                  </a:lnTo>
                  <a:cubicBezTo>
                    <a:pt x="15666" y="16092"/>
                    <a:pt x="15784" y="16168"/>
                    <a:pt x="15903" y="16168"/>
                  </a:cubicBezTo>
                  <a:cubicBezTo>
                    <a:pt x="16021" y="16168"/>
                    <a:pt x="16139" y="16092"/>
                    <a:pt x="16139" y="15941"/>
                  </a:cubicBezTo>
                  <a:lnTo>
                    <a:pt x="16139" y="5673"/>
                  </a:lnTo>
                  <a:cubicBezTo>
                    <a:pt x="16139" y="5548"/>
                    <a:pt x="16032" y="5441"/>
                    <a:pt x="15898" y="5441"/>
                  </a:cubicBezTo>
                  <a:lnTo>
                    <a:pt x="8797" y="5441"/>
                  </a:lnTo>
                  <a:lnTo>
                    <a:pt x="9011" y="4388"/>
                  </a:lnTo>
                  <a:cubicBezTo>
                    <a:pt x="9261" y="4281"/>
                    <a:pt x="9484" y="4121"/>
                    <a:pt x="9680" y="3924"/>
                  </a:cubicBezTo>
                  <a:cubicBezTo>
                    <a:pt x="10447" y="3157"/>
                    <a:pt x="10572" y="1944"/>
                    <a:pt x="9975" y="1034"/>
                  </a:cubicBezTo>
                  <a:cubicBezTo>
                    <a:pt x="9926" y="962"/>
                    <a:pt x="9859" y="932"/>
                    <a:pt x="9792" y="932"/>
                  </a:cubicBezTo>
                  <a:cubicBezTo>
                    <a:pt x="9626" y="932"/>
                    <a:pt x="9461" y="1117"/>
                    <a:pt x="9582" y="1301"/>
                  </a:cubicBezTo>
                  <a:cubicBezTo>
                    <a:pt x="10055" y="2015"/>
                    <a:pt x="9957" y="2979"/>
                    <a:pt x="9350" y="3585"/>
                  </a:cubicBezTo>
                  <a:cubicBezTo>
                    <a:pt x="9002" y="3924"/>
                    <a:pt x="8547" y="4121"/>
                    <a:pt x="8065" y="4121"/>
                  </a:cubicBezTo>
                  <a:cubicBezTo>
                    <a:pt x="7575" y="4121"/>
                    <a:pt x="7120" y="3924"/>
                    <a:pt x="6772" y="3585"/>
                  </a:cubicBezTo>
                  <a:cubicBezTo>
                    <a:pt x="6067" y="2872"/>
                    <a:pt x="6067" y="1721"/>
                    <a:pt x="6772" y="1007"/>
                  </a:cubicBezTo>
                  <a:cubicBezTo>
                    <a:pt x="7119" y="660"/>
                    <a:pt x="7583" y="475"/>
                    <a:pt x="8055" y="475"/>
                  </a:cubicBezTo>
                  <a:cubicBezTo>
                    <a:pt x="8275" y="475"/>
                    <a:pt x="8496" y="515"/>
                    <a:pt x="8708" y="597"/>
                  </a:cubicBezTo>
                  <a:cubicBezTo>
                    <a:pt x="8738" y="608"/>
                    <a:pt x="8767" y="613"/>
                    <a:pt x="8794" y="613"/>
                  </a:cubicBezTo>
                  <a:cubicBezTo>
                    <a:pt x="9024" y="613"/>
                    <a:pt x="9133" y="246"/>
                    <a:pt x="8877" y="151"/>
                  </a:cubicBezTo>
                  <a:cubicBezTo>
                    <a:pt x="8611" y="50"/>
                    <a:pt x="8334" y="1"/>
                    <a:pt x="80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70"/>
            <p:cNvSpPr/>
            <p:nvPr/>
          </p:nvSpPr>
          <p:spPr>
            <a:xfrm>
              <a:off x="2899210" y="2847254"/>
              <a:ext cx="148370" cy="141714"/>
            </a:xfrm>
            <a:custGeom>
              <a:avLst/>
              <a:gdLst/>
              <a:ahLst/>
              <a:cxnLst/>
              <a:rect l="l" t="t" r="r" b="b"/>
              <a:pathLst>
                <a:path w="6398" h="6111" extrusionOk="0">
                  <a:moveTo>
                    <a:pt x="242" y="0"/>
                  </a:moveTo>
                  <a:cubicBezTo>
                    <a:pt x="108" y="0"/>
                    <a:pt x="1" y="107"/>
                    <a:pt x="1" y="232"/>
                  </a:cubicBezTo>
                  <a:lnTo>
                    <a:pt x="1" y="3363"/>
                  </a:lnTo>
                  <a:cubicBezTo>
                    <a:pt x="1" y="3519"/>
                    <a:pt x="119" y="3597"/>
                    <a:pt x="237" y="3597"/>
                  </a:cubicBezTo>
                  <a:cubicBezTo>
                    <a:pt x="355" y="3597"/>
                    <a:pt x="474" y="3519"/>
                    <a:pt x="474" y="3363"/>
                  </a:cubicBezTo>
                  <a:lnTo>
                    <a:pt x="474" y="473"/>
                  </a:lnTo>
                  <a:lnTo>
                    <a:pt x="5924" y="473"/>
                  </a:lnTo>
                  <a:lnTo>
                    <a:pt x="5924" y="5638"/>
                  </a:lnTo>
                  <a:lnTo>
                    <a:pt x="474" y="5638"/>
                  </a:lnTo>
                  <a:lnTo>
                    <a:pt x="474" y="4621"/>
                  </a:lnTo>
                  <a:cubicBezTo>
                    <a:pt x="474" y="4469"/>
                    <a:pt x="355" y="4394"/>
                    <a:pt x="237" y="4394"/>
                  </a:cubicBezTo>
                  <a:cubicBezTo>
                    <a:pt x="119" y="4394"/>
                    <a:pt x="1" y="4469"/>
                    <a:pt x="1" y="4621"/>
                  </a:cubicBezTo>
                  <a:lnTo>
                    <a:pt x="1" y="5879"/>
                  </a:lnTo>
                  <a:cubicBezTo>
                    <a:pt x="1" y="6004"/>
                    <a:pt x="108" y="6111"/>
                    <a:pt x="242" y="6111"/>
                  </a:cubicBezTo>
                  <a:lnTo>
                    <a:pt x="6165" y="6111"/>
                  </a:lnTo>
                  <a:cubicBezTo>
                    <a:pt x="6290" y="6111"/>
                    <a:pt x="6397" y="6004"/>
                    <a:pt x="6397" y="5879"/>
                  </a:cubicBezTo>
                  <a:lnTo>
                    <a:pt x="6397" y="232"/>
                  </a:lnTo>
                  <a:cubicBezTo>
                    <a:pt x="6397" y="107"/>
                    <a:pt x="6290" y="0"/>
                    <a:pt x="6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70"/>
            <p:cNvSpPr/>
            <p:nvPr/>
          </p:nvSpPr>
          <p:spPr>
            <a:xfrm>
              <a:off x="3061407" y="2847254"/>
              <a:ext cx="148370" cy="85455"/>
            </a:xfrm>
            <a:custGeom>
              <a:avLst/>
              <a:gdLst/>
              <a:ahLst/>
              <a:cxnLst/>
              <a:rect l="l" t="t" r="r" b="b"/>
              <a:pathLst>
                <a:path w="6398" h="3685" extrusionOk="0">
                  <a:moveTo>
                    <a:pt x="5925" y="473"/>
                  </a:moveTo>
                  <a:lnTo>
                    <a:pt x="5925" y="3212"/>
                  </a:lnTo>
                  <a:lnTo>
                    <a:pt x="474" y="3212"/>
                  </a:lnTo>
                  <a:lnTo>
                    <a:pt x="474" y="473"/>
                  </a:lnTo>
                  <a:close/>
                  <a:moveTo>
                    <a:pt x="242" y="0"/>
                  </a:moveTo>
                  <a:cubicBezTo>
                    <a:pt x="108" y="0"/>
                    <a:pt x="1" y="107"/>
                    <a:pt x="1" y="232"/>
                  </a:cubicBezTo>
                  <a:lnTo>
                    <a:pt x="1" y="3453"/>
                  </a:lnTo>
                  <a:cubicBezTo>
                    <a:pt x="1" y="3577"/>
                    <a:pt x="108" y="3684"/>
                    <a:pt x="242" y="3684"/>
                  </a:cubicBezTo>
                  <a:lnTo>
                    <a:pt x="6165" y="3684"/>
                  </a:lnTo>
                  <a:cubicBezTo>
                    <a:pt x="6290" y="3684"/>
                    <a:pt x="6397" y="3577"/>
                    <a:pt x="6397" y="3453"/>
                  </a:cubicBezTo>
                  <a:lnTo>
                    <a:pt x="6397" y="232"/>
                  </a:lnTo>
                  <a:cubicBezTo>
                    <a:pt x="6397" y="107"/>
                    <a:pt x="6290" y="0"/>
                    <a:pt x="6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70"/>
            <p:cNvSpPr/>
            <p:nvPr/>
          </p:nvSpPr>
          <p:spPr>
            <a:xfrm>
              <a:off x="3062242" y="2948830"/>
              <a:ext cx="147535" cy="103358"/>
            </a:xfrm>
            <a:custGeom>
              <a:avLst/>
              <a:gdLst/>
              <a:ahLst/>
              <a:cxnLst/>
              <a:rect l="l" t="t" r="r" b="b"/>
              <a:pathLst>
                <a:path w="6362" h="4457" extrusionOk="0">
                  <a:moveTo>
                    <a:pt x="233" y="0"/>
                  </a:moveTo>
                  <a:cubicBezTo>
                    <a:pt x="108" y="0"/>
                    <a:pt x="1" y="107"/>
                    <a:pt x="1" y="232"/>
                  </a:cubicBezTo>
                  <a:lnTo>
                    <a:pt x="1" y="4229"/>
                  </a:lnTo>
                  <a:cubicBezTo>
                    <a:pt x="1" y="4380"/>
                    <a:pt x="119" y="4456"/>
                    <a:pt x="237" y="4456"/>
                  </a:cubicBezTo>
                  <a:cubicBezTo>
                    <a:pt x="355" y="4456"/>
                    <a:pt x="473" y="4380"/>
                    <a:pt x="473" y="4229"/>
                  </a:cubicBezTo>
                  <a:lnTo>
                    <a:pt x="473" y="473"/>
                  </a:lnTo>
                  <a:lnTo>
                    <a:pt x="5889" y="473"/>
                  </a:lnTo>
                  <a:lnTo>
                    <a:pt x="5889" y="4229"/>
                  </a:lnTo>
                  <a:cubicBezTo>
                    <a:pt x="5889" y="4380"/>
                    <a:pt x="6007" y="4456"/>
                    <a:pt x="6125" y="4456"/>
                  </a:cubicBezTo>
                  <a:cubicBezTo>
                    <a:pt x="6243" y="4456"/>
                    <a:pt x="6361" y="4380"/>
                    <a:pt x="6361" y="4229"/>
                  </a:cubicBezTo>
                  <a:lnTo>
                    <a:pt x="6361" y="232"/>
                  </a:lnTo>
                  <a:cubicBezTo>
                    <a:pt x="6361" y="107"/>
                    <a:pt x="6254" y="0"/>
                    <a:pt x="6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70"/>
            <p:cNvSpPr/>
            <p:nvPr/>
          </p:nvSpPr>
          <p:spPr>
            <a:xfrm>
              <a:off x="2899210" y="3003654"/>
              <a:ext cx="148370" cy="48537"/>
            </a:xfrm>
            <a:custGeom>
              <a:avLst/>
              <a:gdLst/>
              <a:ahLst/>
              <a:cxnLst/>
              <a:rect l="l" t="t" r="r" b="b"/>
              <a:pathLst>
                <a:path w="6398" h="2093" extrusionOk="0">
                  <a:moveTo>
                    <a:pt x="242" y="0"/>
                  </a:moveTo>
                  <a:cubicBezTo>
                    <a:pt x="108" y="0"/>
                    <a:pt x="1" y="107"/>
                    <a:pt x="1" y="232"/>
                  </a:cubicBezTo>
                  <a:lnTo>
                    <a:pt x="1" y="1865"/>
                  </a:lnTo>
                  <a:cubicBezTo>
                    <a:pt x="1" y="2016"/>
                    <a:pt x="119" y="2092"/>
                    <a:pt x="237" y="2092"/>
                  </a:cubicBezTo>
                  <a:cubicBezTo>
                    <a:pt x="355" y="2092"/>
                    <a:pt x="474" y="2016"/>
                    <a:pt x="474" y="1865"/>
                  </a:cubicBezTo>
                  <a:lnTo>
                    <a:pt x="474" y="473"/>
                  </a:lnTo>
                  <a:lnTo>
                    <a:pt x="5924" y="473"/>
                  </a:lnTo>
                  <a:lnTo>
                    <a:pt x="5924" y="1865"/>
                  </a:lnTo>
                  <a:cubicBezTo>
                    <a:pt x="5924" y="2016"/>
                    <a:pt x="6043" y="2092"/>
                    <a:pt x="6161" y="2092"/>
                  </a:cubicBezTo>
                  <a:cubicBezTo>
                    <a:pt x="6279" y="2092"/>
                    <a:pt x="6397" y="2016"/>
                    <a:pt x="6397" y="1865"/>
                  </a:cubicBezTo>
                  <a:lnTo>
                    <a:pt x="6397" y="232"/>
                  </a:lnTo>
                  <a:cubicBezTo>
                    <a:pt x="6397" y="107"/>
                    <a:pt x="6290" y="0"/>
                    <a:pt x="6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1" name="Google Shape;4141;p70"/>
          <p:cNvGrpSpPr/>
          <p:nvPr/>
        </p:nvGrpSpPr>
        <p:grpSpPr>
          <a:xfrm>
            <a:off x="2059331" y="2748666"/>
            <a:ext cx="364596" cy="329231"/>
            <a:chOff x="1846340" y="2678006"/>
            <a:chExt cx="381336" cy="344348"/>
          </a:xfrm>
        </p:grpSpPr>
        <p:sp>
          <p:nvSpPr>
            <p:cNvPr id="4142" name="Google Shape;4142;p70"/>
            <p:cNvSpPr/>
            <p:nvPr/>
          </p:nvSpPr>
          <p:spPr>
            <a:xfrm>
              <a:off x="1880709" y="2683595"/>
              <a:ext cx="317378" cy="333310"/>
            </a:xfrm>
            <a:custGeom>
              <a:avLst/>
              <a:gdLst/>
              <a:ahLst/>
              <a:cxnLst/>
              <a:rect l="l" t="t" r="r" b="b"/>
              <a:pathLst>
                <a:path w="13686" h="14373" extrusionOk="0">
                  <a:moveTo>
                    <a:pt x="6843" y="1"/>
                  </a:moveTo>
                  <a:cubicBezTo>
                    <a:pt x="3060" y="1"/>
                    <a:pt x="1" y="3078"/>
                    <a:pt x="1" y="6870"/>
                  </a:cubicBezTo>
                  <a:cubicBezTo>
                    <a:pt x="1" y="10670"/>
                    <a:pt x="3060" y="13739"/>
                    <a:pt x="6843" y="13739"/>
                  </a:cubicBezTo>
                  <a:cubicBezTo>
                    <a:pt x="7637" y="13739"/>
                    <a:pt x="8395" y="13605"/>
                    <a:pt x="9109" y="13355"/>
                  </a:cubicBezTo>
                  <a:lnTo>
                    <a:pt x="11196" y="14372"/>
                  </a:lnTo>
                  <a:lnTo>
                    <a:pt x="11196" y="12178"/>
                  </a:lnTo>
                  <a:cubicBezTo>
                    <a:pt x="12713" y="10911"/>
                    <a:pt x="13685" y="9002"/>
                    <a:pt x="13685" y="6870"/>
                  </a:cubicBezTo>
                  <a:cubicBezTo>
                    <a:pt x="13685" y="3078"/>
                    <a:pt x="10626" y="1"/>
                    <a:pt x="68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0"/>
            <p:cNvSpPr/>
            <p:nvPr/>
          </p:nvSpPr>
          <p:spPr>
            <a:xfrm>
              <a:off x="1853830" y="2746767"/>
              <a:ext cx="370715" cy="197092"/>
            </a:xfrm>
            <a:custGeom>
              <a:avLst/>
              <a:gdLst/>
              <a:ahLst/>
              <a:cxnLst/>
              <a:rect l="l" t="t" r="r" b="b"/>
              <a:pathLst>
                <a:path w="15986" h="8499" extrusionOk="0">
                  <a:moveTo>
                    <a:pt x="7408" y="1"/>
                  </a:moveTo>
                  <a:cubicBezTo>
                    <a:pt x="7299" y="1"/>
                    <a:pt x="7191" y="43"/>
                    <a:pt x="7110" y="131"/>
                  </a:cubicBezTo>
                  <a:lnTo>
                    <a:pt x="276" y="7339"/>
                  </a:lnTo>
                  <a:cubicBezTo>
                    <a:pt x="0" y="7631"/>
                    <a:pt x="243" y="8072"/>
                    <a:pt x="580" y="8072"/>
                  </a:cubicBezTo>
                  <a:cubicBezTo>
                    <a:pt x="646" y="8072"/>
                    <a:pt x="715" y="8055"/>
                    <a:pt x="785" y="8017"/>
                  </a:cubicBezTo>
                  <a:lnTo>
                    <a:pt x="5968" y="5279"/>
                  </a:lnTo>
                  <a:cubicBezTo>
                    <a:pt x="6033" y="5245"/>
                    <a:pt x="6102" y="5229"/>
                    <a:pt x="6169" y="5229"/>
                  </a:cubicBezTo>
                  <a:cubicBezTo>
                    <a:pt x="6317" y="5229"/>
                    <a:pt x="6459" y="5305"/>
                    <a:pt x="6539" y="5439"/>
                  </a:cubicBezTo>
                  <a:lnTo>
                    <a:pt x="8198" y="8285"/>
                  </a:lnTo>
                  <a:cubicBezTo>
                    <a:pt x="8279" y="8426"/>
                    <a:pt x="8421" y="8499"/>
                    <a:pt x="8566" y="8499"/>
                  </a:cubicBezTo>
                  <a:cubicBezTo>
                    <a:pt x="8678" y="8499"/>
                    <a:pt x="8791" y="8455"/>
                    <a:pt x="8876" y="8365"/>
                  </a:cubicBezTo>
                  <a:lnTo>
                    <a:pt x="15701" y="1157"/>
                  </a:lnTo>
                  <a:cubicBezTo>
                    <a:pt x="15986" y="865"/>
                    <a:pt x="15735" y="428"/>
                    <a:pt x="15394" y="428"/>
                  </a:cubicBezTo>
                  <a:cubicBezTo>
                    <a:pt x="15329" y="428"/>
                    <a:pt x="15261" y="444"/>
                    <a:pt x="15192" y="479"/>
                  </a:cubicBezTo>
                  <a:lnTo>
                    <a:pt x="10009" y="3218"/>
                  </a:lnTo>
                  <a:cubicBezTo>
                    <a:pt x="9945" y="3252"/>
                    <a:pt x="9876" y="3268"/>
                    <a:pt x="9808" y="3268"/>
                  </a:cubicBezTo>
                  <a:cubicBezTo>
                    <a:pt x="9660" y="3268"/>
                    <a:pt x="9518" y="3192"/>
                    <a:pt x="9438" y="3057"/>
                  </a:cubicBezTo>
                  <a:lnTo>
                    <a:pt x="7779" y="212"/>
                  </a:lnTo>
                  <a:cubicBezTo>
                    <a:pt x="7698" y="74"/>
                    <a:pt x="7553" y="1"/>
                    <a:pt x="74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0"/>
            <p:cNvSpPr/>
            <p:nvPr/>
          </p:nvSpPr>
          <p:spPr>
            <a:xfrm>
              <a:off x="1846340" y="2678006"/>
              <a:ext cx="381336" cy="344348"/>
            </a:xfrm>
            <a:custGeom>
              <a:avLst/>
              <a:gdLst/>
              <a:ahLst/>
              <a:cxnLst/>
              <a:rect l="l" t="t" r="r" b="b"/>
              <a:pathLst>
                <a:path w="16444" h="14849" extrusionOk="0">
                  <a:moveTo>
                    <a:pt x="7736" y="3206"/>
                  </a:moveTo>
                  <a:cubicBezTo>
                    <a:pt x="7800" y="3206"/>
                    <a:pt x="7862" y="3237"/>
                    <a:pt x="7897" y="3301"/>
                  </a:cubicBezTo>
                  <a:lnTo>
                    <a:pt x="9556" y="6138"/>
                  </a:lnTo>
                  <a:cubicBezTo>
                    <a:pt x="9679" y="6353"/>
                    <a:pt x="9903" y="6471"/>
                    <a:pt x="10133" y="6471"/>
                  </a:cubicBezTo>
                  <a:cubicBezTo>
                    <a:pt x="10237" y="6471"/>
                    <a:pt x="10342" y="6447"/>
                    <a:pt x="10439" y="6397"/>
                  </a:cubicBezTo>
                  <a:lnTo>
                    <a:pt x="15622" y="3658"/>
                  </a:lnTo>
                  <a:cubicBezTo>
                    <a:pt x="15655" y="3641"/>
                    <a:pt x="15686" y="3633"/>
                    <a:pt x="15716" y="3633"/>
                  </a:cubicBezTo>
                  <a:cubicBezTo>
                    <a:pt x="15868" y="3633"/>
                    <a:pt x="15972" y="3835"/>
                    <a:pt x="15845" y="3962"/>
                  </a:cubicBezTo>
                  <a:lnTo>
                    <a:pt x="11376" y="8681"/>
                  </a:lnTo>
                  <a:cubicBezTo>
                    <a:pt x="11220" y="8851"/>
                    <a:pt x="11379" y="9077"/>
                    <a:pt x="11558" y="9077"/>
                  </a:cubicBezTo>
                  <a:cubicBezTo>
                    <a:pt x="11615" y="9077"/>
                    <a:pt x="11673" y="9055"/>
                    <a:pt x="11724" y="9002"/>
                  </a:cubicBezTo>
                  <a:lnTo>
                    <a:pt x="14784" y="5782"/>
                  </a:lnTo>
                  <a:cubicBezTo>
                    <a:pt x="14873" y="6219"/>
                    <a:pt x="14918" y="6665"/>
                    <a:pt x="14918" y="7111"/>
                  </a:cubicBezTo>
                  <a:cubicBezTo>
                    <a:pt x="14918" y="9100"/>
                    <a:pt x="14034" y="10965"/>
                    <a:pt x="12509" y="12231"/>
                  </a:cubicBezTo>
                  <a:cubicBezTo>
                    <a:pt x="12455" y="12276"/>
                    <a:pt x="12420" y="12347"/>
                    <a:pt x="12420" y="12419"/>
                  </a:cubicBezTo>
                  <a:lnTo>
                    <a:pt x="12420" y="14239"/>
                  </a:lnTo>
                  <a:lnTo>
                    <a:pt x="10680" y="13382"/>
                  </a:lnTo>
                  <a:cubicBezTo>
                    <a:pt x="10646" y="13367"/>
                    <a:pt x="10611" y="13361"/>
                    <a:pt x="10577" y="13361"/>
                  </a:cubicBezTo>
                  <a:cubicBezTo>
                    <a:pt x="10549" y="13361"/>
                    <a:pt x="10521" y="13365"/>
                    <a:pt x="10493" y="13373"/>
                  </a:cubicBezTo>
                  <a:cubicBezTo>
                    <a:pt x="9797" y="13623"/>
                    <a:pt x="9057" y="13748"/>
                    <a:pt x="8307" y="13748"/>
                  </a:cubicBezTo>
                  <a:cubicBezTo>
                    <a:pt x="5961" y="13748"/>
                    <a:pt x="3793" y="12490"/>
                    <a:pt x="2607" y="10456"/>
                  </a:cubicBezTo>
                  <a:lnTo>
                    <a:pt x="6398" y="8449"/>
                  </a:lnTo>
                  <a:cubicBezTo>
                    <a:pt x="6424" y="8436"/>
                    <a:pt x="6452" y="8430"/>
                    <a:pt x="6481" y="8430"/>
                  </a:cubicBezTo>
                  <a:cubicBezTo>
                    <a:pt x="6550" y="8430"/>
                    <a:pt x="6619" y="8466"/>
                    <a:pt x="6657" y="8529"/>
                  </a:cubicBezTo>
                  <a:lnTo>
                    <a:pt x="8316" y="11366"/>
                  </a:lnTo>
                  <a:cubicBezTo>
                    <a:pt x="8442" y="11583"/>
                    <a:pt x="8666" y="11697"/>
                    <a:pt x="8891" y="11697"/>
                  </a:cubicBezTo>
                  <a:cubicBezTo>
                    <a:pt x="9064" y="11697"/>
                    <a:pt x="9237" y="11630"/>
                    <a:pt x="9369" y="11491"/>
                  </a:cubicBezTo>
                  <a:lnTo>
                    <a:pt x="10867" y="9912"/>
                  </a:lnTo>
                  <a:cubicBezTo>
                    <a:pt x="11025" y="9741"/>
                    <a:pt x="10862" y="9511"/>
                    <a:pt x="10680" y="9511"/>
                  </a:cubicBezTo>
                  <a:cubicBezTo>
                    <a:pt x="10626" y="9511"/>
                    <a:pt x="10569" y="9532"/>
                    <a:pt x="10520" y="9582"/>
                  </a:cubicBezTo>
                  <a:lnTo>
                    <a:pt x="9021" y="11170"/>
                  </a:lnTo>
                  <a:cubicBezTo>
                    <a:pt x="8986" y="11208"/>
                    <a:pt x="8938" y="11227"/>
                    <a:pt x="8890" y="11227"/>
                  </a:cubicBezTo>
                  <a:cubicBezTo>
                    <a:pt x="8826" y="11227"/>
                    <a:pt x="8762" y="11195"/>
                    <a:pt x="8726" y="11134"/>
                  </a:cubicBezTo>
                  <a:lnTo>
                    <a:pt x="7058" y="8288"/>
                  </a:lnTo>
                  <a:cubicBezTo>
                    <a:pt x="6937" y="8076"/>
                    <a:pt x="6720" y="7958"/>
                    <a:pt x="6496" y="7958"/>
                  </a:cubicBezTo>
                  <a:cubicBezTo>
                    <a:pt x="6391" y="7958"/>
                    <a:pt x="6284" y="7984"/>
                    <a:pt x="6184" y="8039"/>
                  </a:cubicBezTo>
                  <a:lnTo>
                    <a:pt x="992" y="10777"/>
                  </a:lnTo>
                  <a:cubicBezTo>
                    <a:pt x="961" y="10794"/>
                    <a:pt x="930" y="10802"/>
                    <a:pt x="901" y="10802"/>
                  </a:cubicBezTo>
                  <a:cubicBezTo>
                    <a:pt x="749" y="10802"/>
                    <a:pt x="649" y="10592"/>
                    <a:pt x="769" y="10465"/>
                  </a:cubicBezTo>
                  <a:lnTo>
                    <a:pt x="7593" y="3266"/>
                  </a:lnTo>
                  <a:cubicBezTo>
                    <a:pt x="7633" y="3226"/>
                    <a:pt x="7685" y="3206"/>
                    <a:pt x="7736" y="3206"/>
                  </a:cubicBezTo>
                  <a:close/>
                  <a:moveTo>
                    <a:pt x="8314" y="0"/>
                  </a:moveTo>
                  <a:cubicBezTo>
                    <a:pt x="8291" y="0"/>
                    <a:pt x="8268" y="0"/>
                    <a:pt x="8245" y="1"/>
                  </a:cubicBezTo>
                  <a:cubicBezTo>
                    <a:pt x="6505" y="19"/>
                    <a:pt x="4810" y="688"/>
                    <a:pt x="3534" y="1865"/>
                  </a:cubicBezTo>
                  <a:cubicBezTo>
                    <a:pt x="3359" y="2026"/>
                    <a:pt x="3520" y="2276"/>
                    <a:pt x="3705" y="2276"/>
                  </a:cubicBezTo>
                  <a:cubicBezTo>
                    <a:pt x="3755" y="2276"/>
                    <a:pt x="3808" y="2257"/>
                    <a:pt x="3856" y="2213"/>
                  </a:cubicBezTo>
                  <a:cubicBezTo>
                    <a:pt x="5051" y="1116"/>
                    <a:pt x="6630" y="491"/>
                    <a:pt x="8254" y="474"/>
                  </a:cubicBezTo>
                  <a:cubicBezTo>
                    <a:pt x="8265" y="473"/>
                    <a:pt x="8277" y="473"/>
                    <a:pt x="8289" y="473"/>
                  </a:cubicBezTo>
                  <a:cubicBezTo>
                    <a:pt x="9927" y="473"/>
                    <a:pt x="11536" y="1088"/>
                    <a:pt x="12750" y="2204"/>
                  </a:cubicBezTo>
                  <a:cubicBezTo>
                    <a:pt x="13294" y="2704"/>
                    <a:pt x="13749" y="3275"/>
                    <a:pt x="14106" y="3926"/>
                  </a:cubicBezTo>
                  <a:lnTo>
                    <a:pt x="10216" y="5978"/>
                  </a:lnTo>
                  <a:cubicBezTo>
                    <a:pt x="10188" y="5992"/>
                    <a:pt x="10158" y="5999"/>
                    <a:pt x="10128" y="5999"/>
                  </a:cubicBezTo>
                  <a:cubicBezTo>
                    <a:pt x="10064" y="5999"/>
                    <a:pt x="10003" y="5967"/>
                    <a:pt x="9966" y="5906"/>
                  </a:cubicBezTo>
                  <a:lnTo>
                    <a:pt x="8307" y="3061"/>
                  </a:lnTo>
                  <a:cubicBezTo>
                    <a:pt x="8181" y="2848"/>
                    <a:pt x="7953" y="2736"/>
                    <a:pt x="7727" y="2736"/>
                  </a:cubicBezTo>
                  <a:cubicBezTo>
                    <a:pt x="7554" y="2736"/>
                    <a:pt x="7382" y="2801"/>
                    <a:pt x="7254" y="2936"/>
                  </a:cubicBezTo>
                  <a:lnTo>
                    <a:pt x="1875" y="8609"/>
                  </a:lnTo>
                  <a:cubicBezTo>
                    <a:pt x="1679" y="7771"/>
                    <a:pt x="1652" y="6888"/>
                    <a:pt x="1795" y="6022"/>
                  </a:cubicBezTo>
                  <a:cubicBezTo>
                    <a:pt x="1955" y="5005"/>
                    <a:pt x="2357" y="4051"/>
                    <a:pt x="2937" y="3248"/>
                  </a:cubicBezTo>
                  <a:cubicBezTo>
                    <a:pt x="3066" y="3068"/>
                    <a:pt x="2906" y="2873"/>
                    <a:pt x="2737" y="2873"/>
                  </a:cubicBezTo>
                  <a:cubicBezTo>
                    <a:pt x="2672" y="2873"/>
                    <a:pt x="2605" y="2902"/>
                    <a:pt x="2553" y="2971"/>
                  </a:cubicBezTo>
                  <a:cubicBezTo>
                    <a:pt x="1929" y="3828"/>
                    <a:pt x="1500" y="4854"/>
                    <a:pt x="1322" y="5942"/>
                  </a:cubicBezTo>
                  <a:cubicBezTo>
                    <a:pt x="1161" y="6968"/>
                    <a:pt x="1215" y="8030"/>
                    <a:pt x="1491" y="9020"/>
                  </a:cubicBezTo>
                  <a:lnTo>
                    <a:pt x="430" y="10144"/>
                  </a:lnTo>
                  <a:cubicBezTo>
                    <a:pt x="1" y="10588"/>
                    <a:pt x="391" y="11273"/>
                    <a:pt x="914" y="11273"/>
                  </a:cubicBezTo>
                  <a:cubicBezTo>
                    <a:pt x="1011" y="11273"/>
                    <a:pt x="1113" y="11250"/>
                    <a:pt x="1215" y="11197"/>
                  </a:cubicBezTo>
                  <a:lnTo>
                    <a:pt x="2187" y="10679"/>
                  </a:lnTo>
                  <a:cubicBezTo>
                    <a:pt x="3454" y="12865"/>
                    <a:pt x="5782" y="14221"/>
                    <a:pt x="8307" y="14221"/>
                  </a:cubicBezTo>
                  <a:cubicBezTo>
                    <a:pt x="9074" y="14221"/>
                    <a:pt x="9833" y="14096"/>
                    <a:pt x="10555" y="13855"/>
                  </a:cubicBezTo>
                  <a:lnTo>
                    <a:pt x="12554" y="14827"/>
                  </a:lnTo>
                  <a:cubicBezTo>
                    <a:pt x="12587" y="14842"/>
                    <a:pt x="12620" y="14849"/>
                    <a:pt x="12653" y="14849"/>
                  </a:cubicBezTo>
                  <a:cubicBezTo>
                    <a:pt x="12780" y="14849"/>
                    <a:pt x="12893" y="14748"/>
                    <a:pt x="12893" y="14613"/>
                  </a:cubicBezTo>
                  <a:lnTo>
                    <a:pt x="12893" y="12526"/>
                  </a:lnTo>
                  <a:cubicBezTo>
                    <a:pt x="14481" y="11170"/>
                    <a:pt x="15390" y="9207"/>
                    <a:pt x="15390" y="7111"/>
                  </a:cubicBezTo>
                  <a:cubicBezTo>
                    <a:pt x="15390" y="6522"/>
                    <a:pt x="15319" y="5933"/>
                    <a:pt x="15176" y="5362"/>
                  </a:cubicBezTo>
                  <a:lnTo>
                    <a:pt x="16193" y="4292"/>
                  </a:lnTo>
                  <a:cubicBezTo>
                    <a:pt x="16425" y="4042"/>
                    <a:pt x="16443" y="3685"/>
                    <a:pt x="16238" y="3417"/>
                  </a:cubicBezTo>
                  <a:cubicBezTo>
                    <a:pt x="16110" y="3249"/>
                    <a:pt x="15918" y="3156"/>
                    <a:pt x="15721" y="3156"/>
                  </a:cubicBezTo>
                  <a:cubicBezTo>
                    <a:pt x="15615" y="3156"/>
                    <a:pt x="15508" y="3183"/>
                    <a:pt x="15408" y="3239"/>
                  </a:cubicBezTo>
                  <a:lnTo>
                    <a:pt x="14525" y="3703"/>
                  </a:lnTo>
                  <a:cubicBezTo>
                    <a:pt x="14142" y="3007"/>
                    <a:pt x="13660" y="2392"/>
                    <a:pt x="13071" y="1856"/>
                  </a:cubicBezTo>
                  <a:cubicBezTo>
                    <a:pt x="11777" y="668"/>
                    <a:pt x="10065" y="0"/>
                    <a:pt x="8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5" name="Google Shape;4145;p70"/>
          <p:cNvGrpSpPr/>
          <p:nvPr/>
        </p:nvGrpSpPr>
        <p:grpSpPr>
          <a:xfrm>
            <a:off x="3040680" y="2173937"/>
            <a:ext cx="361414" cy="357577"/>
            <a:chOff x="2879567" y="2072861"/>
            <a:chExt cx="378008" cy="373996"/>
          </a:xfrm>
        </p:grpSpPr>
        <p:sp>
          <p:nvSpPr>
            <p:cNvPr id="4146" name="Google Shape;4146;p70"/>
            <p:cNvSpPr/>
            <p:nvPr/>
          </p:nvSpPr>
          <p:spPr>
            <a:xfrm>
              <a:off x="3006584" y="2223254"/>
              <a:ext cx="124994" cy="218287"/>
            </a:xfrm>
            <a:custGeom>
              <a:avLst/>
              <a:gdLst/>
              <a:ahLst/>
              <a:cxnLst/>
              <a:rect l="l" t="t" r="r" b="b"/>
              <a:pathLst>
                <a:path w="5390" h="9413" extrusionOk="0">
                  <a:moveTo>
                    <a:pt x="2694" y="0"/>
                  </a:moveTo>
                  <a:cubicBezTo>
                    <a:pt x="1768" y="0"/>
                    <a:pt x="1009" y="754"/>
                    <a:pt x="1009" y="1696"/>
                  </a:cubicBezTo>
                  <a:cubicBezTo>
                    <a:pt x="1009" y="2374"/>
                    <a:pt x="1401" y="2954"/>
                    <a:pt x="1981" y="3222"/>
                  </a:cubicBezTo>
                  <a:cubicBezTo>
                    <a:pt x="839" y="3543"/>
                    <a:pt x="1" y="4587"/>
                    <a:pt x="1" y="5827"/>
                  </a:cubicBezTo>
                  <a:lnTo>
                    <a:pt x="1" y="9413"/>
                  </a:lnTo>
                  <a:lnTo>
                    <a:pt x="5389" y="9413"/>
                  </a:lnTo>
                  <a:lnTo>
                    <a:pt x="5389" y="5827"/>
                  </a:lnTo>
                  <a:cubicBezTo>
                    <a:pt x="5389" y="4587"/>
                    <a:pt x="4551" y="3543"/>
                    <a:pt x="3409" y="3222"/>
                  </a:cubicBezTo>
                  <a:cubicBezTo>
                    <a:pt x="4015" y="2945"/>
                    <a:pt x="4426" y="2312"/>
                    <a:pt x="4381" y="1598"/>
                  </a:cubicBezTo>
                  <a:cubicBezTo>
                    <a:pt x="4336" y="733"/>
                    <a:pt x="3623" y="37"/>
                    <a:pt x="2757" y="1"/>
                  </a:cubicBezTo>
                  <a:cubicBezTo>
                    <a:pt x="2736" y="1"/>
                    <a:pt x="2715" y="0"/>
                    <a:pt x="26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0"/>
            <p:cNvSpPr/>
            <p:nvPr/>
          </p:nvSpPr>
          <p:spPr>
            <a:xfrm>
              <a:off x="2943899" y="2306208"/>
              <a:ext cx="125388" cy="135337"/>
            </a:xfrm>
            <a:custGeom>
              <a:avLst/>
              <a:gdLst/>
              <a:ahLst/>
              <a:cxnLst/>
              <a:rect l="l" t="t" r="r" b="b"/>
              <a:pathLst>
                <a:path w="5407" h="5836" extrusionOk="0">
                  <a:moveTo>
                    <a:pt x="2702" y="0"/>
                  </a:moveTo>
                  <a:cubicBezTo>
                    <a:pt x="1768" y="0"/>
                    <a:pt x="1009" y="763"/>
                    <a:pt x="1009" y="1697"/>
                  </a:cubicBezTo>
                  <a:cubicBezTo>
                    <a:pt x="1009" y="2375"/>
                    <a:pt x="1410" y="2963"/>
                    <a:pt x="1981" y="3231"/>
                  </a:cubicBezTo>
                  <a:cubicBezTo>
                    <a:pt x="839" y="3543"/>
                    <a:pt x="1" y="4587"/>
                    <a:pt x="1" y="5836"/>
                  </a:cubicBezTo>
                  <a:lnTo>
                    <a:pt x="5407" y="5836"/>
                  </a:lnTo>
                  <a:cubicBezTo>
                    <a:pt x="5407" y="4587"/>
                    <a:pt x="4559" y="3543"/>
                    <a:pt x="3418" y="3231"/>
                  </a:cubicBezTo>
                  <a:cubicBezTo>
                    <a:pt x="4024" y="2946"/>
                    <a:pt x="4435" y="2321"/>
                    <a:pt x="4390" y="1599"/>
                  </a:cubicBezTo>
                  <a:cubicBezTo>
                    <a:pt x="4345" y="733"/>
                    <a:pt x="3641" y="37"/>
                    <a:pt x="2766" y="2"/>
                  </a:cubicBezTo>
                  <a:cubicBezTo>
                    <a:pt x="2745" y="1"/>
                    <a:pt x="2724" y="0"/>
                    <a:pt x="27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0"/>
            <p:cNvSpPr/>
            <p:nvPr/>
          </p:nvSpPr>
          <p:spPr>
            <a:xfrm>
              <a:off x="3069269" y="2306208"/>
              <a:ext cx="125203" cy="135337"/>
            </a:xfrm>
            <a:custGeom>
              <a:avLst/>
              <a:gdLst/>
              <a:ahLst/>
              <a:cxnLst/>
              <a:rect l="l" t="t" r="r" b="b"/>
              <a:pathLst>
                <a:path w="5399" h="5836" extrusionOk="0">
                  <a:moveTo>
                    <a:pt x="2703" y="0"/>
                  </a:moveTo>
                  <a:cubicBezTo>
                    <a:pt x="1768" y="0"/>
                    <a:pt x="1009" y="763"/>
                    <a:pt x="1009" y="1697"/>
                  </a:cubicBezTo>
                  <a:cubicBezTo>
                    <a:pt x="1009" y="2375"/>
                    <a:pt x="1402" y="2963"/>
                    <a:pt x="1981" y="3231"/>
                  </a:cubicBezTo>
                  <a:cubicBezTo>
                    <a:pt x="840" y="3543"/>
                    <a:pt x="1" y="4587"/>
                    <a:pt x="1" y="5836"/>
                  </a:cubicBezTo>
                  <a:lnTo>
                    <a:pt x="5398" y="5836"/>
                  </a:lnTo>
                  <a:cubicBezTo>
                    <a:pt x="5398" y="4587"/>
                    <a:pt x="4560" y="3543"/>
                    <a:pt x="3418" y="3231"/>
                  </a:cubicBezTo>
                  <a:cubicBezTo>
                    <a:pt x="4024" y="2946"/>
                    <a:pt x="4426" y="2321"/>
                    <a:pt x="4390" y="1599"/>
                  </a:cubicBezTo>
                  <a:cubicBezTo>
                    <a:pt x="4345" y="733"/>
                    <a:pt x="3632" y="37"/>
                    <a:pt x="2766" y="2"/>
                  </a:cubicBezTo>
                  <a:cubicBezTo>
                    <a:pt x="2745" y="1"/>
                    <a:pt x="2724" y="0"/>
                    <a:pt x="2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0"/>
            <p:cNvSpPr/>
            <p:nvPr/>
          </p:nvSpPr>
          <p:spPr>
            <a:xfrm>
              <a:off x="3019408" y="2078241"/>
              <a:ext cx="99531" cy="115254"/>
            </a:xfrm>
            <a:custGeom>
              <a:avLst/>
              <a:gdLst/>
              <a:ahLst/>
              <a:cxnLst/>
              <a:rect l="l" t="t" r="r" b="b"/>
              <a:pathLst>
                <a:path w="4292" h="4970" extrusionOk="0">
                  <a:moveTo>
                    <a:pt x="2151" y="1"/>
                  </a:moveTo>
                  <a:cubicBezTo>
                    <a:pt x="964" y="1"/>
                    <a:pt x="1" y="964"/>
                    <a:pt x="1" y="2151"/>
                  </a:cubicBezTo>
                  <a:cubicBezTo>
                    <a:pt x="1" y="3194"/>
                    <a:pt x="750" y="4069"/>
                    <a:pt x="1732" y="4256"/>
                  </a:cubicBezTo>
                  <a:lnTo>
                    <a:pt x="2151" y="4970"/>
                  </a:lnTo>
                  <a:lnTo>
                    <a:pt x="2561" y="4256"/>
                  </a:lnTo>
                  <a:cubicBezTo>
                    <a:pt x="3552" y="4069"/>
                    <a:pt x="4292" y="3194"/>
                    <a:pt x="4292" y="2151"/>
                  </a:cubicBezTo>
                  <a:cubicBezTo>
                    <a:pt x="4292" y="964"/>
                    <a:pt x="3329" y="1"/>
                    <a:pt x="2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0"/>
            <p:cNvSpPr/>
            <p:nvPr/>
          </p:nvSpPr>
          <p:spPr>
            <a:xfrm>
              <a:off x="2886594" y="2187238"/>
              <a:ext cx="100992" cy="104123"/>
            </a:xfrm>
            <a:custGeom>
              <a:avLst/>
              <a:gdLst/>
              <a:ahLst/>
              <a:cxnLst/>
              <a:rect l="l" t="t" r="r" b="b"/>
              <a:pathLst>
                <a:path w="4355" h="4490" extrusionOk="0">
                  <a:moveTo>
                    <a:pt x="2202" y="0"/>
                  </a:moveTo>
                  <a:cubicBezTo>
                    <a:pt x="2170" y="0"/>
                    <a:pt x="2138" y="1"/>
                    <a:pt x="2106" y="2"/>
                  </a:cubicBezTo>
                  <a:cubicBezTo>
                    <a:pt x="1000" y="56"/>
                    <a:pt x="108" y="948"/>
                    <a:pt x="63" y="2045"/>
                  </a:cubicBezTo>
                  <a:cubicBezTo>
                    <a:pt x="1" y="3276"/>
                    <a:pt x="982" y="4293"/>
                    <a:pt x="2204" y="4293"/>
                  </a:cubicBezTo>
                  <a:cubicBezTo>
                    <a:pt x="2454" y="4293"/>
                    <a:pt x="2695" y="4248"/>
                    <a:pt x="2918" y="4177"/>
                  </a:cubicBezTo>
                  <a:lnTo>
                    <a:pt x="3569" y="4489"/>
                  </a:lnTo>
                  <a:lnTo>
                    <a:pt x="3569" y="3802"/>
                  </a:lnTo>
                  <a:cubicBezTo>
                    <a:pt x="4042" y="3410"/>
                    <a:pt x="4354" y="2812"/>
                    <a:pt x="4354" y="2152"/>
                  </a:cubicBezTo>
                  <a:cubicBezTo>
                    <a:pt x="4354" y="962"/>
                    <a:pt x="3390" y="0"/>
                    <a:pt x="2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0"/>
            <p:cNvSpPr/>
            <p:nvPr/>
          </p:nvSpPr>
          <p:spPr>
            <a:xfrm>
              <a:off x="3151411" y="2187238"/>
              <a:ext cx="100784" cy="104123"/>
            </a:xfrm>
            <a:custGeom>
              <a:avLst/>
              <a:gdLst/>
              <a:ahLst/>
              <a:cxnLst/>
              <a:rect l="l" t="t" r="r" b="b"/>
              <a:pathLst>
                <a:path w="4346" h="4490" extrusionOk="0">
                  <a:moveTo>
                    <a:pt x="2153" y="0"/>
                  </a:moveTo>
                  <a:cubicBezTo>
                    <a:pt x="965" y="0"/>
                    <a:pt x="1" y="962"/>
                    <a:pt x="1" y="2152"/>
                  </a:cubicBezTo>
                  <a:cubicBezTo>
                    <a:pt x="1" y="2812"/>
                    <a:pt x="304" y="3410"/>
                    <a:pt x="786" y="3802"/>
                  </a:cubicBezTo>
                  <a:lnTo>
                    <a:pt x="786" y="4489"/>
                  </a:lnTo>
                  <a:lnTo>
                    <a:pt x="1437" y="4177"/>
                  </a:lnTo>
                  <a:cubicBezTo>
                    <a:pt x="1660" y="4248"/>
                    <a:pt x="1901" y="4293"/>
                    <a:pt x="2151" y="4293"/>
                  </a:cubicBezTo>
                  <a:cubicBezTo>
                    <a:pt x="3364" y="4293"/>
                    <a:pt x="4345" y="3276"/>
                    <a:pt x="4292" y="2045"/>
                  </a:cubicBezTo>
                  <a:cubicBezTo>
                    <a:pt x="4238" y="948"/>
                    <a:pt x="3346" y="56"/>
                    <a:pt x="2249" y="2"/>
                  </a:cubicBezTo>
                  <a:cubicBezTo>
                    <a:pt x="2217" y="1"/>
                    <a:pt x="2185" y="0"/>
                    <a:pt x="2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0"/>
            <p:cNvSpPr/>
            <p:nvPr/>
          </p:nvSpPr>
          <p:spPr>
            <a:xfrm>
              <a:off x="2938310" y="2217897"/>
              <a:ext cx="208177" cy="228932"/>
            </a:xfrm>
            <a:custGeom>
              <a:avLst/>
              <a:gdLst/>
              <a:ahLst/>
              <a:cxnLst/>
              <a:rect l="l" t="t" r="r" b="b"/>
              <a:pathLst>
                <a:path w="8977" h="9872" extrusionOk="0">
                  <a:moveTo>
                    <a:pt x="5648" y="473"/>
                  </a:moveTo>
                  <a:cubicBezTo>
                    <a:pt x="6451" y="473"/>
                    <a:pt x="7102" y="1124"/>
                    <a:pt x="7102" y="1927"/>
                  </a:cubicBezTo>
                  <a:cubicBezTo>
                    <a:pt x="7102" y="2489"/>
                    <a:pt x="6772" y="3007"/>
                    <a:pt x="6263" y="3248"/>
                  </a:cubicBezTo>
                  <a:cubicBezTo>
                    <a:pt x="6067" y="3337"/>
                    <a:pt x="6094" y="3631"/>
                    <a:pt x="6299" y="3685"/>
                  </a:cubicBezTo>
                  <a:cubicBezTo>
                    <a:pt x="6585" y="3765"/>
                    <a:pt x="6852" y="3899"/>
                    <a:pt x="7084" y="4068"/>
                  </a:cubicBezTo>
                  <a:cubicBezTo>
                    <a:pt x="6986" y="4158"/>
                    <a:pt x="6888" y="4265"/>
                    <a:pt x="6808" y="4381"/>
                  </a:cubicBezTo>
                  <a:cubicBezTo>
                    <a:pt x="6362" y="4978"/>
                    <a:pt x="6299" y="5754"/>
                    <a:pt x="6638" y="6397"/>
                  </a:cubicBezTo>
                  <a:cubicBezTo>
                    <a:pt x="6754" y="6620"/>
                    <a:pt x="6915" y="6825"/>
                    <a:pt x="7102" y="6986"/>
                  </a:cubicBezTo>
                  <a:cubicBezTo>
                    <a:pt x="6451" y="7289"/>
                    <a:pt x="5924" y="7833"/>
                    <a:pt x="5639" y="8493"/>
                  </a:cubicBezTo>
                  <a:cubicBezTo>
                    <a:pt x="5362" y="7833"/>
                    <a:pt x="4845" y="7289"/>
                    <a:pt x="4185" y="6986"/>
                  </a:cubicBezTo>
                  <a:cubicBezTo>
                    <a:pt x="4613" y="6620"/>
                    <a:pt x="4872" y="6085"/>
                    <a:pt x="4872" y="5505"/>
                  </a:cubicBezTo>
                  <a:cubicBezTo>
                    <a:pt x="4872" y="4934"/>
                    <a:pt x="4613" y="4407"/>
                    <a:pt x="4212" y="4059"/>
                  </a:cubicBezTo>
                  <a:cubicBezTo>
                    <a:pt x="4453" y="3890"/>
                    <a:pt x="4711" y="3765"/>
                    <a:pt x="4988" y="3685"/>
                  </a:cubicBezTo>
                  <a:cubicBezTo>
                    <a:pt x="5193" y="3631"/>
                    <a:pt x="5220" y="3337"/>
                    <a:pt x="5023" y="3248"/>
                  </a:cubicBezTo>
                  <a:cubicBezTo>
                    <a:pt x="4515" y="3007"/>
                    <a:pt x="4185" y="2489"/>
                    <a:pt x="4185" y="1927"/>
                  </a:cubicBezTo>
                  <a:cubicBezTo>
                    <a:pt x="4185" y="1124"/>
                    <a:pt x="4845" y="473"/>
                    <a:pt x="5648" y="473"/>
                  </a:cubicBezTo>
                  <a:close/>
                  <a:moveTo>
                    <a:pt x="5648" y="0"/>
                  </a:moveTo>
                  <a:cubicBezTo>
                    <a:pt x="4577" y="0"/>
                    <a:pt x="3712" y="866"/>
                    <a:pt x="3712" y="1927"/>
                  </a:cubicBezTo>
                  <a:cubicBezTo>
                    <a:pt x="3712" y="2498"/>
                    <a:pt x="3971" y="3042"/>
                    <a:pt x="4399" y="3399"/>
                  </a:cubicBezTo>
                  <a:cubicBezTo>
                    <a:pt x="4185" y="3506"/>
                    <a:pt x="3980" y="3631"/>
                    <a:pt x="3801" y="3783"/>
                  </a:cubicBezTo>
                  <a:cubicBezTo>
                    <a:pt x="3543" y="3649"/>
                    <a:pt x="3248" y="3578"/>
                    <a:pt x="2945" y="3578"/>
                  </a:cubicBezTo>
                  <a:cubicBezTo>
                    <a:pt x="1874" y="3578"/>
                    <a:pt x="1009" y="4443"/>
                    <a:pt x="1009" y="5505"/>
                  </a:cubicBezTo>
                  <a:cubicBezTo>
                    <a:pt x="1009" y="6085"/>
                    <a:pt x="1268" y="6620"/>
                    <a:pt x="1696" y="6986"/>
                  </a:cubicBezTo>
                  <a:cubicBezTo>
                    <a:pt x="679" y="7458"/>
                    <a:pt x="1" y="8493"/>
                    <a:pt x="1" y="9644"/>
                  </a:cubicBezTo>
                  <a:cubicBezTo>
                    <a:pt x="1" y="9796"/>
                    <a:pt x="119" y="9871"/>
                    <a:pt x="237" y="9871"/>
                  </a:cubicBezTo>
                  <a:cubicBezTo>
                    <a:pt x="356" y="9871"/>
                    <a:pt x="474" y="9796"/>
                    <a:pt x="474" y="9644"/>
                  </a:cubicBezTo>
                  <a:cubicBezTo>
                    <a:pt x="474" y="8538"/>
                    <a:pt x="1223" y="7565"/>
                    <a:pt x="2285" y="7271"/>
                  </a:cubicBezTo>
                  <a:cubicBezTo>
                    <a:pt x="2490" y="7209"/>
                    <a:pt x="2517" y="6914"/>
                    <a:pt x="2320" y="6825"/>
                  </a:cubicBezTo>
                  <a:cubicBezTo>
                    <a:pt x="1812" y="6584"/>
                    <a:pt x="1482" y="6067"/>
                    <a:pt x="1482" y="5505"/>
                  </a:cubicBezTo>
                  <a:cubicBezTo>
                    <a:pt x="1482" y="4702"/>
                    <a:pt x="2142" y="4051"/>
                    <a:pt x="2945" y="4051"/>
                  </a:cubicBezTo>
                  <a:cubicBezTo>
                    <a:pt x="3748" y="4051"/>
                    <a:pt x="4399" y="4702"/>
                    <a:pt x="4399" y="5505"/>
                  </a:cubicBezTo>
                  <a:cubicBezTo>
                    <a:pt x="4399" y="6067"/>
                    <a:pt x="4069" y="6584"/>
                    <a:pt x="3560" y="6825"/>
                  </a:cubicBezTo>
                  <a:cubicBezTo>
                    <a:pt x="3364" y="6914"/>
                    <a:pt x="3391" y="7209"/>
                    <a:pt x="3596" y="7271"/>
                  </a:cubicBezTo>
                  <a:cubicBezTo>
                    <a:pt x="4667" y="7565"/>
                    <a:pt x="5407" y="8538"/>
                    <a:pt x="5407" y="9644"/>
                  </a:cubicBezTo>
                  <a:cubicBezTo>
                    <a:pt x="5407" y="9796"/>
                    <a:pt x="5525" y="9871"/>
                    <a:pt x="5643" y="9871"/>
                  </a:cubicBezTo>
                  <a:cubicBezTo>
                    <a:pt x="5762" y="9871"/>
                    <a:pt x="5880" y="9796"/>
                    <a:pt x="5880" y="9644"/>
                  </a:cubicBezTo>
                  <a:cubicBezTo>
                    <a:pt x="5880" y="9394"/>
                    <a:pt x="5916" y="9153"/>
                    <a:pt x="5987" y="8921"/>
                  </a:cubicBezTo>
                  <a:cubicBezTo>
                    <a:pt x="6237" y="8127"/>
                    <a:pt x="6888" y="7494"/>
                    <a:pt x="7691" y="7271"/>
                  </a:cubicBezTo>
                  <a:cubicBezTo>
                    <a:pt x="7896" y="7209"/>
                    <a:pt x="7923" y="6914"/>
                    <a:pt x="7727" y="6825"/>
                  </a:cubicBezTo>
                  <a:cubicBezTo>
                    <a:pt x="7441" y="6691"/>
                    <a:pt x="7200" y="6459"/>
                    <a:pt x="7057" y="6183"/>
                  </a:cubicBezTo>
                  <a:cubicBezTo>
                    <a:pt x="6799" y="5692"/>
                    <a:pt x="6843" y="5121"/>
                    <a:pt x="7182" y="4657"/>
                  </a:cubicBezTo>
                  <a:cubicBezTo>
                    <a:pt x="7468" y="4273"/>
                    <a:pt x="7901" y="4054"/>
                    <a:pt x="8356" y="4054"/>
                  </a:cubicBezTo>
                  <a:cubicBezTo>
                    <a:pt x="8440" y="4054"/>
                    <a:pt x="8525" y="4062"/>
                    <a:pt x="8610" y="4077"/>
                  </a:cubicBezTo>
                  <a:cubicBezTo>
                    <a:pt x="8626" y="4080"/>
                    <a:pt x="8642" y="4082"/>
                    <a:pt x="8657" y="4082"/>
                  </a:cubicBezTo>
                  <a:cubicBezTo>
                    <a:pt x="8921" y="4082"/>
                    <a:pt x="8977" y="3664"/>
                    <a:pt x="8690" y="3604"/>
                  </a:cubicBezTo>
                  <a:cubicBezTo>
                    <a:pt x="8580" y="3585"/>
                    <a:pt x="8469" y="3576"/>
                    <a:pt x="8358" y="3576"/>
                  </a:cubicBezTo>
                  <a:cubicBezTo>
                    <a:pt x="8058" y="3576"/>
                    <a:pt x="7762" y="3646"/>
                    <a:pt x="7495" y="3783"/>
                  </a:cubicBezTo>
                  <a:cubicBezTo>
                    <a:pt x="7307" y="3631"/>
                    <a:pt x="7102" y="3506"/>
                    <a:pt x="6888" y="3399"/>
                  </a:cubicBezTo>
                  <a:cubicBezTo>
                    <a:pt x="7316" y="3042"/>
                    <a:pt x="7575" y="2498"/>
                    <a:pt x="7575" y="1927"/>
                  </a:cubicBezTo>
                  <a:cubicBezTo>
                    <a:pt x="7575" y="866"/>
                    <a:pt x="6710" y="0"/>
                    <a:pt x="5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0"/>
            <p:cNvSpPr/>
            <p:nvPr/>
          </p:nvSpPr>
          <p:spPr>
            <a:xfrm>
              <a:off x="3141486" y="2321537"/>
              <a:ext cx="58763" cy="125319"/>
            </a:xfrm>
            <a:custGeom>
              <a:avLst/>
              <a:gdLst/>
              <a:ahLst/>
              <a:cxnLst/>
              <a:rect l="l" t="t" r="r" b="b"/>
              <a:pathLst>
                <a:path w="2534" h="5404" extrusionOk="0">
                  <a:moveTo>
                    <a:pt x="1091" y="1"/>
                  </a:moveTo>
                  <a:cubicBezTo>
                    <a:pt x="932" y="1"/>
                    <a:pt x="769" y="167"/>
                    <a:pt x="866" y="349"/>
                  </a:cubicBezTo>
                  <a:cubicBezTo>
                    <a:pt x="1053" y="688"/>
                    <a:pt x="1089" y="1107"/>
                    <a:pt x="964" y="1491"/>
                  </a:cubicBezTo>
                  <a:cubicBezTo>
                    <a:pt x="830" y="1874"/>
                    <a:pt x="562" y="2195"/>
                    <a:pt x="206" y="2356"/>
                  </a:cubicBezTo>
                  <a:cubicBezTo>
                    <a:pt x="0" y="2454"/>
                    <a:pt x="45" y="2740"/>
                    <a:pt x="241" y="2802"/>
                  </a:cubicBezTo>
                  <a:cubicBezTo>
                    <a:pt x="1285" y="3096"/>
                    <a:pt x="2061" y="4122"/>
                    <a:pt x="2052" y="5175"/>
                  </a:cubicBezTo>
                  <a:cubicBezTo>
                    <a:pt x="2048" y="5325"/>
                    <a:pt x="2169" y="5404"/>
                    <a:pt x="2290" y="5404"/>
                  </a:cubicBezTo>
                  <a:cubicBezTo>
                    <a:pt x="2405" y="5404"/>
                    <a:pt x="2521" y="5332"/>
                    <a:pt x="2525" y="5184"/>
                  </a:cubicBezTo>
                  <a:cubicBezTo>
                    <a:pt x="2534" y="4104"/>
                    <a:pt x="1865" y="3052"/>
                    <a:pt x="884" y="2552"/>
                  </a:cubicBezTo>
                  <a:cubicBezTo>
                    <a:pt x="901" y="2517"/>
                    <a:pt x="901" y="2481"/>
                    <a:pt x="901" y="2445"/>
                  </a:cubicBezTo>
                  <a:cubicBezTo>
                    <a:pt x="1133" y="2222"/>
                    <a:pt x="1312" y="1946"/>
                    <a:pt x="1410" y="1633"/>
                  </a:cubicBezTo>
                  <a:cubicBezTo>
                    <a:pt x="1579" y="1134"/>
                    <a:pt x="1535" y="581"/>
                    <a:pt x="1285" y="126"/>
                  </a:cubicBezTo>
                  <a:cubicBezTo>
                    <a:pt x="1239" y="37"/>
                    <a:pt x="1166" y="1"/>
                    <a:pt x="1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0"/>
            <p:cNvSpPr/>
            <p:nvPr/>
          </p:nvSpPr>
          <p:spPr>
            <a:xfrm>
              <a:off x="3014051" y="2072861"/>
              <a:ext cx="110477" cy="126177"/>
            </a:xfrm>
            <a:custGeom>
              <a:avLst/>
              <a:gdLst/>
              <a:ahLst/>
              <a:cxnLst/>
              <a:rect l="l" t="t" r="r" b="b"/>
              <a:pathLst>
                <a:path w="4764" h="5441" extrusionOk="0">
                  <a:moveTo>
                    <a:pt x="2382" y="474"/>
                  </a:moveTo>
                  <a:cubicBezTo>
                    <a:pt x="3435" y="474"/>
                    <a:pt x="4291" y="1330"/>
                    <a:pt x="4291" y="2383"/>
                  </a:cubicBezTo>
                  <a:cubicBezTo>
                    <a:pt x="4291" y="3293"/>
                    <a:pt x="3640" y="4087"/>
                    <a:pt x="2748" y="4256"/>
                  </a:cubicBezTo>
                  <a:cubicBezTo>
                    <a:pt x="2676" y="4274"/>
                    <a:pt x="2623" y="4310"/>
                    <a:pt x="2587" y="4372"/>
                  </a:cubicBezTo>
                  <a:lnTo>
                    <a:pt x="2382" y="4729"/>
                  </a:lnTo>
                  <a:lnTo>
                    <a:pt x="2168" y="4372"/>
                  </a:lnTo>
                  <a:cubicBezTo>
                    <a:pt x="2132" y="4310"/>
                    <a:pt x="2079" y="4274"/>
                    <a:pt x="2007" y="4256"/>
                  </a:cubicBezTo>
                  <a:cubicBezTo>
                    <a:pt x="1115" y="4087"/>
                    <a:pt x="464" y="3293"/>
                    <a:pt x="464" y="2383"/>
                  </a:cubicBezTo>
                  <a:cubicBezTo>
                    <a:pt x="464" y="1330"/>
                    <a:pt x="1329" y="474"/>
                    <a:pt x="2382" y="474"/>
                  </a:cubicBezTo>
                  <a:close/>
                  <a:moveTo>
                    <a:pt x="2382" y="1"/>
                  </a:moveTo>
                  <a:cubicBezTo>
                    <a:pt x="1062" y="1"/>
                    <a:pt x="0" y="1071"/>
                    <a:pt x="0" y="2383"/>
                  </a:cubicBezTo>
                  <a:cubicBezTo>
                    <a:pt x="0" y="3480"/>
                    <a:pt x="749" y="4443"/>
                    <a:pt x="1811" y="4693"/>
                  </a:cubicBezTo>
                  <a:lnTo>
                    <a:pt x="2177" y="5327"/>
                  </a:lnTo>
                  <a:cubicBezTo>
                    <a:pt x="2221" y="5402"/>
                    <a:pt x="2299" y="5440"/>
                    <a:pt x="2379" y="5440"/>
                  </a:cubicBezTo>
                  <a:cubicBezTo>
                    <a:pt x="2458" y="5440"/>
                    <a:pt x="2538" y="5402"/>
                    <a:pt x="2587" y="5327"/>
                  </a:cubicBezTo>
                  <a:lnTo>
                    <a:pt x="2944" y="4693"/>
                  </a:lnTo>
                  <a:cubicBezTo>
                    <a:pt x="4006" y="4443"/>
                    <a:pt x="4764" y="3480"/>
                    <a:pt x="4764" y="2383"/>
                  </a:cubicBezTo>
                  <a:cubicBezTo>
                    <a:pt x="4764" y="1071"/>
                    <a:pt x="3693" y="1"/>
                    <a:pt x="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0"/>
            <p:cNvSpPr/>
            <p:nvPr/>
          </p:nvSpPr>
          <p:spPr>
            <a:xfrm>
              <a:off x="2879567" y="2181905"/>
              <a:ext cx="112982" cy="114906"/>
            </a:xfrm>
            <a:custGeom>
              <a:avLst/>
              <a:gdLst/>
              <a:ahLst/>
              <a:cxnLst/>
              <a:rect l="l" t="t" r="r" b="b"/>
              <a:pathLst>
                <a:path w="4872" h="4955" extrusionOk="0">
                  <a:moveTo>
                    <a:pt x="2489" y="0"/>
                  </a:moveTo>
                  <a:cubicBezTo>
                    <a:pt x="1927" y="0"/>
                    <a:pt x="1374" y="196"/>
                    <a:pt x="946" y="571"/>
                  </a:cubicBezTo>
                  <a:cubicBezTo>
                    <a:pt x="857" y="642"/>
                    <a:pt x="830" y="767"/>
                    <a:pt x="884" y="865"/>
                  </a:cubicBezTo>
                  <a:cubicBezTo>
                    <a:pt x="931" y="945"/>
                    <a:pt x="1011" y="987"/>
                    <a:pt x="1092" y="987"/>
                  </a:cubicBezTo>
                  <a:cubicBezTo>
                    <a:pt x="1147" y="987"/>
                    <a:pt x="1202" y="968"/>
                    <a:pt x="1249" y="928"/>
                  </a:cubicBezTo>
                  <a:cubicBezTo>
                    <a:pt x="1597" y="634"/>
                    <a:pt x="2034" y="473"/>
                    <a:pt x="2489" y="473"/>
                  </a:cubicBezTo>
                  <a:cubicBezTo>
                    <a:pt x="3542" y="473"/>
                    <a:pt x="4398" y="1329"/>
                    <a:pt x="4398" y="2382"/>
                  </a:cubicBezTo>
                  <a:cubicBezTo>
                    <a:pt x="4398" y="2953"/>
                    <a:pt x="4149" y="3488"/>
                    <a:pt x="3703" y="3854"/>
                  </a:cubicBezTo>
                  <a:cubicBezTo>
                    <a:pt x="3649" y="3899"/>
                    <a:pt x="3622" y="3961"/>
                    <a:pt x="3622" y="4032"/>
                  </a:cubicBezTo>
                  <a:lnTo>
                    <a:pt x="3622" y="4345"/>
                  </a:lnTo>
                  <a:lnTo>
                    <a:pt x="3301" y="4193"/>
                  </a:lnTo>
                  <a:cubicBezTo>
                    <a:pt x="3270" y="4177"/>
                    <a:pt x="3236" y="4168"/>
                    <a:pt x="3201" y="4168"/>
                  </a:cubicBezTo>
                  <a:cubicBezTo>
                    <a:pt x="3175" y="4168"/>
                    <a:pt x="3149" y="4173"/>
                    <a:pt x="3123" y="4184"/>
                  </a:cubicBezTo>
                  <a:cubicBezTo>
                    <a:pt x="2918" y="4255"/>
                    <a:pt x="2712" y="4291"/>
                    <a:pt x="2489" y="4291"/>
                  </a:cubicBezTo>
                  <a:cubicBezTo>
                    <a:pt x="1901" y="4291"/>
                    <a:pt x="1356" y="4015"/>
                    <a:pt x="982" y="3533"/>
                  </a:cubicBezTo>
                  <a:cubicBezTo>
                    <a:pt x="616" y="3051"/>
                    <a:pt x="491" y="2445"/>
                    <a:pt x="652" y="1874"/>
                  </a:cubicBezTo>
                  <a:cubicBezTo>
                    <a:pt x="687" y="1749"/>
                    <a:pt x="607" y="1615"/>
                    <a:pt x="482" y="1588"/>
                  </a:cubicBezTo>
                  <a:cubicBezTo>
                    <a:pt x="460" y="1582"/>
                    <a:pt x="439" y="1579"/>
                    <a:pt x="417" y="1579"/>
                  </a:cubicBezTo>
                  <a:cubicBezTo>
                    <a:pt x="316" y="1579"/>
                    <a:pt x="226" y="1646"/>
                    <a:pt x="197" y="1749"/>
                  </a:cubicBezTo>
                  <a:cubicBezTo>
                    <a:pt x="0" y="2462"/>
                    <a:pt x="152" y="3212"/>
                    <a:pt x="607" y="3818"/>
                  </a:cubicBezTo>
                  <a:cubicBezTo>
                    <a:pt x="1071" y="4416"/>
                    <a:pt x="1758" y="4764"/>
                    <a:pt x="2489" y="4764"/>
                  </a:cubicBezTo>
                  <a:cubicBezTo>
                    <a:pt x="2730" y="4764"/>
                    <a:pt x="2962" y="4728"/>
                    <a:pt x="3185" y="4657"/>
                  </a:cubicBezTo>
                  <a:lnTo>
                    <a:pt x="3756" y="4933"/>
                  </a:lnTo>
                  <a:cubicBezTo>
                    <a:pt x="3787" y="4948"/>
                    <a:pt x="3820" y="4955"/>
                    <a:pt x="3852" y="4955"/>
                  </a:cubicBezTo>
                  <a:cubicBezTo>
                    <a:pt x="3977" y="4955"/>
                    <a:pt x="4095" y="4854"/>
                    <a:pt x="4095" y="4719"/>
                  </a:cubicBezTo>
                  <a:lnTo>
                    <a:pt x="4095" y="4139"/>
                  </a:lnTo>
                  <a:cubicBezTo>
                    <a:pt x="4595" y="3693"/>
                    <a:pt x="4871" y="3051"/>
                    <a:pt x="4871" y="2382"/>
                  </a:cubicBezTo>
                  <a:cubicBezTo>
                    <a:pt x="4871" y="1062"/>
                    <a:pt x="3810" y="0"/>
                    <a:pt x="2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0"/>
            <p:cNvSpPr/>
            <p:nvPr/>
          </p:nvSpPr>
          <p:spPr>
            <a:xfrm>
              <a:off x="3145614" y="2181905"/>
              <a:ext cx="111961" cy="114906"/>
            </a:xfrm>
            <a:custGeom>
              <a:avLst/>
              <a:gdLst/>
              <a:ahLst/>
              <a:cxnLst/>
              <a:rect l="l" t="t" r="r" b="b"/>
              <a:pathLst>
                <a:path w="4828" h="4955" extrusionOk="0">
                  <a:moveTo>
                    <a:pt x="2376" y="471"/>
                  </a:moveTo>
                  <a:cubicBezTo>
                    <a:pt x="2408" y="471"/>
                    <a:pt x="2440" y="471"/>
                    <a:pt x="2472" y="473"/>
                  </a:cubicBezTo>
                  <a:cubicBezTo>
                    <a:pt x="3453" y="518"/>
                    <a:pt x="4247" y="1312"/>
                    <a:pt x="4292" y="2284"/>
                  </a:cubicBezTo>
                  <a:cubicBezTo>
                    <a:pt x="4336" y="3381"/>
                    <a:pt x="3462" y="4291"/>
                    <a:pt x="2383" y="4291"/>
                  </a:cubicBezTo>
                  <a:cubicBezTo>
                    <a:pt x="2169" y="4291"/>
                    <a:pt x="1955" y="4255"/>
                    <a:pt x="1749" y="4184"/>
                  </a:cubicBezTo>
                  <a:cubicBezTo>
                    <a:pt x="1727" y="4173"/>
                    <a:pt x="1701" y="4168"/>
                    <a:pt x="1675" y="4168"/>
                  </a:cubicBezTo>
                  <a:cubicBezTo>
                    <a:pt x="1639" y="4168"/>
                    <a:pt x="1602" y="4177"/>
                    <a:pt x="1571" y="4193"/>
                  </a:cubicBezTo>
                  <a:lnTo>
                    <a:pt x="1250" y="4345"/>
                  </a:lnTo>
                  <a:lnTo>
                    <a:pt x="1250" y="4032"/>
                  </a:lnTo>
                  <a:cubicBezTo>
                    <a:pt x="1250" y="3961"/>
                    <a:pt x="1223" y="3899"/>
                    <a:pt x="1169" y="3854"/>
                  </a:cubicBezTo>
                  <a:cubicBezTo>
                    <a:pt x="723" y="3488"/>
                    <a:pt x="474" y="2953"/>
                    <a:pt x="474" y="2382"/>
                  </a:cubicBezTo>
                  <a:cubicBezTo>
                    <a:pt x="474" y="1325"/>
                    <a:pt x="1323" y="471"/>
                    <a:pt x="2376" y="471"/>
                  </a:cubicBezTo>
                  <a:close/>
                  <a:moveTo>
                    <a:pt x="2383" y="0"/>
                  </a:moveTo>
                  <a:cubicBezTo>
                    <a:pt x="1071" y="0"/>
                    <a:pt x="1" y="1062"/>
                    <a:pt x="1" y="2382"/>
                  </a:cubicBezTo>
                  <a:cubicBezTo>
                    <a:pt x="1" y="3051"/>
                    <a:pt x="286" y="3693"/>
                    <a:pt x="786" y="4139"/>
                  </a:cubicBezTo>
                  <a:lnTo>
                    <a:pt x="786" y="4719"/>
                  </a:lnTo>
                  <a:cubicBezTo>
                    <a:pt x="786" y="4854"/>
                    <a:pt x="898" y="4955"/>
                    <a:pt x="1025" y="4955"/>
                  </a:cubicBezTo>
                  <a:cubicBezTo>
                    <a:pt x="1058" y="4955"/>
                    <a:pt x="1092" y="4948"/>
                    <a:pt x="1125" y="4933"/>
                  </a:cubicBezTo>
                  <a:lnTo>
                    <a:pt x="1687" y="4657"/>
                  </a:lnTo>
                  <a:cubicBezTo>
                    <a:pt x="1911" y="4721"/>
                    <a:pt x="2136" y="4756"/>
                    <a:pt x="2374" y="4756"/>
                  </a:cubicBezTo>
                  <a:cubicBezTo>
                    <a:pt x="2400" y="4756"/>
                    <a:pt x="2427" y="4756"/>
                    <a:pt x="2454" y="4755"/>
                  </a:cubicBezTo>
                  <a:cubicBezTo>
                    <a:pt x="3685" y="4728"/>
                    <a:pt x="4702" y="3738"/>
                    <a:pt x="4765" y="2498"/>
                  </a:cubicBezTo>
                  <a:cubicBezTo>
                    <a:pt x="4827" y="1133"/>
                    <a:pt x="3739" y="0"/>
                    <a:pt x="2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7" name="Google Shape;4157;p70"/>
          <p:cNvGrpSpPr/>
          <p:nvPr/>
        </p:nvGrpSpPr>
        <p:grpSpPr>
          <a:xfrm>
            <a:off x="1574816" y="2173798"/>
            <a:ext cx="357833" cy="357855"/>
            <a:chOff x="1372177" y="2072443"/>
            <a:chExt cx="374263" cy="374287"/>
          </a:xfrm>
        </p:grpSpPr>
        <p:sp>
          <p:nvSpPr>
            <p:cNvPr id="4158" name="Google Shape;4158;p70"/>
            <p:cNvSpPr/>
            <p:nvPr/>
          </p:nvSpPr>
          <p:spPr>
            <a:xfrm>
              <a:off x="1603901" y="2078241"/>
              <a:ext cx="136751" cy="136775"/>
            </a:xfrm>
            <a:custGeom>
              <a:avLst/>
              <a:gdLst/>
              <a:ahLst/>
              <a:cxnLst/>
              <a:rect l="l" t="t" r="r" b="b"/>
              <a:pathLst>
                <a:path w="5897" h="5898" extrusionOk="0">
                  <a:moveTo>
                    <a:pt x="1124" y="1"/>
                  </a:moveTo>
                  <a:cubicBezTo>
                    <a:pt x="500" y="1"/>
                    <a:pt x="0" y="509"/>
                    <a:pt x="0" y="1125"/>
                  </a:cubicBezTo>
                  <a:lnTo>
                    <a:pt x="0" y="4773"/>
                  </a:lnTo>
                  <a:cubicBezTo>
                    <a:pt x="0" y="5398"/>
                    <a:pt x="500" y="5898"/>
                    <a:pt x="1124" y="5898"/>
                  </a:cubicBezTo>
                  <a:lnTo>
                    <a:pt x="4773" y="5898"/>
                  </a:lnTo>
                  <a:cubicBezTo>
                    <a:pt x="5397" y="5898"/>
                    <a:pt x="5897" y="5398"/>
                    <a:pt x="5897" y="4773"/>
                  </a:cubicBezTo>
                  <a:lnTo>
                    <a:pt x="5897" y="1125"/>
                  </a:lnTo>
                  <a:cubicBezTo>
                    <a:pt x="5897" y="509"/>
                    <a:pt x="5388" y="1"/>
                    <a:pt x="47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0"/>
            <p:cNvSpPr/>
            <p:nvPr/>
          </p:nvSpPr>
          <p:spPr>
            <a:xfrm>
              <a:off x="1377349" y="2304794"/>
              <a:ext cx="136775" cy="136751"/>
            </a:xfrm>
            <a:custGeom>
              <a:avLst/>
              <a:gdLst/>
              <a:ahLst/>
              <a:cxnLst/>
              <a:rect l="l" t="t" r="r" b="b"/>
              <a:pathLst>
                <a:path w="5898" h="5897" extrusionOk="0">
                  <a:moveTo>
                    <a:pt x="1125" y="0"/>
                  </a:moveTo>
                  <a:cubicBezTo>
                    <a:pt x="500" y="0"/>
                    <a:pt x="1" y="509"/>
                    <a:pt x="1" y="1124"/>
                  </a:cubicBezTo>
                  <a:lnTo>
                    <a:pt x="1" y="4773"/>
                  </a:lnTo>
                  <a:cubicBezTo>
                    <a:pt x="1" y="5397"/>
                    <a:pt x="500" y="5897"/>
                    <a:pt x="1125" y="5897"/>
                  </a:cubicBezTo>
                  <a:lnTo>
                    <a:pt x="4773" y="5897"/>
                  </a:lnTo>
                  <a:cubicBezTo>
                    <a:pt x="5398" y="5897"/>
                    <a:pt x="5897" y="5397"/>
                    <a:pt x="5897" y="4773"/>
                  </a:cubicBezTo>
                  <a:lnTo>
                    <a:pt x="5897" y="1124"/>
                  </a:lnTo>
                  <a:cubicBezTo>
                    <a:pt x="5897" y="509"/>
                    <a:pt x="5398" y="0"/>
                    <a:pt x="47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0"/>
            <p:cNvSpPr/>
            <p:nvPr/>
          </p:nvSpPr>
          <p:spPr>
            <a:xfrm>
              <a:off x="1449357" y="2160012"/>
              <a:ext cx="219308" cy="199828"/>
            </a:xfrm>
            <a:custGeom>
              <a:avLst/>
              <a:gdLst/>
              <a:ahLst/>
              <a:cxnLst/>
              <a:rect l="l" t="t" r="r" b="b"/>
              <a:pathLst>
                <a:path w="9457" h="8617" extrusionOk="0">
                  <a:moveTo>
                    <a:pt x="4729" y="1"/>
                  </a:moveTo>
                  <a:cubicBezTo>
                    <a:pt x="3627" y="1"/>
                    <a:pt x="2525" y="422"/>
                    <a:pt x="1686" y="1265"/>
                  </a:cubicBezTo>
                  <a:cubicBezTo>
                    <a:pt x="0" y="2942"/>
                    <a:pt x="0" y="5672"/>
                    <a:pt x="1686" y="7358"/>
                  </a:cubicBezTo>
                  <a:cubicBezTo>
                    <a:pt x="2525" y="8197"/>
                    <a:pt x="3627" y="8616"/>
                    <a:pt x="4729" y="8616"/>
                  </a:cubicBezTo>
                  <a:cubicBezTo>
                    <a:pt x="5832" y="8616"/>
                    <a:pt x="6936" y="8197"/>
                    <a:pt x="7779" y="7358"/>
                  </a:cubicBezTo>
                  <a:cubicBezTo>
                    <a:pt x="9456" y="5672"/>
                    <a:pt x="9456" y="2942"/>
                    <a:pt x="7779" y="1265"/>
                  </a:cubicBezTo>
                  <a:cubicBezTo>
                    <a:pt x="6936" y="422"/>
                    <a:pt x="5832" y="1"/>
                    <a:pt x="47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0"/>
            <p:cNvSpPr/>
            <p:nvPr/>
          </p:nvSpPr>
          <p:spPr>
            <a:xfrm>
              <a:off x="1410257" y="2333133"/>
              <a:ext cx="71379" cy="80145"/>
            </a:xfrm>
            <a:custGeom>
              <a:avLst/>
              <a:gdLst/>
              <a:ahLst/>
              <a:cxnLst/>
              <a:rect l="l" t="t" r="r" b="b"/>
              <a:pathLst>
                <a:path w="3078" h="3456" extrusionOk="0">
                  <a:moveTo>
                    <a:pt x="1539" y="0"/>
                  </a:moveTo>
                  <a:cubicBezTo>
                    <a:pt x="1463" y="0"/>
                    <a:pt x="1387" y="45"/>
                    <a:pt x="1356" y="134"/>
                  </a:cubicBezTo>
                  <a:lnTo>
                    <a:pt x="999" y="1160"/>
                  </a:lnTo>
                  <a:cubicBezTo>
                    <a:pt x="981" y="1214"/>
                    <a:pt x="937" y="1249"/>
                    <a:pt x="883" y="1276"/>
                  </a:cubicBezTo>
                  <a:lnTo>
                    <a:pt x="161" y="1544"/>
                  </a:lnTo>
                  <a:cubicBezTo>
                    <a:pt x="0" y="1606"/>
                    <a:pt x="0" y="1847"/>
                    <a:pt x="161" y="1909"/>
                  </a:cubicBezTo>
                  <a:lnTo>
                    <a:pt x="883" y="2186"/>
                  </a:lnTo>
                  <a:cubicBezTo>
                    <a:pt x="937" y="2204"/>
                    <a:pt x="981" y="2248"/>
                    <a:pt x="999" y="2302"/>
                  </a:cubicBezTo>
                  <a:lnTo>
                    <a:pt x="1356" y="3328"/>
                  </a:lnTo>
                  <a:cubicBezTo>
                    <a:pt x="1387" y="3413"/>
                    <a:pt x="1463" y="3455"/>
                    <a:pt x="1539" y="3455"/>
                  </a:cubicBezTo>
                  <a:cubicBezTo>
                    <a:pt x="1615" y="3455"/>
                    <a:pt x="1691" y="3413"/>
                    <a:pt x="1722" y="3328"/>
                  </a:cubicBezTo>
                  <a:lnTo>
                    <a:pt x="2079" y="2302"/>
                  </a:lnTo>
                  <a:cubicBezTo>
                    <a:pt x="2097" y="2248"/>
                    <a:pt x="2132" y="2204"/>
                    <a:pt x="2186" y="2186"/>
                  </a:cubicBezTo>
                  <a:lnTo>
                    <a:pt x="2908" y="1909"/>
                  </a:lnTo>
                  <a:cubicBezTo>
                    <a:pt x="3078" y="1847"/>
                    <a:pt x="3078" y="1606"/>
                    <a:pt x="2908" y="1544"/>
                  </a:cubicBezTo>
                  <a:lnTo>
                    <a:pt x="2186" y="1276"/>
                  </a:lnTo>
                  <a:cubicBezTo>
                    <a:pt x="2132" y="1249"/>
                    <a:pt x="2097" y="1214"/>
                    <a:pt x="2079" y="1160"/>
                  </a:cubicBezTo>
                  <a:lnTo>
                    <a:pt x="1722" y="134"/>
                  </a:lnTo>
                  <a:cubicBezTo>
                    <a:pt x="1691" y="45"/>
                    <a:pt x="1615" y="0"/>
                    <a:pt x="1539" y="0"/>
                  </a:cubicBez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0"/>
            <p:cNvSpPr/>
            <p:nvPr/>
          </p:nvSpPr>
          <p:spPr>
            <a:xfrm>
              <a:off x="1639894" y="2120657"/>
              <a:ext cx="64561" cy="51946"/>
            </a:xfrm>
            <a:custGeom>
              <a:avLst/>
              <a:gdLst/>
              <a:ahLst/>
              <a:cxnLst/>
              <a:rect l="l" t="t" r="r" b="b"/>
              <a:pathLst>
                <a:path w="2784" h="2240" extrusionOk="0">
                  <a:moveTo>
                    <a:pt x="821" y="1"/>
                  </a:moveTo>
                  <a:cubicBezTo>
                    <a:pt x="384" y="1"/>
                    <a:pt x="27" y="340"/>
                    <a:pt x="18" y="777"/>
                  </a:cubicBezTo>
                  <a:cubicBezTo>
                    <a:pt x="0" y="1704"/>
                    <a:pt x="1374" y="2240"/>
                    <a:pt x="1374" y="2240"/>
                  </a:cubicBezTo>
                  <a:cubicBezTo>
                    <a:pt x="1374" y="2240"/>
                    <a:pt x="2766" y="1758"/>
                    <a:pt x="2784" y="821"/>
                  </a:cubicBezTo>
                  <a:cubicBezTo>
                    <a:pt x="2784" y="393"/>
                    <a:pt x="2445" y="36"/>
                    <a:pt x="2008" y="27"/>
                  </a:cubicBezTo>
                  <a:cubicBezTo>
                    <a:pt x="1998" y="27"/>
                    <a:pt x="1989" y="27"/>
                    <a:pt x="1980" y="27"/>
                  </a:cubicBezTo>
                  <a:cubicBezTo>
                    <a:pt x="1750" y="27"/>
                    <a:pt x="1547" y="132"/>
                    <a:pt x="1410" y="286"/>
                  </a:cubicBezTo>
                  <a:cubicBezTo>
                    <a:pt x="1267" y="117"/>
                    <a:pt x="1053" y="9"/>
                    <a:pt x="821" y="1"/>
                  </a:cubicBez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0"/>
            <p:cNvSpPr/>
            <p:nvPr/>
          </p:nvSpPr>
          <p:spPr>
            <a:xfrm>
              <a:off x="1402789" y="2092295"/>
              <a:ext cx="122513" cy="127267"/>
            </a:xfrm>
            <a:custGeom>
              <a:avLst/>
              <a:gdLst/>
              <a:ahLst/>
              <a:cxnLst/>
              <a:rect l="l" t="t" r="r" b="b"/>
              <a:pathLst>
                <a:path w="5283" h="5488" extrusionOk="0">
                  <a:moveTo>
                    <a:pt x="2662" y="1"/>
                  </a:moveTo>
                  <a:cubicBezTo>
                    <a:pt x="2640" y="1"/>
                    <a:pt x="2619" y="1"/>
                    <a:pt x="2597" y="1"/>
                  </a:cubicBezTo>
                  <a:cubicBezTo>
                    <a:pt x="1205" y="37"/>
                    <a:pt x="72" y="1170"/>
                    <a:pt x="37" y="2562"/>
                  </a:cubicBezTo>
                  <a:cubicBezTo>
                    <a:pt x="1" y="4034"/>
                    <a:pt x="1187" y="5247"/>
                    <a:pt x="2659" y="5247"/>
                  </a:cubicBezTo>
                  <a:cubicBezTo>
                    <a:pt x="2963" y="5247"/>
                    <a:pt x="3257" y="5193"/>
                    <a:pt x="3525" y="5095"/>
                  </a:cubicBezTo>
                  <a:lnTo>
                    <a:pt x="4328" y="5488"/>
                  </a:lnTo>
                  <a:lnTo>
                    <a:pt x="4328" y="4649"/>
                  </a:lnTo>
                  <a:cubicBezTo>
                    <a:pt x="4907" y="4167"/>
                    <a:pt x="5282" y="3436"/>
                    <a:pt x="5282" y="2624"/>
                  </a:cubicBezTo>
                  <a:cubicBezTo>
                    <a:pt x="5282" y="1174"/>
                    <a:pt x="4104" y="1"/>
                    <a:pt x="2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0"/>
            <p:cNvSpPr/>
            <p:nvPr/>
          </p:nvSpPr>
          <p:spPr>
            <a:xfrm>
              <a:off x="1655826" y="2326709"/>
              <a:ext cx="38913" cy="69640"/>
            </a:xfrm>
            <a:custGeom>
              <a:avLst/>
              <a:gdLst/>
              <a:ahLst/>
              <a:cxnLst/>
              <a:rect l="l" t="t" r="r" b="b"/>
              <a:pathLst>
                <a:path w="1678" h="3003" extrusionOk="0">
                  <a:moveTo>
                    <a:pt x="607" y="1"/>
                  </a:moveTo>
                  <a:cubicBezTo>
                    <a:pt x="277" y="1"/>
                    <a:pt x="0" y="277"/>
                    <a:pt x="0" y="616"/>
                  </a:cubicBezTo>
                  <a:lnTo>
                    <a:pt x="0" y="759"/>
                  </a:lnTo>
                  <a:cubicBezTo>
                    <a:pt x="0" y="1098"/>
                    <a:pt x="277" y="1357"/>
                    <a:pt x="616" y="1357"/>
                  </a:cubicBezTo>
                  <a:cubicBezTo>
                    <a:pt x="946" y="1366"/>
                    <a:pt x="696" y="1981"/>
                    <a:pt x="429" y="2624"/>
                  </a:cubicBezTo>
                  <a:cubicBezTo>
                    <a:pt x="347" y="2821"/>
                    <a:pt x="504" y="3003"/>
                    <a:pt x="678" y="3003"/>
                  </a:cubicBezTo>
                  <a:cubicBezTo>
                    <a:pt x="732" y="3003"/>
                    <a:pt x="788" y="2985"/>
                    <a:pt x="839" y="2945"/>
                  </a:cubicBezTo>
                  <a:cubicBezTo>
                    <a:pt x="1312" y="2579"/>
                    <a:pt x="1678" y="1767"/>
                    <a:pt x="1678" y="581"/>
                  </a:cubicBezTo>
                  <a:cubicBezTo>
                    <a:pt x="1678" y="268"/>
                    <a:pt x="1419" y="1"/>
                    <a:pt x="10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0"/>
            <p:cNvSpPr/>
            <p:nvPr/>
          </p:nvSpPr>
          <p:spPr>
            <a:xfrm>
              <a:off x="1600376" y="2326709"/>
              <a:ext cx="38704" cy="69640"/>
            </a:xfrm>
            <a:custGeom>
              <a:avLst/>
              <a:gdLst/>
              <a:ahLst/>
              <a:cxnLst/>
              <a:rect l="l" t="t" r="r" b="b"/>
              <a:pathLst>
                <a:path w="1669" h="3003" extrusionOk="0">
                  <a:moveTo>
                    <a:pt x="607" y="1"/>
                  </a:moveTo>
                  <a:cubicBezTo>
                    <a:pt x="268" y="1"/>
                    <a:pt x="1" y="277"/>
                    <a:pt x="1" y="616"/>
                  </a:cubicBezTo>
                  <a:lnTo>
                    <a:pt x="1" y="759"/>
                  </a:lnTo>
                  <a:cubicBezTo>
                    <a:pt x="1" y="1098"/>
                    <a:pt x="277" y="1357"/>
                    <a:pt x="607" y="1357"/>
                  </a:cubicBezTo>
                  <a:cubicBezTo>
                    <a:pt x="937" y="1366"/>
                    <a:pt x="687" y="1981"/>
                    <a:pt x="420" y="2624"/>
                  </a:cubicBezTo>
                  <a:cubicBezTo>
                    <a:pt x="338" y="2821"/>
                    <a:pt x="495" y="3003"/>
                    <a:pt x="673" y="3003"/>
                  </a:cubicBezTo>
                  <a:cubicBezTo>
                    <a:pt x="729" y="3003"/>
                    <a:pt x="786" y="2985"/>
                    <a:pt x="839" y="2945"/>
                  </a:cubicBezTo>
                  <a:cubicBezTo>
                    <a:pt x="1303" y="2579"/>
                    <a:pt x="1669" y="1767"/>
                    <a:pt x="1669" y="581"/>
                  </a:cubicBezTo>
                  <a:cubicBezTo>
                    <a:pt x="1669" y="268"/>
                    <a:pt x="1419" y="1"/>
                    <a:pt x="10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0"/>
            <p:cNvSpPr/>
            <p:nvPr/>
          </p:nvSpPr>
          <p:spPr>
            <a:xfrm>
              <a:off x="1372177" y="2072443"/>
              <a:ext cx="374263" cy="374287"/>
            </a:xfrm>
            <a:custGeom>
              <a:avLst/>
              <a:gdLst/>
              <a:ahLst/>
              <a:cxnLst/>
              <a:rect l="l" t="t" r="r" b="b"/>
              <a:pathLst>
                <a:path w="16139" h="16140" extrusionOk="0">
                  <a:moveTo>
                    <a:pt x="14783" y="509"/>
                  </a:moveTo>
                  <a:cubicBezTo>
                    <a:pt x="15273" y="509"/>
                    <a:pt x="15666" y="902"/>
                    <a:pt x="15666" y="1393"/>
                  </a:cubicBezTo>
                  <a:lnTo>
                    <a:pt x="15666" y="5041"/>
                  </a:lnTo>
                  <a:cubicBezTo>
                    <a:pt x="15666" y="5532"/>
                    <a:pt x="15273" y="5924"/>
                    <a:pt x="14783" y="5924"/>
                  </a:cubicBezTo>
                  <a:lnTo>
                    <a:pt x="12062" y="5924"/>
                  </a:lnTo>
                  <a:cubicBezTo>
                    <a:pt x="11643" y="5157"/>
                    <a:pt x="11009" y="4524"/>
                    <a:pt x="10242" y="4105"/>
                  </a:cubicBezTo>
                  <a:lnTo>
                    <a:pt x="10242" y="1393"/>
                  </a:lnTo>
                  <a:cubicBezTo>
                    <a:pt x="10242" y="902"/>
                    <a:pt x="10643" y="509"/>
                    <a:pt x="11125" y="509"/>
                  </a:cubicBezTo>
                  <a:close/>
                  <a:moveTo>
                    <a:pt x="8056" y="4015"/>
                  </a:moveTo>
                  <a:cubicBezTo>
                    <a:pt x="10304" y="4015"/>
                    <a:pt x="12124" y="5844"/>
                    <a:pt x="12124" y="8092"/>
                  </a:cubicBezTo>
                  <a:cubicBezTo>
                    <a:pt x="12124" y="9083"/>
                    <a:pt x="11767" y="10028"/>
                    <a:pt x="11116" y="10769"/>
                  </a:cubicBezTo>
                  <a:cubicBezTo>
                    <a:pt x="11054" y="10751"/>
                    <a:pt x="10991" y="10751"/>
                    <a:pt x="10920" y="10751"/>
                  </a:cubicBezTo>
                  <a:lnTo>
                    <a:pt x="10429" y="10751"/>
                  </a:lnTo>
                  <a:cubicBezTo>
                    <a:pt x="9965" y="10751"/>
                    <a:pt x="9591" y="11125"/>
                    <a:pt x="9591" y="11589"/>
                  </a:cubicBezTo>
                  <a:cubicBezTo>
                    <a:pt x="9582" y="11679"/>
                    <a:pt x="9582" y="11777"/>
                    <a:pt x="9600" y="11857"/>
                  </a:cubicBezTo>
                  <a:cubicBezTo>
                    <a:pt x="9109" y="12053"/>
                    <a:pt x="8592" y="12160"/>
                    <a:pt x="8056" y="12160"/>
                  </a:cubicBezTo>
                  <a:cubicBezTo>
                    <a:pt x="5808" y="12160"/>
                    <a:pt x="3988" y="10331"/>
                    <a:pt x="3988" y="8092"/>
                  </a:cubicBezTo>
                  <a:cubicBezTo>
                    <a:pt x="3988" y="7468"/>
                    <a:pt x="4131" y="6861"/>
                    <a:pt x="4399" y="6308"/>
                  </a:cubicBezTo>
                  <a:cubicBezTo>
                    <a:pt x="4532" y="6290"/>
                    <a:pt x="4675" y="6255"/>
                    <a:pt x="4809" y="6210"/>
                  </a:cubicBezTo>
                  <a:lnTo>
                    <a:pt x="5523" y="6558"/>
                  </a:lnTo>
                  <a:cubicBezTo>
                    <a:pt x="5558" y="6576"/>
                    <a:pt x="5595" y="6584"/>
                    <a:pt x="5630" y="6584"/>
                  </a:cubicBezTo>
                  <a:cubicBezTo>
                    <a:pt x="5754" y="6584"/>
                    <a:pt x="5862" y="6483"/>
                    <a:pt x="5862" y="6344"/>
                  </a:cubicBezTo>
                  <a:lnTo>
                    <a:pt x="5862" y="5612"/>
                  </a:lnTo>
                  <a:cubicBezTo>
                    <a:pt x="6281" y="5246"/>
                    <a:pt x="6575" y="4765"/>
                    <a:pt x="6718" y="4238"/>
                  </a:cubicBezTo>
                  <a:cubicBezTo>
                    <a:pt x="7146" y="4096"/>
                    <a:pt x="7601" y="4015"/>
                    <a:pt x="8056" y="4015"/>
                  </a:cubicBezTo>
                  <a:close/>
                  <a:moveTo>
                    <a:pt x="10920" y="11224"/>
                  </a:moveTo>
                  <a:cubicBezTo>
                    <a:pt x="11107" y="11224"/>
                    <a:pt x="11259" y="11384"/>
                    <a:pt x="11259" y="11563"/>
                  </a:cubicBezTo>
                  <a:cubicBezTo>
                    <a:pt x="11259" y="12571"/>
                    <a:pt x="10982" y="13382"/>
                    <a:pt x="10519" y="13739"/>
                  </a:cubicBezTo>
                  <a:cubicBezTo>
                    <a:pt x="10510" y="13741"/>
                    <a:pt x="10503" y="13742"/>
                    <a:pt x="10497" y="13742"/>
                  </a:cubicBezTo>
                  <a:cubicBezTo>
                    <a:pt x="10476" y="13742"/>
                    <a:pt x="10465" y="13729"/>
                    <a:pt x="10465" y="13695"/>
                  </a:cubicBezTo>
                  <a:cubicBezTo>
                    <a:pt x="10759" y="12999"/>
                    <a:pt x="10670" y="12339"/>
                    <a:pt x="10661" y="12303"/>
                  </a:cubicBezTo>
                  <a:cubicBezTo>
                    <a:pt x="10652" y="12187"/>
                    <a:pt x="10545" y="12098"/>
                    <a:pt x="10429" y="12098"/>
                  </a:cubicBezTo>
                  <a:cubicBezTo>
                    <a:pt x="10425" y="12098"/>
                    <a:pt x="10420" y="12098"/>
                    <a:pt x="10415" y="12098"/>
                  </a:cubicBezTo>
                  <a:cubicBezTo>
                    <a:pt x="10216" y="12098"/>
                    <a:pt x="10055" y="11915"/>
                    <a:pt x="10055" y="11714"/>
                  </a:cubicBezTo>
                  <a:lnTo>
                    <a:pt x="10055" y="11589"/>
                  </a:lnTo>
                  <a:cubicBezTo>
                    <a:pt x="10055" y="11384"/>
                    <a:pt x="10224" y="11224"/>
                    <a:pt x="10429" y="11224"/>
                  </a:cubicBezTo>
                  <a:close/>
                  <a:moveTo>
                    <a:pt x="1357" y="10242"/>
                  </a:moveTo>
                  <a:lnTo>
                    <a:pt x="4095" y="10269"/>
                  </a:lnTo>
                  <a:cubicBezTo>
                    <a:pt x="4515" y="11027"/>
                    <a:pt x="5139" y="11652"/>
                    <a:pt x="5897" y="12062"/>
                  </a:cubicBezTo>
                  <a:lnTo>
                    <a:pt x="5897" y="14783"/>
                  </a:lnTo>
                  <a:cubicBezTo>
                    <a:pt x="5897" y="15265"/>
                    <a:pt x="5505" y="15666"/>
                    <a:pt x="5014" y="15666"/>
                  </a:cubicBezTo>
                  <a:lnTo>
                    <a:pt x="1357" y="15666"/>
                  </a:lnTo>
                  <a:cubicBezTo>
                    <a:pt x="875" y="15666"/>
                    <a:pt x="473" y="15265"/>
                    <a:pt x="473" y="14783"/>
                  </a:cubicBezTo>
                  <a:lnTo>
                    <a:pt x="473" y="11125"/>
                  </a:lnTo>
                  <a:cubicBezTo>
                    <a:pt x="473" y="10635"/>
                    <a:pt x="875" y="10242"/>
                    <a:pt x="1357" y="10242"/>
                  </a:cubicBezTo>
                  <a:close/>
                  <a:moveTo>
                    <a:pt x="11098" y="1"/>
                  </a:moveTo>
                  <a:cubicBezTo>
                    <a:pt x="10349" y="1"/>
                    <a:pt x="9742" y="608"/>
                    <a:pt x="9742" y="1357"/>
                  </a:cubicBezTo>
                  <a:lnTo>
                    <a:pt x="9742" y="3855"/>
                  </a:lnTo>
                  <a:cubicBezTo>
                    <a:pt x="9216" y="3641"/>
                    <a:pt x="8645" y="3525"/>
                    <a:pt x="8047" y="3525"/>
                  </a:cubicBezTo>
                  <a:cubicBezTo>
                    <a:pt x="7628" y="3525"/>
                    <a:pt x="7209" y="3587"/>
                    <a:pt x="6807" y="3703"/>
                  </a:cubicBezTo>
                  <a:cubicBezTo>
                    <a:pt x="6941" y="2062"/>
                    <a:pt x="5612" y="608"/>
                    <a:pt x="3970" y="608"/>
                  </a:cubicBezTo>
                  <a:cubicBezTo>
                    <a:pt x="2855" y="608"/>
                    <a:pt x="1838" y="1259"/>
                    <a:pt x="1374" y="2276"/>
                  </a:cubicBezTo>
                  <a:cubicBezTo>
                    <a:pt x="1330" y="2374"/>
                    <a:pt x="1357" y="2499"/>
                    <a:pt x="1446" y="2570"/>
                  </a:cubicBezTo>
                  <a:cubicBezTo>
                    <a:pt x="1490" y="2602"/>
                    <a:pt x="1540" y="2617"/>
                    <a:pt x="1589" y="2617"/>
                  </a:cubicBezTo>
                  <a:cubicBezTo>
                    <a:pt x="1677" y="2617"/>
                    <a:pt x="1762" y="2567"/>
                    <a:pt x="1803" y="2481"/>
                  </a:cubicBezTo>
                  <a:cubicBezTo>
                    <a:pt x="2186" y="1625"/>
                    <a:pt x="3034" y="1080"/>
                    <a:pt x="3970" y="1080"/>
                  </a:cubicBezTo>
                  <a:cubicBezTo>
                    <a:pt x="5282" y="1080"/>
                    <a:pt x="6343" y="2151"/>
                    <a:pt x="6343" y="3462"/>
                  </a:cubicBezTo>
                  <a:cubicBezTo>
                    <a:pt x="6343" y="4176"/>
                    <a:pt x="6022" y="4854"/>
                    <a:pt x="5478" y="5309"/>
                  </a:cubicBezTo>
                  <a:cubicBezTo>
                    <a:pt x="5425" y="5354"/>
                    <a:pt x="5389" y="5416"/>
                    <a:pt x="5389" y="5487"/>
                  </a:cubicBezTo>
                  <a:lnTo>
                    <a:pt x="5389" y="5951"/>
                  </a:lnTo>
                  <a:lnTo>
                    <a:pt x="4934" y="5728"/>
                  </a:lnTo>
                  <a:cubicBezTo>
                    <a:pt x="4904" y="5713"/>
                    <a:pt x="4870" y="5707"/>
                    <a:pt x="4835" y="5707"/>
                  </a:cubicBezTo>
                  <a:cubicBezTo>
                    <a:pt x="4807" y="5707"/>
                    <a:pt x="4780" y="5711"/>
                    <a:pt x="4756" y="5719"/>
                  </a:cubicBezTo>
                  <a:cubicBezTo>
                    <a:pt x="4497" y="5809"/>
                    <a:pt x="4238" y="5853"/>
                    <a:pt x="3970" y="5853"/>
                  </a:cubicBezTo>
                  <a:cubicBezTo>
                    <a:pt x="2713" y="5853"/>
                    <a:pt x="1678" y="4881"/>
                    <a:pt x="1589" y="3623"/>
                  </a:cubicBezTo>
                  <a:cubicBezTo>
                    <a:pt x="1606" y="3498"/>
                    <a:pt x="1490" y="3364"/>
                    <a:pt x="1366" y="3364"/>
                  </a:cubicBezTo>
                  <a:cubicBezTo>
                    <a:pt x="1361" y="3364"/>
                    <a:pt x="1357" y="3364"/>
                    <a:pt x="1353" y="3364"/>
                  </a:cubicBezTo>
                  <a:cubicBezTo>
                    <a:pt x="1232" y="3364"/>
                    <a:pt x="1116" y="3484"/>
                    <a:pt x="1116" y="3605"/>
                  </a:cubicBezTo>
                  <a:cubicBezTo>
                    <a:pt x="1196" y="5095"/>
                    <a:pt x="2391" y="6272"/>
                    <a:pt x="3872" y="6326"/>
                  </a:cubicBezTo>
                  <a:cubicBezTo>
                    <a:pt x="3640" y="6879"/>
                    <a:pt x="3515" y="7477"/>
                    <a:pt x="3515" y="8074"/>
                  </a:cubicBezTo>
                  <a:cubicBezTo>
                    <a:pt x="3515" y="8681"/>
                    <a:pt x="3640" y="9270"/>
                    <a:pt x="3863" y="9805"/>
                  </a:cubicBezTo>
                  <a:lnTo>
                    <a:pt x="1357" y="9769"/>
                  </a:lnTo>
                  <a:cubicBezTo>
                    <a:pt x="616" y="9769"/>
                    <a:pt x="1" y="10385"/>
                    <a:pt x="1" y="11125"/>
                  </a:cubicBezTo>
                  <a:lnTo>
                    <a:pt x="1" y="14783"/>
                  </a:lnTo>
                  <a:cubicBezTo>
                    <a:pt x="1" y="15532"/>
                    <a:pt x="616" y="16139"/>
                    <a:pt x="1357" y="16139"/>
                  </a:cubicBezTo>
                  <a:lnTo>
                    <a:pt x="5014" y="16139"/>
                  </a:lnTo>
                  <a:cubicBezTo>
                    <a:pt x="5764" y="16139"/>
                    <a:pt x="6370" y="15532"/>
                    <a:pt x="6370" y="14783"/>
                  </a:cubicBezTo>
                  <a:lnTo>
                    <a:pt x="6370" y="12339"/>
                  </a:lnTo>
                  <a:cubicBezTo>
                    <a:pt x="6897" y="12553"/>
                    <a:pt x="7468" y="12669"/>
                    <a:pt x="8065" y="12669"/>
                  </a:cubicBezTo>
                  <a:cubicBezTo>
                    <a:pt x="8672" y="12669"/>
                    <a:pt x="9261" y="12553"/>
                    <a:pt x="9814" y="12321"/>
                  </a:cubicBezTo>
                  <a:cubicBezTo>
                    <a:pt x="9921" y="12446"/>
                    <a:pt x="10064" y="12535"/>
                    <a:pt x="10224" y="12580"/>
                  </a:cubicBezTo>
                  <a:cubicBezTo>
                    <a:pt x="10224" y="12794"/>
                    <a:pt x="10206" y="13177"/>
                    <a:pt x="10046" y="13552"/>
                  </a:cubicBezTo>
                  <a:cubicBezTo>
                    <a:pt x="9895" y="13914"/>
                    <a:pt x="10195" y="14255"/>
                    <a:pt x="10524" y="14255"/>
                  </a:cubicBezTo>
                  <a:cubicBezTo>
                    <a:pt x="10624" y="14255"/>
                    <a:pt x="10728" y="14223"/>
                    <a:pt x="10822" y="14150"/>
                  </a:cubicBezTo>
                  <a:cubicBezTo>
                    <a:pt x="11411" y="13704"/>
                    <a:pt x="11750" y="12767"/>
                    <a:pt x="11750" y="11598"/>
                  </a:cubicBezTo>
                  <a:cubicBezTo>
                    <a:pt x="11750" y="11393"/>
                    <a:pt x="11678" y="11197"/>
                    <a:pt x="11544" y="11045"/>
                  </a:cubicBezTo>
                  <a:cubicBezTo>
                    <a:pt x="12231" y="10224"/>
                    <a:pt x="12615" y="9190"/>
                    <a:pt x="12615" y="8101"/>
                  </a:cubicBezTo>
                  <a:cubicBezTo>
                    <a:pt x="12615" y="7504"/>
                    <a:pt x="12499" y="6924"/>
                    <a:pt x="12285" y="6397"/>
                  </a:cubicBezTo>
                  <a:lnTo>
                    <a:pt x="14783" y="6397"/>
                  </a:lnTo>
                  <a:cubicBezTo>
                    <a:pt x="15532" y="6397"/>
                    <a:pt x="16139" y="5791"/>
                    <a:pt x="16139" y="5041"/>
                  </a:cubicBezTo>
                  <a:lnTo>
                    <a:pt x="16139" y="1366"/>
                  </a:lnTo>
                  <a:cubicBezTo>
                    <a:pt x="16139" y="616"/>
                    <a:pt x="15532" y="1"/>
                    <a:pt x="14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0"/>
            <p:cNvSpPr/>
            <p:nvPr/>
          </p:nvSpPr>
          <p:spPr>
            <a:xfrm>
              <a:off x="1529620" y="2209803"/>
              <a:ext cx="58369" cy="100807"/>
            </a:xfrm>
            <a:custGeom>
              <a:avLst/>
              <a:gdLst/>
              <a:ahLst/>
              <a:cxnLst/>
              <a:rect l="l" t="t" r="r" b="b"/>
              <a:pathLst>
                <a:path w="2517" h="4347" extrusionOk="0">
                  <a:moveTo>
                    <a:pt x="1028" y="1"/>
                  </a:moveTo>
                  <a:cubicBezTo>
                    <a:pt x="892" y="1"/>
                    <a:pt x="777" y="105"/>
                    <a:pt x="777" y="242"/>
                  </a:cubicBezTo>
                  <a:lnTo>
                    <a:pt x="777" y="787"/>
                  </a:lnTo>
                  <a:lnTo>
                    <a:pt x="259" y="787"/>
                  </a:lnTo>
                  <a:cubicBezTo>
                    <a:pt x="143" y="787"/>
                    <a:pt x="27" y="876"/>
                    <a:pt x="18" y="1001"/>
                  </a:cubicBezTo>
                  <a:cubicBezTo>
                    <a:pt x="1" y="1143"/>
                    <a:pt x="108" y="1259"/>
                    <a:pt x="250" y="1259"/>
                  </a:cubicBezTo>
                  <a:lnTo>
                    <a:pt x="777" y="1259"/>
                  </a:lnTo>
                  <a:lnTo>
                    <a:pt x="777" y="3106"/>
                  </a:lnTo>
                  <a:cubicBezTo>
                    <a:pt x="777" y="3784"/>
                    <a:pt x="1330" y="4346"/>
                    <a:pt x="2017" y="4346"/>
                  </a:cubicBezTo>
                  <a:cubicBezTo>
                    <a:pt x="2115" y="4346"/>
                    <a:pt x="2231" y="4266"/>
                    <a:pt x="2249" y="4159"/>
                  </a:cubicBezTo>
                  <a:cubicBezTo>
                    <a:pt x="2284" y="4007"/>
                    <a:pt x="2168" y="3873"/>
                    <a:pt x="2017" y="3873"/>
                  </a:cubicBezTo>
                  <a:cubicBezTo>
                    <a:pt x="1597" y="3873"/>
                    <a:pt x="1249" y="3525"/>
                    <a:pt x="1249" y="3106"/>
                  </a:cubicBezTo>
                  <a:lnTo>
                    <a:pt x="1249" y="1259"/>
                  </a:lnTo>
                  <a:lnTo>
                    <a:pt x="2258" y="1259"/>
                  </a:lnTo>
                  <a:cubicBezTo>
                    <a:pt x="2382" y="1259"/>
                    <a:pt x="2489" y="1179"/>
                    <a:pt x="2498" y="1054"/>
                  </a:cubicBezTo>
                  <a:cubicBezTo>
                    <a:pt x="2516" y="911"/>
                    <a:pt x="2409" y="787"/>
                    <a:pt x="2266" y="787"/>
                  </a:cubicBezTo>
                  <a:lnTo>
                    <a:pt x="1249" y="787"/>
                  </a:lnTo>
                  <a:lnTo>
                    <a:pt x="1249" y="251"/>
                  </a:lnTo>
                  <a:cubicBezTo>
                    <a:pt x="1249" y="126"/>
                    <a:pt x="1160" y="19"/>
                    <a:pt x="1044" y="1"/>
                  </a:cubicBezTo>
                  <a:cubicBezTo>
                    <a:pt x="1039" y="1"/>
                    <a:pt x="1033" y="1"/>
                    <a:pt x="10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0"/>
            <p:cNvSpPr/>
            <p:nvPr/>
          </p:nvSpPr>
          <p:spPr>
            <a:xfrm>
              <a:off x="1403833" y="2327613"/>
              <a:ext cx="84226" cy="91021"/>
            </a:xfrm>
            <a:custGeom>
              <a:avLst/>
              <a:gdLst/>
              <a:ahLst/>
              <a:cxnLst/>
              <a:rect l="l" t="t" r="r" b="b"/>
              <a:pathLst>
                <a:path w="3632" h="3925" extrusionOk="0">
                  <a:moveTo>
                    <a:pt x="1811" y="568"/>
                  </a:moveTo>
                  <a:lnTo>
                    <a:pt x="2133" y="1470"/>
                  </a:lnTo>
                  <a:cubicBezTo>
                    <a:pt x="2168" y="1594"/>
                    <a:pt x="2266" y="1684"/>
                    <a:pt x="2382" y="1728"/>
                  </a:cubicBezTo>
                  <a:lnTo>
                    <a:pt x="2998" y="1969"/>
                  </a:lnTo>
                  <a:lnTo>
                    <a:pt x="2382" y="2201"/>
                  </a:lnTo>
                  <a:cubicBezTo>
                    <a:pt x="2266" y="2246"/>
                    <a:pt x="2168" y="2335"/>
                    <a:pt x="2133" y="2460"/>
                  </a:cubicBezTo>
                  <a:lnTo>
                    <a:pt x="1811" y="3361"/>
                  </a:lnTo>
                  <a:lnTo>
                    <a:pt x="1499" y="2460"/>
                  </a:lnTo>
                  <a:cubicBezTo>
                    <a:pt x="1455" y="2335"/>
                    <a:pt x="1365" y="2246"/>
                    <a:pt x="1241" y="2201"/>
                  </a:cubicBezTo>
                  <a:lnTo>
                    <a:pt x="634" y="1969"/>
                  </a:lnTo>
                  <a:lnTo>
                    <a:pt x="1241" y="1728"/>
                  </a:lnTo>
                  <a:cubicBezTo>
                    <a:pt x="1365" y="1684"/>
                    <a:pt x="1455" y="1594"/>
                    <a:pt x="1499" y="1470"/>
                  </a:cubicBezTo>
                  <a:lnTo>
                    <a:pt x="1811" y="568"/>
                  </a:lnTo>
                  <a:close/>
                  <a:moveTo>
                    <a:pt x="1802" y="1"/>
                  </a:moveTo>
                  <a:cubicBezTo>
                    <a:pt x="1631" y="1"/>
                    <a:pt x="1464" y="99"/>
                    <a:pt x="1410" y="292"/>
                  </a:cubicBezTo>
                  <a:lnTo>
                    <a:pt x="1053" y="1300"/>
                  </a:lnTo>
                  <a:lnTo>
                    <a:pt x="357" y="1568"/>
                  </a:lnTo>
                  <a:cubicBezTo>
                    <a:pt x="1" y="1701"/>
                    <a:pt x="1" y="2228"/>
                    <a:pt x="357" y="2362"/>
                  </a:cubicBezTo>
                  <a:lnTo>
                    <a:pt x="1053" y="2629"/>
                  </a:lnTo>
                  <a:lnTo>
                    <a:pt x="1410" y="3637"/>
                  </a:lnTo>
                  <a:cubicBezTo>
                    <a:pt x="1477" y="3829"/>
                    <a:pt x="1646" y="3925"/>
                    <a:pt x="1816" y="3925"/>
                  </a:cubicBezTo>
                  <a:cubicBezTo>
                    <a:pt x="1985" y="3925"/>
                    <a:pt x="2155" y="3829"/>
                    <a:pt x="2222" y="3637"/>
                  </a:cubicBezTo>
                  <a:lnTo>
                    <a:pt x="2570" y="2629"/>
                  </a:lnTo>
                  <a:lnTo>
                    <a:pt x="3266" y="2362"/>
                  </a:lnTo>
                  <a:cubicBezTo>
                    <a:pt x="3622" y="2228"/>
                    <a:pt x="3631" y="1701"/>
                    <a:pt x="3266" y="1568"/>
                  </a:cubicBezTo>
                  <a:lnTo>
                    <a:pt x="2570" y="1300"/>
                  </a:lnTo>
                  <a:lnTo>
                    <a:pt x="2222" y="292"/>
                  </a:lnTo>
                  <a:cubicBezTo>
                    <a:pt x="2146" y="97"/>
                    <a:pt x="197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0"/>
            <p:cNvSpPr/>
            <p:nvPr/>
          </p:nvSpPr>
          <p:spPr>
            <a:xfrm>
              <a:off x="1634305" y="2115277"/>
              <a:ext cx="75739" cy="62914"/>
            </a:xfrm>
            <a:custGeom>
              <a:avLst/>
              <a:gdLst/>
              <a:ahLst/>
              <a:cxnLst/>
              <a:rect l="l" t="t" r="r" b="b"/>
              <a:pathLst>
                <a:path w="3266" h="2713" extrusionOk="0">
                  <a:moveTo>
                    <a:pt x="1053" y="482"/>
                  </a:moveTo>
                  <a:cubicBezTo>
                    <a:pt x="1214" y="491"/>
                    <a:pt x="1365" y="563"/>
                    <a:pt x="1464" y="688"/>
                  </a:cubicBezTo>
                  <a:cubicBezTo>
                    <a:pt x="1508" y="741"/>
                    <a:pt x="1580" y="768"/>
                    <a:pt x="1642" y="768"/>
                  </a:cubicBezTo>
                  <a:lnTo>
                    <a:pt x="1651" y="768"/>
                  </a:lnTo>
                  <a:cubicBezTo>
                    <a:pt x="1713" y="768"/>
                    <a:pt x="1785" y="741"/>
                    <a:pt x="1829" y="688"/>
                  </a:cubicBezTo>
                  <a:cubicBezTo>
                    <a:pt x="1930" y="578"/>
                    <a:pt x="2071" y="508"/>
                    <a:pt x="2222" y="508"/>
                  </a:cubicBezTo>
                  <a:cubicBezTo>
                    <a:pt x="2231" y="508"/>
                    <a:pt x="2240" y="509"/>
                    <a:pt x="2249" y="509"/>
                  </a:cubicBezTo>
                  <a:cubicBezTo>
                    <a:pt x="2552" y="509"/>
                    <a:pt x="2793" y="759"/>
                    <a:pt x="2784" y="1062"/>
                  </a:cubicBezTo>
                  <a:cubicBezTo>
                    <a:pt x="2775" y="1642"/>
                    <a:pt x="2008" y="2079"/>
                    <a:pt x="1624" y="2231"/>
                  </a:cubicBezTo>
                  <a:cubicBezTo>
                    <a:pt x="1223" y="2052"/>
                    <a:pt x="402" y="1553"/>
                    <a:pt x="500" y="928"/>
                  </a:cubicBezTo>
                  <a:cubicBezTo>
                    <a:pt x="509" y="884"/>
                    <a:pt x="527" y="839"/>
                    <a:pt x="545" y="795"/>
                  </a:cubicBezTo>
                  <a:cubicBezTo>
                    <a:pt x="652" y="598"/>
                    <a:pt x="839" y="482"/>
                    <a:pt x="1044" y="482"/>
                  </a:cubicBezTo>
                  <a:close/>
                  <a:moveTo>
                    <a:pt x="1044" y="1"/>
                  </a:moveTo>
                  <a:cubicBezTo>
                    <a:pt x="777" y="1"/>
                    <a:pt x="527" y="99"/>
                    <a:pt x="331" y="286"/>
                  </a:cubicBezTo>
                  <a:cubicBezTo>
                    <a:pt x="134" y="473"/>
                    <a:pt x="27" y="732"/>
                    <a:pt x="27" y="1000"/>
                  </a:cubicBezTo>
                  <a:cubicBezTo>
                    <a:pt x="1" y="2088"/>
                    <a:pt x="1464" y="2668"/>
                    <a:pt x="1526" y="2695"/>
                  </a:cubicBezTo>
                  <a:cubicBezTo>
                    <a:pt x="1562" y="2704"/>
                    <a:pt x="1589" y="2713"/>
                    <a:pt x="1615" y="2713"/>
                  </a:cubicBezTo>
                  <a:cubicBezTo>
                    <a:pt x="1642" y="2713"/>
                    <a:pt x="1669" y="2704"/>
                    <a:pt x="1696" y="2695"/>
                  </a:cubicBezTo>
                  <a:cubicBezTo>
                    <a:pt x="1758" y="2677"/>
                    <a:pt x="3239" y="2142"/>
                    <a:pt x="3257" y="1062"/>
                  </a:cubicBezTo>
                  <a:cubicBezTo>
                    <a:pt x="3266" y="500"/>
                    <a:pt x="2820" y="27"/>
                    <a:pt x="2258" y="18"/>
                  </a:cubicBezTo>
                  <a:cubicBezTo>
                    <a:pt x="2035" y="18"/>
                    <a:pt x="1829" y="81"/>
                    <a:pt x="1651" y="206"/>
                  </a:cubicBezTo>
                  <a:cubicBezTo>
                    <a:pt x="1481" y="72"/>
                    <a:pt x="1276" y="1"/>
                    <a:pt x="10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0"/>
            <p:cNvSpPr/>
            <p:nvPr/>
          </p:nvSpPr>
          <p:spPr>
            <a:xfrm>
              <a:off x="1650654" y="2321746"/>
              <a:ext cx="49882" cy="80469"/>
            </a:xfrm>
            <a:custGeom>
              <a:avLst/>
              <a:gdLst/>
              <a:ahLst/>
              <a:cxnLst/>
              <a:rect l="l" t="t" r="r" b="b"/>
              <a:pathLst>
                <a:path w="2151" h="3470" extrusionOk="0">
                  <a:moveTo>
                    <a:pt x="848" y="1"/>
                  </a:moveTo>
                  <a:cubicBezTo>
                    <a:pt x="384" y="1"/>
                    <a:pt x="0" y="375"/>
                    <a:pt x="0" y="839"/>
                  </a:cubicBezTo>
                  <a:lnTo>
                    <a:pt x="0" y="982"/>
                  </a:lnTo>
                  <a:cubicBezTo>
                    <a:pt x="0" y="1366"/>
                    <a:pt x="268" y="1696"/>
                    <a:pt x="625" y="1794"/>
                  </a:cubicBezTo>
                  <a:cubicBezTo>
                    <a:pt x="625" y="2008"/>
                    <a:pt x="607" y="2383"/>
                    <a:pt x="446" y="2766"/>
                  </a:cubicBezTo>
                  <a:cubicBezTo>
                    <a:pt x="296" y="3128"/>
                    <a:pt x="590" y="3469"/>
                    <a:pt x="921" y="3469"/>
                  </a:cubicBezTo>
                  <a:cubicBezTo>
                    <a:pt x="1022" y="3469"/>
                    <a:pt x="1126" y="3437"/>
                    <a:pt x="1223" y="3364"/>
                  </a:cubicBezTo>
                  <a:cubicBezTo>
                    <a:pt x="1437" y="3194"/>
                    <a:pt x="1615" y="2971"/>
                    <a:pt x="1767" y="2677"/>
                  </a:cubicBezTo>
                  <a:cubicBezTo>
                    <a:pt x="1857" y="2496"/>
                    <a:pt x="1695" y="2340"/>
                    <a:pt x="1539" y="2340"/>
                  </a:cubicBezTo>
                  <a:cubicBezTo>
                    <a:pt x="1464" y="2340"/>
                    <a:pt x="1391" y="2376"/>
                    <a:pt x="1347" y="2463"/>
                  </a:cubicBezTo>
                  <a:cubicBezTo>
                    <a:pt x="1231" y="2686"/>
                    <a:pt x="1089" y="2864"/>
                    <a:pt x="937" y="2989"/>
                  </a:cubicBezTo>
                  <a:cubicBezTo>
                    <a:pt x="929" y="2991"/>
                    <a:pt x="922" y="2992"/>
                    <a:pt x="916" y="2992"/>
                  </a:cubicBezTo>
                  <a:cubicBezTo>
                    <a:pt x="894" y="2992"/>
                    <a:pt x="884" y="2979"/>
                    <a:pt x="884" y="2945"/>
                  </a:cubicBezTo>
                  <a:cubicBezTo>
                    <a:pt x="1169" y="2249"/>
                    <a:pt x="1089" y="1589"/>
                    <a:pt x="1080" y="1553"/>
                  </a:cubicBezTo>
                  <a:cubicBezTo>
                    <a:pt x="1071" y="1437"/>
                    <a:pt x="964" y="1348"/>
                    <a:pt x="848" y="1348"/>
                  </a:cubicBezTo>
                  <a:cubicBezTo>
                    <a:pt x="843" y="1348"/>
                    <a:pt x="838" y="1348"/>
                    <a:pt x="834" y="1348"/>
                  </a:cubicBezTo>
                  <a:cubicBezTo>
                    <a:pt x="635" y="1348"/>
                    <a:pt x="473" y="1165"/>
                    <a:pt x="473" y="964"/>
                  </a:cubicBezTo>
                  <a:lnTo>
                    <a:pt x="473" y="839"/>
                  </a:lnTo>
                  <a:cubicBezTo>
                    <a:pt x="473" y="634"/>
                    <a:pt x="643" y="474"/>
                    <a:pt x="848" y="474"/>
                  </a:cubicBezTo>
                  <a:lnTo>
                    <a:pt x="1338" y="474"/>
                  </a:lnTo>
                  <a:cubicBezTo>
                    <a:pt x="1526" y="474"/>
                    <a:pt x="1677" y="625"/>
                    <a:pt x="1677" y="813"/>
                  </a:cubicBezTo>
                  <a:cubicBezTo>
                    <a:pt x="1677" y="1000"/>
                    <a:pt x="1669" y="1178"/>
                    <a:pt x="1651" y="1348"/>
                  </a:cubicBezTo>
                  <a:cubicBezTo>
                    <a:pt x="1631" y="1513"/>
                    <a:pt x="1762" y="1604"/>
                    <a:pt x="1890" y="1604"/>
                  </a:cubicBezTo>
                  <a:cubicBezTo>
                    <a:pt x="1997" y="1604"/>
                    <a:pt x="2102" y="1540"/>
                    <a:pt x="2115" y="1401"/>
                  </a:cubicBezTo>
                  <a:cubicBezTo>
                    <a:pt x="2141" y="1214"/>
                    <a:pt x="2150" y="1018"/>
                    <a:pt x="2150" y="813"/>
                  </a:cubicBezTo>
                  <a:cubicBezTo>
                    <a:pt x="2150" y="375"/>
                    <a:pt x="1776" y="1"/>
                    <a:pt x="1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1" name="Google Shape;4171;p70"/>
          <p:cNvGrpSpPr/>
          <p:nvPr/>
        </p:nvGrpSpPr>
        <p:grpSpPr>
          <a:xfrm>
            <a:off x="4609728" y="1649633"/>
            <a:ext cx="361203" cy="357478"/>
            <a:chOff x="4514600" y="1517367"/>
            <a:chExt cx="377788" cy="373892"/>
          </a:xfrm>
        </p:grpSpPr>
        <p:sp>
          <p:nvSpPr>
            <p:cNvPr id="4172" name="Google Shape;4172;p70"/>
            <p:cNvSpPr/>
            <p:nvPr/>
          </p:nvSpPr>
          <p:spPr>
            <a:xfrm>
              <a:off x="4570861" y="1537868"/>
              <a:ext cx="168220" cy="285098"/>
            </a:xfrm>
            <a:custGeom>
              <a:avLst/>
              <a:gdLst/>
              <a:ahLst/>
              <a:cxnLst/>
              <a:rect l="l" t="t" r="r" b="b"/>
              <a:pathLst>
                <a:path w="7254" h="12294" extrusionOk="0">
                  <a:moveTo>
                    <a:pt x="1" y="0"/>
                  </a:moveTo>
                  <a:lnTo>
                    <a:pt x="1" y="12293"/>
                  </a:lnTo>
                  <a:lnTo>
                    <a:pt x="7254" y="12293"/>
                  </a:lnTo>
                  <a:lnTo>
                    <a:pt x="7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0"/>
            <p:cNvSpPr/>
            <p:nvPr/>
          </p:nvSpPr>
          <p:spPr>
            <a:xfrm>
              <a:off x="4519771" y="1522539"/>
              <a:ext cx="270419" cy="316567"/>
            </a:xfrm>
            <a:custGeom>
              <a:avLst/>
              <a:gdLst/>
              <a:ahLst/>
              <a:cxnLst/>
              <a:rect l="l" t="t" r="r" b="b"/>
              <a:pathLst>
                <a:path w="11661" h="13651" extrusionOk="0">
                  <a:moveTo>
                    <a:pt x="616" y="1"/>
                  </a:moveTo>
                  <a:cubicBezTo>
                    <a:pt x="277" y="1"/>
                    <a:pt x="0" y="277"/>
                    <a:pt x="0" y="616"/>
                  </a:cubicBezTo>
                  <a:lnTo>
                    <a:pt x="0" y="13035"/>
                  </a:lnTo>
                  <a:cubicBezTo>
                    <a:pt x="0" y="13374"/>
                    <a:pt x="277" y="13650"/>
                    <a:pt x="616" y="13650"/>
                  </a:cubicBezTo>
                  <a:lnTo>
                    <a:pt x="1588" y="13650"/>
                  </a:lnTo>
                  <a:cubicBezTo>
                    <a:pt x="1936" y="13650"/>
                    <a:pt x="2204" y="13374"/>
                    <a:pt x="2204" y="13026"/>
                  </a:cubicBezTo>
                  <a:lnTo>
                    <a:pt x="2204" y="11331"/>
                  </a:lnTo>
                  <a:lnTo>
                    <a:pt x="2204" y="2320"/>
                  </a:lnTo>
                  <a:lnTo>
                    <a:pt x="2204" y="616"/>
                  </a:lnTo>
                  <a:cubicBezTo>
                    <a:pt x="2204" y="277"/>
                    <a:pt x="1936" y="1"/>
                    <a:pt x="1588" y="1"/>
                  </a:cubicBezTo>
                  <a:close/>
                  <a:moveTo>
                    <a:pt x="10072" y="1"/>
                  </a:moveTo>
                  <a:cubicBezTo>
                    <a:pt x="9733" y="1"/>
                    <a:pt x="9457" y="277"/>
                    <a:pt x="9457" y="616"/>
                  </a:cubicBezTo>
                  <a:lnTo>
                    <a:pt x="9457" y="2320"/>
                  </a:lnTo>
                  <a:lnTo>
                    <a:pt x="9457" y="11331"/>
                  </a:lnTo>
                  <a:lnTo>
                    <a:pt x="9457" y="13035"/>
                  </a:lnTo>
                  <a:cubicBezTo>
                    <a:pt x="9457" y="13374"/>
                    <a:pt x="9733" y="13650"/>
                    <a:pt x="10072" y="13650"/>
                  </a:cubicBezTo>
                  <a:lnTo>
                    <a:pt x="11045" y="13650"/>
                  </a:lnTo>
                  <a:cubicBezTo>
                    <a:pt x="11384" y="13650"/>
                    <a:pt x="11660" y="13374"/>
                    <a:pt x="11660" y="13026"/>
                  </a:cubicBezTo>
                  <a:lnTo>
                    <a:pt x="11660" y="616"/>
                  </a:lnTo>
                  <a:cubicBezTo>
                    <a:pt x="11660" y="277"/>
                    <a:pt x="11384" y="1"/>
                    <a:pt x="110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0"/>
            <p:cNvSpPr/>
            <p:nvPr/>
          </p:nvSpPr>
          <p:spPr>
            <a:xfrm>
              <a:off x="4643495" y="1659342"/>
              <a:ext cx="242057" cy="226543"/>
            </a:xfrm>
            <a:custGeom>
              <a:avLst/>
              <a:gdLst/>
              <a:ahLst/>
              <a:cxnLst/>
              <a:rect l="l" t="t" r="r" b="b"/>
              <a:pathLst>
                <a:path w="10438" h="9769" extrusionOk="0">
                  <a:moveTo>
                    <a:pt x="5215" y="1"/>
                  </a:moveTo>
                  <a:cubicBezTo>
                    <a:pt x="5092" y="1"/>
                    <a:pt x="4969" y="66"/>
                    <a:pt x="4907" y="195"/>
                  </a:cubicBezTo>
                  <a:lnTo>
                    <a:pt x="3595" y="2862"/>
                  </a:lnTo>
                  <a:cubicBezTo>
                    <a:pt x="3542" y="2960"/>
                    <a:pt x="3444" y="3032"/>
                    <a:pt x="3337" y="3050"/>
                  </a:cubicBezTo>
                  <a:lnTo>
                    <a:pt x="384" y="3478"/>
                  </a:lnTo>
                  <a:cubicBezTo>
                    <a:pt x="107" y="3514"/>
                    <a:pt x="0" y="3862"/>
                    <a:pt x="196" y="4058"/>
                  </a:cubicBezTo>
                  <a:lnTo>
                    <a:pt x="2329" y="6136"/>
                  </a:lnTo>
                  <a:cubicBezTo>
                    <a:pt x="2409" y="6208"/>
                    <a:pt x="2445" y="6324"/>
                    <a:pt x="2427" y="6431"/>
                  </a:cubicBezTo>
                  <a:lnTo>
                    <a:pt x="1927" y="9366"/>
                  </a:lnTo>
                  <a:cubicBezTo>
                    <a:pt x="1892" y="9593"/>
                    <a:pt x="2065" y="9769"/>
                    <a:pt x="2263" y="9769"/>
                  </a:cubicBezTo>
                  <a:cubicBezTo>
                    <a:pt x="2314" y="9769"/>
                    <a:pt x="2367" y="9757"/>
                    <a:pt x="2418" y="9732"/>
                  </a:cubicBezTo>
                  <a:lnTo>
                    <a:pt x="5058" y="8340"/>
                  </a:lnTo>
                  <a:cubicBezTo>
                    <a:pt x="5107" y="8313"/>
                    <a:pt x="5161" y="8300"/>
                    <a:pt x="5215" y="8300"/>
                  </a:cubicBezTo>
                  <a:cubicBezTo>
                    <a:pt x="5268" y="8300"/>
                    <a:pt x="5322" y="8313"/>
                    <a:pt x="5371" y="8340"/>
                  </a:cubicBezTo>
                  <a:lnTo>
                    <a:pt x="8011" y="9732"/>
                  </a:lnTo>
                  <a:cubicBezTo>
                    <a:pt x="8063" y="9757"/>
                    <a:pt x="8116" y="9769"/>
                    <a:pt x="8167" y="9769"/>
                  </a:cubicBezTo>
                  <a:cubicBezTo>
                    <a:pt x="8367" y="9769"/>
                    <a:pt x="8544" y="9593"/>
                    <a:pt x="8502" y="9366"/>
                  </a:cubicBezTo>
                  <a:lnTo>
                    <a:pt x="8002" y="6431"/>
                  </a:lnTo>
                  <a:cubicBezTo>
                    <a:pt x="7985" y="6324"/>
                    <a:pt x="8020" y="6208"/>
                    <a:pt x="8100" y="6136"/>
                  </a:cubicBezTo>
                  <a:lnTo>
                    <a:pt x="10233" y="4058"/>
                  </a:lnTo>
                  <a:cubicBezTo>
                    <a:pt x="10438" y="3862"/>
                    <a:pt x="10322" y="3514"/>
                    <a:pt x="10045" y="3478"/>
                  </a:cubicBezTo>
                  <a:lnTo>
                    <a:pt x="7092" y="3050"/>
                  </a:lnTo>
                  <a:cubicBezTo>
                    <a:pt x="6985" y="3032"/>
                    <a:pt x="6887" y="2960"/>
                    <a:pt x="6843" y="2862"/>
                  </a:cubicBezTo>
                  <a:lnTo>
                    <a:pt x="5522" y="195"/>
                  </a:lnTo>
                  <a:cubicBezTo>
                    <a:pt x="5460" y="66"/>
                    <a:pt x="5337" y="1"/>
                    <a:pt x="52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0"/>
            <p:cNvSpPr/>
            <p:nvPr/>
          </p:nvSpPr>
          <p:spPr>
            <a:xfrm>
              <a:off x="4533639" y="1543851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1"/>
                  </a:moveTo>
                  <a:cubicBezTo>
                    <a:pt x="134" y="1"/>
                    <a:pt x="27" y="81"/>
                    <a:pt x="18" y="206"/>
                  </a:cubicBezTo>
                  <a:cubicBezTo>
                    <a:pt x="0" y="349"/>
                    <a:pt x="107" y="474"/>
                    <a:pt x="250" y="474"/>
                  </a:cubicBezTo>
                  <a:lnTo>
                    <a:pt x="678" y="474"/>
                  </a:lnTo>
                  <a:cubicBezTo>
                    <a:pt x="794" y="474"/>
                    <a:pt x="901" y="384"/>
                    <a:pt x="919" y="260"/>
                  </a:cubicBezTo>
                  <a:cubicBezTo>
                    <a:pt x="937" y="117"/>
                    <a:pt x="821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0"/>
            <p:cNvSpPr/>
            <p:nvPr/>
          </p:nvSpPr>
          <p:spPr>
            <a:xfrm>
              <a:off x="4533639" y="1573025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9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6"/>
                    <a:pt x="821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0"/>
            <p:cNvSpPr/>
            <p:nvPr/>
          </p:nvSpPr>
          <p:spPr>
            <a:xfrm>
              <a:off x="4533639" y="1601573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1"/>
                  </a:moveTo>
                  <a:cubicBezTo>
                    <a:pt x="134" y="1"/>
                    <a:pt x="27" y="81"/>
                    <a:pt x="18" y="206"/>
                  </a:cubicBezTo>
                  <a:cubicBezTo>
                    <a:pt x="0" y="349"/>
                    <a:pt x="107" y="474"/>
                    <a:pt x="250" y="474"/>
                  </a:cubicBezTo>
                  <a:lnTo>
                    <a:pt x="678" y="474"/>
                  </a:lnTo>
                  <a:cubicBezTo>
                    <a:pt x="794" y="474"/>
                    <a:pt x="901" y="384"/>
                    <a:pt x="919" y="259"/>
                  </a:cubicBezTo>
                  <a:cubicBezTo>
                    <a:pt x="937" y="117"/>
                    <a:pt x="821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0"/>
            <p:cNvSpPr/>
            <p:nvPr/>
          </p:nvSpPr>
          <p:spPr>
            <a:xfrm>
              <a:off x="4533639" y="1630748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9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6"/>
                    <a:pt x="821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0"/>
            <p:cNvSpPr/>
            <p:nvPr/>
          </p:nvSpPr>
          <p:spPr>
            <a:xfrm>
              <a:off x="4533639" y="1659922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0"/>
                  </a:moveTo>
                  <a:cubicBezTo>
                    <a:pt x="134" y="0"/>
                    <a:pt x="27" y="90"/>
                    <a:pt x="18" y="206"/>
                  </a:cubicBezTo>
                  <a:cubicBezTo>
                    <a:pt x="0" y="348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5"/>
                    <a:pt x="821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0"/>
            <p:cNvSpPr/>
            <p:nvPr/>
          </p:nvSpPr>
          <p:spPr>
            <a:xfrm>
              <a:off x="4533639" y="1688470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8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5"/>
                    <a:pt x="821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0"/>
            <p:cNvSpPr/>
            <p:nvPr/>
          </p:nvSpPr>
          <p:spPr>
            <a:xfrm>
              <a:off x="4533639" y="1717644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0"/>
                  </a:moveTo>
                  <a:cubicBezTo>
                    <a:pt x="134" y="0"/>
                    <a:pt x="27" y="90"/>
                    <a:pt x="18" y="206"/>
                  </a:cubicBezTo>
                  <a:cubicBezTo>
                    <a:pt x="0" y="357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5"/>
                    <a:pt x="821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0"/>
            <p:cNvSpPr/>
            <p:nvPr/>
          </p:nvSpPr>
          <p:spPr>
            <a:xfrm>
              <a:off x="4533639" y="1746192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8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5"/>
                    <a:pt x="821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0"/>
            <p:cNvSpPr/>
            <p:nvPr/>
          </p:nvSpPr>
          <p:spPr>
            <a:xfrm>
              <a:off x="4533639" y="1775367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0"/>
                  </a:moveTo>
                  <a:cubicBezTo>
                    <a:pt x="134" y="0"/>
                    <a:pt x="27" y="90"/>
                    <a:pt x="18" y="206"/>
                  </a:cubicBezTo>
                  <a:cubicBezTo>
                    <a:pt x="0" y="357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93"/>
                    <a:pt x="919" y="268"/>
                  </a:cubicBezTo>
                  <a:cubicBezTo>
                    <a:pt x="937" y="125"/>
                    <a:pt x="821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0"/>
            <p:cNvSpPr/>
            <p:nvPr/>
          </p:nvSpPr>
          <p:spPr>
            <a:xfrm>
              <a:off x="4533639" y="1803915"/>
              <a:ext cx="21729" cy="10992"/>
            </a:xfrm>
            <a:custGeom>
              <a:avLst/>
              <a:gdLst/>
              <a:ahLst/>
              <a:cxnLst/>
              <a:rect l="l" t="t" r="r" b="b"/>
              <a:pathLst>
                <a:path w="937" h="474" extrusionOk="0">
                  <a:moveTo>
                    <a:pt x="259" y="0"/>
                  </a:moveTo>
                  <a:cubicBezTo>
                    <a:pt x="134" y="0"/>
                    <a:pt x="27" y="90"/>
                    <a:pt x="18" y="206"/>
                  </a:cubicBezTo>
                  <a:cubicBezTo>
                    <a:pt x="0" y="348"/>
                    <a:pt x="107" y="473"/>
                    <a:pt x="250" y="473"/>
                  </a:cubicBezTo>
                  <a:lnTo>
                    <a:pt x="678" y="473"/>
                  </a:lnTo>
                  <a:cubicBezTo>
                    <a:pt x="794" y="473"/>
                    <a:pt x="901" y="384"/>
                    <a:pt x="919" y="268"/>
                  </a:cubicBezTo>
                  <a:cubicBezTo>
                    <a:pt x="937" y="125"/>
                    <a:pt x="821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0"/>
            <p:cNvSpPr/>
            <p:nvPr/>
          </p:nvSpPr>
          <p:spPr>
            <a:xfrm>
              <a:off x="4753559" y="1543851"/>
              <a:ext cx="21938" cy="10992"/>
            </a:xfrm>
            <a:custGeom>
              <a:avLst/>
              <a:gdLst/>
              <a:ahLst/>
              <a:cxnLst/>
              <a:rect l="l" t="t" r="r" b="b"/>
              <a:pathLst>
                <a:path w="946" h="474" extrusionOk="0">
                  <a:moveTo>
                    <a:pt x="268" y="1"/>
                  </a:moveTo>
                  <a:cubicBezTo>
                    <a:pt x="143" y="1"/>
                    <a:pt x="36" y="81"/>
                    <a:pt x="18" y="206"/>
                  </a:cubicBezTo>
                  <a:cubicBezTo>
                    <a:pt x="0" y="349"/>
                    <a:pt x="116" y="474"/>
                    <a:pt x="259" y="474"/>
                  </a:cubicBezTo>
                  <a:lnTo>
                    <a:pt x="678" y="474"/>
                  </a:lnTo>
                  <a:cubicBezTo>
                    <a:pt x="803" y="474"/>
                    <a:pt x="910" y="384"/>
                    <a:pt x="928" y="260"/>
                  </a:cubicBezTo>
                  <a:cubicBezTo>
                    <a:pt x="946" y="117"/>
                    <a:pt x="830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0"/>
            <p:cNvSpPr/>
            <p:nvPr/>
          </p:nvSpPr>
          <p:spPr>
            <a:xfrm>
              <a:off x="4753559" y="1573025"/>
              <a:ext cx="21938" cy="10992"/>
            </a:xfrm>
            <a:custGeom>
              <a:avLst/>
              <a:gdLst/>
              <a:ahLst/>
              <a:cxnLst/>
              <a:rect l="l" t="t" r="r" b="b"/>
              <a:pathLst>
                <a:path w="946" h="474" extrusionOk="0">
                  <a:moveTo>
                    <a:pt x="268" y="1"/>
                  </a:moveTo>
                  <a:cubicBezTo>
                    <a:pt x="143" y="1"/>
                    <a:pt x="36" y="90"/>
                    <a:pt x="18" y="206"/>
                  </a:cubicBezTo>
                  <a:cubicBezTo>
                    <a:pt x="0" y="349"/>
                    <a:pt x="116" y="473"/>
                    <a:pt x="259" y="473"/>
                  </a:cubicBezTo>
                  <a:lnTo>
                    <a:pt x="678" y="473"/>
                  </a:lnTo>
                  <a:cubicBezTo>
                    <a:pt x="803" y="473"/>
                    <a:pt x="910" y="384"/>
                    <a:pt x="928" y="268"/>
                  </a:cubicBezTo>
                  <a:cubicBezTo>
                    <a:pt x="946" y="126"/>
                    <a:pt x="830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0"/>
            <p:cNvSpPr/>
            <p:nvPr/>
          </p:nvSpPr>
          <p:spPr>
            <a:xfrm>
              <a:off x="4753559" y="1601573"/>
              <a:ext cx="21938" cy="10992"/>
            </a:xfrm>
            <a:custGeom>
              <a:avLst/>
              <a:gdLst/>
              <a:ahLst/>
              <a:cxnLst/>
              <a:rect l="l" t="t" r="r" b="b"/>
              <a:pathLst>
                <a:path w="946" h="474" extrusionOk="0">
                  <a:moveTo>
                    <a:pt x="268" y="1"/>
                  </a:moveTo>
                  <a:cubicBezTo>
                    <a:pt x="143" y="1"/>
                    <a:pt x="36" y="81"/>
                    <a:pt x="18" y="206"/>
                  </a:cubicBezTo>
                  <a:cubicBezTo>
                    <a:pt x="0" y="349"/>
                    <a:pt x="116" y="474"/>
                    <a:pt x="259" y="474"/>
                  </a:cubicBezTo>
                  <a:lnTo>
                    <a:pt x="678" y="474"/>
                  </a:lnTo>
                  <a:cubicBezTo>
                    <a:pt x="803" y="474"/>
                    <a:pt x="910" y="384"/>
                    <a:pt x="928" y="259"/>
                  </a:cubicBezTo>
                  <a:cubicBezTo>
                    <a:pt x="946" y="117"/>
                    <a:pt x="830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0"/>
            <p:cNvSpPr/>
            <p:nvPr/>
          </p:nvSpPr>
          <p:spPr>
            <a:xfrm>
              <a:off x="4753559" y="1630748"/>
              <a:ext cx="21938" cy="10992"/>
            </a:xfrm>
            <a:custGeom>
              <a:avLst/>
              <a:gdLst/>
              <a:ahLst/>
              <a:cxnLst/>
              <a:rect l="l" t="t" r="r" b="b"/>
              <a:pathLst>
                <a:path w="946" h="474" extrusionOk="0">
                  <a:moveTo>
                    <a:pt x="268" y="1"/>
                  </a:moveTo>
                  <a:cubicBezTo>
                    <a:pt x="143" y="1"/>
                    <a:pt x="36" y="90"/>
                    <a:pt x="18" y="206"/>
                  </a:cubicBezTo>
                  <a:cubicBezTo>
                    <a:pt x="0" y="349"/>
                    <a:pt x="116" y="473"/>
                    <a:pt x="259" y="473"/>
                  </a:cubicBezTo>
                  <a:lnTo>
                    <a:pt x="678" y="473"/>
                  </a:lnTo>
                  <a:cubicBezTo>
                    <a:pt x="803" y="473"/>
                    <a:pt x="910" y="384"/>
                    <a:pt x="928" y="268"/>
                  </a:cubicBezTo>
                  <a:cubicBezTo>
                    <a:pt x="946" y="126"/>
                    <a:pt x="830" y="1"/>
                    <a:pt x="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0"/>
            <p:cNvSpPr/>
            <p:nvPr/>
          </p:nvSpPr>
          <p:spPr>
            <a:xfrm>
              <a:off x="4514600" y="1517367"/>
              <a:ext cx="377788" cy="373892"/>
            </a:xfrm>
            <a:custGeom>
              <a:avLst/>
              <a:gdLst/>
              <a:ahLst/>
              <a:cxnLst/>
              <a:rect l="l" t="t" r="r" b="b"/>
              <a:pathLst>
                <a:path w="16291" h="16123" extrusionOk="0">
                  <a:moveTo>
                    <a:pt x="11285" y="474"/>
                  </a:moveTo>
                  <a:cubicBezTo>
                    <a:pt x="11491" y="474"/>
                    <a:pt x="11660" y="652"/>
                    <a:pt x="11660" y="857"/>
                  </a:cubicBezTo>
                  <a:lnTo>
                    <a:pt x="11660" y="6959"/>
                  </a:lnTo>
                  <a:lnTo>
                    <a:pt x="11303" y="6228"/>
                  </a:lnTo>
                  <a:cubicBezTo>
                    <a:pt x="11196" y="6023"/>
                    <a:pt x="11000" y="5898"/>
                    <a:pt x="10777" y="5898"/>
                  </a:cubicBezTo>
                  <a:cubicBezTo>
                    <a:pt x="10554" y="5898"/>
                    <a:pt x="10358" y="6023"/>
                    <a:pt x="10260" y="6228"/>
                  </a:cubicBezTo>
                  <a:lnTo>
                    <a:pt x="9929" y="6888"/>
                  </a:lnTo>
                  <a:lnTo>
                    <a:pt x="9929" y="911"/>
                  </a:lnTo>
                  <a:cubicBezTo>
                    <a:pt x="9929" y="697"/>
                    <a:pt x="10072" y="474"/>
                    <a:pt x="10313" y="474"/>
                  </a:cubicBezTo>
                  <a:close/>
                  <a:moveTo>
                    <a:pt x="9457" y="1143"/>
                  </a:moveTo>
                  <a:lnTo>
                    <a:pt x="9457" y="4042"/>
                  </a:lnTo>
                  <a:lnTo>
                    <a:pt x="4702" y="4042"/>
                  </a:lnTo>
                  <a:cubicBezTo>
                    <a:pt x="4595" y="4042"/>
                    <a:pt x="4497" y="4105"/>
                    <a:pt x="4470" y="4212"/>
                  </a:cubicBezTo>
                  <a:cubicBezTo>
                    <a:pt x="4443" y="4354"/>
                    <a:pt x="4559" y="4479"/>
                    <a:pt x="4702" y="4479"/>
                  </a:cubicBezTo>
                  <a:lnTo>
                    <a:pt x="9457" y="4479"/>
                  </a:lnTo>
                  <a:lnTo>
                    <a:pt x="9457" y="7825"/>
                  </a:lnTo>
                  <a:lnTo>
                    <a:pt x="8939" y="8868"/>
                  </a:lnTo>
                  <a:cubicBezTo>
                    <a:pt x="8930" y="8895"/>
                    <a:pt x="8895" y="8922"/>
                    <a:pt x="8868" y="8922"/>
                  </a:cubicBezTo>
                  <a:lnTo>
                    <a:pt x="5924" y="9359"/>
                  </a:lnTo>
                  <a:cubicBezTo>
                    <a:pt x="5763" y="9377"/>
                    <a:pt x="5630" y="9457"/>
                    <a:pt x="5540" y="9582"/>
                  </a:cubicBezTo>
                  <a:lnTo>
                    <a:pt x="2686" y="9582"/>
                  </a:lnTo>
                  <a:lnTo>
                    <a:pt x="2686" y="4515"/>
                  </a:lnTo>
                  <a:lnTo>
                    <a:pt x="3399" y="4515"/>
                  </a:lnTo>
                  <a:cubicBezTo>
                    <a:pt x="3524" y="4515"/>
                    <a:pt x="3631" y="4426"/>
                    <a:pt x="3649" y="4301"/>
                  </a:cubicBezTo>
                  <a:cubicBezTo>
                    <a:pt x="3667" y="4158"/>
                    <a:pt x="3551" y="4042"/>
                    <a:pt x="3408" y="4042"/>
                  </a:cubicBezTo>
                  <a:lnTo>
                    <a:pt x="2686" y="4042"/>
                  </a:lnTo>
                  <a:lnTo>
                    <a:pt x="2686" y="1143"/>
                  </a:lnTo>
                  <a:close/>
                  <a:moveTo>
                    <a:pt x="5451" y="10055"/>
                  </a:moveTo>
                  <a:cubicBezTo>
                    <a:pt x="5469" y="10162"/>
                    <a:pt x="5531" y="10260"/>
                    <a:pt x="5612" y="10340"/>
                  </a:cubicBezTo>
                  <a:lnTo>
                    <a:pt x="7744" y="12419"/>
                  </a:lnTo>
                  <a:cubicBezTo>
                    <a:pt x="7771" y="12446"/>
                    <a:pt x="7780" y="12481"/>
                    <a:pt x="7771" y="12508"/>
                  </a:cubicBezTo>
                  <a:lnTo>
                    <a:pt x="7699" y="12954"/>
                  </a:lnTo>
                  <a:lnTo>
                    <a:pt x="2686" y="12954"/>
                  </a:lnTo>
                  <a:lnTo>
                    <a:pt x="2686" y="10055"/>
                  </a:lnTo>
                  <a:close/>
                  <a:moveTo>
                    <a:pt x="1829" y="447"/>
                  </a:moveTo>
                  <a:cubicBezTo>
                    <a:pt x="2070" y="447"/>
                    <a:pt x="2213" y="661"/>
                    <a:pt x="2213" y="875"/>
                  </a:cubicBezTo>
                  <a:lnTo>
                    <a:pt x="2213" y="13186"/>
                  </a:lnTo>
                  <a:cubicBezTo>
                    <a:pt x="2213" y="13400"/>
                    <a:pt x="2070" y="13614"/>
                    <a:pt x="1829" y="13614"/>
                  </a:cubicBezTo>
                  <a:lnTo>
                    <a:pt x="857" y="13614"/>
                  </a:lnTo>
                  <a:cubicBezTo>
                    <a:pt x="652" y="13614"/>
                    <a:pt x="473" y="13445"/>
                    <a:pt x="473" y="13240"/>
                  </a:cubicBezTo>
                  <a:lnTo>
                    <a:pt x="473" y="822"/>
                  </a:lnTo>
                  <a:cubicBezTo>
                    <a:pt x="473" y="616"/>
                    <a:pt x="652" y="447"/>
                    <a:pt x="857" y="447"/>
                  </a:cubicBezTo>
                  <a:close/>
                  <a:moveTo>
                    <a:pt x="857" y="1"/>
                  </a:moveTo>
                  <a:cubicBezTo>
                    <a:pt x="384" y="1"/>
                    <a:pt x="0" y="385"/>
                    <a:pt x="0" y="857"/>
                  </a:cubicBezTo>
                  <a:lnTo>
                    <a:pt x="0" y="13249"/>
                  </a:lnTo>
                  <a:cubicBezTo>
                    <a:pt x="0" y="13249"/>
                    <a:pt x="367" y="14087"/>
                    <a:pt x="833" y="14087"/>
                  </a:cubicBezTo>
                  <a:cubicBezTo>
                    <a:pt x="838" y="14087"/>
                    <a:pt x="843" y="14087"/>
                    <a:pt x="848" y="14087"/>
                  </a:cubicBezTo>
                  <a:lnTo>
                    <a:pt x="1811" y="14087"/>
                  </a:lnTo>
                  <a:cubicBezTo>
                    <a:pt x="1824" y="14088"/>
                    <a:pt x="1836" y="14088"/>
                    <a:pt x="1848" y="14088"/>
                  </a:cubicBezTo>
                  <a:cubicBezTo>
                    <a:pt x="2242" y="14088"/>
                    <a:pt x="2563" y="13808"/>
                    <a:pt x="2650" y="13427"/>
                  </a:cubicBezTo>
                  <a:lnTo>
                    <a:pt x="7601" y="13427"/>
                  </a:lnTo>
                  <a:lnTo>
                    <a:pt x="7253" y="15452"/>
                  </a:lnTo>
                  <a:cubicBezTo>
                    <a:pt x="7189" y="15821"/>
                    <a:pt x="7498" y="16122"/>
                    <a:pt x="7834" y="16122"/>
                  </a:cubicBezTo>
                  <a:cubicBezTo>
                    <a:pt x="7920" y="16122"/>
                    <a:pt x="8008" y="16102"/>
                    <a:pt x="8092" y="16059"/>
                  </a:cubicBezTo>
                  <a:lnTo>
                    <a:pt x="10723" y="14676"/>
                  </a:lnTo>
                  <a:cubicBezTo>
                    <a:pt x="10741" y="14667"/>
                    <a:pt x="10759" y="14663"/>
                    <a:pt x="10776" y="14663"/>
                  </a:cubicBezTo>
                  <a:cubicBezTo>
                    <a:pt x="10793" y="14663"/>
                    <a:pt x="10808" y="14667"/>
                    <a:pt x="10822" y="14676"/>
                  </a:cubicBezTo>
                  <a:lnTo>
                    <a:pt x="13462" y="16059"/>
                  </a:lnTo>
                  <a:cubicBezTo>
                    <a:pt x="13546" y="16102"/>
                    <a:pt x="13634" y="16122"/>
                    <a:pt x="13719" y="16122"/>
                  </a:cubicBezTo>
                  <a:cubicBezTo>
                    <a:pt x="14053" y="16122"/>
                    <a:pt x="14356" y="15821"/>
                    <a:pt x="14292" y="15452"/>
                  </a:cubicBezTo>
                  <a:lnTo>
                    <a:pt x="14149" y="14622"/>
                  </a:lnTo>
                  <a:cubicBezTo>
                    <a:pt x="14130" y="14491"/>
                    <a:pt x="14029" y="14431"/>
                    <a:pt x="13926" y="14431"/>
                  </a:cubicBezTo>
                  <a:cubicBezTo>
                    <a:pt x="13793" y="14431"/>
                    <a:pt x="13655" y="14531"/>
                    <a:pt x="13685" y="14703"/>
                  </a:cubicBezTo>
                  <a:lnTo>
                    <a:pt x="13828" y="15532"/>
                  </a:lnTo>
                  <a:cubicBezTo>
                    <a:pt x="13842" y="15603"/>
                    <a:pt x="13784" y="15651"/>
                    <a:pt x="13724" y="15651"/>
                  </a:cubicBezTo>
                  <a:cubicBezTo>
                    <a:pt x="13708" y="15651"/>
                    <a:pt x="13692" y="15647"/>
                    <a:pt x="13676" y="15639"/>
                  </a:cubicBezTo>
                  <a:lnTo>
                    <a:pt x="11045" y="14257"/>
                  </a:lnTo>
                  <a:cubicBezTo>
                    <a:pt x="10960" y="14212"/>
                    <a:pt x="10866" y="14190"/>
                    <a:pt x="10773" y="14190"/>
                  </a:cubicBezTo>
                  <a:cubicBezTo>
                    <a:pt x="10679" y="14190"/>
                    <a:pt x="10585" y="14212"/>
                    <a:pt x="10500" y="14257"/>
                  </a:cubicBezTo>
                  <a:lnTo>
                    <a:pt x="7869" y="15639"/>
                  </a:lnTo>
                  <a:cubicBezTo>
                    <a:pt x="7853" y="15647"/>
                    <a:pt x="7837" y="15651"/>
                    <a:pt x="7821" y="15651"/>
                  </a:cubicBezTo>
                  <a:cubicBezTo>
                    <a:pt x="7761" y="15651"/>
                    <a:pt x="7703" y="15603"/>
                    <a:pt x="7717" y="15532"/>
                  </a:cubicBezTo>
                  <a:lnTo>
                    <a:pt x="8217" y="12597"/>
                  </a:lnTo>
                  <a:cubicBezTo>
                    <a:pt x="8252" y="12410"/>
                    <a:pt x="8190" y="12223"/>
                    <a:pt x="8056" y="12089"/>
                  </a:cubicBezTo>
                  <a:lnTo>
                    <a:pt x="5924" y="10010"/>
                  </a:lnTo>
                  <a:cubicBezTo>
                    <a:pt x="5861" y="9957"/>
                    <a:pt x="5888" y="9841"/>
                    <a:pt x="5977" y="9832"/>
                  </a:cubicBezTo>
                  <a:lnTo>
                    <a:pt x="8930" y="9404"/>
                  </a:lnTo>
                  <a:cubicBezTo>
                    <a:pt x="9118" y="9377"/>
                    <a:pt x="9278" y="9261"/>
                    <a:pt x="9359" y="9091"/>
                  </a:cubicBezTo>
                  <a:lnTo>
                    <a:pt x="10679" y="6415"/>
                  </a:lnTo>
                  <a:cubicBezTo>
                    <a:pt x="10710" y="6379"/>
                    <a:pt x="10741" y="6362"/>
                    <a:pt x="10773" y="6362"/>
                  </a:cubicBezTo>
                  <a:cubicBezTo>
                    <a:pt x="10804" y="6362"/>
                    <a:pt x="10835" y="6379"/>
                    <a:pt x="10866" y="6415"/>
                  </a:cubicBezTo>
                  <a:lnTo>
                    <a:pt x="12187" y="9091"/>
                  </a:lnTo>
                  <a:cubicBezTo>
                    <a:pt x="12267" y="9261"/>
                    <a:pt x="12427" y="9377"/>
                    <a:pt x="12624" y="9404"/>
                  </a:cubicBezTo>
                  <a:lnTo>
                    <a:pt x="15568" y="9832"/>
                  </a:lnTo>
                  <a:cubicBezTo>
                    <a:pt x="15657" y="9841"/>
                    <a:pt x="15684" y="9957"/>
                    <a:pt x="15621" y="10010"/>
                  </a:cubicBezTo>
                  <a:lnTo>
                    <a:pt x="13489" y="12089"/>
                  </a:lnTo>
                  <a:cubicBezTo>
                    <a:pt x="13355" y="12223"/>
                    <a:pt x="13293" y="12410"/>
                    <a:pt x="13328" y="12597"/>
                  </a:cubicBezTo>
                  <a:lnTo>
                    <a:pt x="13480" y="13472"/>
                  </a:lnTo>
                  <a:cubicBezTo>
                    <a:pt x="13499" y="13599"/>
                    <a:pt x="13599" y="13656"/>
                    <a:pt x="13701" y="13656"/>
                  </a:cubicBezTo>
                  <a:cubicBezTo>
                    <a:pt x="13835" y="13656"/>
                    <a:pt x="13974" y="13558"/>
                    <a:pt x="13944" y="13391"/>
                  </a:cubicBezTo>
                  <a:lnTo>
                    <a:pt x="13792" y="12517"/>
                  </a:lnTo>
                  <a:cubicBezTo>
                    <a:pt x="13783" y="12481"/>
                    <a:pt x="13801" y="12446"/>
                    <a:pt x="13819" y="12428"/>
                  </a:cubicBezTo>
                  <a:lnTo>
                    <a:pt x="15951" y="10349"/>
                  </a:lnTo>
                  <a:cubicBezTo>
                    <a:pt x="16290" y="10019"/>
                    <a:pt x="16094" y="9430"/>
                    <a:pt x="15639" y="9359"/>
                  </a:cubicBezTo>
                  <a:lnTo>
                    <a:pt x="12686" y="8940"/>
                  </a:lnTo>
                  <a:cubicBezTo>
                    <a:pt x="12650" y="8931"/>
                    <a:pt x="12624" y="8913"/>
                    <a:pt x="12606" y="8877"/>
                  </a:cubicBezTo>
                  <a:lnTo>
                    <a:pt x="12133" y="7905"/>
                  </a:lnTo>
                  <a:lnTo>
                    <a:pt x="12133" y="857"/>
                  </a:lnTo>
                  <a:cubicBezTo>
                    <a:pt x="12133" y="385"/>
                    <a:pt x="11758" y="1"/>
                    <a:pt x="11285" y="1"/>
                  </a:cubicBezTo>
                  <a:lnTo>
                    <a:pt x="10313" y="1"/>
                  </a:lnTo>
                  <a:cubicBezTo>
                    <a:pt x="9912" y="1"/>
                    <a:pt x="9564" y="286"/>
                    <a:pt x="9483" y="670"/>
                  </a:cubicBezTo>
                  <a:lnTo>
                    <a:pt x="2659" y="670"/>
                  </a:lnTo>
                  <a:cubicBezTo>
                    <a:pt x="2570" y="286"/>
                    <a:pt x="2231" y="1"/>
                    <a:pt x="1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0" name="Google Shape;4190;p70"/>
          <p:cNvGrpSpPr/>
          <p:nvPr/>
        </p:nvGrpSpPr>
        <p:grpSpPr>
          <a:xfrm>
            <a:off x="3561117" y="1649556"/>
            <a:ext cx="359407" cy="357634"/>
            <a:chOff x="3471887" y="1516764"/>
            <a:chExt cx="375910" cy="374055"/>
          </a:xfrm>
        </p:grpSpPr>
        <p:sp>
          <p:nvSpPr>
            <p:cNvPr id="4191" name="Google Shape;4191;p70"/>
            <p:cNvSpPr/>
            <p:nvPr/>
          </p:nvSpPr>
          <p:spPr>
            <a:xfrm>
              <a:off x="3477476" y="1852940"/>
              <a:ext cx="364732" cy="32930"/>
            </a:xfrm>
            <a:custGeom>
              <a:avLst/>
              <a:gdLst/>
              <a:ahLst/>
              <a:cxnLst/>
              <a:rect l="l" t="t" r="r" b="b"/>
              <a:pathLst>
                <a:path w="15728" h="1420" extrusionOk="0">
                  <a:moveTo>
                    <a:pt x="741" y="1"/>
                  </a:moveTo>
                  <a:cubicBezTo>
                    <a:pt x="330" y="1"/>
                    <a:pt x="0" y="349"/>
                    <a:pt x="36" y="768"/>
                  </a:cubicBezTo>
                  <a:cubicBezTo>
                    <a:pt x="72" y="1143"/>
                    <a:pt x="393" y="1419"/>
                    <a:pt x="758" y="1419"/>
                  </a:cubicBezTo>
                  <a:lnTo>
                    <a:pt x="14988" y="1419"/>
                  </a:lnTo>
                  <a:cubicBezTo>
                    <a:pt x="15398" y="1419"/>
                    <a:pt x="15728" y="1062"/>
                    <a:pt x="15692" y="643"/>
                  </a:cubicBezTo>
                  <a:cubicBezTo>
                    <a:pt x="15657" y="277"/>
                    <a:pt x="15344" y="1"/>
                    <a:pt x="14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0"/>
            <p:cNvSpPr/>
            <p:nvPr/>
          </p:nvSpPr>
          <p:spPr>
            <a:xfrm>
              <a:off x="3618362" y="1522539"/>
              <a:ext cx="82765" cy="330411"/>
            </a:xfrm>
            <a:custGeom>
              <a:avLst/>
              <a:gdLst/>
              <a:ahLst/>
              <a:cxnLst/>
              <a:rect l="l" t="t" r="r" b="b"/>
              <a:pathLst>
                <a:path w="3569" h="14248" extrusionOk="0">
                  <a:moveTo>
                    <a:pt x="634" y="1"/>
                  </a:moveTo>
                  <a:cubicBezTo>
                    <a:pt x="286" y="1"/>
                    <a:pt x="0" y="286"/>
                    <a:pt x="0" y="634"/>
                  </a:cubicBezTo>
                  <a:lnTo>
                    <a:pt x="0" y="14248"/>
                  </a:lnTo>
                  <a:lnTo>
                    <a:pt x="3569" y="14248"/>
                  </a:lnTo>
                  <a:lnTo>
                    <a:pt x="3569" y="634"/>
                  </a:lnTo>
                  <a:cubicBezTo>
                    <a:pt x="3569" y="286"/>
                    <a:pt x="3283" y="1"/>
                    <a:pt x="29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0"/>
            <p:cNvSpPr/>
            <p:nvPr/>
          </p:nvSpPr>
          <p:spPr>
            <a:xfrm>
              <a:off x="3728008" y="1642343"/>
              <a:ext cx="82580" cy="210612"/>
            </a:xfrm>
            <a:custGeom>
              <a:avLst/>
              <a:gdLst/>
              <a:ahLst/>
              <a:cxnLst/>
              <a:rect l="l" t="t" r="r" b="b"/>
              <a:pathLst>
                <a:path w="3561" h="9082" extrusionOk="0">
                  <a:moveTo>
                    <a:pt x="634" y="0"/>
                  </a:moveTo>
                  <a:cubicBezTo>
                    <a:pt x="286" y="0"/>
                    <a:pt x="1" y="286"/>
                    <a:pt x="1" y="634"/>
                  </a:cubicBezTo>
                  <a:lnTo>
                    <a:pt x="1" y="9082"/>
                  </a:lnTo>
                  <a:lnTo>
                    <a:pt x="3560" y="9082"/>
                  </a:lnTo>
                  <a:lnTo>
                    <a:pt x="3560" y="634"/>
                  </a:lnTo>
                  <a:cubicBezTo>
                    <a:pt x="3560" y="286"/>
                    <a:pt x="3283" y="0"/>
                    <a:pt x="2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0"/>
            <p:cNvSpPr/>
            <p:nvPr/>
          </p:nvSpPr>
          <p:spPr>
            <a:xfrm>
              <a:off x="3508923" y="1730052"/>
              <a:ext cx="82556" cy="122907"/>
            </a:xfrm>
            <a:custGeom>
              <a:avLst/>
              <a:gdLst/>
              <a:ahLst/>
              <a:cxnLst/>
              <a:rect l="l" t="t" r="r" b="b"/>
              <a:pathLst>
                <a:path w="3560" h="5300" extrusionOk="0">
                  <a:moveTo>
                    <a:pt x="625" y="1"/>
                  </a:moveTo>
                  <a:cubicBezTo>
                    <a:pt x="277" y="1"/>
                    <a:pt x="0" y="286"/>
                    <a:pt x="0" y="634"/>
                  </a:cubicBezTo>
                  <a:lnTo>
                    <a:pt x="0" y="5300"/>
                  </a:lnTo>
                  <a:lnTo>
                    <a:pt x="3560" y="5300"/>
                  </a:lnTo>
                  <a:lnTo>
                    <a:pt x="3560" y="634"/>
                  </a:lnTo>
                  <a:cubicBezTo>
                    <a:pt x="3560" y="286"/>
                    <a:pt x="3274" y="1"/>
                    <a:pt x="29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0"/>
            <p:cNvSpPr/>
            <p:nvPr/>
          </p:nvSpPr>
          <p:spPr>
            <a:xfrm>
              <a:off x="3471887" y="1516764"/>
              <a:ext cx="375910" cy="374055"/>
            </a:xfrm>
            <a:custGeom>
              <a:avLst/>
              <a:gdLst/>
              <a:ahLst/>
              <a:cxnLst/>
              <a:rect l="l" t="t" r="r" b="b"/>
              <a:pathLst>
                <a:path w="16210" h="16130" extrusionOk="0">
                  <a:moveTo>
                    <a:pt x="4541" y="9421"/>
                  </a:moveTo>
                  <a:cubicBezTo>
                    <a:pt x="4755" y="9421"/>
                    <a:pt x="4934" y="9599"/>
                    <a:pt x="4934" y="9813"/>
                  </a:cubicBezTo>
                  <a:lnTo>
                    <a:pt x="4934" y="14238"/>
                  </a:lnTo>
                  <a:lnTo>
                    <a:pt x="1847" y="14238"/>
                  </a:lnTo>
                  <a:lnTo>
                    <a:pt x="1847" y="9813"/>
                  </a:lnTo>
                  <a:cubicBezTo>
                    <a:pt x="1847" y="9599"/>
                    <a:pt x="2025" y="9421"/>
                    <a:pt x="2239" y="9421"/>
                  </a:cubicBezTo>
                  <a:close/>
                  <a:moveTo>
                    <a:pt x="13962" y="5638"/>
                  </a:moveTo>
                  <a:cubicBezTo>
                    <a:pt x="14176" y="5638"/>
                    <a:pt x="14354" y="5817"/>
                    <a:pt x="14354" y="6031"/>
                  </a:cubicBezTo>
                  <a:lnTo>
                    <a:pt x="14354" y="14238"/>
                  </a:lnTo>
                  <a:lnTo>
                    <a:pt x="11268" y="14238"/>
                  </a:lnTo>
                  <a:lnTo>
                    <a:pt x="11268" y="6031"/>
                  </a:lnTo>
                  <a:cubicBezTo>
                    <a:pt x="11268" y="5817"/>
                    <a:pt x="11446" y="5638"/>
                    <a:pt x="11660" y="5638"/>
                  </a:cubicBezTo>
                  <a:close/>
                  <a:moveTo>
                    <a:pt x="6968" y="0"/>
                  </a:moveTo>
                  <a:cubicBezTo>
                    <a:pt x="6486" y="0"/>
                    <a:pt x="6102" y="384"/>
                    <a:pt x="6102" y="865"/>
                  </a:cubicBezTo>
                  <a:lnTo>
                    <a:pt x="6102" y="14238"/>
                  </a:lnTo>
                  <a:lnTo>
                    <a:pt x="5406" y="14238"/>
                  </a:lnTo>
                  <a:lnTo>
                    <a:pt x="5406" y="9813"/>
                  </a:lnTo>
                  <a:cubicBezTo>
                    <a:pt x="5406" y="9340"/>
                    <a:pt x="5023" y="8948"/>
                    <a:pt x="4541" y="8948"/>
                  </a:cubicBezTo>
                  <a:lnTo>
                    <a:pt x="2239" y="8948"/>
                  </a:lnTo>
                  <a:cubicBezTo>
                    <a:pt x="1758" y="8948"/>
                    <a:pt x="1374" y="9340"/>
                    <a:pt x="1374" y="9813"/>
                  </a:cubicBezTo>
                  <a:lnTo>
                    <a:pt x="1374" y="14238"/>
                  </a:lnTo>
                  <a:lnTo>
                    <a:pt x="1008" y="14238"/>
                  </a:lnTo>
                  <a:cubicBezTo>
                    <a:pt x="509" y="14238"/>
                    <a:pt x="81" y="14622"/>
                    <a:pt x="45" y="15112"/>
                  </a:cubicBezTo>
                  <a:cubicBezTo>
                    <a:pt x="0" y="15665"/>
                    <a:pt x="437" y="16129"/>
                    <a:pt x="982" y="16129"/>
                  </a:cubicBezTo>
                  <a:lnTo>
                    <a:pt x="2757" y="16129"/>
                  </a:lnTo>
                  <a:cubicBezTo>
                    <a:pt x="2873" y="16129"/>
                    <a:pt x="2980" y="16049"/>
                    <a:pt x="2998" y="15924"/>
                  </a:cubicBezTo>
                  <a:cubicBezTo>
                    <a:pt x="3016" y="15781"/>
                    <a:pt x="2909" y="15657"/>
                    <a:pt x="2766" y="15657"/>
                  </a:cubicBezTo>
                  <a:lnTo>
                    <a:pt x="999" y="15657"/>
                  </a:lnTo>
                  <a:cubicBezTo>
                    <a:pt x="759" y="15657"/>
                    <a:pt x="544" y="15487"/>
                    <a:pt x="518" y="15246"/>
                  </a:cubicBezTo>
                  <a:cubicBezTo>
                    <a:pt x="482" y="14961"/>
                    <a:pt x="705" y="14711"/>
                    <a:pt x="982" y="14711"/>
                  </a:cubicBezTo>
                  <a:lnTo>
                    <a:pt x="15211" y="14711"/>
                  </a:lnTo>
                  <a:cubicBezTo>
                    <a:pt x="15460" y="14711"/>
                    <a:pt x="15666" y="14889"/>
                    <a:pt x="15701" y="15130"/>
                  </a:cubicBezTo>
                  <a:cubicBezTo>
                    <a:pt x="15728" y="15416"/>
                    <a:pt x="15505" y="15657"/>
                    <a:pt x="15229" y="15657"/>
                  </a:cubicBezTo>
                  <a:lnTo>
                    <a:pt x="4033" y="15657"/>
                  </a:lnTo>
                  <a:cubicBezTo>
                    <a:pt x="3908" y="15657"/>
                    <a:pt x="3801" y="15746"/>
                    <a:pt x="3783" y="15871"/>
                  </a:cubicBezTo>
                  <a:cubicBezTo>
                    <a:pt x="3765" y="16013"/>
                    <a:pt x="3881" y="16129"/>
                    <a:pt x="4024" y="16129"/>
                  </a:cubicBezTo>
                  <a:lnTo>
                    <a:pt x="15211" y="16129"/>
                  </a:lnTo>
                  <a:cubicBezTo>
                    <a:pt x="15701" y="16129"/>
                    <a:pt x="16130" y="15755"/>
                    <a:pt x="16174" y="15264"/>
                  </a:cubicBezTo>
                  <a:cubicBezTo>
                    <a:pt x="16210" y="14702"/>
                    <a:pt x="15773" y="14238"/>
                    <a:pt x="15229" y="14238"/>
                  </a:cubicBezTo>
                  <a:lnTo>
                    <a:pt x="14827" y="14238"/>
                  </a:lnTo>
                  <a:lnTo>
                    <a:pt x="14827" y="6031"/>
                  </a:lnTo>
                  <a:cubicBezTo>
                    <a:pt x="14827" y="5558"/>
                    <a:pt x="14443" y="5165"/>
                    <a:pt x="13962" y="5165"/>
                  </a:cubicBezTo>
                  <a:lnTo>
                    <a:pt x="11660" y="5165"/>
                  </a:lnTo>
                  <a:cubicBezTo>
                    <a:pt x="11187" y="5165"/>
                    <a:pt x="10795" y="5558"/>
                    <a:pt x="10795" y="6031"/>
                  </a:cubicBezTo>
                  <a:lnTo>
                    <a:pt x="10795" y="14238"/>
                  </a:lnTo>
                  <a:lnTo>
                    <a:pt x="10135" y="14238"/>
                  </a:lnTo>
                  <a:lnTo>
                    <a:pt x="10135" y="3649"/>
                  </a:lnTo>
                  <a:cubicBezTo>
                    <a:pt x="10135" y="3533"/>
                    <a:pt x="10045" y="3426"/>
                    <a:pt x="9929" y="3408"/>
                  </a:cubicBezTo>
                  <a:cubicBezTo>
                    <a:pt x="9920" y="3407"/>
                    <a:pt x="9910" y="3406"/>
                    <a:pt x="9900" y="3406"/>
                  </a:cubicBezTo>
                  <a:cubicBezTo>
                    <a:pt x="9770" y="3406"/>
                    <a:pt x="9662" y="3515"/>
                    <a:pt x="9662" y="3640"/>
                  </a:cubicBezTo>
                  <a:lnTo>
                    <a:pt x="9662" y="14238"/>
                  </a:lnTo>
                  <a:lnTo>
                    <a:pt x="6575" y="14238"/>
                  </a:lnTo>
                  <a:lnTo>
                    <a:pt x="6575" y="865"/>
                  </a:lnTo>
                  <a:cubicBezTo>
                    <a:pt x="6575" y="651"/>
                    <a:pt x="6754" y="473"/>
                    <a:pt x="6968" y="473"/>
                  </a:cubicBezTo>
                  <a:lnTo>
                    <a:pt x="9412" y="473"/>
                  </a:lnTo>
                  <a:cubicBezTo>
                    <a:pt x="9546" y="473"/>
                    <a:pt x="9662" y="580"/>
                    <a:pt x="9662" y="723"/>
                  </a:cubicBezTo>
                  <a:lnTo>
                    <a:pt x="9662" y="2471"/>
                  </a:lnTo>
                  <a:cubicBezTo>
                    <a:pt x="9662" y="2516"/>
                    <a:pt x="9680" y="2560"/>
                    <a:pt x="9715" y="2587"/>
                  </a:cubicBezTo>
                  <a:cubicBezTo>
                    <a:pt x="9777" y="2637"/>
                    <a:pt x="9841" y="2659"/>
                    <a:pt x="9900" y="2659"/>
                  </a:cubicBezTo>
                  <a:cubicBezTo>
                    <a:pt x="10029" y="2659"/>
                    <a:pt x="10135" y="2555"/>
                    <a:pt x="10135" y="2427"/>
                  </a:cubicBezTo>
                  <a:lnTo>
                    <a:pt x="10135" y="865"/>
                  </a:lnTo>
                  <a:cubicBezTo>
                    <a:pt x="10135" y="384"/>
                    <a:pt x="9742" y="0"/>
                    <a:pt x="9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6" name="Google Shape;4196;p70"/>
          <p:cNvGrpSpPr/>
          <p:nvPr/>
        </p:nvGrpSpPr>
        <p:grpSpPr>
          <a:xfrm>
            <a:off x="2063051" y="1649630"/>
            <a:ext cx="357221" cy="357532"/>
            <a:chOff x="1540350" y="1082075"/>
            <a:chExt cx="402775" cy="403125"/>
          </a:xfrm>
        </p:grpSpPr>
        <p:sp>
          <p:nvSpPr>
            <p:cNvPr id="4197" name="Google Shape;4197;p70"/>
            <p:cNvSpPr/>
            <p:nvPr/>
          </p:nvSpPr>
          <p:spPr>
            <a:xfrm>
              <a:off x="1807325" y="1124025"/>
              <a:ext cx="62250" cy="32125"/>
            </a:xfrm>
            <a:custGeom>
              <a:avLst/>
              <a:gdLst/>
              <a:ahLst/>
              <a:cxnLst/>
              <a:rect l="l" t="t" r="r" b="b"/>
              <a:pathLst>
                <a:path w="2490" h="1285" extrusionOk="0">
                  <a:moveTo>
                    <a:pt x="598" y="0"/>
                  </a:moveTo>
                  <a:cubicBezTo>
                    <a:pt x="268" y="0"/>
                    <a:pt x="0" y="268"/>
                    <a:pt x="0" y="598"/>
                  </a:cubicBezTo>
                  <a:lnTo>
                    <a:pt x="0" y="1285"/>
                  </a:lnTo>
                  <a:lnTo>
                    <a:pt x="2489" y="1285"/>
                  </a:lnTo>
                  <a:lnTo>
                    <a:pt x="2489" y="598"/>
                  </a:lnTo>
                  <a:cubicBezTo>
                    <a:pt x="2489" y="268"/>
                    <a:pt x="2222" y="0"/>
                    <a:pt x="1892" y="0"/>
                  </a:cubicBez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0"/>
            <p:cNvSpPr/>
            <p:nvPr/>
          </p:nvSpPr>
          <p:spPr>
            <a:xfrm>
              <a:off x="1572475" y="1124025"/>
              <a:ext cx="62250" cy="32125"/>
            </a:xfrm>
            <a:custGeom>
              <a:avLst/>
              <a:gdLst/>
              <a:ahLst/>
              <a:cxnLst/>
              <a:rect l="l" t="t" r="r" b="b"/>
              <a:pathLst>
                <a:path w="2490" h="1285" extrusionOk="0">
                  <a:moveTo>
                    <a:pt x="607" y="0"/>
                  </a:moveTo>
                  <a:cubicBezTo>
                    <a:pt x="277" y="0"/>
                    <a:pt x="1" y="268"/>
                    <a:pt x="1" y="598"/>
                  </a:cubicBezTo>
                  <a:lnTo>
                    <a:pt x="1" y="1285"/>
                  </a:lnTo>
                  <a:lnTo>
                    <a:pt x="2490" y="1285"/>
                  </a:lnTo>
                  <a:lnTo>
                    <a:pt x="2490" y="598"/>
                  </a:lnTo>
                  <a:cubicBezTo>
                    <a:pt x="2490" y="268"/>
                    <a:pt x="2222" y="0"/>
                    <a:pt x="1892" y="0"/>
                  </a:cubicBez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0"/>
            <p:cNvSpPr/>
            <p:nvPr/>
          </p:nvSpPr>
          <p:spPr>
            <a:xfrm>
              <a:off x="1655225" y="1087650"/>
              <a:ext cx="132500" cy="60700"/>
            </a:xfrm>
            <a:custGeom>
              <a:avLst/>
              <a:gdLst/>
              <a:ahLst/>
              <a:cxnLst/>
              <a:rect l="l" t="t" r="r" b="b"/>
              <a:pathLst>
                <a:path w="5300" h="2428" extrusionOk="0">
                  <a:moveTo>
                    <a:pt x="1330" y="1"/>
                  </a:moveTo>
                  <a:cubicBezTo>
                    <a:pt x="598" y="1"/>
                    <a:pt x="0" y="599"/>
                    <a:pt x="0" y="1330"/>
                  </a:cubicBezTo>
                  <a:lnTo>
                    <a:pt x="0" y="2427"/>
                  </a:lnTo>
                  <a:lnTo>
                    <a:pt x="1133" y="2427"/>
                  </a:lnTo>
                  <a:lnTo>
                    <a:pt x="1133" y="1518"/>
                  </a:lnTo>
                  <a:cubicBezTo>
                    <a:pt x="1133" y="1303"/>
                    <a:pt x="1303" y="1134"/>
                    <a:pt x="1517" y="1134"/>
                  </a:cubicBezTo>
                  <a:lnTo>
                    <a:pt x="3783" y="1134"/>
                  </a:lnTo>
                  <a:cubicBezTo>
                    <a:pt x="3997" y="1134"/>
                    <a:pt x="4166" y="1303"/>
                    <a:pt x="4166" y="1518"/>
                  </a:cubicBezTo>
                  <a:lnTo>
                    <a:pt x="4166" y="2427"/>
                  </a:lnTo>
                  <a:lnTo>
                    <a:pt x="5299" y="2427"/>
                  </a:lnTo>
                  <a:lnTo>
                    <a:pt x="5299" y="1321"/>
                  </a:lnTo>
                  <a:cubicBezTo>
                    <a:pt x="5299" y="590"/>
                    <a:pt x="4702" y="1"/>
                    <a:pt x="3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0"/>
            <p:cNvSpPr/>
            <p:nvPr/>
          </p:nvSpPr>
          <p:spPr>
            <a:xfrm>
              <a:off x="1545725" y="1148325"/>
              <a:ext cx="350600" cy="243575"/>
            </a:xfrm>
            <a:custGeom>
              <a:avLst/>
              <a:gdLst/>
              <a:ahLst/>
              <a:cxnLst/>
              <a:rect l="l" t="t" r="r" b="b"/>
              <a:pathLst>
                <a:path w="14024" h="9743" extrusionOk="0">
                  <a:moveTo>
                    <a:pt x="696" y="0"/>
                  </a:moveTo>
                  <a:cubicBezTo>
                    <a:pt x="312" y="0"/>
                    <a:pt x="0" y="313"/>
                    <a:pt x="0" y="696"/>
                  </a:cubicBezTo>
                  <a:lnTo>
                    <a:pt x="0" y="9046"/>
                  </a:lnTo>
                  <a:cubicBezTo>
                    <a:pt x="0" y="9430"/>
                    <a:pt x="312" y="9742"/>
                    <a:pt x="696" y="9742"/>
                  </a:cubicBezTo>
                  <a:lnTo>
                    <a:pt x="13328" y="9742"/>
                  </a:lnTo>
                  <a:cubicBezTo>
                    <a:pt x="13712" y="9742"/>
                    <a:pt x="14024" y="9430"/>
                    <a:pt x="14024" y="9046"/>
                  </a:cubicBezTo>
                  <a:lnTo>
                    <a:pt x="14024" y="696"/>
                  </a:lnTo>
                  <a:cubicBezTo>
                    <a:pt x="14024" y="313"/>
                    <a:pt x="13712" y="0"/>
                    <a:pt x="133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0"/>
            <p:cNvSpPr/>
            <p:nvPr/>
          </p:nvSpPr>
          <p:spPr>
            <a:xfrm>
              <a:off x="1545725" y="1148325"/>
              <a:ext cx="350600" cy="155025"/>
            </a:xfrm>
            <a:custGeom>
              <a:avLst/>
              <a:gdLst/>
              <a:ahLst/>
              <a:cxnLst/>
              <a:rect l="l" t="t" r="r" b="b"/>
              <a:pathLst>
                <a:path w="14024" h="6201" extrusionOk="0">
                  <a:moveTo>
                    <a:pt x="696" y="0"/>
                  </a:moveTo>
                  <a:cubicBezTo>
                    <a:pt x="312" y="0"/>
                    <a:pt x="0" y="313"/>
                    <a:pt x="0" y="696"/>
                  </a:cubicBezTo>
                  <a:lnTo>
                    <a:pt x="0" y="2115"/>
                  </a:lnTo>
                  <a:lnTo>
                    <a:pt x="7012" y="6201"/>
                  </a:lnTo>
                  <a:lnTo>
                    <a:pt x="14024" y="2115"/>
                  </a:lnTo>
                  <a:lnTo>
                    <a:pt x="14024" y="696"/>
                  </a:lnTo>
                  <a:cubicBezTo>
                    <a:pt x="14024" y="313"/>
                    <a:pt x="13712" y="0"/>
                    <a:pt x="13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0"/>
            <p:cNvSpPr/>
            <p:nvPr/>
          </p:nvSpPr>
          <p:spPr>
            <a:xfrm>
              <a:off x="1719225" y="1302200"/>
              <a:ext cx="4275" cy="1375"/>
            </a:xfrm>
            <a:custGeom>
              <a:avLst/>
              <a:gdLst/>
              <a:ahLst/>
              <a:cxnLst/>
              <a:rect l="l" t="t" r="r" b="b"/>
              <a:pathLst>
                <a:path w="171" h="55" extrusionOk="0">
                  <a:moveTo>
                    <a:pt x="170" y="1"/>
                  </a:moveTo>
                  <a:lnTo>
                    <a:pt x="1" y="10"/>
                  </a:lnTo>
                  <a:lnTo>
                    <a:pt x="81" y="54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rgbClr val="FA8D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0"/>
            <p:cNvSpPr/>
            <p:nvPr/>
          </p:nvSpPr>
          <p:spPr>
            <a:xfrm>
              <a:off x="1705625" y="1269775"/>
              <a:ext cx="30800" cy="54575"/>
            </a:xfrm>
            <a:custGeom>
              <a:avLst/>
              <a:gdLst/>
              <a:ahLst/>
              <a:cxnLst/>
              <a:rect l="l" t="t" r="r" b="b"/>
              <a:pathLst>
                <a:path w="1232" h="2183" extrusionOk="0">
                  <a:moveTo>
                    <a:pt x="618" y="0"/>
                  </a:moveTo>
                  <a:cubicBezTo>
                    <a:pt x="577" y="0"/>
                    <a:pt x="534" y="5"/>
                    <a:pt x="491" y="13"/>
                  </a:cubicBezTo>
                  <a:cubicBezTo>
                    <a:pt x="206" y="67"/>
                    <a:pt x="0" y="326"/>
                    <a:pt x="0" y="620"/>
                  </a:cubicBezTo>
                  <a:lnTo>
                    <a:pt x="0" y="1557"/>
                  </a:lnTo>
                  <a:cubicBezTo>
                    <a:pt x="0" y="1851"/>
                    <a:pt x="206" y="2110"/>
                    <a:pt x="491" y="2172"/>
                  </a:cubicBezTo>
                  <a:cubicBezTo>
                    <a:pt x="531" y="2179"/>
                    <a:pt x="570" y="2183"/>
                    <a:pt x="609" y="2183"/>
                  </a:cubicBezTo>
                  <a:cubicBezTo>
                    <a:pt x="951" y="2183"/>
                    <a:pt x="1232" y="1910"/>
                    <a:pt x="1232" y="1566"/>
                  </a:cubicBezTo>
                  <a:lnTo>
                    <a:pt x="1232" y="611"/>
                  </a:lnTo>
                  <a:cubicBezTo>
                    <a:pt x="1232" y="277"/>
                    <a:pt x="956" y="0"/>
                    <a:pt x="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0"/>
            <p:cNvSpPr/>
            <p:nvPr/>
          </p:nvSpPr>
          <p:spPr>
            <a:xfrm>
              <a:off x="1771200" y="1306000"/>
              <a:ext cx="166400" cy="173325"/>
            </a:xfrm>
            <a:custGeom>
              <a:avLst/>
              <a:gdLst/>
              <a:ahLst/>
              <a:cxnLst/>
              <a:rect l="l" t="t" r="r" b="b"/>
              <a:pathLst>
                <a:path w="6656" h="6933" extrusionOk="0">
                  <a:moveTo>
                    <a:pt x="3341" y="0"/>
                  </a:moveTo>
                  <a:cubicBezTo>
                    <a:pt x="3325" y="0"/>
                    <a:pt x="3308" y="0"/>
                    <a:pt x="3292" y="1"/>
                  </a:cubicBezTo>
                  <a:cubicBezTo>
                    <a:pt x="1508" y="27"/>
                    <a:pt x="54" y="1481"/>
                    <a:pt x="27" y="3266"/>
                  </a:cubicBezTo>
                  <a:cubicBezTo>
                    <a:pt x="0" y="5121"/>
                    <a:pt x="1499" y="6629"/>
                    <a:pt x="3346" y="6629"/>
                  </a:cubicBezTo>
                  <a:cubicBezTo>
                    <a:pt x="3729" y="6629"/>
                    <a:pt x="4095" y="6558"/>
                    <a:pt x="4434" y="6442"/>
                  </a:cubicBezTo>
                  <a:lnTo>
                    <a:pt x="5451" y="6932"/>
                  </a:lnTo>
                  <a:lnTo>
                    <a:pt x="5451" y="5871"/>
                  </a:lnTo>
                  <a:cubicBezTo>
                    <a:pt x="6183" y="5264"/>
                    <a:pt x="6655" y="4345"/>
                    <a:pt x="6655" y="3310"/>
                  </a:cubicBezTo>
                  <a:cubicBezTo>
                    <a:pt x="6655" y="1489"/>
                    <a:pt x="5174" y="0"/>
                    <a:pt x="33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0"/>
            <p:cNvSpPr/>
            <p:nvPr/>
          </p:nvSpPr>
          <p:spPr>
            <a:xfrm>
              <a:off x="1540350" y="1082075"/>
              <a:ext cx="402775" cy="403125"/>
            </a:xfrm>
            <a:custGeom>
              <a:avLst/>
              <a:gdLst/>
              <a:ahLst/>
              <a:cxnLst/>
              <a:rect l="l" t="t" r="r" b="b"/>
              <a:pathLst>
                <a:path w="16111" h="16125" extrusionOk="0">
                  <a:moveTo>
                    <a:pt x="3195" y="1928"/>
                  </a:moveTo>
                  <a:cubicBezTo>
                    <a:pt x="3400" y="1928"/>
                    <a:pt x="3560" y="2088"/>
                    <a:pt x="3560" y="2294"/>
                  </a:cubicBezTo>
                  <a:lnTo>
                    <a:pt x="3560" y="2427"/>
                  </a:lnTo>
                  <a:lnTo>
                    <a:pt x="1544" y="2427"/>
                  </a:lnTo>
                  <a:lnTo>
                    <a:pt x="1544" y="2294"/>
                  </a:lnTo>
                  <a:cubicBezTo>
                    <a:pt x="1544" y="2088"/>
                    <a:pt x="1705" y="1928"/>
                    <a:pt x="1901" y="1928"/>
                  </a:cubicBezTo>
                  <a:close/>
                  <a:moveTo>
                    <a:pt x="8360" y="1616"/>
                  </a:moveTo>
                  <a:cubicBezTo>
                    <a:pt x="8440" y="1616"/>
                    <a:pt x="8503" y="1678"/>
                    <a:pt x="8503" y="1749"/>
                  </a:cubicBezTo>
                  <a:lnTo>
                    <a:pt x="8503" y="2427"/>
                  </a:lnTo>
                  <a:lnTo>
                    <a:pt x="5951" y="2427"/>
                  </a:lnTo>
                  <a:lnTo>
                    <a:pt x="5951" y="1749"/>
                  </a:lnTo>
                  <a:cubicBezTo>
                    <a:pt x="5951" y="1678"/>
                    <a:pt x="6014" y="1616"/>
                    <a:pt x="6094" y="1616"/>
                  </a:cubicBezTo>
                  <a:close/>
                  <a:moveTo>
                    <a:pt x="8547" y="447"/>
                  </a:moveTo>
                  <a:cubicBezTo>
                    <a:pt x="9154" y="447"/>
                    <a:pt x="9636" y="929"/>
                    <a:pt x="9636" y="1535"/>
                  </a:cubicBezTo>
                  <a:lnTo>
                    <a:pt x="9636" y="2427"/>
                  </a:lnTo>
                  <a:lnTo>
                    <a:pt x="8976" y="2427"/>
                  </a:lnTo>
                  <a:lnTo>
                    <a:pt x="8976" y="1749"/>
                  </a:lnTo>
                  <a:cubicBezTo>
                    <a:pt x="8976" y="1410"/>
                    <a:pt x="8699" y="1143"/>
                    <a:pt x="8360" y="1143"/>
                  </a:cubicBezTo>
                  <a:lnTo>
                    <a:pt x="6094" y="1143"/>
                  </a:lnTo>
                  <a:cubicBezTo>
                    <a:pt x="5755" y="1143"/>
                    <a:pt x="5479" y="1410"/>
                    <a:pt x="5479" y="1749"/>
                  </a:cubicBezTo>
                  <a:lnTo>
                    <a:pt x="5479" y="2427"/>
                  </a:lnTo>
                  <a:lnTo>
                    <a:pt x="4818" y="2427"/>
                  </a:lnTo>
                  <a:lnTo>
                    <a:pt x="4818" y="1544"/>
                  </a:lnTo>
                  <a:cubicBezTo>
                    <a:pt x="4818" y="938"/>
                    <a:pt x="5309" y="447"/>
                    <a:pt x="5907" y="447"/>
                  </a:cubicBezTo>
                  <a:close/>
                  <a:moveTo>
                    <a:pt x="12589" y="1928"/>
                  </a:moveTo>
                  <a:cubicBezTo>
                    <a:pt x="12785" y="1928"/>
                    <a:pt x="12945" y="2088"/>
                    <a:pt x="12945" y="2294"/>
                  </a:cubicBezTo>
                  <a:lnTo>
                    <a:pt x="12945" y="2427"/>
                  </a:lnTo>
                  <a:lnTo>
                    <a:pt x="10929" y="2427"/>
                  </a:lnTo>
                  <a:lnTo>
                    <a:pt x="10929" y="2294"/>
                  </a:lnTo>
                  <a:cubicBezTo>
                    <a:pt x="10929" y="2088"/>
                    <a:pt x="11099" y="1928"/>
                    <a:pt x="11295" y="1928"/>
                  </a:cubicBezTo>
                  <a:close/>
                  <a:moveTo>
                    <a:pt x="7244" y="7741"/>
                  </a:moveTo>
                  <a:cubicBezTo>
                    <a:pt x="7451" y="7741"/>
                    <a:pt x="7620" y="7910"/>
                    <a:pt x="7620" y="8119"/>
                  </a:cubicBezTo>
                  <a:lnTo>
                    <a:pt x="7620" y="9074"/>
                  </a:lnTo>
                  <a:cubicBezTo>
                    <a:pt x="7620" y="9243"/>
                    <a:pt x="7513" y="9404"/>
                    <a:pt x="7343" y="9439"/>
                  </a:cubicBezTo>
                  <a:cubicBezTo>
                    <a:pt x="7310" y="9448"/>
                    <a:pt x="7278" y="9451"/>
                    <a:pt x="7246" y="9451"/>
                  </a:cubicBezTo>
                  <a:cubicBezTo>
                    <a:pt x="7038" y="9451"/>
                    <a:pt x="6870" y="9283"/>
                    <a:pt x="6870" y="9074"/>
                  </a:cubicBezTo>
                  <a:lnTo>
                    <a:pt x="6870" y="8128"/>
                  </a:lnTo>
                  <a:cubicBezTo>
                    <a:pt x="6870" y="7950"/>
                    <a:pt x="6986" y="7798"/>
                    <a:pt x="7147" y="7753"/>
                  </a:cubicBezTo>
                  <a:cubicBezTo>
                    <a:pt x="7180" y="7745"/>
                    <a:pt x="7212" y="7741"/>
                    <a:pt x="7244" y="7741"/>
                  </a:cubicBezTo>
                  <a:close/>
                  <a:moveTo>
                    <a:pt x="13561" y="2900"/>
                  </a:moveTo>
                  <a:cubicBezTo>
                    <a:pt x="13811" y="2900"/>
                    <a:pt x="14016" y="3105"/>
                    <a:pt x="14016" y="3364"/>
                  </a:cubicBezTo>
                  <a:lnTo>
                    <a:pt x="14016" y="4649"/>
                  </a:lnTo>
                  <a:lnTo>
                    <a:pt x="8083" y="8101"/>
                  </a:lnTo>
                  <a:cubicBezTo>
                    <a:pt x="8066" y="7655"/>
                    <a:pt x="7700" y="7289"/>
                    <a:pt x="7245" y="7289"/>
                  </a:cubicBezTo>
                  <a:cubicBezTo>
                    <a:pt x="6781" y="7289"/>
                    <a:pt x="6415" y="7655"/>
                    <a:pt x="6397" y="8101"/>
                  </a:cubicBezTo>
                  <a:cubicBezTo>
                    <a:pt x="6121" y="7941"/>
                    <a:pt x="4265" y="6870"/>
                    <a:pt x="3623" y="6486"/>
                  </a:cubicBezTo>
                  <a:cubicBezTo>
                    <a:pt x="3583" y="6463"/>
                    <a:pt x="3544" y="6453"/>
                    <a:pt x="3506" y="6453"/>
                  </a:cubicBezTo>
                  <a:cubicBezTo>
                    <a:pt x="3302" y="6453"/>
                    <a:pt x="3163" y="6761"/>
                    <a:pt x="3382" y="6897"/>
                  </a:cubicBezTo>
                  <a:cubicBezTo>
                    <a:pt x="4024" y="7280"/>
                    <a:pt x="6041" y="8440"/>
                    <a:pt x="6397" y="8645"/>
                  </a:cubicBezTo>
                  <a:lnTo>
                    <a:pt x="6397" y="9056"/>
                  </a:lnTo>
                  <a:cubicBezTo>
                    <a:pt x="6397" y="9475"/>
                    <a:pt x="6692" y="9832"/>
                    <a:pt x="7093" y="9903"/>
                  </a:cubicBezTo>
                  <a:cubicBezTo>
                    <a:pt x="7143" y="9911"/>
                    <a:pt x="7192" y="9915"/>
                    <a:pt x="7240" y="9915"/>
                  </a:cubicBezTo>
                  <a:cubicBezTo>
                    <a:pt x="7710" y="9915"/>
                    <a:pt x="8092" y="9534"/>
                    <a:pt x="8092" y="9065"/>
                  </a:cubicBezTo>
                  <a:lnTo>
                    <a:pt x="8092" y="8636"/>
                  </a:lnTo>
                  <a:lnTo>
                    <a:pt x="14016" y="5184"/>
                  </a:lnTo>
                  <a:lnTo>
                    <a:pt x="14016" y="9038"/>
                  </a:lnTo>
                  <a:cubicBezTo>
                    <a:pt x="13570" y="8833"/>
                    <a:pt x="13079" y="8735"/>
                    <a:pt x="12580" y="8735"/>
                  </a:cubicBezTo>
                  <a:cubicBezTo>
                    <a:pt x="10662" y="8735"/>
                    <a:pt x="9092" y="10260"/>
                    <a:pt x="9038" y="12169"/>
                  </a:cubicBezTo>
                  <a:lnTo>
                    <a:pt x="929" y="12169"/>
                  </a:lnTo>
                  <a:cubicBezTo>
                    <a:pt x="679" y="12169"/>
                    <a:pt x="474" y="11964"/>
                    <a:pt x="474" y="11705"/>
                  </a:cubicBezTo>
                  <a:lnTo>
                    <a:pt x="474" y="5184"/>
                  </a:lnTo>
                  <a:cubicBezTo>
                    <a:pt x="733" y="5345"/>
                    <a:pt x="1812" y="5969"/>
                    <a:pt x="2097" y="6139"/>
                  </a:cubicBezTo>
                  <a:cubicBezTo>
                    <a:pt x="2137" y="6162"/>
                    <a:pt x="2176" y="6172"/>
                    <a:pt x="2212" y="6172"/>
                  </a:cubicBezTo>
                  <a:cubicBezTo>
                    <a:pt x="2418" y="6172"/>
                    <a:pt x="2556" y="5857"/>
                    <a:pt x="2329" y="5728"/>
                  </a:cubicBezTo>
                  <a:cubicBezTo>
                    <a:pt x="2044" y="5568"/>
                    <a:pt x="822" y="4845"/>
                    <a:pt x="474" y="4640"/>
                  </a:cubicBezTo>
                  <a:lnTo>
                    <a:pt x="474" y="3364"/>
                  </a:lnTo>
                  <a:cubicBezTo>
                    <a:pt x="474" y="3105"/>
                    <a:pt x="679" y="2900"/>
                    <a:pt x="929" y="2900"/>
                  </a:cubicBezTo>
                  <a:close/>
                  <a:moveTo>
                    <a:pt x="5907" y="1"/>
                  </a:moveTo>
                  <a:cubicBezTo>
                    <a:pt x="5041" y="1"/>
                    <a:pt x="4346" y="706"/>
                    <a:pt x="4346" y="1562"/>
                  </a:cubicBezTo>
                  <a:lnTo>
                    <a:pt x="4346" y="2427"/>
                  </a:lnTo>
                  <a:lnTo>
                    <a:pt x="4033" y="2427"/>
                  </a:lnTo>
                  <a:lnTo>
                    <a:pt x="4033" y="2294"/>
                  </a:lnTo>
                  <a:cubicBezTo>
                    <a:pt x="4033" y="1830"/>
                    <a:pt x="3659" y="1455"/>
                    <a:pt x="3195" y="1455"/>
                  </a:cubicBezTo>
                  <a:lnTo>
                    <a:pt x="1901" y="1455"/>
                  </a:lnTo>
                  <a:cubicBezTo>
                    <a:pt x="1446" y="1455"/>
                    <a:pt x="1072" y="1830"/>
                    <a:pt x="1072" y="2294"/>
                  </a:cubicBezTo>
                  <a:lnTo>
                    <a:pt x="1072" y="2427"/>
                  </a:lnTo>
                  <a:lnTo>
                    <a:pt x="929" y="2427"/>
                  </a:lnTo>
                  <a:cubicBezTo>
                    <a:pt x="411" y="2427"/>
                    <a:pt x="1" y="2847"/>
                    <a:pt x="1" y="3364"/>
                  </a:cubicBezTo>
                  <a:lnTo>
                    <a:pt x="1" y="11705"/>
                  </a:lnTo>
                  <a:cubicBezTo>
                    <a:pt x="1" y="12223"/>
                    <a:pt x="411" y="12642"/>
                    <a:pt x="929" y="12642"/>
                  </a:cubicBezTo>
                  <a:lnTo>
                    <a:pt x="9047" y="12642"/>
                  </a:lnTo>
                  <a:cubicBezTo>
                    <a:pt x="9047" y="12642"/>
                    <a:pt x="10742" y="15818"/>
                    <a:pt x="12571" y="15818"/>
                  </a:cubicBezTo>
                  <a:cubicBezTo>
                    <a:pt x="12945" y="15818"/>
                    <a:pt x="13302" y="15764"/>
                    <a:pt x="13650" y="15648"/>
                  </a:cubicBezTo>
                  <a:lnTo>
                    <a:pt x="14578" y="16103"/>
                  </a:lnTo>
                  <a:cubicBezTo>
                    <a:pt x="14609" y="16118"/>
                    <a:pt x="14642" y="16125"/>
                    <a:pt x="14674" y="16125"/>
                  </a:cubicBezTo>
                  <a:cubicBezTo>
                    <a:pt x="14798" y="16125"/>
                    <a:pt x="14913" y="16024"/>
                    <a:pt x="14899" y="15889"/>
                  </a:cubicBezTo>
                  <a:lnTo>
                    <a:pt x="14899" y="14935"/>
                  </a:lnTo>
                  <a:cubicBezTo>
                    <a:pt x="15461" y="14453"/>
                    <a:pt x="15854" y="13811"/>
                    <a:pt x="16023" y="13106"/>
                  </a:cubicBezTo>
                  <a:cubicBezTo>
                    <a:pt x="16050" y="12981"/>
                    <a:pt x="15979" y="12856"/>
                    <a:pt x="15845" y="12820"/>
                  </a:cubicBezTo>
                  <a:cubicBezTo>
                    <a:pt x="15827" y="12817"/>
                    <a:pt x="15810" y="12815"/>
                    <a:pt x="15793" y="12815"/>
                  </a:cubicBezTo>
                  <a:cubicBezTo>
                    <a:pt x="15687" y="12815"/>
                    <a:pt x="15590" y="12884"/>
                    <a:pt x="15559" y="12999"/>
                  </a:cubicBezTo>
                  <a:cubicBezTo>
                    <a:pt x="15408" y="13641"/>
                    <a:pt x="15042" y="14221"/>
                    <a:pt x="14524" y="14649"/>
                  </a:cubicBezTo>
                  <a:cubicBezTo>
                    <a:pt x="14471" y="14694"/>
                    <a:pt x="14462" y="14828"/>
                    <a:pt x="14462" y="14828"/>
                  </a:cubicBezTo>
                  <a:lnTo>
                    <a:pt x="14462" y="15515"/>
                  </a:lnTo>
                  <a:lnTo>
                    <a:pt x="13775" y="15184"/>
                  </a:lnTo>
                  <a:cubicBezTo>
                    <a:pt x="13741" y="15170"/>
                    <a:pt x="13706" y="15163"/>
                    <a:pt x="13672" y="15163"/>
                  </a:cubicBezTo>
                  <a:cubicBezTo>
                    <a:pt x="13644" y="15163"/>
                    <a:pt x="13616" y="15168"/>
                    <a:pt x="13588" y="15176"/>
                  </a:cubicBezTo>
                  <a:cubicBezTo>
                    <a:pt x="13267" y="15292"/>
                    <a:pt x="12919" y="15345"/>
                    <a:pt x="12571" y="15345"/>
                  </a:cubicBezTo>
                  <a:cubicBezTo>
                    <a:pt x="10876" y="15345"/>
                    <a:pt x="9493" y="13971"/>
                    <a:pt x="9493" y="12267"/>
                  </a:cubicBezTo>
                  <a:cubicBezTo>
                    <a:pt x="9493" y="10572"/>
                    <a:pt x="10876" y="9198"/>
                    <a:pt x="12571" y="9198"/>
                  </a:cubicBezTo>
                  <a:cubicBezTo>
                    <a:pt x="14087" y="9198"/>
                    <a:pt x="15408" y="10349"/>
                    <a:pt x="15622" y="11848"/>
                  </a:cubicBezTo>
                  <a:cubicBezTo>
                    <a:pt x="15638" y="11982"/>
                    <a:pt x="15739" y="12043"/>
                    <a:pt x="15843" y="12043"/>
                  </a:cubicBezTo>
                  <a:cubicBezTo>
                    <a:pt x="15974" y="12043"/>
                    <a:pt x="16111" y="11946"/>
                    <a:pt x="16086" y="11777"/>
                  </a:cubicBezTo>
                  <a:cubicBezTo>
                    <a:pt x="15943" y="10760"/>
                    <a:pt x="15345" y="9832"/>
                    <a:pt x="14489" y="9279"/>
                  </a:cubicBezTo>
                  <a:lnTo>
                    <a:pt x="14489" y="3355"/>
                  </a:lnTo>
                  <a:cubicBezTo>
                    <a:pt x="14480" y="2838"/>
                    <a:pt x="13552" y="2427"/>
                    <a:pt x="13552" y="2427"/>
                  </a:cubicBezTo>
                  <a:lnTo>
                    <a:pt x="13418" y="2427"/>
                  </a:lnTo>
                  <a:lnTo>
                    <a:pt x="13418" y="2294"/>
                  </a:lnTo>
                  <a:cubicBezTo>
                    <a:pt x="13418" y="1830"/>
                    <a:pt x="13044" y="1455"/>
                    <a:pt x="12589" y="1455"/>
                  </a:cubicBezTo>
                  <a:lnTo>
                    <a:pt x="11295" y="1455"/>
                  </a:lnTo>
                  <a:cubicBezTo>
                    <a:pt x="10831" y="1455"/>
                    <a:pt x="10456" y="1830"/>
                    <a:pt x="10456" y="2294"/>
                  </a:cubicBezTo>
                  <a:lnTo>
                    <a:pt x="10456" y="2427"/>
                  </a:lnTo>
                  <a:lnTo>
                    <a:pt x="10109" y="2427"/>
                  </a:lnTo>
                  <a:lnTo>
                    <a:pt x="10109" y="1562"/>
                  </a:lnTo>
                  <a:cubicBezTo>
                    <a:pt x="10109" y="706"/>
                    <a:pt x="9413" y="1"/>
                    <a:pt x="85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0"/>
            <p:cNvSpPr/>
            <p:nvPr/>
          </p:nvSpPr>
          <p:spPr>
            <a:xfrm>
              <a:off x="1832525" y="1352400"/>
              <a:ext cx="44400" cy="11825"/>
            </a:xfrm>
            <a:custGeom>
              <a:avLst/>
              <a:gdLst/>
              <a:ahLst/>
              <a:cxnLst/>
              <a:rect l="l" t="t" r="r" b="b"/>
              <a:pathLst>
                <a:path w="1776" h="473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1464" y="473"/>
                  </a:lnTo>
                  <a:cubicBezTo>
                    <a:pt x="1776" y="473"/>
                    <a:pt x="1776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0"/>
            <p:cNvSpPr/>
            <p:nvPr/>
          </p:nvSpPr>
          <p:spPr>
            <a:xfrm>
              <a:off x="1806425" y="1386300"/>
              <a:ext cx="95050" cy="11825"/>
            </a:xfrm>
            <a:custGeom>
              <a:avLst/>
              <a:gdLst/>
              <a:ahLst/>
              <a:cxnLst/>
              <a:rect l="l" t="t" r="r" b="b"/>
              <a:pathLst>
                <a:path w="3802" h="473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3551" y="473"/>
                  </a:lnTo>
                  <a:cubicBezTo>
                    <a:pt x="3694" y="473"/>
                    <a:pt x="3801" y="348"/>
                    <a:pt x="3783" y="205"/>
                  </a:cubicBezTo>
                  <a:cubicBezTo>
                    <a:pt x="3774" y="89"/>
                    <a:pt x="3658" y="0"/>
                    <a:pt x="35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0"/>
            <p:cNvSpPr/>
            <p:nvPr/>
          </p:nvSpPr>
          <p:spPr>
            <a:xfrm>
              <a:off x="1832525" y="1419300"/>
              <a:ext cx="44400" cy="11850"/>
            </a:xfrm>
            <a:custGeom>
              <a:avLst/>
              <a:gdLst/>
              <a:ahLst/>
              <a:cxnLst/>
              <a:rect l="l" t="t" r="r" b="b"/>
              <a:pathLst>
                <a:path w="1776" h="474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1464" y="473"/>
                  </a:lnTo>
                  <a:cubicBezTo>
                    <a:pt x="1776" y="473"/>
                    <a:pt x="1776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9" name="Google Shape;4209;p70"/>
          <p:cNvGrpSpPr/>
          <p:nvPr/>
        </p:nvGrpSpPr>
        <p:grpSpPr>
          <a:xfrm>
            <a:off x="1573818" y="1649013"/>
            <a:ext cx="359829" cy="358720"/>
            <a:chOff x="1332451" y="1516439"/>
            <a:chExt cx="376351" cy="375191"/>
          </a:xfrm>
        </p:grpSpPr>
        <p:sp>
          <p:nvSpPr>
            <p:cNvPr id="4210" name="Google Shape;4210;p70"/>
            <p:cNvSpPr/>
            <p:nvPr/>
          </p:nvSpPr>
          <p:spPr>
            <a:xfrm>
              <a:off x="1437970" y="1684133"/>
              <a:ext cx="265665" cy="57743"/>
            </a:xfrm>
            <a:custGeom>
              <a:avLst/>
              <a:gdLst/>
              <a:ahLst/>
              <a:cxnLst/>
              <a:rect l="l" t="t" r="r" b="b"/>
              <a:pathLst>
                <a:path w="11456" h="2490" extrusionOk="0">
                  <a:moveTo>
                    <a:pt x="1892" y="0"/>
                  </a:moveTo>
                  <a:lnTo>
                    <a:pt x="0" y="2489"/>
                  </a:lnTo>
                  <a:lnTo>
                    <a:pt x="9564" y="2489"/>
                  </a:lnTo>
                  <a:lnTo>
                    <a:pt x="114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0"/>
            <p:cNvSpPr/>
            <p:nvPr/>
          </p:nvSpPr>
          <p:spPr>
            <a:xfrm>
              <a:off x="1366379" y="1522747"/>
              <a:ext cx="190784" cy="209174"/>
            </a:xfrm>
            <a:custGeom>
              <a:avLst/>
              <a:gdLst/>
              <a:ahLst/>
              <a:cxnLst/>
              <a:rect l="l" t="t" r="r" b="b"/>
              <a:pathLst>
                <a:path w="8227" h="9020" extrusionOk="0">
                  <a:moveTo>
                    <a:pt x="6674" y="1"/>
                  </a:moveTo>
                  <a:lnTo>
                    <a:pt x="1" y="1348"/>
                  </a:lnTo>
                  <a:lnTo>
                    <a:pt x="1553" y="9020"/>
                  </a:lnTo>
                  <a:lnTo>
                    <a:pt x="8226" y="7673"/>
                  </a:lnTo>
                  <a:lnTo>
                    <a:pt x="66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0"/>
            <p:cNvSpPr/>
            <p:nvPr/>
          </p:nvSpPr>
          <p:spPr>
            <a:xfrm>
              <a:off x="1401977" y="1557928"/>
              <a:ext cx="119800" cy="138421"/>
            </a:xfrm>
            <a:custGeom>
              <a:avLst/>
              <a:gdLst/>
              <a:ahLst/>
              <a:cxnLst/>
              <a:rect l="l" t="t" r="r" b="b"/>
              <a:pathLst>
                <a:path w="5166" h="5969" extrusionOk="0">
                  <a:moveTo>
                    <a:pt x="4131" y="0"/>
                  </a:moveTo>
                  <a:lnTo>
                    <a:pt x="0" y="839"/>
                  </a:lnTo>
                  <a:lnTo>
                    <a:pt x="1035" y="5969"/>
                  </a:lnTo>
                  <a:lnTo>
                    <a:pt x="5166" y="5139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0"/>
            <p:cNvSpPr/>
            <p:nvPr/>
          </p:nvSpPr>
          <p:spPr>
            <a:xfrm>
              <a:off x="1487830" y="1594964"/>
              <a:ext cx="147743" cy="191387"/>
            </a:xfrm>
            <a:custGeom>
              <a:avLst/>
              <a:gdLst/>
              <a:ahLst/>
              <a:cxnLst/>
              <a:rect l="l" t="t" r="r" b="b"/>
              <a:pathLst>
                <a:path w="6371" h="8253" extrusionOk="0">
                  <a:moveTo>
                    <a:pt x="0" y="0"/>
                  </a:moveTo>
                  <a:lnTo>
                    <a:pt x="0" y="8252"/>
                  </a:lnTo>
                  <a:lnTo>
                    <a:pt x="6370" y="8252"/>
                  </a:lnTo>
                  <a:lnTo>
                    <a:pt x="6370" y="2052"/>
                  </a:lnTo>
                  <a:lnTo>
                    <a:pt x="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0"/>
            <p:cNvSpPr/>
            <p:nvPr/>
          </p:nvSpPr>
          <p:spPr>
            <a:xfrm>
              <a:off x="1587343" y="1594755"/>
              <a:ext cx="47609" cy="47609"/>
            </a:xfrm>
            <a:custGeom>
              <a:avLst/>
              <a:gdLst/>
              <a:ahLst/>
              <a:cxnLst/>
              <a:rect l="l" t="t" r="r" b="b"/>
              <a:pathLst>
                <a:path w="2053" h="2053" extrusionOk="0">
                  <a:moveTo>
                    <a:pt x="0" y="0"/>
                  </a:moveTo>
                  <a:lnTo>
                    <a:pt x="0" y="2052"/>
                  </a:lnTo>
                  <a:lnTo>
                    <a:pt x="2052" y="2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0"/>
            <p:cNvSpPr/>
            <p:nvPr/>
          </p:nvSpPr>
          <p:spPr>
            <a:xfrm>
              <a:off x="1439616" y="1741021"/>
              <a:ext cx="220769" cy="144845"/>
            </a:xfrm>
            <a:custGeom>
              <a:avLst/>
              <a:gdLst/>
              <a:ahLst/>
              <a:cxnLst/>
              <a:rect l="l" t="t" r="r" b="b"/>
              <a:pathLst>
                <a:path w="9520" h="6246" extrusionOk="0">
                  <a:moveTo>
                    <a:pt x="1" y="1"/>
                  </a:moveTo>
                  <a:lnTo>
                    <a:pt x="1" y="6245"/>
                  </a:lnTo>
                  <a:lnTo>
                    <a:pt x="8886" y="6245"/>
                  </a:lnTo>
                  <a:cubicBezTo>
                    <a:pt x="9234" y="6245"/>
                    <a:pt x="9520" y="5960"/>
                    <a:pt x="9520" y="5612"/>
                  </a:cubicBezTo>
                  <a:lnTo>
                    <a:pt x="9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0"/>
            <p:cNvSpPr/>
            <p:nvPr/>
          </p:nvSpPr>
          <p:spPr>
            <a:xfrm>
              <a:off x="1383355" y="1741021"/>
              <a:ext cx="176893" cy="144845"/>
            </a:xfrm>
            <a:custGeom>
              <a:avLst/>
              <a:gdLst/>
              <a:ahLst/>
              <a:cxnLst/>
              <a:rect l="l" t="t" r="r" b="b"/>
              <a:pathLst>
                <a:path w="7628" h="6246" extrusionOk="0">
                  <a:moveTo>
                    <a:pt x="0" y="1"/>
                  </a:moveTo>
                  <a:lnTo>
                    <a:pt x="0" y="5612"/>
                  </a:lnTo>
                  <a:cubicBezTo>
                    <a:pt x="0" y="5960"/>
                    <a:pt x="286" y="6245"/>
                    <a:pt x="634" y="6245"/>
                  </a:cubicBezTo>
                  <a:lnTo>
                    <a:pt x="7628" y="6245"/>
                  </a:lnTo>
                  <a:lnTo>
                    <a:pt x="76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0"/>
            <p:cNvSpPr/>
            <p:nvPr/>
          </p:nvSpPr>
          <p:spPr>
            <a:xfrm>
              <a:off x="1338875" y="1684133"/>
              <a:ext cx="221580" cy="57743"/>
            </a:xfrm>
            <a:custGeom>
              <a:avLst/>
              <a:gdLst/>
              <a:ahLst/>
              <a:cxnLst/>
              <a:rect l="l" t="t" r="r" b="b"/>
              <a:pathLst>
                <a:path w="9555" h="2490" extrusionOk="0">
                  <a:moveTo>
                    <a:pt x="0" y="0"/>
                  </a:moveTo>
                  <a:lnTo>
                    <a:pt x="1892" y="2489"/>
                  </a:lnTo>
                  <a:lnTo>
                    <a:pt x="9555" y="2489"/>
                  </a:lnTo>
                  <a:lnTo>
                    <a:pt x="76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0"/>
            <p:cNvSpPr/>
            <p:nvPr/>
          </p:nvSpPr>
          <p:spPr>
            <a:xfrm>
              <a:off x="1332451" y="1516439"/>
              <a:ext cx="376351" cy="375191"/>
            </a:xfrm>
            <a:custGeom>
              <a:avLst/>
              <a:gdLst/>
              <a:ahLst/>
              <a:cxnLst/>
              <a:rect l="l" t="t" r="r" b="b"/>
              <a:pathLst>
                <a:path w="16229" h="16179" extrusionOk="0">
                  <a:moveTo>
                    <a:pt x="11241" y="3930"/>
                  </a:moveTo>
                  <a:lnTo>
                    <a:pt x="11866" y="4555"/>
                  </a:lnTo>
                  <a:lnTo>
                    <a:pt x="12490" y="5179"/>
                  </a:lnTo>
                  <a:lnTo>
                    <a:pt x="11241" y="5179"/>
                  </a:lnTo>
                  <a:lnTo>
                    <a:pt x="11241" y="3930"/>
                  </a:lnTo>
                  <a:close/>
                  <a:moveTo>
                    <a:pt x="6932" y="2057"/>
                  </a:moveTo>
                  <a:lnTo>
                    <a:pt x="7147" y="3137"/>
                  </a:lnTo>
                  <a:lnTo>
                    <a:pt x="6692" y="3137"/>
                  </a:lnTo>
                  <a:cubicBezTo>
                    <a:pt x="6558" y="3137"/>
                    <a:pt x="6451" y="3235"/>
                    <a:pt x="6451" y="3368"/>
                  </a:cubicBezTo>
                  <a:lnTo>
                    <a:pt x="6451" y="6981"/>
                  </a:lnTo>
                  <a:lnTo>
                    <a:pt x="4104" y="6981"/>
                  </a:lnTo>
                  <a:lnTo>
                    <a:pt x="3266" y="2798"/>
                  </a:lnTo>
                  <a:lnTo>
                    <a:pt x="6932" y="2057"/>
                  </a:lnTo>
                  <a:close/>
                  <a:moveTo>
                    <a:pt x="7816" y="7445"/>
                  </a:moveTo>
                  <a:lnTo>
                    <a:pt x="9323" y="9435"/>
                  </a:lnTo>
                  <a:lnTo>
                    <a:pt x="2276" y="9435"/>
                  </a:lnTo>
                  <a:lnTo>
                    <a:pt x="768" y="7445"/>
                  </a:lnTo>
                  <a:close/>
                  <a:moveTo>
                    <a:pt x="10768" y="3609"/>
                  </a:moveTo>
                  <a:lnTo>
                    <a:pt x="10768" y="5420"/>
                  </a:lnTo>
                  <a:cubicBezTo>
                    <a:pt x="10768" y="5545"/>
                    <a:pt x="10876" y="5652"/>
                    <a:pt x="11009" y="5652"/>
                  </a:cubicBezTo>
                  <a:lnTo>
                    <a:pt x="12820" y="5652"/>
                  </a:lnTo>
                  <a:lnTo>
                    <a:pt x="12820" y="9435"/>
                  </a:lnTo>
                  <a:lnTo>
                    <a:pt x="9885" y="9435"/>
                  </a:lnTo>
                  <a:lnTo>
                    <a:pt x="8092" y="7071"/>
                  </a:lnTo>
                  <a:cubicBezTo>
                    <a:pt x="8048" y="7008"/>
                    <a:pt x="7976" y="6981"/>
                    <a:pt x="7905" y="6981"/>
                  </a:cubicBezTo>
                  <a:lnTo>
                    <a:pt x="6923" y="6981"/>
                  </a:lnTo>
                  <a:lnTo>
                    <a:pt x="6923" y="3609"/>
                  </a:lnTo>
                  <a:close/>
                  <a:moveTo>
                    <a:pt x="15497" y="7445"/>
                  </a:moveTo>
                  <a:lnTo>
                    <a:pt x="13989" y="9435"/>
                  </a:lnTo>
                  <a:lnTo>
                    <a:pt x="13293" y="9435"/>
                  </a:lnTo>
                  <a:lnTo>
                    <a:pt x="13293" y="7445"/>
                  </a:lnTo>
                  <a:close/>
                  <a:moveTo>
                    <a:pt x="9573" y="9943"/>
                  </a:moveTo>
                  <a:lnTo>
                    <a:pt x="9573" y="15706"/>
                  </a:lnTo>
                  <a:lnTo>
                    <a:pt x="2811" y="15706"/>
                  </a:lnTo>
                  <a:cubicBezTo>
                    <a:pt x="2597" y="15706"/>
                    <a:pt x="2418" y="15528"/>
                    <a:pt x="2418" y="15314"/>
                  </a:cubicBezTo>
                  <a:lnTo>
                    <a:pt x="2418" y="9943"/>
                  </a:lnTo>
                  <a:close/>
                  <a:moveTo>
                    <a:pt x="8105" y="0"/>
                  </a:moveTo>
                  <a:cubicBezTo>
                    <a:pt x="8089" y="0"/>
                    <a:pt x="8073" y="2"/>
                    <a:pt x="8056" y="5"/>
                  </a:cubicBezTo>
                  <a:lnTo>
                    <a:pt x="4087" y="808"/>
                  </a:lnTo>
                  <a:cubicBezTo>
                    <a:pt x="3962" y="826"/>
                    <a:pt x="3872" y="951"/>
                    <a:pt x="3899" y="1085"/>
                  </a:cubicBezTo>
                  <a:cubicBezTo>
                    <a:pt x="3923" y="1195"/>
                    <a:pt x="4022" y="1277"/>
                    <a:pt x="4137" y="1277"/>
                  </a:cubicBezTo>
                  <a:cubicBezTo>
                    <a:pt x="4153" y="1277"/>
                    <a:pt x="4169" y="1275"/>
                    <a:pt x="4185" y="1272"/>
                  </a:cubicBezTo>
                  <a:lnTo>
                    <a:pt x="7914" y="523"/>
                  </a:lnTo>
                  <a:lnTo>
                    <a:pt x="8440" y="3137"/>
                  </a:lnTo>
                  <a:lnTo>
                    <a:pt x="7593" y="3137"/>
                  </a:lnTo>
                  <a:lnTo>
                    <a:pt x="7316" y="1727"/>
                  </a:lnTo>
                  <a:cubicBezTo>
                    <a:pt x="7293" y="1610"/>
                    <a:pt x="7195" y="1535"/>
                    <a:pt x="7082" y="1535"/>
                  </a:cubicBezTo>
                  <a:cubicBezTo>
                    <a:pt x="7065" y="1535"/>
                    <a:pt x="7048" y="1536"/>
                    <a:pt x="7031" y="1540"/>
                  </a:cubicBezTo>
                  <a:lnTo>
                    <a:pt x="2873" y="2378"/>
                  </a:lnTo>
                  <a:cubicBezTo>
                    <a:pt x="2740" y="2405"/>
                    <a:pt x="2659" y="2530"/>
                    <a:pt x="2686" y="2655"/>
                  </a:cubicBezTo>
                  <a:lnTo>
                    <a:pt x="3560" y="7008"/>
                  </a:lnTo>
                  <a:lnTo>
                    <a:pt x="2784" y="7008"/>
                  </a:lnTo>
                  <a:lnTo>
                    <a:pt x="1740" y="1816"/>
                  </a:lnTo>
                  <a:lnTo>
                    <a:pt x="2775" y="1602"/>
                  </a:lnTo>
                  <a:cubicBezTo>
                    <a:pt x="2891" y="1584"/>
                    <a:pt x="2980" y="1477"/>
                    <a:pt x="2971" y="1352"/>
                  </a:cubicBezTo>
                  <a:cubicBezTo>
                    <a:pt x="2964" y="1225"/>
                    <a:pt x="2857" y="1134"/>
                    <a:pt x="2739" y="1134"/>
                  </a:cubicBezTo>
                  <a:cubicBezTo>
                    <a:pt x="2725" y="1134"/>
                    <a:pt x="2710" y="1135"/>
                    <a:pt x="2695" y="1138"/>
                  </a:cubicBezTo>
                  <a:lnTo>
                    <a:pt x="1410" y="1397"/>
                  </a:lnTo>
                  <a:cubicBezTo>
                    <a:pt x="1285" y="1424"/>
                    <a:pt x="1205" y="1549"/>
                    <a:pt x="1232" y="1673"/>
                  </a:cubicBezTo>
                  <a:lnTo>
                    <a:pt x="2302" y="7008"/>
                  </a:lnTo>
                  <a:lnTo>
                    <a:pt x="304" y="7008"/>
                  </a:lnTo>
                  <a:cubicBezTo>
                    <a:pt x="108" y="7008"/>
                    <a:pt x="1" y="7231"/>
                    <a:pt x="117" y="7392"/>
                  </a:cubicBezTo>
                  <a:lnTo>
                    <a:pt x="1946" y="9800"/>
                  </a:lnTo>
                  <a:lnTo>
                    <a:pt x="1946" y="15314"/>
                  </a:lnTo>
                  <a:cubicBezTo>
                    <a:pt x="1946" y="15786"/>
                    <a:pt x="2338" y="16179"/>
                    <a:pt x="2811" y="16179"/>
                  </a:cubicBezTo>
                  <a:lnTo>
                    <a:pt x="13525" y="16179"/>
                  </a:lnTo>
                  <a:cubicBezTo>
                    <a:pt x="14007" y="16179"/>
                    <a:pt x="14390" y="15786"/>
                    <a:pt x="14390" y="15314"/>
                  </a:cubicBezTo>
                  <a:lnTo>
                    <a:pt x="14390" y="14163"/>
                  </a:lnTo>
                  <a:cubicBezTo>
                    <a:pt x="14390" y="14011"/>
                    <a:pt x="14272" y="13935"/>
                    <a:pt x="14154" y="13935"/>
                  </a:cubicBezTo>
                  <a:cubicBezTo>
                    <a:pt x="14036" y="13935"/>
                    <a:pt x="13918" y="14011"/>
                    <a:pt x="13918" y="14163"/>
                  </a:cubicBezTo>
                  <a:lnTo>
                    <a:pt x="13918" y="15314"/>
                  </a:lnTo>
                  <a:cubicBezTo>
                    <a:pt x="13918" y="15528"/>
                    <a:pt x="13748" y="15706"/>
                    <a:pt x="13525" y="15706"/>
                  </a:cubicBezTo>
                  <a:lnTo>
                    <a:pt x="10046" y="15706"/>
                  </a:lnTo>
                  <a:lnTo>
                    <a:pt x="10046" y="9943"/>
                  </a:lnTo>
                  <a:lnTo>
                    <a:pt x="13918" y="9943"/>
                  </a:lnTo>
                  <a:lnTo>
                    <a:pt x="13918" y="12789"/>
                  </a:lnTo>
                  <a:cubicBezTo>
                    <a:pt x="13918" y="12941"/>
                    <a:pt x="14036" y="13017"/>
                    <a:pt x="14154" y="13017"/>
                  </a:cubicBezTo>
                  <a:cubicBezTo>
                    <a:pt x="14272" y="13017"/>
                    <a:pt x="14390" y="12941"/>
                    <a:pt x="14390" y="12789"/>
                  </a:cubicBezTo>
                  <a:lnTo>
                    <a:pt x="14390" y="9711"/>
                  </a:lnTo>
                  <a:lnTo>
                    <a:pt x="16166" y="7383"/>
                  </a:lnTo>
                  <a:cubicBezTo>
                    <a:pt x="16219" y="7312"/>
                    <a:pt x="16228" y="7222"/>
                    <a:pt x="16192" y="7142"/>
                  </a:cubicBezTo>
                  <a:cubicBezTo>
                    <a:pt x="16148" y="7062"/>
                    <a:pt x="16068" y="7008"/>
                    <a:pt x="15978" y="7008"/>
                  </a:cubicBezTo>
                  <a:lnTo>
                    <a:pt x="13293" y="7008"/>
                  </a:lnTo>
                  <a:lnTo>
                    <a:pt x="13293" y="5438"/>
                  </a:lnTo>
                  <a:cubicBezTo>
                    <a:pt x="13293" y="5376"/>
                    <a:pt x="13266" y="5313"/>
                    <a:pt x="13222" y="5269"/>
                  </a:cubicBezTo>
                  <a:lnTo>
                    <a:pt x="11152" y="3199"/>
                  </a:lnTo>
                  <a:cubicBezTo>
                    <a:pt x="11107" y="3154"/>
                    <a:pt x="11045" y="3137"/>
                    <a:pt x="10983" y="3137"/>
                  </a:cubicBezTo>
                  <a:lnTo>
                    <a:pt x="8922" y="3137"/>
                  </a:lnTo>
                  <a:lnTo>
                    <a:pt x="8333" y="193"/>
                  </a:lnTo>
                  <a:cubicBezTo>
                    <a:pt x="8310" y="76"/>
                    <a:pt x="8212" y="0"/>
                    <a:pt x="8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9" name="Google Shape;4219;p70"/>
          <p:cNvGrpSpPr/>
          <p:nvPr/>
        </p:nvGrpSpPr>
        <p:grpSpPr>
          <a:xfrm>
            <a:off x="1065763" y="1649944"/>
            <a:ext cx="359829" cy="356858"/>
            <a:chOff x="868608" y="1517576"/>
            <a:chExt cx="376351" cy="373243"/>
          </a:xfrm>
        </p:grpSpPr>
        <p:sp>
          <p:nvSpPr>
            <p:cNvPr id="4220" name="Google Shape;4220;p70"/>
            <p:cNvSpPr/>
            <p:nvPr/>
          </p:nvSpPr>
          <p:spPr>
            <a:xfrm>
              <a:off x="873989" y="1725715"/>
              <a:ext cx="306827" cy="160150"/>
            </a:xfrm>
            <a:custGeom>
              <a:avLst/>
              <a:gdLst/>
              <a:ahLst/>
              <a:cxnLst/>
              <a:rect l="l" t="t" r="r" b="b"/>
              <a:pathLst>
                <a:path w="13231" h="6906" extrusionOk="0">
                  <a:moveTo>
                    <a:pt x="3462" y="0"/>
                  </a:moveTo>
                  <a:cubicBezTo>
                    <a:pt x="1553" y="0"/>
                    <a:pt x="1" y="1553"/>
                    <a:pt x="10" y="3462"/>
                  </a:cubicBezTo>
                  <a:cubicBezTo>
                    <a:pt x="19" y="5371"/>
                    <a:pt x="1589" y="6905"/>
                    <a:pt x="3498" y="6905"/>
                  </a:cubicBezTo>
                  <a:lnTo>
                    <a:pt x="9778" y="6905"/>
                  </a:lnTo>
                  <a:cubicBezTo>
                    <a:pt x="11687" y="6905"/>
                    <a:pt x="13231" y="5353"/>
                    <a:pt x="13231" y="3453"/>
                  </a:cubicBezTo>
                  <a:cubicBezTo>
                    <a:pt x="13231" y="1544"/>
                    <a:pt x="11687" y="0"/>
                    <a:pt x="97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0"/>
            <p:cNvSpPr/>
            <p:nvPr/>
          </p:nvSpPr>
          <p:spPr>
            <a:xfrm>
              <a:off x="1067030" y="1795009"/>
              <a:ext cx="22355" cy="22170"/>
            </a:xfrm>
            <a:custGeom>
              <a:avLst/>
              <a:gdLst/>
              <a:ahLst/>
              <a:cxnLst/>
              <a:rect l="l" t="t" r="r" b="b"/>
              <a:pathLst>
                <a:path w="964" h="956" extrusionOk="0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41"/>
                    <a:pt x="214" y="955"/>
                    <a:pt x="482" y="955"/>
                  </a:cubicBezTo>
                  <a:cubicBezTo>
                    <a:pt x="749" y="955"/>
                    <a:pt x="964" y="741"/>
                    <a:pt x="964" y="483"/>
                  </a:cubicBezTo>
                  <a:cubicBezTo>
                    <a:pt x="964" y="215"/>
                    <a:pt x="749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0"/>
            <p:cNvSpPr/>
            <p:nvPr/>
          </p:nvSpPr>
          <p:spPr>
            <a:xfrm>
              <a:off x="1094117" y="1766925"/>
              <a:ext cx="24234" cy="22123"/>
            </a:xfrm>
            <a:custGeom>
              <a:avLst/>
              <a:gdLst/>
              <a:ahLst/>
              <a:cxnLst/>
              <a:rect l="l" t="t" r="r" b="b"/>
              <a:pathLst>
                <a:path w="1045" h="954" extrusionOk="0">
                  <a:moveTo>
                    <a:pt x="526" y="1"/>
                  </a:moveTo>
                  <a:cubicBezTo>
                    <a:pt x="404" y="1"/>
                    <a:pt x="282" y="48"/>
                    <a:pt x="188" y="141"/>
                  </a:cubicBezTo>
                  <a:cubicBezTo>
                    <a:pt x="1" y="329"/>
                    <a:pt x="1" y="632"/>
                    <a:pt x="188" y="819"/>
                  </a:cubicBezTo>
                  <a:cubicBezTo>
                    <a:pt x="282" y="909"/>
                    <a:pt x="404" y="953"/>
                    <a:pt x="526" y="953"/>
                  </a:cubicBezTo>
                  <a:cubicBezTo>
                    <a:pt x="647" y="953"/>
                    <a:pt x="768" y="909"/>
                    <a:pt x="857" y="819"/>
                  </a:cubicBezTo>
                  <a:cubicBezTo>
                    <a:pt x="1044" y="632"/>
                    <a:pt x="1044" y="329"/>
                    <a:pt x="857" y="141"/>
                  </a:cubicBezTo>
                  <a:cubicBezTo>
                    <a:pt x="768" y="48"/>
                    <a:pt x="647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0"/>
            <p:cNvSpPr/>
            <p:nvPr/>
          </p:nvSpPr>
          <p:spPr>
            <a:xfrm>
              <a:off x="1093909" y="1822630"/>
              <a:ext cx="24442" cy="22170"/>
            </a:xfrm>
            <a:custGeom>
              <a:avLst/>
              <a:gdLst/>
              <a:ahLst/>
              <a:cxnLst/>
              <a:rect l="l" t="t" r="r" b="b"/>
              <a:pathLst>
                <a:path w="1054" h="956" extrusionOk="0">
                  <a:moveTo>
                    <a:pt x="530" y="1"/>
                  </a:moveTo>
                  <a:cubicBezTo>
                    <a:pt x="313" y="1"/>
                    <a:pt x="117" y="149"/>
                    <a:pt x="63" y="362"/>
                  </a:cubicBezTo>
                  <a:cubicBezTo>
                    <a:pt x="1" y="621"/>
                    <a:pt x="161" y="880"/>
                    <a:pt x="420" y="942"/>
                  </a:cubicBezTo>
                  <a:cubicBezTo>
                    <a:pt x="458" y="951"/>
                    <a:pt x="496" y="955"/>
                    <a:pt x="533" y="955"/>
                  </a:cubicBezTo>
                  <a:cubicBezTo>
                    <a:pt x="750" y="955"/>
                    <a:pt x="947" y="806"/>
                    <a:pt x="1000" y="585"/>
                  </a:cubicBezTo>
                  <a:cubicBezTo>
                    <a:pt x="1053" y="326"/>
                    <a:pt x="902" y="68"/>
                    <a:pt x="643" y="14"/>
                  </a:cubicBezTo>
                  <a:cubicBezTo>
                    <a:pt x="605" y="5"/>
                    <a:pt x="567" y="1"/>
                    <a:pt x="5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0"/>
            <p:cNvSpPr/>
            <p:nvPr/>
          </p:nvSpPr>
          <p:spPr>
            <a:xfrm>
              <a:off x="1123291" y="1794406"/>
              <a:ext cx="22170" cy="22146"/>
            </a:xfrm>
            <a:custGeom>
              <a:avLst/>
              <a:gdLst/>
              <a:ahLst/>
              <a:cxnLst/>
              <a:rect l="l" t="t" r="r" b="b"/>
              <a:pathLst>
                <a:path w="956" h="955" extrusionOk="0">
                  <a:moveTo>
                    <a:pt x="473" y="0"/>
                  </a:moveTo>
                  <a:cubicBezTo>
                    <a:pt x="215" y="0"/>
                    <a:pt x="1" y="214"/>
                    <a:pt x="1" y="473"/>
                  </a:cubicBezTo>
                  <a:cubicBezTo>
                    <a:pt x="1" y="741"/>
                    <a:pt x="215" y="955"/>
                    <a:pt x="473" y="955"/>
                  </a:cubicBezTo>
                  <a:cubicBezTo>
                    <a:pt x="741" y="955"/>
                    <a:pt x="955" y="741"/>
                    <a:pt x="955" y="473"/>
                  </a:cubicBezTo>
                  <a:cubicBezTo>
                    <a:pt x="955" y="214"/>
                    <a:pt x="741" y="0"/>
                    <a:pt x="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0"/>
            <p:cNvSpPr/>
            <p:nvPr/>
          </p:nvSpPr>
          <p:spPr>
            <a:xfrm>
              <a:off x="1064340" y="1522539"/>
              <a:ext cx="172766" cy="180233"/>
            </a:xfrm>
            <a:custGeom>
              <a:avLst/>
              <a:gdLst/>
              <a:ahLst/>
              <a:cxnLst/>
              <a:rect l="l" t="t" r="r" b="b"/>
              <a:pathLst>
                <a:path w="7450" h="7772" extrusionOk="0">
                  <a:moveTo>
                    <a:pt x="3734" y="1"/>
                  </a:moveTo>
                  <a:cubicBezTo>
                    <a:pt x="3717" y="1"/>
                    <a:pt x="3701" y="1"/>
                    <a:pt x="3684" y="1"/>
                  </a:cubicBezTo>
                  <a:cubicBezTo>
                    <a:pt x="1686" y="28"/>
                    <a:pt x="54" y="1660"/>
                    <a:pt x="27" y="3667"/>
                  </a:cubicBezTo>
                  <a:cubicBezTo>
                    <a:pt x="0" y="5737"/>
                    <a:pt x="1668" y="7432"/>
                    <a:pt x="3738" y="7432"/>
                  </a:cubicBezTo>
                  <a:cubicBezTo>
                    <a:pt x="4166" y="7432"/>
                    <a:pt x="4586" y="7361"/>
                    <a:pt x="4969" y="7218"/>
                  </a:cubicBezTo>
                  <a:lnTo>
                    <a:pt x="6102" y="7771"/>
                  </a:lnTo>
                  <a:lnTo>
                    <a:pt x="6102" y="6585"/>
                  </a:lnTo>
                  <a:cubicBezTo>
                    <a:pt x="6923" y="5898"/>
                    <a:pt x="7449" y="4872"/>
                    <a:pt x="7449" y="3721"/>
                  </a:cubicBezTo>
                  <a:cubicBezTo>
                    <a:pt x="7449" y="1668"/>
                    <a:pt x="5790" y="1"/>
                    <a:pt x="3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0"/>
            <p:cNvSpPr/>
            <p:nvPr/>
          </p:nvSpPr>
          <p:spPr>
            <a:xfrm>
              <a:off x="994605" y="1714119"/>
              <a:ext cx="65813" cy="23399"/>
            </a:xfrm>
            <a:custGeom>
              <a:avLst/>
              <a:gdLst/>
              <a:ahLst/>
              <a:cxnLst/>
              <a:rect l="l" t="t" r="r" b="b"/>
              <a:pathLst>
                <a:path w="2838" h="1009" extrusionOk="0">
                  <a:moveTo>
                    <a:pt x="536" y="1"/>
                  </a:moveTo>
                  <a:cubicBezTo>
                    <a:pt x="242" y="1"/>
                    <a:pt x="1" y="251"/>
                    <a:pt x="36" y="563"/>
                  </a:cubicBezTo>
                  <a:cubicBezTo>
                    <a:pt x="63" y="813"/>
                    <a:pt x="286" y="1009"/>
                    <a:pt x="545" y="1009"/>
                  </a:cubicBezTo>
                  <a:lnTo>
                    <a:pt x="2302" y="1009"/>
                  </a:lnTo>
                  <a:cubicBezTo>
                    <a:pt x="2597" y="1009"/>
                    <a:pt x="2838" y="750"/>
                    <a:pt x="2802" y="447"/>
                  </a:cubicBezTo>
                  <a:cubicBezTo>
                    <a:pt x="2775" y="188"/>
                    <a:pt x="2543" y="1"/>
                    <a:pt x="2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0"/>
            <p:cNvSpPr/>
            <p:nvPr/>
          </p:nvSpPr>
          <p:spPr>
            <a:xfrm>
              <a:off x="1098060" y="1565048"/>
              <a:ext cx="105932" cy="88679"/>
            </a:xfrm>
            <a:custGeom>
              <a:avLst/>
              <a:gdLst/>
              <a:ahLst/>
              <a:cxnLst/>
              <a:rect l="l" t="t" r="r" b="b"/>
              <a:pathLst>
                <a:path w="4568" h="3824" extrusionOk="0">
                  <a:moveTo>
                    <a:pt x="2900" y="1442"/>
                  </a:moveTo>
                  <a:lnTo>
                    <a:pt x="2578" y="2298"/>
                  </a:lnTo>
                  <a:lnTo>
                    <a:pt x="1677" y="2298"/>
                  </a:lnTo>
                  <a:lnTo>
                    <a:pt x="1990" y="1442"/>
                  </a:lnTo>
                  <a:close/>
                  <a:moveTo>
                    <a:pt x="2205" y="0"/>
                  </a:moveTo>
                  <a:cubicBezTo>
                    <a:pt x="2110" y="0"/>
                    <a:pt x="2015" y="58"/>
                    <a:pt x="1981" y="148"/>
                  </a:cubicBezTo>
                  <a:lnTo>
                    <a:pt x="1668" y="1005"/>
                  </a:lnTo>
                  <a:lnTo>
                    <a:pt x="660" y="1005"/>
                  </a:lnTo>
                  <a:cubicBezTo>
                    <a:pt x="651" y="1004"/>
                    <a:pt x="641" y="1003"/>
                    <a:pt x="631" y="1003"/>
                  </a:cubicBezTo>
                  <a:cubicBezTo>
                    <a:pt x="511" y="1003"/>
                    <a:pt x="420" y="1104"/>
                    <a:pt x="420" y="1228"/>
                  </a:cubicBezTo>
                  <a:cubicBezTo>
                    <a:pt x="420" y="1362"/>
                    <a:pt x="660" y="1442"/>
                    <a:pt x="660" y="1442"/>
                  </a:cubicBezTo>
                  <a:lnTo>
                    <a:pt x="1499" y="1442"/>
                  </a:lnTo>
                  <a:lnTo>
                    <a:pt x="1178" y="2298"/>
                  </a:lnTo>
                  <a:lnTo>
                    <a:pt x="259" y="2298"/>
                  </a:lnTo>
                  <a:cubicBezTo>
                    <a:pt x="143" y="2298"/>
                    <a:pt x="27" y="2388"/>
                    <a:pt x="18" y="2504"/>
                  </a:cubicBezTo>
                  <a:cubicBezTo>
                    <a:pt x="0" y="2646"/>
                    <a:pt x="107" y="2771"/>
                    <a:pt x="250" y="2771"/>
                  </a:cubicBezTo>
                  <a:lnTo>
                    <a:pt x="1008" y="2771"/>
                  </a:lnTo>
                  <a:lnTo>
                    <a:pt x="732" y="3512"/>
                  </a:lnTo>
                  <a:cubicBezTo>
                    <a:pt x="664" y="3688"/>
                    <a:pt x="816" y="3824"/>
                    <a:pt x="963" y="3824"/>
                  </a:cubicBezTo>
                  <a:cubicBezTo>
                    <a:pt x="1047" y="3824"/>
                    <a:pt x="1130" y="3779"/>
                    <a:pt x="1169" y="3672"/>
                  </a:cubicBezTo>
                  <a:lnTo>
                    <a:pt x="1508" y="2771"/>
                  </a:lnTo>
                  <a:lnTo>
                    <a:pt x="2400" y="2771"/>
                  </a:lnTo>
                  <a:lnTo>
                    <a:pt x="2123" y="3512"/>
                  </a:lnTo>
                  <a:cubicBezTo>
                    <a:pt x="2055" y="3688"/>
                    <a:pt x="2208" y="3824"/>
                    <a:pt x="2355" y="3824"/>
                  </a:cubicBezTo>
                  <a:cubicBezTo>
                    <a:pt x="2439" y="3824"/>
                    <a:pt x="2522" y="3779"/>
                    <a:pt x="2561" y="3672"/>
                  </a:cubicBezTo>
                  <a:lnTo>
                    <a:pt x="2900" y="2771"/>
                  </a:lnTo>
                  <a:lnTo>
                    <a:pt x="3917" y="2771"/>
                  </a:lnTo>
                  <a:cubicBezTo>
                    <a:pt x="4041" y="2771"/>
                    <a:pt x="4149" y="2682"/>
                    <a:pt x="4157" y="2566"/>
                  </a:cubicBezTo>
                  <a:cubicBezTo>
                    <a:pt x="4175" y="2423"/>
                    <a:pt x="4068" y="2298"/>
                    <a:pt x="3925" y="2298"/>
                  </a:cubicBezTo>
                  <a:lnTo>
                    <a:pt x="3078" y="2298"/>
                  </a:lnTo>
                  <a:lnTo>
                    <a:pt x="3390" y="1442"/>
                  </a:lnTo>
                  <a:lnTo>
                    <a:pt x="4336" y="1442"/>
                  </a:lnTo>
                  <a:cubicBezTo>
                    <a:pt x="4346" y="1443"/>
                    <a:pt x="4355" y="1444"/>
                    <a:pt x="4365" y="1444"/>
                  </a:cubicBezTo>
                  <a:cubicBezTo>
                    <a:pt x="4477" y="1444"/>
                    <a:pt x="4568" y="1351"/>
                    <a:pt x="4568" y="1228"/>
                  </a:cubicBezTo>
                  <a:cubicBezTo>
                    <a:pt x="4568" y="1104"/>
                    <a:pt x="4476" y="1003"/>
                    <a:pt x="4363" y="1003"/>
                  </a:cubicBezTo>
                  <a:cubicBezTo>
                    <a:pt x="4354" y="1003"/>
                    <a:pt x="4345" y="1004"/>
                    <a:pt x="4336" y="1005"/>
                  </a:cubicBezTo>
                  <a:lnTo>
                    <a:pt x="3569" y="1005"/>
                  </a:lnTo>
                  <a:lnTo>
                    <a:pt x="3818" y="318"/>
                  </a:lnTo>
                  <a:cubicBezTo>
                    <a:pt x="3863" y="193"/>
                    <a:pt x="3801" y="59"/>
                    <a:pt x="3676" y="15"/>
                  </a:cubicBezTo>
                  <a:cubicBezTo>
                    <a:pt x="3650" y="5"/>
                    <a:pt x="3623" y="0"/>
                    <a:pt x="3596" y="0"/>
                  </a:cubicBezTo>
                  <a:cubicBezTo>
                    <a:pt x="3502" y="0"/>
                    <a:pt x="3407" y="58"/>
                    <a:pt x="3372" y="148"/>
                  </a:cubicBezTo>
                  <a:lnTo>
                    <a:pt x="3060" y="1005"/>
                  </a:lnTo>
                  <a:lnTo>
                    <a:pt x="2177" y="1005"/>
                  </a:lnTo>
                  <a:lnTo>
                    <a:pt x="2427" y="318"/>
                  </a:lnTo>
                  <a:cubicBezTo>
                    <a:pt x="2471" y="193"/>
                    <a:pt x="2409" y="59"/>
                    <a:pt x="2284" y="15"/>
                  </a:cubicBezTo>
                  <a:cubicBezTo>
                    <a:pt x="2258" y="5"/>
                    <a:pt x="2232" y="0"/>
                    <a:pt x="22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0"/>
            <p:cNvSpPr/>
            <p:nvPr/>
          </p:nvSpPr>
          <p:spPr>
            <a:xfrm>
              <a:off x="1061650" y="1789444"/>
              <a:ext cx="33115" cy="33324"/>
            </a:xfrm>
            <a:custGeom>
              <a:avLst/>
              <a:gdLst/>
              <a:ahLst/>
              <a:cxnLst/>
              <a:rect l="l" t="t" r="r" b="b"/>
              <a:pathLst>
                <a:path w="1428" h="1437" extrusionOk="0">
                  <a:moveTo>
                    <a:pt x="714" y="473"/>
                  </a:moveTo>
                  <a:cubicBezTo>
                    <a:pt x="848" y="473"/>
                    <a:pt x="955" y="589"/>
                    <a:pt x="955" y="723"/>
                  </a:cubicBezTo>
                  <a:cubicBezTo>
                    <a:pt x="955" y="848"/>
                    <a:pt x="848" y="963"/>
                    <a:pt x="714" y="963"/>
                  </a:cubicBezTo>
                  <a:cubicBezTo>
                    <a:pt x="580" y="963"/>
                    <a:pt x="473" y="856"/>
                    <a:pt x="473" y="723"/>
                  </a:cubicBezTo>
                  <a:cubicBezTo>
                    <a:pt x="473" y="589"/>
                    <a:pt x="580" y="473"/>
                    <a:pt x="714" y="473"/>
                  </a:cubicBezTo>
                  <a:close/>
                  <a:moveTo>
                    <a:pt x="714" y="0"/>
                  </a:moveTo>
                  <a:cubicBezTo>
                    <a:pt x="321" y="0"/>
                    <a:pt x="0" y="321"/>
                    <a:pt x="0" y="723"/>
                  </a:cubicBezTo>
                  <a:cubicBezTo>
                    <a:pt x="0" y="1115"/>
                    <a:pt x="321" y="1436"/>
                    <a:pt x="714" y="1436"/>
                  </a:cubicBezTo>
                  <a:cubicBezTo>
                    <a:pt x="1106" y="1436"/>
                    <a:pt x="1427" y="1115"/>
                    <a:pt x="1427" y="723"/>
                  </a:cubicBezTo>
                  <a:cubicBezTo>
                    <a:pt x="1427" y="321"/>
                    <a:pt x="1106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0"/>
            <p:cNvSpPr/>
            <p:nvPr/>
          </p:nvSpPr>
          <p:spPr>
            <a:xfrm>
              <a:off x="1089781" y="1761498"/>
              <a:ext cx="33115" cy="33139"/>
            </a:xfrm>
            <a:custGeom>
              <a:avLst/>
              <a:gdLst/>
              <a:ahLst/>
              <a:cxnLst/>
              <a:rect l="l" t="t" r="r" b="b"/>
              <a:pathLst>
                <a:path w="1428" h="1429" extrusionOk="0">
                  <a:moveTo>
                    <a:pt x="714" y="474"/>
                  </a:moveTo>
                  <a:cubicBezTo>
                    <a:pt x="848" y="474"/>
                    <a:pt x="955" y="581"/>
                    <a:pt x="955" y="714"/>
                  </a:cubicBezTo>
                  <a:cubicBezTo>
                    <a:pt x="955" y="848"/>
                    <a:pt x="848" y="955"/>
                    <a:pt x="714" y="955"/>
                  </a:cubicBezTo>
                  <a:cubicBezTo>
                    <a:pt x="580" y="955"/>
                    <a:pt x="473" y="848"/>
                    <a:pt x="473" y="714"/>
                  </a:cubicBezTo>
                  <a:cubicBezTo>
                    <a:pt x="473" y="581"/>
                    <a:pt x="580" y="474"/>
                    <a:pt x="714" y="474"/>
                  </a:cubicBezTo>
                  <a:close/>
                  <a:moveTo>
                    <a:pt x="714" y="1"/>
                  </a:moveTo>
                  <a:cubicBezTo>
                    <a:pt x="322" y="1"/>
                    <a:pt x="0" y="313"/>
                    <a:pt x="0" y="714"/>
                  </a:cubicBezTo>
                  <a:cubicBezTo>
                    <a:pt x="0" y="1107"/>
                    <a:pt x="322" y="1428"/>
                    <a:pt x="714" y="1428"/>
                  </a:cubicBezTo>
                  <a:cubicBezTo>
                    <a:pt x="1107" y="1428"/>
                    <a:pt x="1428" y="1107"/>
                    <a:pt x="1428" y="714"/>
                  </a:cubicBezTo>
                  <a:cubicBezTo>
                    <a:pt x="1428" y="313"/>
                    <a:pt x="1107" y="1"/>
                    <a:pt x="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0"/>
            <p:cNvSpPr/>
            <p:nvPr/>
          </p:nvSpPr>
          <p:spPr>
            <a:xfrm>
              <a:off x="1089572" y="1816948"/>
              <a:ext cx="33324" cy="33115"/>
            </a:xfrm>
            <a:custGeom>
              <a:avLst/>
              <a:gdLst/>
              <a:ahLst/>
              <a:cxnLst/>
              <a:rect l="l" t="t" r="r" b="b"/>
              <a:pathLst>
                <a:path w="1437" h="1428" extrusionOk="0">
                  <a:moveTo>
                    <a:pt x="723" y="473"/>
                  </a:moveTo>
                  <a:cubicBezTo>
                    <a:pt x="848" y="473"/>
                    <a:pt x="964" y="580"/>
                    <a:pt x="964" y="714"/>
                  </a:cubicBezTo>
                  <a:cubicBezTo>
                    <a:pt x="964" y="848"/>
                    <a:pt x="848" y="955"/>
                    <a:pt x="723" y="955"/>
                  </a:cubicBezTo>
                  <a:cubicBezTo>
                    <a:pt x="589" y="955"/>
                    <a:pt x="473" y="848"/>
                    <a:pt x="473" y="714"/>
                  </a:cubicBezTo>
                  <a:cubicBezTo>
                    <a:pt x="473" y="580"/>
                    <a:pt x="589" y="473"/>
                    <a:pt x="723" y="473"/>
                  </a:cubicBezTo>
                  <a:close/>
                  <a:moveTo>
                    <a:pt x="723" y="1"/>
                  </a:moveTo>
                  <a:cubicBezTo>
                    <a:pt x="322" y="1"/>
                    <a:pt x="0" y="322"/>
                    <a:pt x="0" y="714"/>
                  </a:cubicBezTo>
                  <a:cubicBezTo>
                    <a:pt x="0" y="1107"/>
                    <a:pt x="322" y="1428"/>
                    <a:pt x="723" y="1428"/>
                  </a:cubicBezTo>
                  <a:cubicBezTo>
                    <a:pt x="1116" y="1428"/>
                    <a:pt x="1437" y="1107"/>
                    <a:pt x="1437" y="714"/>
                  </a:cubicBezTo>
                  <a:cubicBezTo>
                    <a:pt x="1437" y="322"/>
                    <a:pt x="1116" y="1"/>
                    <a:pt x="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0"/>
            <p:cNvSpPr/>
            <p:nvPr/>
          </p:nvSpPr>
          <p:spPr>
            <a:xfrm>
              <a:off x="1117702" y="1788817"/>
              <a:ext cx="33347" cy="33115"/>
            </a:xfrm>
            <a:custGeom>
              <a:avLst/>
              <a:gdLst/>
              <a:ahLst/>
              <a:cxnLst/>
              <a:rect l="l" t="t" r="r" b="b"/>
              <a:pathLst>
                <a:path w="1438" h="1428" extrusionOk="0">
                  <a:moveTo>
                    <a:pt x="714" y="473"/>
                  </a:moveTo>
                  <a:cubicBezTo>
                    <a:pt x="848" y="473"/>
                    <a:pt x="964" y="580"/>
                    <a:pt x="964" y="714"/>
                  </a:cubicBezTo>
                  <a:cubicBezTo>
                    <a:pt x="964" y="848"/>
                    <a:pt x="848" y="955"/>
                    <a:pt x="714" y="955"/>
                  </a:cubicBezTo>
                  <a:cubicBezTo>
                    <a:pt x="581" y="955"/>
                    <a:pt x="474" y="848"/>
                    <a:pt x="474" y="714"/>
                  </a:cubicBezTo>
                  <a:cubicBezTo>
                    <a:pt x="474" y="580"/>
                    <a:pt x="581" y="473"/>
                    <a:pt x="714" y="473"/>
                  </a:cubicBezTo>
                  <a:close/>
                  <a:moveTo>
                    <a:pt x="714" y="0"/>
                  </a:moveTo>
                  <a:cubicBezTo>
                    <a:pt x="322" y="0"/>
                    <a:pt x="1" y="321"/>
                    <a:pt x="1" y="714"/>
                  </a:cubicBezTo>
                  <a:cubicBezTo>
                    <a:pt x="1" y="1106"/>
                    <a:pt x="322" y="1428"/>
                    <a:pt x="714" y="1428"/>
                  </a:cubicBezTo>
                  <a:cubicBezTo>
                    <a:pt x="1116" y="1428"/>
                    <a:pt x="1437" y="1106"/>
                    <a:pt x="1437" y="714"/>
                  </a:cubicBezTo>
                  <a:cubicBezTo>
                    <a:pt x="1437" y="321"/>
                    <a:pt x="1116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0"/>
            <p:cNvSpPr/>
            <p:nvPr/>
          </p:nvSpPr>
          <p:spPr>
            <a:xfrm>
              <a:off x="903580" y="1761846"/>
              <a:ext cx="89397" cy="87705"/>
            </a:xfrm>
            <a:custGeom>
              <a:avLst/>
              <a:gdLst/>
              <a:ahLst/>
              <a:cxnLst/>
              <a:rect l="l" t="t" r="r" b="b"/>
              <a:pathLst>
                <a:path w="3855" h="3782" extrusionOk="0">
                  <a:moveTo>
                    <a:pt x="1929" y="479"/>
                  </a:moveTo>
                  <a:cubicBezTo>
                    <a:pt x="2057" y="479"/>
                    <a:pt x="2159" y="583"/>
                    <a:pt x="2159" y="708"/>
                  </a:cubicBezTo>
                  <a:lnTo>
                    <a:pt x="2159" y="1422"/>
                  </a:lnTo>
                  <a:cubicBezTo>
                    <a:pt x="2159" y="1556"/>
                    <a:pt x="2266" y="1654"/>
                    <a:pt x="2400" y="1654"/>
                  </a:cubicBezTo>
                  <a:lnTo>
                    <a:pt x="3105" y="1654"/>
                  </a:lnTo>
                  <a:cubicBezTo>
                    <a:pt x="3257" y="1654"/>
                    <a:pt x="3373" y="1797"/>
                    <a:pt x="3337" y="1948"/>
                  </a:cubicBezTo>
                  <a:cubicBezTo>
                    <a:pt x="3310" y="2055"/>
                    <a:pt x="3212" y="2127"/>
                    <a:pt x="3096" y="2127"/>
                  </a:cubicBezTo>
                  <a:lnTo>
                    <a:pt x="2400" y="2127"/>
                  </a:lnTo>
                  <a:cubicBezTo>
                    <a:pt x="2266" y="2127"/>
                    <a:pt x="2159" y="2234"/>
                    <a:pt x="2159" y="2368"/>
                  </a:cubicBezTo>
                  <a:lnTo>
                    <a:pt x="2159" y="3072"/>
                  </a:lnTo>
                  <a:cubicBezTo>
                    <a:pt x="2159" y="3179"/>
                    <a:pt x="2088" y="3286"/>
                    <a:pt x="1981" y="3304"/>
                  </a:cubicBezTo>
                  <a:cubicBezTo>
                    <a:pt x="1961" y="3309"/>
                    <a:pt x="1942" y="3311"/>
                    <a:pt x="1923" y="3311"/>
                  </a:cubicBezTo>
                  <a:cubicBezTo>
                    <a:pt x="1789" y="3311"/>
                    <a:pt x="1687" y="3205"/>
                    <a:pt x="1687" y="3072"/>
                  </a:cubicBezTo>
                  <a:lnTo>
                    <a:pt x="1687" y="2368"/>
                  </a:lnTo>
                  <a:cubicBezTo>
                    <a:pt x="1687" y="2234"/>
                    <a:pt x="1579" y="2127"/>
                    <a:pt x="1455" y="2127"/>
                  </a:cubicBezTo>
                  <a:lnTo>
                    <a:pt x="750" y="2127"/>
                  </a:lnTo>
                  <a:cubicBezTo>
                    <a:pt x="634" y="2127"/>
                    <a:pt x="536" y="2055"/>
                    <a:pt x="509" y="1948"/>
                  </a:cubicBezTo>
                  <a:cubicBezTo>
                    <a:pt x="482" y="1797"/>
                    <a:pt x="598" y="1654"/>
                    <a:pt x="741" y="1654"/>
                  </a:cubicBezTo>
                  <a:lnTo>
                    <a:pt x="1455" y="1654"/>
                  </a:lnTo>
                  <a:cubicBezTo>
                    <a:pt x="1579" y="1654"/>
                    <a:pt x="1687" y="1556"/>
                    <a:pt x="1687" y="1422"/>
                  </a:cubicBezTo>
                  <a:lnTo>
                    <a:pt x="1687" y="717"/>
                  </a:lnTo>
                  <a:cubicBezTo>
                    <a:pt x="1687" y="610"/>
                    <a:pt x="1758" y="503"/>
                    <a:pt x="1874" y="485"/>
                  </a:cubicBezTo>
                  <a:cubicBezTo>
                    <a:pt x="1893" y="481"/>
                    <a:pt x="1911" y="479"/>
                    <a:pt x="1929" y="479"/>
                  </a:cubicBezTo>
                  <a:close/>
                  <a:moveTo>
                    <a:pt x="1918" y="1"/>
                  </a:moveTo>
                  <a:cubicBezTo>
                    <a:pt x="1898" y="1"/>
                    <a:pt x="1877" y="2"/>
                    <a:pt x="1856" y="4"/>
                  </a:cubicBezTo>
                  <a:cubicBezTo>
                    <a:pt x="1490" y="39"/>
                    <a:pt x="1214" y="360"/>
                    <a:pt x="1214" y="726"/>
                  </a:cubicBezTo>
                  <a:lnTo>
                    <a:pt x="1214" y="1181"/>
                  </a:lnTo>
                  <a:lnTo>
                    <a:pt x="759" y="1181"/>
                  </a:lnTo>
                  <a:cubicBezTo>
                    <a:pt x="393" y="1181"/>
                    <a:pt x="72" y="1458"/>
                    <a:pt x="36" y="1823"/>
                  </a:cubicBezTo>
                  <a:cubicBezTo>
                    <a:pt x="0" y="2252"/>
                    <a:pt x="331" y="2600"/>
                    <a:pt x="741" y="2600"/>
                  </a:cubicBezTo>
                  <a:lnTo>
                    <a:pt x="1214" y="2600"/>
                  </a:lnTo>
                  <a:lnTo>
                    <a:pt x="1214" y="3055"/>
                  </a:lnTo>
                  <a:cubicBezTo>
                    <a:pt x="1214" y="3429"/>
                    <a:pt x="1490" y="3750"/>
                    <a:pt x="1856" y="3777"/>
                  </a:cubicBezTo>
                  <a:cubicBezTo>
                    <a:pt x="1882" y="3780"/>
                    <a:pt x="1907" y="3781"/>
                    <a:pt x="1932" y="3781"/>
                  </a:cubicBezTo>
                  <a:cubicBezTo>
                    <a:pt x="2317" y="3781"/>
                    <a:pt x="2632" y="3466"/>
                    <a:pt x="2632" y="3072"/>
                  </a:cubicBezTo>
                  <a:lnTo>
                    <a:pt x="2632" y="2600"/>
                  </a:lnTo>
                  <a:lnTo>
                    <a:pt x="3087" y="2600"/>
                  </a:lnTo>
                  <a:cubicBezTo>
                    <a:pt x="3462" y="2600"/>
                    <a:pt x="3783" y="2323"/>
                    <a:pt x="3810" y="1957"/>
                  </a:cubicBezTo>
                  <a:cubicBezTo>
                    <a:pt x="3854" y="1538"/>
                    <a:pt x="3515" y="1181"/>
                    <a:pt x="3105" y="1181"/>
                  </a:cubicBezTo>
                  <a:lnTo>
                    <a:pt x="2632" y="1181"/>
                  </a:lnTo>
                  <a:lnTo>
                    <a:pt x="2632" y="708"/>
                  </a:lnTo>
                  <a:cubicBezTo>
                    <a:pt x="2632" y="318"/>
                    <a:pt x="2310" y="1"/>
                    <a:pt x="1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0"/>
            <p:cNvSpPr/>
            <p:nvPr/>
          </p:nvSpPr>
          <p:spPr>
            <a:xfrm>
              <a:off x="1009517" y="1853567"/>
              <a:ext cx="35805" cy="10992"/>
            </a:xfrm>
            <a:custGeom>
              <a:avLst/>
              <a:gdLst/>
              <a:ahLst/>
              <a:cxnLst/>
              <a:rect l="l" t="t" r="r" b="b"/>
              <a:pathLst>
                <a:path w="1544" h="474" extrusionOk="0">
                  <a:moveTo>
                    <a:pt x="268" y="1"/>
                  </a:moveTo>
                  <a:cubicBezTo>
                    <a:pt x="143" y="1"/>
                    <a:pt x="36" y="90"/>
                    <a:pt x="18" y="206"/>
                  </a:cubicBezTo>
                  <a:cubicBezTo>
                    <a:pt x="0" y="348"/>
                    <a:pt x="116" y="473"/>
                    <a:pt x="259" y="473"/>
                  </a:cubicBezTo>
                  <a:lnTo>
                    <a:pt x="1285" y="473"/>
                  </a:lnTo>
                  <a:cubicBezTo>
                    <a:pt x="1410" y="473"/>
                    <a:pt x="1517" y="384"/>
                    <a:pt x="1526" y="268"/>
                  </a:cubicBezTo>
                  <a:cubicBezTo>
                    <a:pt x="1543" y="125"/>
                    <a:pt x="1436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0"/>
            <p:cNvSpPr/>
            <p:nvPr/>
          </p:nvSpPr>
          <p:spPr>
            <a:xfrm>
              <a:off x="1009517" y="1831025"/>
              <a:ext cx="35805" cy="10969"/>
            </a:xfrm>
            <a:custGeom>
              <a:avLst/>
              <a:gdLst/>
              <a:ahLst/>
              <a:cxnLst/>
              <a:rect l="l" t="t" r="r" b="b"/>
              <a:pathLst>
                <a:path w="1544" h="473" extrusionOk="0">
                  <a:moveTo>
                    <a:pt x="268" y="0"/>
                  </a:moveTo>
                  <a:cubicBezTo>
                    <a:pt x="143" y="0"/>
                    <a:pt x="36" y="80"/>
                    <a:pt x="18" y="205"/>
                  </a:cubicBezTo>
                  <a:cubicBezTo>
                    <a:pt x="0" y="348"/>
                    <a:pt x="116" y="473"/>
                    <a:pt x="259" y="473"/>
                  </a:cubicBezTo>
                  <a:lnTo>
                    <a:pt x="1285" y="473"/>
                  </a:lnTo>
                  <a:cubicBezTo>
                    <a:pt x="1410" y="473"/>
                    <a:pt x="1517" y="384"/>
                    <a:pt x="1526" y="268"/>
                  </a:cubicBezTo>
                  <a:cubicBezTo>
                    <a:pt x="1543" y="116"/>
                    <a:pt x="1436" y="0"/>
                    <a:pt x="1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0"/>
            <p:cNvSpPr/>
            <p:nvPr/>
          </p:nvSpPr>
          <p:spPr>
            <a:xfrm>
              <a:off x="868608" y="1517576"/>
              <a:ext cx="376351" cy="373243"/>
            </a:xfrm>
            <a:custGeom>
              <a:avLst/>
              <a:gdLst/>
              <a:ahLst/>
              <a:cxnLst/>
              <a:rect l="l" t="t" r="r" b="b"/>
              <a:pathLst>
                <a:path w="16229" h="16095" extrusionOk="0">
                  <a:moveTo>
                    <a:pt x="7735" y="8726"/>
                  </a:moveTo>
                  <a:cubicBezTo>
                    <a:pt x="7896" y="8726"/>
                    <a:pt x="8021" y="8868"/>
                    <a:pt x="7994" y="9029"/>
                  </a:cubicBezTo>
                  <a:cubicBezTo>
                    <a:pt x="7976" y="9163"/>
                    <a:pt x="7860" y="9261"/>
                    <a:pt x="7726" y="9261"/>
                  </a:cubicBezTo>
                  <a:lnTo>
                    <a:pt x="5978" y="9261"/>
                  </a:lnTo>
                  <a:cubicBezTo>
                    <a:pt x="5844" y="9261"/>
                    <a:pt x="5719" y="9163"/>
                    <a:pt x="5701" y="9029"/>
                  </a:cubicBezTo>
                  <a:cubicBezTo>
                    <a:pt x="5683" y="8868"/>
                    <a:pt x="5808" y="8726"/>
                    <a:pt x="5969" y="8726"/>
                  </a:cubicBezTo>
                  <a:close/>
                  <a:moveTo>
                    <a:pt x="12196" y="1"/>
                  </a:moveTo>
                  <a:cubicBezTo>
                    <a:pt x="10019" y="1"/>
                    <a:pt x="8253" y="1758"/>
                    <a:pt x="8253" y="3935"/>
                  </a:cubicBezTo>
                  <a:cubicBezTo>
                    <a:pt x="8253" y="4006"/>
                    <a:pt x="8253" y="4078"/>
                    <a:pt x="8262" y="4158"/>
                  </a:cubicBezTo>
                  <a:lnTo>
                    <a:pt x="4087" y="4158"/>
                  </a:lnTo>
                  <a:cubicBezTo>
                    <a:pt x="4033" y="4158"/>
                    <a:pt x="3980" y="4176"/>
                    <a:pt x="3944" y="4212"/>
                  </a:cubicBezTo>
                  <a:cubicBezTo>
                    <a:pt x="2481" y="5541"/>
                    <a:pt x="3418" y="7209"/>
                    <a:pt x="4738" y="7209"/>
                  </a:cubicBezTo>
                  <a:lnTo>
                    <a:pt x="6531" y="7209"/>
                  </a:lnTo>
                  <a:cubicBezTo>
                    <a:pt x="6585" y="7209"/>
                    <a:pt x="6629" y="7254"/>
                    <a:pt x="6629" y="7307"/>
                  </a:cubicBezTo>
                  <a:lnTo>
                    <a:pt x="6629" y="8253"/>
                  </a:lnTo>
                  <a:lnTo>
                    <a:pt x="5978" y="8253"/>
                  </a:lnTo>
                  <a:cubicBezTo>
                    <a:pt x="5648" y="8253"/>
                    <a:pt x="5362" y="8458"/>
                    <a:pt x="5264" y="8752"/>
                  </a:cubicBezTo>
                  <a:lnTo>
                    <a:pt x="3694" y="8752"/>
                  </a:lnTo>
                  <a:cubicBezTo>
                    <a:pt x="1660" y="8752"/>
                    <a:pt x="1" y="10412"/>
                    <a:pt x="1" y="12446"/>
                  </a:cubicBezTo>
                  <a:cubicBezTo>
                    <a:pt x="1" y="12954"/>
                    <a:pt x="108" y="13445"/>
                    <a:pt x="304" y="13900"/>
                  </a:cubicBezTo>
                  <a:cubicBezTo>
                    <a:pt x="345" y="13997"/>
                    <a:pt x="425" y="14038"/>
                    <a:pt x="507" y="14038"/>
                  </a:cubicBezTo>
                  <a:cubicBezTo>
                    <a:pt x="658" y="14038"/>
                    <a:pt x="813" y="13898"/>
                    <a:pt x="732" y="13712"/>
                  </a:cubicBezTo>
                  <a:cubicBezTo>
                    <a:pt x="545" y="13275"/>
                    <a:pt x="465" y="12811"/>
                    <a:pt x="474" y="12330"/>
                  </a:cubicBezTo>
                  <a:cubicBezTo>
                    <a:pt x="536" y="10599"/>
                    <a:pt x="1981" y="9225"/>
                    <a:pt x="3721" y="9225"/>
                  </a:cubicBezTo>
                  <a:lnTo>
                    <a:pt x="5291" y="9225"/>
                  </a:lnTo>
                  <a:cubicBezTo>
                    <a:pt x="5389" y="9520"/>
                    <a:pt x="5657" y="9734"/>
                    <a:pt x="5987" y="9734"/>
                  </a:cubicBezTo>
                  <a:lnTo>
                    <a:pt x="7717" y="9734"/>
                  </a:lnTo>
                  <a:cubicBezTo>
                    <a:pt x="8039" y="9734"/>
                    <a:pt x="8315" y="9520"/>
                    <a:pt x="8413" y="9225"/>
                  </a:cubicBezTo>
                  <a:lnTo>
                    <a:pt x="9975" y="9225"/>
                  </a:lnTo>
                  <a:cubicBezTo>
                    <a:pt x="11750" y="9225"/>
                    <a:pt x="13213" y="10653"/>
                    <a:pt x="13222" y="12428"/>
                  </a:cubicBezTo>
                  <a:cubicBezTo>
                    <a:pt x="13240" y="14203"/>
                    <a:pt x="11785" y="15657"/>
                    <a:pt x="10010" y="15657"/>
                  </a:cubicBezTo>
                  <a:lnTo>
                    <a:pt x="3694" y="15657"/>
                  </a:lnTo>
                  <a:cubicBezTo>
                    <a:pt x="3694" y="15657"/>
                    <a:pt x="2053" y="15318"/>
                    <a:pt x="1446" y="14729"/>
                  </a:cubicBezTo>
                  <a:cubicBezTo>
                    <a:pt x="1398" y="14681"/>
                    <a:pt x="1344" y="14661"/>
                    <a:pt x="1292" y="14661"/>
                  </a:cubicBezTo>
                  <a:cubicBezTo>
                    <a:pt x="1111" y="14661"/>
                    <a:pt x="950" y="14902"/>
                    <a:pt x="1116" y="15068"/>
                  </a:cubicBezTo>
                  <a:cubicBezTo>
                    <a:pt x="1812" y="15746"/>
                    <a:pt x="3694" y="16094"/>
                    <a:pt x="3694" y="16094"/>
                  </a:cubicBezTo>
                  <a:lnTo>
                    <a:pt x="9966" y="16094"/>
                  </a:lnTo>
                  <a:cubicBezTo>
                    <a:pt x="12009" y="16094"/>
                    <a:pt x="13686" y="14462"/>
                    <a:pt x="13695" y="12428"/>
                  </a:cubicBezTo>
                  <a:cubicBezTo>
                    <a:pt x="13712" y="10385"/>
                    <a:pt x="12053" y="8726"/>
                    <a:pt x="10010" y="8726"/>
                  </a:cubicBezTo>
                  <a:lnTo>
                    <a:pt x="8413" y="8726"/>
                  </a:lnTo>
                  <a:cubicBezTo>
                    <a:pt x="8315" y="8449"/>
                    <a:pt x="8056" y="8253"/>
                    <a:pt x="7753" y="8253"/>
                  </a:cubicBezTo>
                  <a:lnTo>
                    <a:pt x="7075" y="8253"/>
                  </a:lnTo>
                  <a:lnTo>
                    <a:pt x="7075" y="7949"/>
                  </a:lnTo>
                  <a:cubicBezTo>
                    <a:pt x="7075" y="7298"/>
                    <a:pt x="6540" y="6772"/>
                    <a:pt x="5889" y="6772"/>
                  </a:cubicBezTo>
                  <a:lnTo>
                    <a:pt x="4747" y="6772"/>
                  </a:lnTo>
                  <a:cubicBezTo>
                    <a:pt x="4256" y="6772"/>
                    <a:pt x="3774" y="6379"/>
                    <a:pt x="3685" y="5907"/>
                  </a:cubicBezTo>
                  <a:cubicBezTo>
                    <a:pt x="3560" y="5220"/>
                    <a:pt x="4069" y="4631"/>
                    <a:pt x="4729" y="4631"/>
                  </a:cubicBezTo>
                  <a:lnTo>
                    <a:pt x="8306" y="4631"/>
                  </a:lnTo>
                  <a:cubicBezTo>
                    <a:pt x="8636" y="6486"/>
                    <a:pt x="10251" y="7905"/>
                    <a:pt x="12196" y="7905"/>
                  </a:cubicBezTo>
                  <a:cubicBezTo>
                    <a:pt x="12606" y="7905"/>
                    <a:pt x="13017" y="7842"/>
                    <a:pt x="13409" y="7717"/>
                  </a:cubicBezTo>
                  <a:lnTo>
                    <a:pt x="14453" y="8226"/>
                  </a:lnTo>
                  <a:cubicBezTo>
                    <a:pt x="14486" y="8244"/>
                    <a:pt x="14522" y="8252"/>
                    <a:pt x="14556" y="8252"/>
                  </a:cubicBezTo>
                  <a:cubicBezTo>
                    <a:pt x="14678" y="8252"/>
                    <a:pt x="14792" y="8151"/>
                    <a:pt x="14792" y="8012"/>
                  </a:cubicBezTo>
                  <a:lnTo>
                    <a:pt x="14792" y="6924"/>
                  </a:lnTo>
                  <a:cubicBezTo>
                    <a:pt x="15399" y="6388"/>
                    <a:pt x="15836" y="5648"/>
                    <a:pt x="16032" y="4836"/>
                  </a:cubicBezTo>
                  <a:cubicBezTo>
                    <a:pt x="16228" y="3989"/>
                    <a:pt x="16148" y="3088"/>
                    <a:pt x="15809" y="2302"/>
                  </a:cubicBezTo>
                  <a:cubicBezTo>
                    <a:pt x="15766" y="2208"/>
                    <a:pt x="15688" y="2169"/>
                    <a:pt x="15607" y="2169"/>
                  </a:cubicBezTo>
                  <a:cubicBezTo>
                    <a:pt x="15451" y="2169"/>
                    <a:pt x="15289" y="2316"/>
                    <a:pt x="15372" y="2499"/>
                  </a:cubicBezTo>
                  <a:cubicBezTo>
                    <a:pt x="15675" y="3186"/>
                    <a:pt x="15746" y="3980"/>
                    <a:pt x="15568" y="4729"/>
                  </a:cubicBezTo>
                  <a:cubicBezTo>
                    <a:pt x="15399" y="5478"/>
                    <a:pt x="14979" y="6156"/>
                    <a:pt x="14408" y="6629"/>
                  </a:cubicBezTo>
                  <a:cubicBezTo>
                    <a:pt x="14355" y="6674"/>
                    <a:pt x="14319" y="6745"/>
                    <a:pt x="14319" y="6816"/>
                  </a:cubicBezTo>
                  <a:lnTo>
                    <a:pt x="14319" y="7593"/>
                  </a:lnTo>
                  <a:lnTo>
                    <a:pt x="13525" y="7209"/>
                  </a:lnTo>
                  <a:cubicBezTo>
                    <a:pt x="13496" y="7194"/>
                    <a:pt x="13463" y="7188"/>
                    <a:pt x="13430" y="7188"/>
                  </a:cubicBezTo>
                  <a:cubicBezTo>
                    <a:pt x="13403" y="7188"/>
                    <a:pt x="13375" y="7192"/>
                    <a:pt x="13347" y="7200"/>
                  </a:cubicBezTo>
                  <a:cubicBezTo>
                    <a:pt x="12981" y="7325"/>
                    <a:pt x="12588" y="7396"/>
                    <a:pt x="12196" y="7396"/>
                  </a:cubicBezTo>
                  <a:cubicBezTo>
                    <a:pt x="9466" y="7396"/>
                    <a:pt x="7459" y="4229"/>
                    <a:pt x="9671" y="1384"/>
                  </a:cubicBezTo>
                  <a:cubicBezTo>
                    <a:pt x="9698" y="1348"/>
                    <a:pt x="9734" y="1312"/>
                    <a:pt x="9769" y="1285"/>
                  </a:cubicBezTo>
                  <a:cubicBezTo>
                    <a:pt x="10566" y="727"/>
                    <a:pt x="11405" y="467"/>
                    <a:pt x="12199" y="467"/>
                  </a:cubicBezTo>
                  <a:cubicBezTo>
                    <a:pt x="13165" y="467"/>
                    <a:pt x="14063" y="852"/>
                    <a:pt x="14729" y="1553"/>
                  </a:cubicBezTo>
                  <a:cubicBezTo>
                    <a:pt x="14778" y="1606"/>
                    <a:pt x="14835" y="1629"/>
                    <a:pt x="14891" y="1629"/>
                  </a:cubicBezTo>
                  <a:cubicBezTo>
                    <a:pt x="15069" y="1629"/>
                    <a:pt x="15231" y="1402"/>
                    <a:pt x="15068" y="1232"/>
                  </a:cubicBezTo>
                  <a:cubicBezTo>
                    <a:pt x="14319" y="438"/>
                    <a:pt x="13293" y="1"/>
                    <a:pt x="12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6" name="Google Shape;4236;p70"/>
          <p:cNvGrpSpPr/>
          <p:nvPr/>
        </p:nvGrpSpPr>
        <p:grpSpPr>
          <a:xfrm>
            <a:off x="2528957" y="1649800"/>
            <a:ext cx="357257" cy="357146"/>
            <a:chOff x="2335646" y="1517367"/>
            <a:chExt cx="373660" cy="373545"/>
          </a:xfrm>
        </p:grpSpPr>
        <p:sp>
          <p:nvSpPr>
            <p:cNvPr id="4237" name="Google Shape;4237;p70"/>
            <p:cNvSpPr/>
            <p:nvPr/>
          </p:nvSpPr>
          <p:spPr>
            <a:xfrm>
              <a:off x="2404129" y="1539723"/>
              <a:ext cx="228839" cy="346134"/>
            </a:xfrm>
            <a:custGeom>
              <a:avLst/>
              <a:gdLst/>
              <a:ahLst/>
              <a:cxnLst/>
              <a:rect l="l" t="t" r="r" b="b"/>
              <a:pathLst>
                <a:path w="9868" h="14926" extrusionOk="0">
                  <a:moveTo>
                    <a:pt x="4934" y="0"/>
                  </a:moveTo>
                  <a:cubicBezTo>
                    <a:pt x="2204" y="0"/>
                    <a:pt x="1" y="2204"/>
                    <a:pt x="1" y="4925"/>
                  </a:cubicBezTo>
                  <a:cubicBezTo>
                    <a:pt x="1" y="8529"/>
                    <a:pt x="3096" y="14925"/>
                    <a:pt x="4934" y="14925"/>
                  </a:cubicBezTo>
                  <a:cubicBezTo>
                    <a:pt x="6674" y="14925"/>
                    <a:pt x="9867" y="8859"/>
                    <a:pt x="9867" y="4925"/>
                  </a:cubicBezTo>
                  <a:cubicBezTo>
                    <a:pt x="9867" y="2204"/>
                    <a:pt x="7664" y="0"/>
                    <a:pt x="49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0"/>
            <p:cNvSpPr/>
            <p:nvPr/>
          </p:nvSpPr>
          <p:spPr>
            <a:xfrm>
              <a:off x="2455242" y="1594129"/>
              <a:ext cx="126617" cy="126223"/>
            </a:xfrm>
            <a:custGeom>
              <a:avLst/>
              <a:gdLst/>
              <a:ahLst/>
              <a:cxnLst/>
              <a:rect l="l" t="t" r="r" b="b"/>
              <a:pathLst>
                <a:path w="5460" h="5443" extrusionOk="0">
                  <a:moveTo>
                    <a:pt x="2730" y="1"/>
                  </a:moveTo>
                  <a:cubicBezTo>
                    <a:pt x="1222" y="1"/>
                    <a:pt x="0" y="1223"/>
                    <a:pt x="0" y="2722"/>
                  </a:cubicBezTo>
                  <a:cubicBezTo>
                    <a:pt x="0" y="4229"/>
                    <a:pt x="1222" y="5442"/>
                    <a:pt x="2730" y="5442"/>
                  </a:cubicBezTo>
                  <a:cubicBezTo>
                    <a:pt x="4238" y="5442"/>
                    <a:pt x="5460" y="4229"/>
                    <a:pt x="5460" y="2722"/>
                  </a:cubicBezTo>
                  <a:cubicBezTo>
                    <a:pt x="5460" y="1223"/>
                    <a:pt x="4238" y="1"/>
                    <a:pt x="2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0"/>
            <p:cNvSpPr/>
            <p:nvPr/>
          </p:nvSpPr>
          <p:spPr>
            <a:xfrm>
              <a:off x="2339797" y="1522539"/>
              <a:ext cx="109666" cy="114025"/>
            </a:xfrm>
            <a:custGeom>
              <a:avLst/>
              <a:gdLst/>
              <a:ahLst/>
              <a:cxnLst/>
              <a:rect l="l" t="t" r="r" b="b"/>
              <a:pathLst>
                <a:path w="4729" h="4917" extrusionOk="0">
                  <a:moveTo>
                    <a:pt x="2378" y="0"/>
                  </a:moveTo>
                  <a:cubicBezTo>
                    <a:pt x="2361" y="0"/>
                    <a:pt x="2345" y="1"/>
                    <a:pt x="2329" y="1"/>
                  </a:cubicBezTo>
                  <a:cubicBezTo>
                    <a:pt x="1080" y="37"/>
                    <a:pt x="63" y="1054"/>
                    <a:pt x="36" y="2294"/>
                  </a:cubicBezTo>
                  <a:cubicBezTo>
                    <a:pt x="0" y="3614"/>
                    <a:pt x="1071" y="4702"/>
                    <a:pt x="2382" y="4702"/>
                  </a:cubicBezTo>
                  <a:cubicBezTo>
                    <a:pt x="2650" y="4702"/>
                    <a:pt x="2918" y="4649"/>
                    <a:pt x="3158" y="4568"/>
                  </a:cubicBezTo>
                  <a:lnTo>
                    <a:pt x="3872" y="4916"/>
                  </a:lnTo>
                  <a:lnTo>
                    <a:pt x="3872" y="4167"/>
                  </a:lnTo>
                  <a:cubicBezTo>
                    <a:pt x="4398" y="3730"/>
                    <a:pt x="4728" y="3079"/>
                    <a:pt x="4728" y="2347"/>
                  </a:cubicBezTo>
                  <a:cubicBezTo>
                    <a:pt x="4728" y="1052"/>
                    <a:pt x="3676" y="0"/>
                    <a:pt x="2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0"/>
            <p:cNvSpPr/>
            <p:nvPr/>
          </p:nvSpPr>
          <p:spPr>
            <a:xfrm>
              <a:off x="2385715" y="1552919"/>
              <a:ext cx="36640" cy="25926"/>
            </a:xfrm>
            <a:custGeom>
              <a:avLst/>
              <a:gdLst/>
              <a:ahLst/>
              <a:cxnLst/>
              <a:rect l="l" t="t" r="r" b="b"/>
              <a:pathLst>
                <a:path w="1580" h="1118" extrusionOk="0">
                  <a:moveTo>
                    <a:pt x="781" y="1"/>
                  </a:moveTo>
                  <a:cubicBezTo>
                    <a:pt x="765" y="1"/>
                    <a:pt x="749" y="1"/>
                    <a:pt x="732" y="2"/>
                  </a:cubicBezTo>
                  <a:cubicBezTo>
                    <a:pt x="331" y="38"/>
                    <a:pt x="1" y="404"/>
                    <a:pt x="1" y="805"/>
                  </a:cubicBezTo>
                  <a:lnTo>
                    <a:pt x="1" y="1117"/>
                  </a:lnTo>
                  <a:lnTo>
                    <a:pt x="1580" y="1117"/>
                  </a:lnTo>
                  <a:lnTo>
                    <a:pt x="1580" y="787"/>
                  </a:lnTo>
                  <a:cubicBezTo>
                    <a:pt x="1580" y="348"/>
                    <a:pt x="1223" y="1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0"/>
            <p:cNvSpPr/>
            <p:nvPr/>
          </p:nvSpPr>
          <p:spPr>
            <a:xfrm>
              <a:off x="2367510" y="1567599"/>
              <a:ext cx="36640" cy="25926"/>
            </a:xfrm>
            <a:custGeom>
              <a:avLst/>
              <a:gdLst/>
              <a:ahLst/>
              <a:cxnLst/>
              <a:rect l="l" t="t" r="r" b="b"/>
              <a:pathLst>
                <a:path w="1580" h="1118" extrusionOk="0">
                  <a:moveTo>
                    <a:pt x="794" y="0"/>
                  </a:moveTo>
                  <a:cubicBezTo>
                    <a:pt x="773" y="0"/>
                    <a:pt x="753" y="1"/>
                    <a:pt x="732" y="3"/>
                  </a:cubicBezTo>
                  <a:cubicBezTo>
                    <a:pt x="331" y="29"/>
                    <a:pt x="1" y="404"/>
                    <a:pt x="1" y="806"/>
                  </a:cubicBezTo>
                  <a:lnTo>
                    <a:pt x="1" y="1118"/>
                  </a:lnTo>
                  <a:lnTo>
                    <a:pt x="1580" y="1118"/>
                  </a:lnTo>
                  <a:lnTo>
                    <a:pt x="1580" y="788"/>
                  </a:lnTo>
                  <a:cubicBezTo>
                    <a:pt x="1580" y="353"/>
                    <a:pt x="1222" y="0"/>
                    <a:pt x="7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0"/>
            <p:cNvSpPr/>
            <p:nvPr/>
          </p:nvSpPr>
          <p:spPr>
            <a:xfrm>
              <a:off x="2594689" y="1679773"/>
              <a:ext cx="109666" cy="113817"/>
            </a:xfrm>
            <a:custGeom>
              <a:avLst/>
              <a:gdLst/>
              <a:ahLst/>
              <a:cxnLst/>
              <a:rect l="l" t="t" r="r" b="b"/>
              <a:pathLst>
                <a:path w="4729" h="4908" extrusionOk="0">
                  <a:moveTo>
                    <a:pt x="2344" y="0"/>
                  </a:moveTo>
                  <a:cubicBezTo>
                    <a:pt x="1045" y="0"/>
                    <a:pt x="0" y="1057"/>
                    <a:pt x="0" y="2347"/>
                  </a:cubicBezTo>
                  <a:cubicBezTo>
                    <a:pt x="0" y="3079"/>
                    <a:pt x="330" y="3730"/>
                    <a:pt x="856" y="4158"/>
                  </a:cubicBezTo>
                  <a:lnTo>
                    <a:pt x="856" y="4907"/>
                  </a:lnTo>
                  <a:lnTo>
                    <a:pt x="1570" y="4560"/>
                  </a:lnTo>
                  <a:cubicBezTo>
                    <a:pt x="1811" y="4649"/>
                    <a:pt x="2079" y="4693"/>
                    <a:pt x="2346" y="4693"/>
                  </a:cubicBezTo>
                  <a:cubicBezTo>
                    <a:pt x="3667" y="4693"/>
                    <a:pt x="4728" y="3614"/>
                    <a:pt x="4693" y="2294"/>
                  </a:cubicBezTo>
                  <a:cubicBezTo>
                    <a:pt x="4666" y="1045"/>
                    <a:pt x="3649" y="28"/>
                    <a:pt x="2409" y="1"/>
                  </a:cubicBezTo>
                  <a:cubicBezTo>
                    <a:pt x="2387" y="0"/>
                    <a:pt x="2366" y="0"/>
                    <a:pt x="23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0"/>
            <p:cNvSpPr/>
            <p:nvPr/>
          </p:nvSpPr>
          <p:spPr>
            <a:xfrm>
              <a:off x="2628617" y="1713447"/>
              <a:ext cx="41603" cy="35040"/>
            </a:xfrm>
            <a:custGeom>
              <a:avLst/>
              <a:gdLst/>
              <a:ahLst/>
              <a:cxnLst/>
              <a:rect l="l" t="t" r="r" b="b"/>
              <a:pathLst>
                <a:path w="1794" h="1511" extrusionOk="0">
                  <a:moveTo>
                    <a:pt x="893" y="1"/>
                  </a:moveTo>
                  <a:cubicBezTo>
                    <a:pt x="805" y="1"/>
                    <a:pt x="718" y="43"/>
                    <a:pt x="669" y="128"/>
                  </a:cubicBezTo>
                  <a:lnTo>
                    <a:pt x="98" y="1109"/>
                  </a:lnTo>
                  <a:cubicBezTo>
                    <a:pt x="0" y="1288"/>
                    <a:pt x="125" y="1511"/>
                    <a:pt x="330" y="1511"/>
                  </a:cubicBezTo>
                  <a:lnTo>
                    <a:pt x="1463" y="1511"/>
                  </a:lnTo>
                  <a:cubicBezTo>
                    <a:pt x="1659" y="1511"/>
                    <a:pt x="1793" y="1288"/>
                    <a:pt x="1686" y="1109"/>
                  </a:cubicBezTo>
                  <a:lnTo>
                    <a:pt x="1124" y="128"/>
                  </a:lnTo>
                  <a:cubicBezTo>
                    <a:pt x="1071" y="43"/>
                    <a:pt x="981" y="1"/>
                    <a:pt x="8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0"/>
            <p:cNvSpPr/>
            <p:nvPr/>
          </p:nvSpPr>
          <p:spPr>
            <a:xfrm>
              <a:off x="2368345" y="1745566"/>
              <a:ext cx="109666" cy="114025"/>
            </a:xfrm>
            <a:custGeom>
              <a:avLst/>
              <a:gdLst/>
              <a:ahLst/>
              <a:cxnLst/>
              <a:rect l="l" t="t" r="r" b="b"/>
              <a:pathLst>
                <a:path w="4729" h="4917" extrusionOk="0">
                  <a:moveTo>
                    <a:pt x="2369" y="0"/>
                  </a:moveTo>
                  <a:cubicBezTo>
                    <a:pt x="2353" y="0"/>
                    <a:pt x="2336" y="0"/>
                    <a:pt x="2320" y="1"/>
                  </a:cubicBezTo>
                  <a:cubicBezTo>
                    <a:pt x="1080" y="28"/>
                    <a:pt x="63" y="1045"/>
                    <a:pt x="36" y="2293"/>
                  </a:cubicBezTo>
                  <a:cubicBezTo>
                    <a:pt x="0" y="3614"/>
                    <a:pt x="1062" y="4693"/>
                    <a:pt x="2382" y="4693"/>
                  </a:cubicBezTo>
                  <a:cubicBezTo>
                    <a:pt x="2650" y="4693"/>
                    <a:pt x="2909" y="4649"/>
                    <a:pt x="3158" y="4568"/>
                  </a:cubicBezTo>
                  <a:lnTo>
                    <a:pt x="3872" y="4916"/>
                  </a:lnTo>
                  <a:lnTo>
                    <a:pt x="3872" y="4158"/>
                  </a:lnTo>
                  <a:cubicBezTo>
                    <a:pt x="4399" y="3730"/>
                    <a:pt x="4729" y="3079"/>
                    <a:pt x="4729" y="2347"/>
                  </a:cubicBezTo>
                  <a:cubicBezTo>
                    <a:pt x="4729" y="1052"/>
                    <a:pt x="3676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0"/>
            <p:cNvSpPr/>
            <p:nvPr/>
          </p:nvSpPr>
          <p:spPr>
            <a:xfrm>
              <a:off x="2396684" y="1784875"/>
              <a:ext cx="54218" cy="21335"/>
            </a:xfrm>
            <a:custGeom>
              <a:avLst/>
              <a:gdLst/>
              <a:ahLst/>
              <a:cxnLst/>
              <a:rect l="l" t="t" r="r" b="b"/>
              <a:pathLst>
                <a:path w="2338" h="920" extrusionOk="0">
                  <a:moveTo>
                    <a:pt x="1" y="1"/>
                  </a:moveTo>
                  <a:lnTo>
                    <a:pt x="1" y="920"/>
                  </a:lnTo>
                  <a:lnTo>
                    <a:pt x="2338" y="920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0"/>
            <p:cNvSpPr/>
            <p:nvPr/>
          </p:nvSpPr>
          <p:spPr>
            <a:xfrm>
              <a:off x="2449861" y="1588749"/>
              <a:ext cx="137378" cy="137192"/>
            </a:xfrm>
            <a:custGeom>
              <a:avLst/>
              <a:gdLst/>
              <a:ahLst/>
              <a:cxnLst/>
              <a:rect l="l" t="t" r="r" b="b"/>
              <a:pathLst>
                <a:path w="5924" h="5916" extrusionOk="0">
                  <a:moveTo>
                    <a:pt x="2962" y="473"/>
                  </a:moveTo>
                  <a:cubicBezTo>
                    <a:pt x="4336" y="473"/>
                    <a:pt x="5451" y="1589"/>
                    <a:pt x="5451" y="2954"/>
                  </a:cubicBezTo>
                  <a:cubicBezTo>
                    <a:pt x="5451" y="4327"/>
                    <a:pt x="4336" y="5442"/>
                    <a:pt x="2962" y="5442"/>
                  </a:cubicBezTo>
                  <a:cubicBezTo>
                    <a:pt x="1588" y="5442"/>
                    <a:pt x="473" y="4327"/>
                    <a:pt x="473" y="2954"/>
                  </a:cubicBezTo>
                  <a:cubicBezTo>
                    <a:pt x="473" y="1589"/>
                    <a:pt x="1588" y="473"/>
                    <a:pt x="2962" y="473"/>
                  </a:cubicBezTo>
                  <a:close/>
                  <a:moveTo>
                    <a:pt x="2962" y="1"/>
                  </a:moveTo>
                  <a:cubicBezTo>
                    <a:pt x="1330" y="1"/>
                    <a:pt x="0" y="1330"/>
                    <a:pt x="0" y="2954"/>
                  </a:cubicBezTo>
                  <a:cubicBezTo>
                    <a:pt x="0" y="4586"/>
                    <a:pt x="1330" y="5915"/>
                    <a:pt x="2962" y="5915"/>
                  </a:cubicBezTo>
                  <a:cubicBezTo>
                    <a:pt x="4595" y="5915"/>
                    <a:pt x="5924" y="4586"/>
                    <a:pt x="5924" y="2954"/>
                  </a:cubicBezTo>
                  <a:cubicBezTo>
                    <a:pt x="5924" y="1330"/>
                    <a:pt x="4595" y="1"/>
                    <a:pt x="29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0"/>
            <p:cNvSpPr/>
            <p:nvPr/>
          </p:nvSpPr>
          <p:spPr>
            <a:xfrm>
              <a:off x="2362339" y="1548118"/>
              <a:ext cx="65813" cy="50369"/>
            </a:xfrm>
            <a:custGeom>
              <a:avLst/>
              <a:gdLst/>
              <a:ahLst/>
              <a:cxnLst/>
              <a:rect l="l" t="t" r="r" b="b"/>
              <a:pathLst>
                <a:path w="2838" h="2172" extrusionOk="0">
                  <a:moveTo>
                    <a:pt x="1803" y="459"/>
                  </a:moveTo>
                  <a:cubicBezTo>
                    <a:pt x="2160" y="459"/>
                    <a:pt x="2383" y="780"/>
                    <a:pt x="2356" y="1101"/>
                  </a:cubicBezTo>
                  <a:lnTo>
                    <a:pt x="1901" y="1101"/>
                  </a:lnTo>
                  <a:cubicBezTo>
                    <a:pt x="1785" y="905"/>
                    <a:pt x="1598" y="745"/>
                    <a:pt x="1383" y="664"/>
                  </a:cubicBezTo>
                  <a:cubicBezTo>
                    <a:pt x="1482" y="539"/>
                    <a:pt x="1642" y="459"/>
                    <a:pt x="1803" y="459"/>
                  </a:cubicBezTo>
                  <a:close/>
                  <a:moveTo>
                    <a:pt x="1018" y="1057"/>
                  </a:moveTo>
                  <a:cubicBezTo>
                    <a:pt x="1366" y="1057"/>
                    <a:pt x="1589" y="1378"/>
                    <a:pt x="1571" y="1708"/>
                  </a:cubicBezTo>
                  <a:lnTo>
                    <a:pt x="465" y="1708"/>
                  </a:lnTo>
                  <a:cubicBezTo>
                    <a:pt x="438" y="1378"/>
                    <a:pt x="670" y="1057"/>
                    <a:pt x="1018" y="1057"/>
                  </a:cubicBezTo>
                  <a:close/>
                  <a:moveTo>
                    <a:pt x="1823" y="1"/>
                  </a:moveTo>
                  <a:cubicBezTo>
                    <a:pt x="1419" y="1"/>
                    <a:pt x="1050" y="238"/>
                    <a:pt x="884" y="602"/>
                  </a:cubicBezTo>
                  <a:cubicBezTo>
                    <a:pt x="884" y="602"/>
                    <a:pt x="875" y="611"/>
                    <a:pt x="875" y="611"/>
                  </a:cubicBezTo>
                  <a:cubicBezTo>
                    <a:pt x="384" y="682"/>
                    <a:pt x="1" y="1110"/>
                    <a:pt x="1" y="1619"/>
                  </a:cubicBezTo>
                  <a:lnTo>
                    <a:pt x="1" y="1940"/>
                  </a:lnTo>
                  <a:cubicBezTo>
                    <a:pt x="1" y="2074"/>
                    <a:pt x="108" y="2172"/>
                    <a:pt x="242" y="2172"/>
                  </a:cubicBezTo>
                  <a:lnTo>
                    <a:pt x="1812" y="2172"/>
                  </a:lnTo>
                  <a:cubicBezTo>
                    <a:pt x="1946" y="2172"/>
                    <a:pt x="2053" y="2074"/>
                    <a:pt x="2053" y="1940"/>
                  </a:cubicBezTo>
                  <a:cubicBezTo>
                    <a:pt x="2053" y="1824"/>
                    <a:pt x="2053" y="1699"/>
                    <a:pt x="2053" y="1574"/>
                  </a:cubicBezTo>
                  <a:lnTo>
                    <a:pt x="2606" y="1574"/>
                  </a:lnTo>
                  <a:cubicBezTo>
                    <a:pt x="2731" y="1574"/>
                    <a:pt x="2838" y="1476"/>
                    <a:pt x="2838" y="1342"/>
                  </a:cubicBezTo>
                  <a:lnTo>
                    <a:pt x="2838" y="1048"/>
                  </a:lnTo>
                  <a:cubicBezTo>
                    <a:pt x="2838" y="539"/>
                    <a:pt x="2481" y="93"/>
                    <a:pt x="1981" y="13"/>
                  </a:cubicBezTo>
                  <a:cubicBezTo>
                    <a:pt x="1928" y="5"/>
                    <a:pt x="1875" y="1"/>
                    <a:pt x="18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0"/>
            <p:cNvSpPr/>
            <p:nvPr/>
          </p:nvSpPr>
          <p:spPr>
            <a:xfrm>
              <a:off x="2335646" y="1517367"/>
              <a:ext cx="373660" cy="373545"/>
            </a:xfrm>
            <a:custGeom>
              <a:avLst/>
              <a:gdLst/>
              <a:ahLst/>
              <a:cxnLst/>
              <a:rect l="l" t="t" r="r" b="b"/>
              <a:pathLst>
                <a:path w="16113" h="16108" extrusionOk="0">
                  <a:moveTo>
                    <a:pt x="13535" y="7240"/>
                  </a:moveTo>
                  <a:cubicBezTo>
                    <a:pt x="14701" y="7240"/>
                    <a:pt x="15648" y="8187"/>
                    <a:pt x="15648" y="9350"/>
                  </a:cubicBezTo>
                  <a:cubicBezTo>
                    <a:pt x="15648" y="10519"/>
                    <a:pt x="14694" y="11464"/>
                    <a:pt x="13534" y="11464"/>
                  </a:cubicBezTo>
                  <a:cubicBezTo>
                    <a:pt x="13275" y="11464"/>
                    <a:pt x="13026" y="11420"/>
                    <a:pt x="12794" y="11331"/>
                  </a:cubicBezTo>
                  <a:cubicBezTo>
                    <a:pt x="12776" y="11322"/>
                    <a:pt x="12760" y="11317"/>
                    <a:pt x="12746" y="11317"/>
                  </a:cubicBezTo>
                  <a:cubicBezTo>
                    <a:pt x="12731" y="11317"/>
                    <a:pt x="12718" y="11322"/>
                    <a:pt x="12704" y="11331"/>
                  </a:cubicBezTo>
                  <a:lnTo>
                    <a:pt x="12276" y="11536"/>
                  </a:lnTo>
                  <a:lnTo>
                    <a:pt x="12276" y="11108"/>
                  </a:lnTo>
                  <a:cubicBezTo>
                    <a:pt x="12276" y="11072"/>
                    <a:pt x="12258" y="11036"/>
                    <a:pt x="12232" y="11009"/>
                  </a:cubicBezTo>
                  <a:cubicBezTo>
                    <a:pt x="11322" y="10305"/>
                    <a:pt x="11099" y="8940"/>
                    <a:pt x="11982" y="7851"/>
                  </a:cubicBezTo>
                  <a:cubicBezTo>
                    <a:pt x="12044" y="7780"/>
                    <a:pt x="12125" y="7709"/>
                    <a:pt x="12205" y="7655"/>
                  </a:cubicBezTo>
                  <a:cubicBezTo>
                    <a:pt x="12654" y="7366"/>
                    <a:pt x="13109" y="7240"/>
                    <a:pt x="13535" y="7240"/>
                  </a:cubicBezTo>
                  <a:close/>
                  <a:moveTo>
                    <a:pt x="3801" y="10082"/>
                  </a:moveTo>
                  <a:cubicBezTo>
                    <a:pt x="4970" y="10082"/>
                    <a:pt x="5916" y="11027"/>
                    <a:pt x="5916" y="12187"/>
                  </a:cubicBezTo>
                  <a:cubicBezTo>
                    <a:pt x="5916" y="12820"/>
                    <a:pt x="5639" y="13418"/>
                    <a:pt x="5148" y="13820"/>
                  </a:cubicBezTo>
                  <a:cubicBezTo>
                    <a:pt x="5095" y="13864"/>
                    <a:pt x="5059" y="13927"/>
                    <a:pt x="5059" y="13998"/>
                  </a:cubicBezTo>
                  <a:lnTo>
                    <a:pt x="5059" y="14373"/>
                  </a:lnTo>
                  <a:lnTo>
                    <a:pt x="4684" y="14194"/>
                  </a:lnTo>
                  <a:cubicBezTo>
                    <a:pt x="4648" y="14179"/>
                    <a:pt x="4615" y="14169"/>
                    <a:pt x="4581" y="14169"/>
                  </a:cubicBezTo>
                  <a:cubicBezTo>
                    <a:pt x="4557" y="14169"/>
                    <a:pt x="4532" y="14174"/>
                    <a:pt x="4506" y="14185"/>
                  </a:cubicBezTo>
                  <a:cubicBezTo>
                    <a:pt x="4277" y="14259"/>
                    <a:pt x="4049" y="14302"/>
                    <a:pt x="3813" y="14302"/>
                  </a:cubicBezTo>
                  <a:cubicBezTo>
                    <a:pt x="3791" y="14302"/>
                    <a:pt x="3770" y="14302"/>
                    <a:pt x="3748" y="14301"/>
                  </a:cubicBezTo>
                  <a:cubicBezTo>
                    <a:pt x="2650" y="14266"/>
                    <a:pt x="1749" y="13382"/>
                    <a:pt x="1696" y="12294"/>
                  </a:cubicBezTo>
                  <a:cubicBezTo>
                    <a:pt x="1642" y="11081"/>
                    <a:pt x="2606" y="10082"/>
                    <a:pt x="3801" y="10082"/>
                  </a:cubicBezTo>
                  <a:close/>
                  <a:moveTo>
                    <a:pt x="2579" y="1"/>
                  </a:moveTo>
                  <a:cubicBezTo>
                    <a:pt x="1152" y="1"/>
                    <a:pt x="1" y="1152"/>
                    <a:pt x="1" y="2579"/>
                  </a:cubicBezTo>
                  <a:cubicBezTo>
                    <a:pt x="1" y="3070"/>
                    <a:pt x="135" y="3551"/>
                    <a:pt x="402" y="3962"/>
                  </a:cubicBezTo>
                  <a:cubicBezTo>
                    <a:pt x="450" y="4039"/>
                    <a:pt x="519" y="4071"/>
                    <a:pt x="589" y="4071"/>
                  </a:cubicBezTo>
                  <a:cubicBezTo>
                    <a:pt x="752" y="4071"/>
                    <a:pt x="917" y="3894"/>
                    <a:pt x="804" y="3712"/>
                  </a:cubicBezTo>
                  <a:cubicBezTo>
                    <a:pt x="581" y="3373"/>
                    <a:pt x="465" y="2981"/>
                    <a:pt x="465" y="2579"/>
                  </a:cubicBezTo>
                  <a:cubicBezTo>
                    <a:pt x="465" y="1416"/>
                    <a:pt x="1412" y="469"/>
                    <a:pt x="2578" y="469"/>
                  </a:cubicBezTo>
                  <a:cubicBezTo>
                    <a:pt x="3004" y="469"/>
                    <a:pt x="3459" y="595"/>
                    <a:pt x="3908" y="884"/>
                  </a:cubicBezTo>
                  <a:cubicBezTo>
                    <a:pt x="3989" y="938"/>
                    <a:pt x="4069" y="1009"/>
                    <a:pt x="4131" y="1080"/>
                  </a:cubicBezTo>
                  <a:cubicBezTo>
                    <a:pt x="5015" y="2169"/>
                    <a:pt x="4783" y="3525"/>
                    <a:pt x="3882" y="4238"/>
                  </a:cubicBezTo>
                  <a:cubicBezTo>
                    <a:pt x="3846" y="4265"/>
                    <a:pt x="3837" y="4292"/>
                    <a:pt x="3837" y="4328"/>
                  </a:cubicBezTo>
                  <a:lnTo>
                    <a:pt x="3837" y="4756"/>
                  </a:lnTo>
                  <a:lnTo>
                    <a:pt x="3453" y="4577"/>
                  </a:lnTo>
                  <a:cubicBezTo>
                    <a:pt x="3424" y="4563"/>
                    <a:pt x="3392" y="4556"/>
                    <a:pt x="3358" y="4556"/>
                  </a:cubicBezTo>
                  <a:cubicBezTo>
                    <a:pt x="3331" y="4556"/>
                    <a:pt x="3303" y="4560"/>
                    <a:pt x="3275" y="4568"/>
                  </a:cubicBezTo>
                  <a:cubicBezTo>
                    <a:pt x="3053" y="4647"/>
                    <a:pt x="2819" y="4686"/>
                    <a:pt x="2586" y="4686"/>
                  </a:cubicBezTo>
                  <a:cubicBezTo>
                    <a:pt x="2238" y="4686"/>
                    <a:pt x="1890" y="4600"/>
                    <a:pt x="1580" y="4435"/>
                  </a:cubicBezTo>
                  <a:cubicBezTo>
                    <a:pt x="1541" y="4414"/>
                    <a:pt x="1504" y="4405"/>
                    <a:pt x="1468" y="4405"/>
                  </a:cubicBezTo>
                  <a:cubicBezTo>
                    <a:pt x="1258" y="4405"/>
                    <a:pt x="1128" y="4724"/>
                    <a:pt x="1357" y="4854"/>
                  </a:cubicBezTo>
                  <a:cubicBezTo>
                    <a:pt x="1732" y="5050"/>
                    <a:pt x="2151" y="5157"/>
                    <a:pt x="2579" y="5157"/>
                  </a:cubicBezTo>
                  <a:cubicBezTo>
                    <a:pt x="2642" y="5157"/>
                    <a:pt x="2713" y="5157"/>
                    <a:pt x="2784" y="5148"/>
                  </a:cubicBezTo>
                  <a:lnTo>
                    <a:pt x="2784" y="5148"/>
                  </a:lnTo>
                  <a:cubicBezTo>
                    <a:pt x="2749" y="5389"/>
                    <a:pt x="2731" y="5639"/>
                    <a:pt x="2731" y="5889"/>
                  </a:cubicBezTo>
                  <a:cubicBezTo>
                    <a:pt x="2731" y="6924"/>
                    <a:pt x="2972" y="8217"/>
                    <a:pt x="3436" y="9636"/>
                  </a:cubicBezTo>
                  <a:cubicBezTo>
                    <a:pt x="2151" y="9814"/>
                    <a:pt x="1178" y="10947"/>
                    <a:pt x="1223" y="12285"/>
                  </a:cubicBezTo>
                  <a:cubicBezTo>
                    <a:pt x="1268" y="13623"/>
                    <a:pt x="2347" y="14712"/>
                    <a:pt x="3685" y="14774"/>
                  </a:cubicBezTo>
                  <a:cubicBezTo>
                    <a:pt x="3715" y="14775"/>
                    <a:pt x="3745" y="14775"/>
                    <a:pt x="3775" y="14775"/>
                  </a:cubicBezTo>
                  <a:cubicBezTo>
                    <a:pt x="4047" y="14775"/>
                    <a:pt x="4311" y="14738"/>
                    <a:pt x="4568" y="14658"/>
                  </a:cubicBezTo>
                  <a:lnTo>
                    <a:pt x="5193" y="14961"/>
                  </a:lnTo>
                  <a:cubicBezTo>
                    <a:pt x="5227" y="14979"/>
                    <a:pt x="5262" y="14987"/>
                    <a:pt x="5297" y="14987"/>
                  </a:cubicBezTo>
                  <a:cubicBezTo>
                    <a:pt x="5419" y="14987"/>
                    <a:pt x="5532" y="14888"/>
                    <a:pt x="5532" y="14756"/>
                  </a:cubicBezTo>
                  <a:lnTo>
                    <a:pt x="5532" y="14114"/>
                  </a:lnTo>
                  <a:cubicBezTo>
                    <a:pt x="5880" y="14649"/>
                    <a:pt x="6201" y="15042"/>
                    <a:pt x="6540" y="15390"/>
                  </a:cubicBezTo>
                  <a:cubicBezTo>
                    <a:pt x="6932" y="15775"/>
                    <a:pt x="7405" y="16108"/>
                    <a:pt x="7921" y="16108"/>
                  </a:cubicBezTo>
                  <a:cubicBezTo>
                    <a:pt x="8110" y="16108"/>
                    <a:pt x="8304" y="16063"/>
                    <a:pt x="8503" y="15961"/>
                  </a:cubicBezTo>
                  <a:cubicBezTo>
                    <a:pt x="9225" y="15586"/>
                    <a:pt x="9752" y="14881"/>
                    <a:pt x="10189" y="14257"/>
                  </a:cubicBezTo>
                  <a:cubicBezTo>
                    <a:pt x="10310" y="14071"/>
                    <a:pt x="10147" y="13880"/>
                    <a:pt x="9979" y="13880"/>
                  </a:cubicBezTo>
                  <a:cubicBezTo>
                    <a:pt x="9913" y="13880"/>
                    <a:pt x="9846" y="13910"/>
                    <a:pt x="9796" y="13980"/>
                  </a:cubicBezTo>
                  <a:cubicBezTo>
                    <a:pt x="9395" y="14569"/>
                    <a:pt x="8904" y="15220"/>
                    <a:pt x="8289" y="15541"/>
                  </a:cubicBezTo>
                  <a:cubicBezTo>
                    <a:pt x="8161" y="15606"/>
                    <a:pt x="8036" y="15634"/>
                    <a:pt x="7915" y="15634"/>
                  </a:cubicBezTo>
                  <a:cubicBezTo>
                    <a:pt x="7520" y="15634"/>
                    <a:pt x="7166" y="15337"/>
                    <a:pt x="6879" y="15051"/>
                  </a:cubicBezTo>
                  <a:cubicBezTo>
                    <a:pt x="6540" y="14712"/>
                    <a:pt x="6219" y="14310"/>
                    <a:pt x="5862" y="13757"/>
                  </a:cubicBezTo>
                  <a:cubicBezTo>
                    <a:pt x="6201" y="13311"/>
                    <a:pt x="6388" y="12758"/>
                    <a:pt x="6388" y="12187"/>
                  </a:cubicBezTo>
                  <a:cubicBezTo>
                    <a:pt x="6388" y="10804"/>
                    <a:pt x="5291" y="9671"/>
                    <a:pt x="3926" y="9609"/>
                  </a:cubicBezTo>
                  <a:cubicBezTo>
                    <a:pt x="3453" y="8190"/>
                    <a:pt x="3204" y="6897"/>
                    <a:pt x="3204" y="5889"/>
                  </a:cubicBezTo>
                  <a:cubicBezTo>
                    <a:pt x="3204" y="5612"/>
                    <a:pt x="3230" y="5336"/>
                    <a:pt x="3275" y="5059"/>
                  </a:cubicBezTo>
                  <a:cubicBezTo>
                    <a:pt x="3293" y="5059"/>
                    <a:pt x="3320" y="5050"/>
                    <a:pt x="3337" y="5041"/>
                  </a:cubicBezTo>
                  <a:lnTo>
                    <a:pt x="3962" y="5354"/>
                  </a:lnTo>
                  <a:cubicBezTo>
                    <a:pt x="3995" y="5368"/>
                    <a:pt x="4029" y="5375"/>
                    <a:pt x="4062" y="5375"/>
                  </a:cubicBezTo>
                  <a:cubicBezTo>
                    <a:pt x="4192" y="5375"/>
                    <a:pt x="4310" y="5274"/>
                    <a:pt x="4310" y="5139"/>
                  </a:cubicBezTo>
                  <a:lnTo>
                    <a:pt x="4310" y="4497"/>
                  </a:lnTo>
                  <a:cubicBezTo>
                    <a:pt x="4961" y="3899"/>
                    <a:pt x="5273" y="2989"/>
                    <a:pt x="5122" y="2115"/>
                  </a:cubicBezTo>
                  <a:cubicBezTo>
                    <a:pt x="5924" y="1517"/>
                    <a:pt x="6888" y="1205"/>
                    <a:pt x="7896" y="1205"/>
                  </a:cubicBezTo>
                  <a:cubicBezTo>
                    <a:pt x="10483" y="1205"/>
                    <a:pt x="12597" y="3311"/>
                    <a:pt x="12597" y="5889"/>
                  </a:cubicBezTo>
                  <a:cubicBezTo>
                    <a:pt x="12597" y="6228"/>
                    <a:pt x="12571" y="6594"/>
                    <a:pt x="12517" y="6977"/>
                  </a:cubicBezTo>
                  <a:cubicBezTo>
                    <a:pt x="11598" y="7370"/>
                    <a:pt x="10947" y="8280"/>
                    <a:pt x="10947" y="9350"/>
                  </a:cubicBezTo>
                  <a:cubicBezTo>
                    <a:pt x="10947" y="9894"/>
                    <a:pt x="11125" y="10421"/>
                    <a:pt x="11438" y="10858"/>
                  </a:cubicBezTo>
                  <a:cubicBezTo>
                    <a:pt x="11161" y="11545"/>
                    <a:pt x="10849" y="12196"/>
                    <a:pt x="10510" y="12803"/>
                  </a:cubicBezTo>
                  <a:cubicBezTo>
                    <a:pt x="10411" y="12981"/>
                    <a:pt x="10577" y="13147"/>
                    <a:pt x="10739" y="13147"/>
                  </a:cubicBezTo>
                  <a:cubicBezTo>
                    <a:pt x="10811" y="13147"/>
                    <a:pt x="10882" y="13114"/>
                    <a:pt x="10929" y="13034"/>
                  </a:cubicBezTo>
                  <a:cubicBezTo>
                    <a:pt x="11233" y="12472"/>
                    <a:pt x="11527" y="11884"/>
                    <a:pt x="11786" y="11259"/>
                  </a:cubicBezTo>
                  <a:cubicBezTo>
                    <a:pt x="11790" y="11264"/>
                    <a:pt x="11792" y="11264"/>
                    <a:pt x="11795" y="11264"/>
                  </a:cubicBezTo>
                  <a:cubicBezTo>
                    <a:pt x="11797" y="11264"/>
                    <a:pt x="11799" y="11264"/>
                    <a:pt x="11803" y="11268"/>
                  </a:cubicBezTo>
                  <a:lnTo>
                    <a:pt x="11803" y="11910"/>
                  </a:lnTo>
                  <a:cubicBezTo>
                    <a:pt x="11803" y="12042"/>
                    <a:pt x="11917" y="12142"/>
                    <a:pt x="12038" y="12142"/>
                  </a:cubicBezTo>
                  <a:cubicBezTo>
                    <a:pt x="12073" y="12142"/>
                    <a:pt x="12109" y="12133"/>
                    <a:pt x="12142" y="12116"/>
                  </a:cubicBezTo>
                  <a:lnTo>
                    <a:pt x="12776" y="11812"/>
                  </a:lnTo>
                  <a:cubicBezTo>
                    <a:pt x="13017" y="11893"/>
                    <a:pt x="13275" y="11928"/>
                    <a:pt x="13534" y="11928"/>
                  </a:cubicBezTo>
                  <a:cubicBezTo>
                    <a:pt x="14953" y="11928"/>
                    <a:pt x="16112" y="10769"/>
                    <a:pt x="16112" y="9350"/>
                  </a:cubicBezTo>
                  <a:cubicBezTo>
                    <a:pt x="16112" y="7923"/>
                    <a:pt x="14953" y="6763"/>
                    <a:pt x="13534" y="6763"/>
                  </a:cubicBezTo>
                  <a:cubicBezTo>
                    <a:pt x="13356" y="6763"/>
                    <a:pt x="13177" y="6781"/>
                    <a:pt x="13017" y="6817"/>
                  </a:cubicBezTo>
                  <a:cubicBezTo>
                    <a:pt x="13043" y="6495"/>
                    <a:pt x="13061" y="6183"/>
                    <a:pt x="13061" y="5889"/>
                  </a:cubicBezTo>
                  <a:cubicBezTo>
                    <a:pt x="13061" y="3043"/>
                    <a:pt x="10751" y="732"/>
                    <a:pt x="7896" y="732"/>
                  </a:cubicBezTo>
                  <a:cubicBezTo>
                    <a:pt x="6843" y="732"/>
                    <a:pt x="5835" y="1045"/>
                    <a:pt x="4979" y="1633"/>
                  </a:cubicBezTo>
                  <a:cubicBezTo>
                    <a:pt x="4604" y="679"/>
                    <a:pt x="3667" y="1"/>
                    <a:pt x="2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0"/>
            <p:cNvSpPr/>
            <p:nvPr/>
          </p:nvSpPr>
          <p:spPr>
            <a:xfrm>
              <a:off x="2621776" y="1708461"/>
              <a:ext cx="55053" cy="45823"/>
            </a:xfrm>
            <a:custGeom>
              <a:avLst/>
              <a:gdLst/>
              <a:ahLst/>
              <a:cxnLst/>
              <a:rect l="l" t="t" r="r" b="b"/>
              <a:pathLst>
                <a:path w="2374" h="1976" extrusionOk="0">
                  <a:moveTo>
                    <a:pt x="1192" y="466"/>
                  </a:moveTo>
                  <a:cubicBezTo>
                    <a:pt x="1199" y="466"/>
                    <a:pt x="1206" y="469"/>
                    <a:pt x="1214" y="477"/>
                  </a:cubicBezTo>
                  <a:lnTo>
                    <a:pt x="1776" y="1458"/>
                  </a:lnTo>
                  <a:cubicBezTo>
                    <a:pt x="1785" y="1467"/>
                    <a:pt x="1785" y="1476"/>
                    <a:pt x="1776" y="1485"/>
                  </a:cubicBezTo>
                  <a:cubicBezTo>
                    <a:pt x="1767" y="1503"/>
                    <a:pt x="1758" y="1503"/>
                    <a:pt x="1758" y="1503"/>
                  </a:cubicBezTo>
                  <a:lnTo>
                    <a:pt x="625" y="1503"/>
                  </a:lnTo>
                  <a:cubicBezTo>
                    <a:pt x="598" y="1494"/>
                    <a:pt x="590" y="1485"/>
                    <a:pt x="598" y="1458"/>
                  </a:cubicBezTo>
                  <a:lnTo>
                    <a:pt x="1169" y="477"/>
                  </a:lnTo>
                  <a:cubicBezTo>
                    <a:pt x="1175" y="472"/>
                    <a:pt x="1183" y="466"/>
                    <a:pt x="1192" y="466"/>
                  </a:cubicBezTo>
                  <a:close/>
                  <a:moveTo>
                    <a:pt x="1188" y="1"/>
                  </a:moveTo>
                  <a:cubicBezTo>
                    <a:pt x="1020" y="1"/>
                    <a:pt x="852" y="81"/>
                    <a:pt x="759" y="245"/>
                  </a:cubicBezTo>
                  <a:lnTo>
                    <a:pt x="188" y="1226"/>
                  </a:lnTo>
                  <a:cubicBezTo>
                    <a:pt x="1" y="1547"/>
                    <a:pt x="251" y="1975"/>
                    <a:pt x="625" y="1975"/>
                  </a:cubicBezTo>
                  <a:lnTo>
                    <a:pt x="1758" y="1975"/>
                  </a:lnTo>
                  <a:cubicBezTo>
                    <a:pt x="2133" y="1975"/>
                    <a:pt x="2374" y="1547"/>
                    <a:pt x="2186" y="1226"/>
                  </a:cubicBezTo>
                  <a:lnTo>
                    <a:pt x="1624" y="245"/>
                  </a:lnTo>
                  <a:cubicBezTo>
                    <a:pt x="1530" y="83"/>
                    <a:pt x="1359" y="1"/>
                    <a:pt x="11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0"/>
            <p:cNvSpPr/>
            <p:nvPr/>
          </p:nvSpPr>
          <p:spPr>
            <a:xfrm>
              <a:off x="2390887" y="1779703"/>
              <a:ext cx="65002" cy="46473"/>
            </a:xfrm>
            <a:custGeom>
              <a:avLst/>
              <a:gdLst/>
              <a:ahLst/>
              <a:cxnLst/>
              <a:rect l="l" t="t" r="r" b="b"/>
              <a:pathLst>
                <a:path w="2803" h="2004" extrusionOk="0">
                  <a:moveTo>
                    <a:pt x="2329" y="474"/>
                  </a:moveTo>
                  <a:lnTo>
                    <a:pt x="2329" y="920"/>
                  </a:lnTo>
                  <a:lnTo>
                    <a:pt x="474" y="920"/>
                  </a:lnTo>
                  <a:lnTo>
                    <a:pt x="474" y="474"/>
                  </a:lnTo>
                  <a:close/>
                  <a:moveTo>
                    <a:pt x="242" y="1"/>
                  </a:moveTo>
                  <a:cubicBezTo>
                    <a:pt x="108" y="1"/>
                    <a:pt x="1" y="108"/>
                    <a:pt x="1" y="242"/>
                  </a:cubicBezTo>
                  <a:lnTo>
                    <a:pt x="1" y="1152"/>
                  </a:lnTo>
                  <a:cubicBezTo>
                    <a:pt x="1" y="1285"/>
                    <a:pt x="108" y="1392"/>
                    <a:pt x="242" y="1392"/>
                  </a:cubicBezTo>
                  <a:lnTo>
                    <a:pt x="599" y="1392"/>
                  </a:lnTo>
                  <a:lnTo>
                    <a:pt x="599" y="1776"/>
                  </a:lnTo>
                  <a:cubicBezTo>
                    <a:pt x="599" y="1928"/>
                    <a:pt x="717" y="2004"/>
                    <a:pt x="835" y="2004"/>
                  </a:cubicBezTo>
                  <a:cubicBezTo>
                    <a:pt x="953" y="2004"/>
                    <a:pt x="1071" y="1928"/>
                    <a:pt x="1071" y="1776"/>
                  </a:cubicBezTo>
                  <a:lnTo>
                    <a:pt x="1071" y="1392"/>
                  </a:lnTo>
                  <a:lnTo>
                    <a:pt x="1732" y="1392"/>
                  </a:lnTo>
                  <a:lnTo>
                    <a:pt x="1732" y="1776"/>
                  </a:lnTo>
                  <a:cubicBezTo>
                    <a:pt x="1732" y="1928"/>
                    <a:pt x="1850" y="2004"/>
                    <a:pt x="1968" y="2004"/>
                  </a:cubicBezTo>
                  <a:cubicBezTo>
                    <a:pt x="2086" y="2004"/>
                    <a:pt x="2204" y="1928"/>
                    <a:pt x="2204" y="1776"/>
                  </a:cubicBezTo>
                  <a:lnTo>
                    <a:pt x="2204" y="1392"/>
                  </a:lnTo>
                  <a:lnTo>
                    <a:pt x="2570" y="1392"/>
                  </a:lnTo>
                  <a:cubicBezTo>
                    <a:pt x="2704" y="1392"/>
                    <a:pt x="2802" y="1285"/>
                    <a:pt x="2802" y="1152"/>
                  </a:cubicBezTo>
                  <a:lnTo>
                    <a:pt x="2802" y="242"/>
                  </a:lnTo>
                  <a:cubicBezTo>
                    <a:pt x="2802" y="108"/>
                    <a:pt x="2704" y="1"/>
                    <a:pt x="25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1" name="Google Shape;4251;p70"/>
          <p:cNvGrpSpPr/>
          <p:nvPr/>
        </p:nvGrpSpPr>
        <p:grpSpPr>
          <a:xfrm>
            <a:off x="3042869" y="1649301"/>
            <a:ext cx="357035" cy="358144"/>
            <a:chOff x="2887429" y="1517042"/>
            <a:chExt cx="373429" cy="374588"/>
          </a:xfrm>
        </p:grpSpPr>
        <p:sp>
          <p:nvSpPr>
            <p:cNvPr id="4252" name="Google Shape;4252;p70"/>
            <p:cNvSpPr/>
            <p:nvPr/>
          </p:nvSpPr>
          <p:spPr>
            <a:xfrm>
              <a:off x="2912034" y="1733785"/>
              <a:ext cx="322341" cy="152080"/>
            </a:xfrm>
            <a:custGeom>
              <a:avLst/>
              <a:gdLst/>
              <a:ahLst/>
              <a:cxnLst/>
              <a:rect l="l" t="t" r="r" b="b"/>
              <a:pathLst>
                <a:path w="13900" h="6558" extrusionOk="0">
                  <a:moveTo>
                    <a:pt x="1" y="0"/>
                  </a:moveTo>
                  <a:lnTo>
                    <a:pt x="1509" y="5629"/>
                  </a:lnTo>
                  <a:cubicBezTo>
                    <a:pt x="1660" y="6174"/>
                    <a:pt x="2160" y="6557"/>
                    <a:pt x="2731" y="6557"/>
                  </a:cubicBezTo>
                  <a:lnTo>
                    <a:pt x="11447" y="6557"/>
                  </a:lnTo>
                  <a:cubicBezTo>
                    <a:pt x="12035" y="6557"/>
                    <a:pt x="12544" y="6147"/>
                    <a:pt x="12669" y="5576"/>
                  </a:cubicBezTo>
                  <a:lnTo>
                    <a:pt x="139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0"/>
            <p:cNvSpPr/>
            <p:nvPr/>
          </p:nvSpPr>
          <p:spPr>
            <a:xfrm>
              <a:off x="3123072" y="1590419"/>
              <a:ext cx="47609" cy="47586"/>
            </a:xfrm>
            <a:custGeom>
              <a:avLst/>
              <a:gdLst/>
              <a:ahLst/>
              <a:cxnLst/>
              <a:rect l="l" t="t" r="r" b="b"/>
              <a:pathLst>
                <a:path w="2053" h="2052" extrusionOk="0">
                  <a:moveTo>
                    <a:pt x="1026" y="0"/>
                  </a:moveTo>
                  <a:cubicBezTo>
                    <a:pt x="455" y="0"/>
                    <a:pt x="0" y="455"/>
                    <a:pt x="0" y="1026"/>
                  </a:cubicBezTo>
                  <a:cubicBezTo>
                    <a:pt x="0" y="1588"/>
                    <a:pt x="455" y="2052"/>
                    <a:pt x="1026" y="2052"/>
                  </a:cubicBezTo>
                  <a:cubicBezTo>
                    <a:pt x="1597" y="2052"/>
                    <a:pt x="2052" y="1588"/>
                    <a:pt x="2052" y="1026"/>
                  </a:cubicBezTo>
                  <a:cubicBezTo>
                    <a:pt x="2052" y="455"/>
                    <a:pt x="1597" y="0"/>
                    <a:pt x="1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0"/>
            <p:cNvSpPr/>
            <p:nvPr/>
          </p:nvSpPr>
          <p:spPr>
            <a:xfrm>
              <a:off x="3187009" y="1620822"/>
              <a:ext cx="47795" cy="47609"/>
            </a:xfrm>
            <a:custGeom>
              <a:avLst/>
              <a:gdLst/>
              <a:ahLst/>
              <a:cxnLst/>
              <a:rect l="l" t="t" r="r" b="b"/>
              <a:pathLst>
                <a:path w="2061" h="2053" extrusionOk="0">
                  <a:moveTo>
                    <a:pt x="1026" y="0"/>
                  </a:moveTo>
                  <a:cubicBezTo>
                    <a:pt x="464" y="0"/>
                    <a:pt x="0" y="464"/>
                    <a:pt x="0" y="1026"/>
                  </a:cubicBezTo>
                  <a:cubicBezTo>
                    <a:pt x="0" y="1597"/>
                    <a:pt x="464" y="2052"/>
                    <a:pt x="1026" y="2052"/>
                  </a:cubicBezTo>
                  <a:cubicBezTo>
                    <a:pt x="1597" y="2052"/>
                    <a:pt x="2061" y="1597"/>
                    <a:pt x="2061" y="1026"/>
                  </a:cubicBezTo>
                  <a:cubicBezTo>
                    <a:pt x="2061" y="464"/>
                    <a:pt x="1597" y="0"/>
                    <a:pt x="1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0"/>
            <p:cNvSpPr/>
            <p:nvPr/>
          </p:nvSpPr>
          <p:spPr>
            <a:xfrm>
              <a:off x="3170242" y="1522539"/>
              <a:ext cx="64352" cy="62914"/>
            </a:xfrm>
            <a:custGeom>
              <a:avLst/>
              <a:gdLst/>
              <a:ahLst/>
              <a:cxnLst/>
              <a:rect l="l" t="t" r="r" b="b"/>
              <a:pathLst>
                <a:path w="2775" h="2713" extrusionOk="0">
                  <a:moveTo>
                    <a:pt x="319" y="1"/>
                  </a:moveTo>
                  <a:cubicBezTo>
                    <a:pt x="152" y="1"/>
                    <a:pt x="0" y="132"/>
                    <a:pt x="0" y="313"/>
                  </a:cubicBezTo>
                  <a:lnTo>
                    <a:pt x="0" y="1098"/>
                  </a:lnTo>
                  <a:lnTo>
                    <a:pt x="2775" y="2713"/>
                  </a:lnTo>
                  <a:lnTo>
                    <a:pt x="2775" y="1651"/>
                  </a:lnTo>
                  <a:cubicBezTo>
                    <a:pt x="2775" y="1482"/>
                    <a:pt x="2686" y="1330"/>
                    <a:pt x="2543" y="1241"/>
                  </a:cubicBezTo>
                  <a:lnTo>
                    <a:pt x="482" y="46"/>
                  </a:lnTo>
                  <a:cubicBezTo>
                    <a:pt x="429" y="15"/>
                    <a:pt x="373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0"/>
            <p:cNvSpPr/>
            <p:nvPr/>
          </p:nvSpPr>
          <p:spPr>
            <a:xfrm>
              <a:off x="2979497" y="1553174"/>
              <a:ext cx="47609" cy="47400"/>
            </a:xfrm>
            <a:custGeom>
              <a:avLst/>
              <a:gdLst/>
              <a:ahLst/>
              <a:cxnLst/>
              <a:rect l="l" t="t" r="r" b="b"/>
              <a:pathLst>
                <a:path w="2053" h="2044" extrusionOk="0">
                  <a:moveTo>
                    <a:pt x="1026" y="0"/>
                  </a:moveTo>
                  <a:cubicBezTo>
                    <a:pt x="455" y="0"/>
                    <a:pt x="0" y="455"/>
                    <a:pt x="0" y="1017"/>
                  </a:cubicBezTo>
                  <a:cubicBezTo>
                    <a:pt x="0" y="1588"/>
                    <a:pt x="455" y="2043"/>
                    <a:pt x="1026" y="2043"/>
                  </a:cubicBezTo>
                  <a:cubicBezTo>
                    <a:pt x="1597" y="2043"/>
                    <a:pt x="2052" y="1588"/>
                    <a:pt x="2052" y="1017"/>
                  </a:cubicBezTo>
                  <a:cubicBezTo>
                    <a:pt x="2052" y="455"/>
                    <a:pt x="1597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0"/>
            <p:cNvSpPr/>
            <p:nvPr/>
          </p:nvSpPr>
          <p:spPr>
            <a:xfrm>
              <a:off x="2915350" y="1522539"/>
              <a:ext cx="47818" cy="47609"/>
            </a:xfrm>
            <a:custGeom>
              <a:avLst/>
              <a:gdLst/>
              <a:ahLst/>
              <a:cxnLst/>
              <a:rect l="l" t="t" r="r" b="b"/>
              <a:pathLst>
                <a:path w="2062" h="2053" extrusionOk="0">
                  <a:moveTo>
                    <a:pt x="1027" y="1"/>
                  </a:moveTo>
                  <a:cubicBezTo>
                    <a:pt x="465" y="1"/>
                    <a:pt x="1" y="465"/>
                    <a:pt x="1" y="1027"/>
                  </a:cubicBezTo>
                  <a:cubicBezTo>
                    <a:pt x="1" y="1598"/>
                    <a:pt x="465" y="2053"/>
                    <a:pt x="1027" y="2053"/>
                  </a:cubicBezTo>
                  <a:cubicBezTo>
                    <a:pt x="1598" y="2053"/>
                    <a:pt x="2061" y="1598"/>
                    <a:pt x="2061" y="1027"/>
                  </a:cubicBezTo>
                  <a:cubicBezTo>
                    <a:pt x="2061" y="465"/>
                    <a:pt x="1598" y="1"/>
                    <a:pt x="10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0"/>
            <p:cNvSpPr/>
            <p:nvPr/>
          </p:nvSpPr>
          <p:spPr>
            <a:xfrm>
              <a:off x="2915142" y="1605516"/>
              <a:ext cx="64375" cy="63123"/>
            </a:xfrm>
            <a:custGeom>
              <a:avLst/>
              <a:gdLst/>
              <a:ahLst/>
              <a:cxnLst/>
              <a:rect l="l" t="t" r="r" b="b"/>
              <a:pathLst>
                <a:path w="2776" h="2722" extrusionOk="0">
                  <a:moveTo>
                    <a:pt x="1" y="0"/>
                  </a:moveTo>
                  <a:lnTo>
                    <a:pt x="1" y="1062"/>
                  </a:lnTo>
                  <a:cubicBezTo>
                    <a:pt x="1" y="1231"/>
                    <a:pt x="99" y="1392"/>
                    <a:pt x="242" y="1472"/>
                  </a:cubicBezTo>
                  <a:lnTo>
                    <a:pt x="2302" y="2677"/>
                  </a:lnTo>
                  <a:cubicBezTo>
                    <a:pt x="2353" y="2707"/>
                    <a:pt x="2407" y="2721"/>
                    <a:pt x="2460" y="2721"/>
                  </a:cubicBezTo>
                  <a:cubicBezTo>
                    <a:pt x="2623" y="2721"/>
                    <a:pt x="2775" y="2589"/>
                    <a:pt x="2775" y="2400"/>
                  </a:cubicBezTo>
                  <a:lnTo>
                    <a:pt x="2775" y="16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0"/>
            <p:cNvSpPr/>
            <p:nvPr/>
          </p:nvSpPr>
          <p:spPr>
            <a:xfrm>
              <a:off x="2893226" y="1699439"/>
              <a:ext cx="363295" cy="34994"/>
            </a:xfrm>
            <a:custGeom>
              <a:avLst/>
              <a:gdLst/>
              <a:ahLst/>
              <a:cxnLst/>
              <a:rect l="l" t="t" r="r" b="b"/>
              <a:pathLst>
                <a:path w="15666" h="1509" extrusionOk="0">
                  <a:moveTo>
                    <a:pt x="758" y="0"/>
                  </a:moveTo>
                  <a:cubicBezTo>
                    <a:pt x="339" y="0"/>
                    <a:pt x="0" y="339"/>
                    <a:pt x="0" y="759"/>
                  </a:cubicBezTo>
                  <a:cubicBezTo>
                    <a:pt x="0" y="1178"/>
                    <a:pt x="339" y="1508"/>
                    <a:pt x="758" y="1508"/>
                  </a:cubicBezTo>
                  <a:lnTo>
                    <a:pt x="14907" y="1508"/>
                  </a:lnTo>
                  <a:cubicBezTo>
                    <a:pt x="15326" y="1508"/>
                    <a:pt x="15665" y="1178"/>
                    <a:pt x="15665" y="759"/>
                  </a:cubicBezTo>
                  <a:cubicBezTo>
                    <a:pt x="15665" y="339"/>
                    <a:pt x="15326" y="0"/>
                    <a:pt x="149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0"/>
            <p:cNvSpPr/>
            <p:nvPr/>
          </p:nvSpPr>
          <p:spPr>
            <a:xfrm>
              <a:off x="2991904" y="1760571"/>
              <a:ext cx="21961" cy="96633"/>
            </a:xfrm>
            <a:custGeom>
              <a:avLst/>
              <a:gdLst/>
              <a:ahLst/>
              <a:cxnLst/>
              <a:rect l="l" t="t" r="r" b="b"/>
              <a:pathLst>
                <a:path w="947" h="4167" extrusionOk="0">
                  <a:moveTo>
                    <a:pt x="471" y="1"/>
                  </a:moveTo>
                  <a:cubicBezTo>
                    <a:pt x="434" y="1"/>
                    <a:pt x="396" y="5"/>
                    <a:pt x="357" y="14"/>
                  </a:cubicBezTo>
                  <a:cubicBezTo>
                    <a:pt x="143" y="67"/>
                    <a:pt x="0" y="264"/>
                    <a:pt x="0" y="478"/>
                  </a:cubicBezTo>
                  <a:lnTo>
                    <a:pt x="0" y="3689"/>
                  </a:lnTo>
                  <a:cubicBezTo>
                    <a:pt x="0" y="3903"/>
                    <a:pt x="143" y="4100"/>
                    <a:pt x="357" y="4153"/>
                  </a:cubicBezTo>
                  <a:cubicBezTo>
                    <a:pt x="396" y="4162"/>
                    <a:pt x="434" y="4166"/>
                    <a:pt x="471" y="4166"/>
                  </a:cubicBezTo>
                  <a:cubicBezTo>
                    <a:pt x="734" y="4166"/>
                    <a:pt x="946" y="3955"/>
                    <a:pt x="946" y="3689"/>
                  </a:cubicBezTo>
                  <a:lnTo>
                    <a:pt x="946" y="478"/>
                  </a:lnTo>
                  <a:cubicBezTo>
                    <a:pt x="946" y="212"/>
                    <a:pt x="734" y="1"/>
                    <a:pt x="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0"/>
            <p:cNvSpPr/>
            <p:nvPr/>
          </p:nvSpPr>
          <p:spPr>
            <a:xfrm>
              <a:off x="3064306" y="1760571"/>
              <a:ext cx="21961" cy="96633"/>
            </a:xfrm>
            <a:custGeom>
              <a:avLst/>
              <a:gdLst/>
              <a:ahLst/>
              <a:cxnLst/>
              <a:rect l="l" t="t" r="r" b="b"/>
              <a:pathLst>
                <a:path w="947" h="4167" extrusionOk="0">
                  <a:moveTo>
                    <a:pt x="471" y="1"/>
                  </a:moveTo>
                  <a:cubicBezTo>
                    <a:pt x="434" y="1"/>
                    <a:pt x="396" y="5"/>
                    <a:pt x="358" y="14"/>
                  </a:cubicBezTo>
                  <a:cubicBezTo>
                    <a:pt x="144" y="67"/>
                    <a:pt x="1" y="264"/>
                    <a:pt x="1" y="478"/>
                  </a:cubicBezTo>
                  <a:lnTo>
                    <a:pt x="1" y="3689"/>
                  </a:lnTo>
                  <a:cubicBezTo>
                    <a:pt x="1" y="3903"/>
                    <a:pt x="144" y="4100"/>
                    <a:pt x="358" y="4153"/>
                  </a:cubicBezTo>
                  <a:cubicBezTo>
                    <a:pt x="396" y="4162"/>
                    <a:pt x="434" y="4166"/>
                    <a:pt x="471" y="4166"/>
                  </a:cubicBezTo>
                  <a:cubicBezTo>
                    <a:pt x="734" y="4166"/>
                    <a:pt x="946" y="3955"/>
                    <a:pt x="946" y="3689"/>
                  </a:cubicBezTo>
                  <a:lnTo>
                    <a:pt x="946" y="478"/>
                  </a:lnTo>
                  <a:cubicBezTo>
                    <a:pt x="946" y="212"/>
                    <a:pt x="734" y="1"/>
                    <a:pt x="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0"/>
            <p:cNvSpPr/>
            <p:nvPr/>
          </p:nvSpPr>
          <p:spPr>
            <a:xfrm>
              <a:off x="3132163" y="1760571"/>
              <a:ext cx="21961" cy="96633"/>
            </a:xfrm>
            <a:custGeom>
              <a:avLst/>
              <a:gdLst/>
              <a:ahLst/>
              <a:cxnLst/>
              <a:rect l="l" t="t" r="r" b="b"/>
              <a:pathLst>
                <a:path w="947" h="4167" extrusionOk="0">
                  <a:moveTo>
                    <a:pt x="471" y="1"/>
                  </a:moveTo>
                  <a:cubicBezTo>
                    <a:pt x="434" y="1"/>
                    <a:pt x="396" y="5"/>
                    <a:pt x="358" y="14"/>
                  </a:cubicBezTo>
                  <a:cubicBezTo>
                    <a:pt x="153" y="67"/>
                    <a:pt x="1" y="264"/>
                    <a:pt x="1" y="478"/>
                  </a:cubicBezTo>
                  <a:lnTo>
                    <a:pt x="1" y="3689"/>
                  </a:lnTo>
                  <a:cubicBezTo>
                    <a:pt x="1" y="3903"/>
                    <a:pt x="153" y="4100"/>
                    <a:pt x="358" y="4153"/>
                  </a:cubicBezTo>
                  <a:cubicBezTo>
                    <a:pt x="396" y="4162"/>
                    <a:pt x="434" y="4166"/>
                    <a:pt x="471" y="4166"/>
                  </a:cubicBezTo>
                  <a:cubicBezTo>
                    <a:pt x="734" y="4166"/>
                    <a:pt x="947" y="3955"/>
                    <a:pt x="947" y="3689"/>
                  </a:cubicBezTo>
                  <a:lnTo>
                    <a:pt x="947" y="478"/>
                  </a:lnTo>
                  <a:cubicBezTo>
                    <a:pt x="947" y="212"/>
                    <a:pt x="734" y="1"/>
                    <a:pt x="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0"/>
            <p:cNvSpPr/>
            <p:nvPr/>
          </p:nvSpPr>
          <p:spPr>
            <a:xfrm>
              <a:off x="3058323" y="1523582"/>
              <a:ext cx="33115" cy="192825"/>
            </a:xfrm>
            <a:custGeom>
              <a:avLst/>
              <a:gdLst/>
              <a:ahLst/>
              <a:cxnLst/>
              <a:rect l="l" t="t" r="r" b="b"/>
              <a:pathLst>
                <a:path w="1428" h="8315" extrusionOk="0">
                  <a:moveTo>
                    <a:pt x="723" y="1"/>
                  </a:moveTo>
                  <a:cubicBezTo>
                    <a:pt x="330" y="1"/>
                    <a:pt x="9" y="313"/>
                    <a:pt x="9" y="705"/>
                  </a:cubicBezTo>
                  <a:lnTo>
                    <a:pt x="9" y="7592"/>
                  </a:lnTo>
                  <a:cubicBezTo>
                    <a:pt x="0" y="7985"/>
                    <a:pt x="312" y="8306"/>
                    <a:pt x="705" y="8315"/>
                  </a:cubicBezTo>
                  <a:cubicBezTo>
                    <a:pt x="1097" y="8315"/>
                    <a:pt x="1419" y="8003"/>
                    <a:pt x="1427" y="7610"/>
                  </a:cubicBezTo>
                  <a:lnTo>
                    <a:pt x="1427" y="723"/>
                  </a:lnTo>
                  <a:cubicBezTo>
                    <a:pt x="1427" y="331"/>
                    <a:pt x="1115" y="9"/>
                    <a:pt x="7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0"/>
            <p:cNvSpPr/>
            <p:nvPr/>
          </p:nvSpPr>
          <p:spPr>
            <a:xfrm>
              <a:off x="3117483" y="1517042"/>
              <a:ext cx="123116" cy="156764"/>
            </a:xfrm>
            <a:custGeom>
              <a:avLst/>
              <a:gdLst/>
              <a:ahLst/>
              <a:cxnLst/>
              <a:rect l="l" t="t" r="r" b="b"/>
              <a:pathLst>
                <a:path w="5309" h="6760" extrusionOk="0">
                  <a:moveTo>
                    <a:pt x="2609" y="472"/>
                  </a:moveTo>
                  <a:cubicBezTo>
                    <a:pt x="2622" y="472"/>
                    <a:pt x="2635" y="475"/>
                    <a:pt x="2650" y="479"/>
                  </a:cubicBezTo>
                  <a:lnTo>
                    <a:pt x="4711" y="1683"/>
                  </a:lnTo>
                  <a:cubicBezTo>
                    <a:pt x="4800" y="1737"/>
                    <a:pt x="4836" y="1844"/>
                    <a:pt x="4827" y="1933"/>
                  </a:cubicBezTo>
                  <a:lnTo>
                    <a:pt x="4827" y="2540"/>
                  </a:lnTo>
                  <a:lnTo>
                    <a:pt x="2338" y="1085"/>
                  </a:lnTo>
                  <a:cubicBezTo>
                    <a:pt x="2436" y="791"/>
                    <a:pt x="2418" y="845"/>
                    <a:pt x="2516" y="550"/>
                  </a:cubicBezTo>
                  <a:lnTo>
                    <a:pt x="2525" y="550"/>
                  </a:lnTo>
                  <a:cubicBezTo>
                    <a:pt x="2539" y="496"/>
                    <a:pt x="2568" y="472"/>
                    <a:pt x="2609" y="472"/>
                  </a:cubicBezTo>
                  <a:close/>
                  <a:moveTo>
                    <a:pt x="1267" y="3396"/>
                  </a:moveTo>
                  <a:cubicBezTo>
                    <a:pt x="1704" y="3396"/>
                    <a:pt x="2061" y="3753"/>
                    <a:pt x="2061" y="4190"/>
                  </a:cubicBezTo>
                  <a:cubicBezTo>
                    <a:pt x="2061" y="4627"/>
                    <a:pt x="1704" y="4975"/>
                    <a:pt x="1267" y="4975"/>
                  </a:cubicBezTo>
                  <a:cubicBezTo>
                    <a:pt x="830" y="4975"/>
                    <a:pt x="473" y="4627"/>
                    <a:pt x="473" y="4190"/>
                  </a:cubicBezTo>
                  <a:cubicBezTo>
                    <a:pt x="473" y="3753"/>
                    <a:pt x="830" y="3396"/>
                    <a:pt x="1267" y="3396"/>
                  </a:cubicBezTo>
                  <a:close/>
                  <a:moveTo>
                    <a:pt x="4024" y="4716"/>
                  </a:moveTo>
                  <a:cubicBezTo>
                    <a:pt x="4461" y="4716"/>
                    <a:pt x="4818" y="5064"/>
                    <a:pt x="4818" y="5501"/>
                  </a:cubicBezTo>
                  <a:cubicBezTo>
                    <a:pt x="4818" y="5938"/>
                    <a:pt x="4461" y="6286"/>
                    <a:pt x="4024" y="6286"/>
                  </a:cubicBezTo>
                  <a:cubicBezTo>
                    <a:pt x="3587" y="6286"/>
                    <a:pt x="3230" y="5938"/>
                    <a:pt x="3230" y="5501"/>
                  </a:cubicBezTo>
                  <a:cubicBezTo>
                    <a:pt x="3230" y="5064"/>
                    <a:pt x="3587" y="4716"/>
                    <a:pt x="4024" y="4716"/>
                  </a:cubicBezTo>
                  <a:close/>
                  <a:moveTo>
                    <a:pt x="2618" y="1"/>
                  </a:moveTo>
                  <a:cubicBezTo>
                    <a:pt x="2309" y="1"/>
                    <a:pt x="2032" y="275"/>
                    <a:pt x="2052" y="613"/>
                  </a:cubicBezTo>
                  <a:lnTo>
                    <a:pt x="2052" y="3209"/>
                  </a:lnTo>
                  <a:cubicBezTo>
                    <a:pt x="1838" y="3030"/>
                    <a:pt x="1562" y="2923"/>
                    <a:pt x="1267" y="2923"/>
                  </a:cubicBezTo>
                  <a:cubicBezTo>
                    <a:pt x="563" y="2923"/>
                    <a:pt x="1" y="3494"/>
                    <a:pt x="1" y="4190"/>
                  </a:cubicBezTo>
                  <a:cubicBezTo>
                    <a:pt x="1" y="4886"/>
                    <a:pt x="563" y="5448"/>
                    <a:pt x="1267" y="5448"/>
                  </a:cubicBezTo>
                  <a:cubicBezTo>
                    <a:pt x="1901" y="5448"/>
                    <a:pt x="2525" y="4913"/>
                    <a:pt x="2525" y="4252"/>
                  </a:cubicBezTo>
                  <a:lnTo>
                    <a:pt x="2525" y="1746"/>
                  </a:lnTo>
                  <a:lnTo>
                    <a:pt x="4827" y="3084"/>
                  </a:lnTo>
                  <a:lnTo>
                    <a:pt x="4827" y="4520"/>
                  </a:lnTo>
                  <a:cubicBezTo>
                    <a:pt x="4613" y="4342"/>
                    <a:pt x="4336" y="4243"/>
                    <a:pt x="4033" y="4243"/>
                  </a:cubicBezTo>
                  <a:cubicBezTo>
                    <a:pt x="3337" y="4243"/>
                    <a:pt x="2775" y="4805"/>
                    <a:pt x="2775" y="5501"/>
                  </a:cubicBezTo>
                  <a:cubicBezTo>
                    <a:pt x="2775" y="6197"/>
                    <a:pt x="3337" y="6759"/>
                    <a:pt x="4033" y="6759"/>
                  </a:cubicBezTo>
                  <a:cubicBezTo>
                    <a:pt x="4675" y="6759"/>
                    <a:pt x="5300" y="6224"/>
                    <a:pt x="5300" y="5564"/>
                  </a:cubicBezTo>
                  <a:lnTo>
                    <a:pt x="5300" y="1933"/>
                  </a:lnTo>
                  <a:cubicBezTo>
                    <a:pt x="5309" y="1674"/>
                    <a:pt x="5184" y="1416"/>
                    <a:pt x="4952" y="1273"/>
                  </a:cubicBezTo>
                  <a:lnTo>
                    <a:pt x="2891" y="77"/>
                  </a:lnTo>
                  <a:cubicBezTo>
                    <a:pt x="2802" y="25"/>
                    <a:pt x="2708" y="1"/>
                    <a:pt x="2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0"/>
            <p:cNvSpPr/>
            <p:nvPr/>
          </p:nvSpPr>
          <p:spPr>
            <a:xfrm>
              <a:off x="2909344" y="1517158"/>
              <a:ext cx="123116" cy="156741"/>
            </a:xfrm>
            <a:custGeom>
              <a:avLst/>
              <a:gdLst/>
              <a:ahLst/>
              <a:cxnLst/>
              <a:rect l="l" t="t" r="r" b="b"/>
              <a:pathLst>
                <a:path w="5309" h="6759" extrusionOk="0">
                  <a:moveTo>
                    <a:pt x="1286" y="474"/>
                  </a:moveTo>
                  <a:cubicBezTo>
                    <a:pt x="1723" y="474"/>
                    <a:pt x="2080" y="822"/>
                    <a:pt x="2080" y="1259"/>
                  </a:cubicBezTo>
                  <a:cubicBezTo>
                    <a:pt x="2080" y="1696"/>
                    <a:pt x="1723" y="2053"/>
                    <a:pt x="1286" y="2053"/>
                  </a:cubicBezTo>
                  <a:cubicBezTo>
                    <a:pt x="848" y="2053"/>
                    <a:pt x="501" y="1696"/>
                    <a:pt x="501" y="1259"/>
                  </a:cubicBezTo>
                  <a:cubicBezTo>
                    <a:pt x="501" y="822"/>
                    <a:pt x="848" y="474"/>
                    <a:pt x="1286" y="474"/>
                  </a:cubicBezTo>
                  <a:close/>
                  <a:moveTo>
                    <a:pt x="4051" y="1785"/>
                  </a:moveTo>
                  <a:cubicBezTo>
                    <a:pt x="4488" y="1785"/>
                    <a:pt x="4836" y="2142"/>
                    <a:pt x="4836" y="2570"/>
                  </a:cubicBezTo>
                  <a:cubicBezTo>
                    <a:pt x="4836" y="3007"/>
                    <a:pt x="4488" y="3364"/>
                    <a:pt x="4051" y="3364"/>
                  </a:cubicBezTo>
                  <a:cubicBezTo>
                    <a:pt x="3614" y="3364"/>
                    <a:pt x="3257" y="3007"/>
                    <a:pt x="3257" y="2570"/>
                  </a:cubicBezTo>
                  <a:cubicBezTo>
                    <a:pt x="3257" y="2142"/>
                    <a:pt x="3614" y="1785"/>
                    <a:pt x="4051" y="1785"/>
                  </a:cubicBezTo>
                  <a:close/>
                  <a:moveTo>
                    <a:pt x="474" y="4221"/>
                  </a:moveTo>
                  <a:lnTo>
                    <a:pt x="2775" y="5568"/>
                  </a:lnTo>
                  <a:lnTo>
                    <a:pt x="2775" y="6148"/>
                  </a:lnTo>
                  <a:cubicBezTo>
                    <a:pt x="2783" y="6206"/>
                    <a:pt x="2760" y="6295"/>
                    <a:pt x="2697" y="6295"/>
                  </a:cubicBezTo>
                  <a:cubicBezTo>
                    <a:pt x="2683" y="6295"/>
                    <a:pt x="2668" y="6291"/>
                    <a:pt x="2651" y="6281"/>
                  </a:cubicBezTo>
                  <a:lnTo>
                    <a:pt x="590" y="5077"/>
                  </a:lnTo>
                  <a:cubicBezTo>
                    <a:pt x="509" y="5024"/>
                    <a:pt x="474" y="4925"/>
                    <a:pt x="474" y="4827"/>
                  </a:cubicBezTo>
                  <a:lnTo>
                    <a:pt x="474" y="4221"/>
                  </a:lnTo>
                  <a:close/>
                  <a:moveTo>
                    <a:pt x="1286" y="1"/>
                  </a:moveTo>
                  <a:cubicBezTo>
                    <a:pt x="652" y="1"/>
                    <a:pt x="1" y="1196"/>
                    <a:pt x="1" y="1196"/>
                  </a:cubicBezTo>
                  <a:lnTo>
                    <a:pt x="1" y="4827"/>
                  </a:lnTo>
                  <a:cubicBezTo>
                    <a:pt x="1" y="5086"/>
                    <a:pt x="126" y="5354"/>
                    <a:pt x="358" y="5487"/>
                  </a:cubicBezTo>
                  <a:lnTo>
                    <a:pt x="2410" y="6683"/>
                  </a:lnTo>
                  <a:cubicBezTo>
                    <a:pt x="2500" y="6735"/>
                    <a:pt x="2592" y="6758"/>
                    <a:pt x="2681" y="6758"/>
                  </a:cubicBezTo>
                  <a:cubicBezTo>
                    <a:pt x="2988" y="6758"/>
                    <a:pt x="3255" y="6480"/>
                    <a:pt x="3248" y="6148"/>
                  </a:cubicBezTo>
                  <a:lnTo>
                    <a:pt x="3248" y="5425"/>
                  </a:lnTo>
                  <a:lnTo>
                    <a:pt x="3248" y="3560"/>
                  </a:lnTo>
                  <a:cubicBezTo>
                    <a:pt x="3471" y="3730"/>
                    <a:pt x="3748" y="3837"/>
                    <a:pt x="4051" y="3837"/>
                  </a:cubicBezTo>
                  <a:cubicBezTo>
                    <a:pt x="4747" y="3837"/>
                    <a:pt x="5309" y="3266"/>
                    <a:pt x="5309" y="2570"/>
                  </a:cubicBezTo>
                  <a:cubicBezTo>
                    <a:pt x="5309" y="1874"/>
                    <a:pt x="4747" y="1312"/>
                    <a:pt x="4051" y="1312"/>
                  </a:cubicBezTo>
                  <a:cubicBezTo>
                    <a:pt x="3391" y="1312"/>
                    <a:pt x="2811" y="2463"/>
                    <a:pt x="2811" y="2463"/>
                  </a:cubicBezTo>
                  <a:cubicBezTo>
                    <a:pt x="2811" y="2463"/>
                    <a:pt x="2802" y="4212"/>
                    <a:pt x="2802" y="5015"/>
                  </a:cubicBezTo>
                  <a:lnTo>
                    <a:pt x="509" y="3676"/>
                  </a:lnTo>
                  <a:lnTo>
                    <a:pt x="509" y="2240"/>
                  </a:lnTo>
                  <a:cubicBezTo>
                    <a:pt x="509" y="2240"/>
                    <a:pt x="991" y="2526"/>
                    <a:pt x="1286" y="2526"/>
                  </a:cubicBezTo>
                  <a:cubicBezTo>
                    <a:pt x="1990" y="2526"/>
                    <a:pt x="2552" y="1955"/>
                    <a:pt x="2552" y="1259"/>
                  </a:cubicBezTo>
                  <a:cubicBezTo>
                    <a:pt x="2552" y="563"/>
                    <a:pt x="1990" y="1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0"/>
            <p:cNvSpPr/>
            <p:nvPr/>
          </p:nvSpPr>
          <p:spPr>
            <a:xfrm>
              <a:off x="2887429" y="1518202"/>
              <a:ext cx="373429" cy="373429"/>
            </a:xfrm>
            <a:custGeom>
              <a:avLst/>
              <a:gdLst/>
              <a:ahLst/>
              <a:cxnLst/>
              <a:rect l="l" t="t" r="r" b="b"/>
              <a:pathLst>
                <a:path w="16103" h="16103" extrusionOk="0">
                  <a:moveTo>
                    <a:pt x="15157" y="8038"/>
                  </a:moveTo>
                  <a:cubicBezTo>
                    <a:pt x="15452" y="8038"/>
                    <a:pt x="15684" y="8270"/>
                    <a:pt x="15684" y="8556"/>
                  </a:cubicBezTo>
                  <a:cubicBezTo>
                    <a:pt x="15684" y="8841"/>
                    <a:pt x="15452" y="9073"/>
                    <a:pt x="15157" y="9073"/>
                  </a:cubicBezTo>
                  <a:lnTo>
                    <a:pt x="1017" y="9073"/>
                  </a:lnTo>
                  <a:cubicBezTo>
                    <a:pt x="750" y="9073"/>
                    <a:pt x="518" y="8868"/>
                    <a:pt x="500" y="8600"/>
                  </a:cubicBezTo>
                  <a:cubicBezTo>
                    <a:pt x="473" y="8288"/>
                    <a:pt x="723" y="8038"/>
                    <a:pt x="1035" y="8038"/>
                  </a:cubicBezTo>
                  <a:lnTo>
                    <a:pt x="7146" y="8038"/>
                  </a:lnTo>
                  <a:cubicBezTo>
                    <a:pt x="7226" y="8476"/>
                    <a:pt x="7610" y="8815"/>
                    <a:pt x="8074" y="8823"/>
                  </a:cubicBezTo>
                  <a:cubicBezTo>
                    <a:pt x="8538" y="8823"/>
                    <a:pt x="8957" y="8493"/>
                    <a:pt x="9028" y="8038"/>
                  </a:cubicBezTo>
                  <a:close/>
                  <a:moveTo>
                    <a:pt x="8101" y="1"/>
                  </a:moveTo>
                  <a:cubicBezTo>
                    <a:pt x="7583" y="1"/>
                    <a:pt x="7164" y="429"/>
                    <a:pt x="7155" y="937"/>
                  </a:cubicBezTo>
                  <a:lnTo>
                    <a:pt x="7155" y="1865"/>
                  </a:lnTo>
                  <a:cubicBezTo>
                    <a:pt x="7155" y="1990"/>
                    <a:pt x="7262" y="2070"/>
                    <a:pt x="7378" y="2088"/>
                  </a:cubicBezTo>
                  <a:cubicBezTo>
                    <a:pt x="7494" y="2088"/>
                    <a:pt x="7592" y="1981"/>
                    <a:pt x="7592" y="1865"/>
                  </a:cubicBezTo>
                  <a:lnTo>
                    <a:pt x="7592" y="902"/>
                  </a:lnTo>
                  <a:cubicBezTo>
                    <a:pt x="7601" y="643"/>
                    <a:pt x="7824" y="420"/>
                    <a:pt x="8092" y="420"/>
                  </a:cubicBezTo>
                  <a:cubicBezTo>
                    <a:pt x="8359" y="429"/>
                    <a:pt x="8573" y="652"/>
                    <a:pt x="8573" y="919"/>
                  </a:cubicBezTo>
                  <a:lnTo>
                    <a:pt x="8573" y="7878"/>
                  </a:lnTo>
                  <a:cubicBezTo>
                    <a:pt x="8573" y="8145"/>
                    <a:pt x="8342" y="8360"/>
                    <a:pt x="8074" y="8360"/>
                  </a:cubicBezTo>
                  <a:cubicBezTo>
                    <a:pt x="7806" y="8351"/>
                    <a:pt x="7592" y="8137"/>
                    <a:pt x="7592" y="7860"/>
                  </a:cubicBezTo>
                  <a:lnTo>
                    <a:pt x="7601" y="3114"/>
                  </a:lnTo>
                  <a:cubicBezTo>
                    <a:pt x="7601" y="2961"/>
                    <a:pt x="7479" y="2883"/>
                    <a:pt x="7358" y="2883"/>
                  </a:cubicBezTo>
                  <a:cubicBezTo>
                    <a:pt x="7238" y="2883"/>
                    <a:pt x="7119" y="2959"/>
                    <a:pt x="7119" y="3114"/>
                  </a:cubicBezTo>
                  <a:lnTo>
                    <a:pt x="7119" y="7566"/>
                  </a:lnTo>
                  <a:lnTo>
                    <a:pt x="1000" y="7566"/>
                  </a:lnTo>
                  <a:cubicBezTo>
                    <a:pt x="455" y="7566"/>
                    <a:pt x="0" y="8012"/>
                    <a:pt x="0" y="8565"/>
                  </a:cubicBezTo>
                  <a:cubicBezTo>
                    <a:pt x="0" y="9064"/>
                    <a:pt x="384" y="9484"/>
                    <a:pt x="866" y="9555"/>
                  </a:cubicBezTo>
                  <a:lnTo>
                    <a:pt x="2329" y="14997"/>
                  </a:lnTo>
                  <a:cubicBezTo>
                    <a:pt x="2507" y="15648"/>
                    <a:pt x="3096" y="16103"/>
                    <a:pt x="3774" y="16103"/>
                  </a:cubicBezTo>
                  <a:lnTo>
                    <a:pt x="12508" y="16103"/>
                  </a:lnTo>
                  <a:cubicBezTo>
                    <a:pt x="12508" y="16103"/>
                    <a:pt x="13810" y="15612"/>
                    <a:pt x="13962" y="14925"/>
                  </a:cubicBezTo>
                  <a:lnTo>
                    <a:pt x="14247" y="13659"/>
                  </a:lnTo>
                  <a:cubicBezTo>
                    <a:pt x="14283" y="13483"/>
                    <a:pt x="14143" y="13376"/>
                    <a:pt x="14007" y="13376"/>
                  </a:cubicBezTo>
                  <a:cubicBezTo>
                    <a:pt x="13907" y="13376"/>
                    <a:pt x="13810" y="13433"/>
                    <a:pt x="13783" y="13561"/>
                  </a:cubicBezTo>
                  <a:lnTo>
                    <a:pt x="13507" y="14818"/>
                  </a:lnTo>
                  <a:cubicBezTo>
                    <a:pt x="13400" y="15291"/>
                    <a:pt x="12508" y="15595"/>
                    <a:pt x="12508" y="15595"/>
                  </a:cubicBezTo>
                  <a:lnTo>
                    <a:pt x="3783" y="15595"/>
                  </a:lnTo>
                  <a:cubicBezTo>
                    <a:pt x="3328" y="15595"/>
                    <a:pt x="2926" y="15291"/>
                    <a:pt x="2802" y="14845"/>
                  </a:cubicBezTo>
                  <a:lnTo>
                    <a:pt x="1383" y="9546"/>
                  </a:lnTo>
                  <a:lnTo>
                    <a:pt x="14613" y="9546"/>
                  </a:lnTo>
                  <a:lnTo>
                    <a:pt x="14033" y="12205"/>
                  </a:lnTo>
                  <a:cubicBezTo>
                    <a:pt x="13996" y="12372"/>
                    <a:pt x="14138" y="12482"/>
                    <a:pt x="14276" y="12482"/>
                  </a:cubicBezTo>
                  <a:cubicBezTo>
                    <a:pt x="14373" y="12482"/>
                    <a:pt x="14468" y="12428"/>
                    <a:pt x="14497" y="12303"/>
                  </a:cubicBezTo>
                  <a:lnTo>
                    <a:pt x="15095" y="9546"/>
                  </a:lnTo>
                  <a:lnTo>
                    <a:pt x="15113" y="9546"/>
                  </a:lnTo>
                  <a:cubicBezTo>
                    <a:pt x="15657" y="9546"/>
                    <a:pt x="16103" y="9100"/>
                    <a:pt x="16103" y="8556"/>
                  </a:cubicBezTo>
                  <a:cubicBezTo>
                    <a:pt x="16103" y="8012"/>
                    <a:pt x="15657" y="7566"/>
                    <a:pt x="15113" y="7566"/>
                  </a:cubicBezTo>
                  <a:lnTo>
                    <a:pt x="9046" y="7566"/>
                  </a:lnTo>
                  <a:lnTo>
                    <a:pt x="9046" y="964"/>
                  </a:lnTo>
                  <a:cubicBezTo>
                    <a:pt x="9055" y="447"/>
                    <a:pt x="8618" y="1"/>
                    <a:pt x="8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70"/>
            <p:cNvSpPr/>
            <p:nvPr/>
          </p:nvSpPr>
          <p:spPr>
            <a:xfrm>
              <a:off x="2986941" y="1755167"/>
              <a:ext cx="32907" cy="107439"/>
            </a:xfrm>
            <a:custGeom>
              <a:avLst/>
              <a:gdLst/>
              <a:ahLst/>
              <a:cxnLst/>
              <a:rect l="l" t="t" r="r" b="b"/>
              <a:pathLst>
                <a:path w="1419" h="4633" extrusionOk="0">
                  <a:moveTo>
                    <a:pt x="710" y="457"/>
                  </a:moveTo>
                  <a:cubicBezTo>
                    <a:pt x="839" y="457"/>
                    <a:pt x="946" y="566"/>
                    <a:pt x="946" y="693"/>
                  </a:cubicBezTo>
                  <a:lnTo>
                    <a:pt x="946" y="3940"/>
                  </a:lnTo>
                  <a:cubicBezTo>
                    <a:pt x="946" y="4038"/>
                    <a:pt x="875" y="4136"/>
                    <a:pt x="785" y="4163"/>
                  </a:cubicBezTo>
                  <a:cubicBezTo>
                    <a:pt x="758" y="4172"/>
                    <a:pt x="732" y="4176"/>
                    <a:pt x="706" y="4176"/>
                  </a:cubicBezTo>
                  <a:cubicBezTo>
                    <a:pt x="574" y="4176"/>
                    <a:pt x="473" y="4067"/>
                    <a:pt x="473" y="3940"/>
                  </a:cubicBezTo>
                  <a:lnTo>
                    <a:pt x="473" y="693"/>
                  </a:lnTo>
                  <a:cubicBezTo>
                    <a:pt x="473" y="595"/>
                    <a:pt x="536" y="497"/>
                    <a:pt x="634" y="470"/>
                  </a:cubicBezTo>
                  <a:cubicBezTo>
                    <a:pt x="660" y="461"/>
                    <a:pt x="685" y="457"/>
                    <a:pt x="710" y="457"/>
                  </a:cubicBezTo>
                  <a:close/>
                  <a:moveTo>
                    <a:pt x="705" y="1"/>
                  </a:moveTo>
                  <a:cubicBezTo>
                    <a:pt x="314" y="1"/>
                    <a:pt x="0" y="320"/>
                    <a:pt x="0" y="711"/>
                  </a:cubicBezTo>
                  <a:lnTo>
                    <a:pt x="0" y="3913"/>
                  </a:lnTo>
                  <a:cubicBezTo>
                    <a:pt x="0" y="4244"/>
                    <a:pt x="232" y="4547"/>
                    <a:pt x="562" y="4618"/>
                  </a:cubicBezTo>
                  <a:cubicBezTo>
                    <a:pt x="611" y="4628"/>
                    <a:pt x="659" y="4632"/>
                    <a:pt x="706" y="4632"/>
                  </a:cubicBezTo>
                  <a:cubicBezTo>
                    <a:pt x="1098" y="4632"/>
                    <a:pt x="1419" y="4313"/>
                    <a:pt x="1419" y="3922"/>
                  </a:cubicBezTo>
                  <a:lnTo>
                    <a:pt x="1419" y="720"/>
                  </a:lnTo>
                  <a:cubicBezTo>
                    <a:pt x="1419" y="390"/>
                    <a:pt x="1187" y="86"/>
                    <a:pt x="848" y="15"/>
                  </a:cubicBezTo>
                  <a:cubicBezTo>
                    <a:pt x="799" y="5"/>
                    <a:pt x="752" y="1"/>
                    <a:pt x="7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70"/>
            <p:cNvSpPr/>
            <p:nvPr/>
          </p:nvSpPr>
          <p:spPr>
            <a:xfrm>
              <a:off x="3058532" y="1755167"/>
              <a:ext cx="32907" cy="107439"/>
            </a:xfrm>
            <a:custGeom>
              <a:avLst/>
              <a:gdLst/>
              <a:ahLst/>
              <a:cxnLst/>
              <a:rect l="l" t="t" r="r" b="b"/>
              <a:pathLst>
                <a:path w="1419" h="4633" extrusionOk="0">
                  <a:moveTo>
                    <a:pt x="710" y="457"/>
                  </a:moveTo>
                  <a:cubicBezTo>
                    <a:pt x="839" y="457"/>
                    <a:pt x="946" y="566"/>
                    <a:pt x="946" y="693"/>
                  </a:cubicBezTo>
                  <a:lnTo>
                    <a:pt x="946" y="3940"/>
                  </a:lnTo>
                  <a:cubicBezTo>
                    <a:pt x="946" y="4038"/>
                    <a:pt x="883" y="4136"/>
                    <a:pt x="785" y="4163"/>
                  </a:cubicBezTo>
                  <a:cubicBezTo>
                    <a:pt x="759" y="4172"/>
                    <a:pt x="734" y="4176"/>
                    <a:pt x="709" y="4176"/>
                  </a:cubicBezTo>
                  <a:cubicBezTo>
                    <a:pt x="580" y="4176"/>
                    <a:pt x="473" y="4067"/>
                    <a:pt x="473" y="3940"/>
                  </a:cubicBezTo>
                  <a:lnTo>
                    <a:pt x="473" y="693"/>
                  </a:lnTo>
                  <a:cubicBezTo>
                    <a:pt x="473" y="595"/>
                    <a:pt x="535" y="497"/>
                    <a:pt x="633" y="470"/>
                  </a:cubicBezTo>
                  <a:cubicBezTo>
                    <a:pt x="659" y="461"/>
                    <a:pt x="685" y="457"/>
                    <a:pt x="710" y="457"/>
                  </a:cubicBezTo>
                  <a:close/>
                  <a:moveTo>
                    <a:pt x="713" y="1"/>
                  </a:moveTo>
                  <a:cubicBezTo>
                    <a:pt x="320" y="1"/>
                    <a:pt x="0" y="320"/>
                    <a:pt x="0" y="711"/>
                  </a:cubicBezTo>
                  <a:lnTo>
                    <a:pt x="0" y="3913"/>
                  </a:lnTo>
                  <a:cubicBezTo>
                    <a:pt x="0" y="4244"/>
                    <a:pt x="232" y="4547"/>
                    <a:pt x="562" y="4618"/>
                  </a:cubicBezTo>
                  <a:cubicBezTo>
                    <a:pt x="611" y="4628"/>
                    <a:pt x="658" y="4632"/>
                    <a:pt x="705" y="4632"/>
                  </a:cubicBezTo>
                  <a:cubicBezTo>
                    <a:pt x="1098" y="4632"/>
                    <a:pt x="1418" y="4313"/>
                    <a:pt x="1418" y="3922"/>
                  </a:cubicBezTo>
                  <a:lnTo>
                    <a:pt x="1418" y="720"/>
                  </a:lnTo>
                  <a:cubicBezTo>
                    <a:pt x="1418" y="390"/>
                    <a:pt x="1187" y="86"/>
                    <a:pt x="856" y="15"/>
                  </a:cubicBezTo>
                  <a:cubicBezTo>
                    <a:pt x="808" y="5"/>
                    <a:pt x="760" y="1"/>
                    <a:pt x="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70"/>
            <p:cNvSpPr/>
            <p:nvPr/>
          </p:nvSpPr>
          <p:spPr>
            <a:xfrm>
              <a:off x="3126388" y="1755167"/>
              <a:ext cx="32907" cy="107439"/>
            </a:xfrm>
            <a:custGeom>
              <a:avLst/>
              <a:gdLst/>
              <a:ahLst/>
              <a:cxnLst/>
              <a:rect l="l" t="t" r="r" b="b"/>
              <a:pathLst>
                <a:path w="1419" h="4633" extrusionOk="0">
                  <a:moveTo>
                    <a:pt x="710" y="457"/>
                  </a:moveTo>
                  <a:cubicBezTo>
                    <a:pt x="839" y="457"/>
                    <a:pt x="946" y="566"/>
                    <a:pt x="946" y="693"/>
                  </a:cubicBezTo>
                  <a:lnTo>
                    <a:pt x="946" y="3940"/>
                  </a:lnTo>
                  <a:cubicBezTo>
                    <a:pt x="946" y="4038"/>
                    <a:pt x="883" y="4136"/>
                    <a:pt x="785" y="4163"/>
                  </a:cubicBezTo>
                  <a:cubicBezTo>
                    <a:pt x="759" y="4172"/>
                    <a:pt x="734" y="4176"/>
                    <a:pt x="709" y="4176"/>
                  </a:cubicBezTo>
                  <a:cubicBezTo>
                    <a:pt x="580" y="4176"/>
                    <a:pt x="473" y="4067"/>
                    <a:pt x="473" y="3940"/>
                  </a:cubicBezTo>
                  <a:lnTo>
                    <a:pt x="473" y="693"/>
                  </a:lnTo>
                  <a:cubicBezTo>
                    <a:pt x="473" y="595"/>
                    <a:pt x="535" y="497"/>
                    <a:pt x="634" y="470"/>
                  </a:cubicBezTo>
                  <a:cubicBezTo>
                    <a:pt x="659" y="461"/>
                    <a:pt x="685" y="457"/>
                    <a:pt x="710" y="457"/>
                  </a:cubicBezTo>
                  <a:close/>
                  <a:moveTo>
                    <a:pt x="713" y="1"/>
                  </a:moveTo>
                  <a:cubicBezTo>
                    <a:pt x="321" y="1"/>
                    <a:pt x="0" y="320"/>
                    <a:pt x="0" y="711"/>
                  </a:cubicBezTo>
                  <a:lnTo>
                    <a:pt x="0" y="3913"/>
                  </a:lnTo>
                  <a:cubicBezTo>
                    <a:pt x="0" y="4244"/>
                    <a:pt x="232" y="4547"/>
                    <a:pt x="562" y="4618"/>
                  </a:cubicBezTo>
                  <a:cubicBezTo>
                    <a:pt x="611" y="4628"/>
                    <a:pt x="659" y="4632"/>
                    <a:pt x="705" y="4632"/>
                  </a:cubicBezTo>
                  <a:cubicBezTo>
                    <a:pt x="1098" y="4632"/>
                    <a:pt x="1419" y="4313"/>
                    <a:pt x="1419" y="3922"/>
                  </a:cubicBezTo>
                  <a:lnTo>
                    <a:pt x="1419" y="720"/>
                  </a:lnTo>
                  <a:cubicBezTo>
                    <a:pt x="1419" y="390"/>
                    <a:pt x="1187" y="86"/>
                    <a:pt x="857" y="15"/>
                  </a:cubicBezTo>
                  <a:cubicBezTo>
                    <a:pt x="808" y="5"/>
                    <a:pt x="760" y="1"/>
                    <a:pt x="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0" name="Google Shape;4270;p70"/>
          <p:cNvGrpSpPr/>
          <p:nvPr/>
        </p:nvGrpSpPr>
        <p:grpSpPr>
          <a:xfrm>
            <a:off x="7257998" y="1653490"/>
            <a:ext cx="338995" cy="339733"/>
            <a:chOff x="1103450" y="4011300"/>
            <a:chExt cx="401700" cy="402575"/>
          </a:xfrm>
        </p:grpSpPr>
        <p:sp>
          <p:nvSpPr>
            <p:cNvPr id="4271" name="Google Shape;4271;p70"/>
            <p:cNvSpPr/>
            <p:nvPr/>
          </p:nvSpPr>
          <p:spPr>
            <a:xfrm>
              <a:off x="1220100" y="4066600"/>
              <a:ext cx="225275" cy="265425"/>
            </a:xfrm>
            <a:custGeom>
              <a:avLst/>
              <a:gdLst/>
              <a:ahLst/>
              <a:cxnLst/>
              <a:rect l="l" t="t" r="r" b="b"/>
              <a:pathLst>
                <a:path w="9011" h="10617" extrusionOk="0">
                  <a:moveTo>
                    <a:pt x="0" y="1"/>
                  </a:moveTo>
                  <a:lnTo>
                    <a:pt x="0" y="10617"/>
                  </a:lnTo>
                  <a:lnTo>
                    <a:pt x="9011" y="10617"/>
                  </a:lnTo>
                  <a:lnTo>
                    <a:pt x="90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70"/>
            <p:cNvSpPr/>
            <p:nvPr/>
          </p:nvSpPr>
          <p:spPr>
            <a:xfrm>
              <a:off x="1191775" y="4042075"/>
              <a:ext cx="225275" cy="265425"/>
            </a:xfrm>
            <a:custGeom>
              <a:avLst/>
              <a:gdLst/>
              <a:ahLst/>
              <a:cxnLst/>
              <a:rect l="l" t="t" r="r" b="b"/>
              <a:pathLst>
                <a:path w="9011" h="10617" extrusionOk="0">
                  <a:moveTo>
                    <a:pt x="0" y="0"/>
                  </a:moveTo>
                  <a:lnTo>
                    <a:pt x="0" y="10616"/>
                  </a:lnTo>
                  <a:lnTo>
                    <a:pt x="9011" y="10616"/>
                  </a:lnTo>
                  <a:lnTo>
                    <a:pt x="90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70"/>
            <p:cNvSpPr/>
            <p:nvPr/>
          </p:nvSpPr>
          <p:spPr>
            <a:xfrm>
              <a:off x="1162550" y="4016875"/>
              <a:ext cx="225275" cy="265425"/>
            </a:xfrm>
            <a:custGeom>
              <a:avLst/>
              <a:gdLst/>
              <a:ahLst/>
              <a:cxnLst/>
              <a:rect l="l" t="t" r="r" b="b"/>
              <a:pathLst>
                <a:path w="9011" h="10617" extrusionOk="0">
                  <a:moveTo>
                    <a:pt x="1" y="0"/>
                  </a:moveTo>
                  <a:lnTo>
                    <a:pt x="1" y="10616"/>
                  </a:lnTo>
                  <a:lnTo>
                    <a:pt x="9011" y="10616"/>
                  </a:lnTo>
                  <a:lnTo>
                    <a:pt x="90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70"/>
            <p:cNvSpPr/>
            <p:nvPr/>
          </p:nvSpPr>
          <p:spPr>
            <a:xfrm>
              <a:off x="1109025" y="4124825"/>
              <a:ext cx="389875" cy="283700"/>
            </a:xfrm>
            <a:custGeom>
              <a:avLst/>
              <a:gdLst/>
              <a:ahLst/>
              <a:cxnLst/>
              <a:rect l="l" t="t" r="r" b="b"/>
              <a:pathLst>
                <a:path w="15595" h="11348" extrusionOk="0">
                  <a:moveTo>
                    <a:pt x="1044" y="0"/>
                  </a:moveTo>
                  <a:cubicBezTo>
                    <a:pt x="465" y="0"/>
                    <a:pt x="1" y="473"/>
                    <a:pt x="1" y="1062"/>
                  </a:cubicBezTo>
                  <a:lnTo>
                    <a:pt x="1" y="10286"/>
                  </a:lnTo>
                  <a:cubicBezTo>
                    <a:pt x="1" y="10875"/>
                    <a:pt x="465" y="11348"/>
                    <a:pt x="1044" y="11348"/>
                  </a:cubicBezTo>
                  <a:lnTo>
                    <a:pt x="14551" y="11348"/>
                  </a:lnTo>
                  <a:cubicBezTo>
                    <a:pt x="15131" y="11348"/>
                    <a:pt x="15595" y="10875"/>
                    <a:pt x="15595" y="10286"/>
                  </a:cubicBezTo>
                  <a:lnTo>
                    <a:pt x="15595" y="2480"/>
                  </a:lnTo>
                  <a:cubicBezTo>
                    <a:pt x="15595" y="1891"/>
                    <a:pt x="15122" y="1419"/>
                    <a:pt x="14542" y="1419"/>
                  </a:cubicBezTo>
                  <a:lnTo>
                    <a:pt x="4354" y="1419"/>
                  </a:lnTo>
                  <a:cubicBezTo>
                    <a:pt x="3997" y="1419"/>
                    <a:pt x="3667" y="1240"/>
                    <a:pt x="3471" y="937"/>
                  </a:cubicBezTo>
                  <a:lnTo>
                    <a:pt x="3177" y="482"/>
                  </a:lnTo>
                  <a:cubicBezTo>
                    <a:pt x="2989" y="178"/>
                    <a:pt x="2650" y="0"/>
                    <a:pt x="2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70"/>
            <p:cNvSpPr/>
            <p:nvPr/>
          </p:nvSpPr>
          <p:spPr>
            <a:xfrm>
              <a:off x="1109025" y="4356325"/>
              <a:ext cx="389875" cy="52200"/>
            </a:xfrm>
            <a:custGeom>
              <a:avLst/>
              <a:gdLst/>
              <a:ahLst/>
              <a:cxnLst/>
              <a:rect l="l" t="t" r="r" b="b"/>
              <a:pathLst>
                <a:path w="15595" h="2088" extrusionOk="0">
                  <a:moveTo>
                    <a:pt x="1" y="0"/>
                  </a:moveTo>
                  <a:lnTo>
                    <a:pt x="1" y="1017"/>
                  </a:lnTo>
                  <a:cubicBezTo>
                    <a:pt x="1" y="1606"/>
                    <a:pt x="465" y="2088"/>
                    <a:pt x="1044" y="2088"/>
                  </a:cubicBezTo>
                  <a:lnTo>
                    <a:pt x="14551" y="2088"/>
                  </a:lnTo>
                  <a:cubicBezTo>
                    <a:pt x="15131" y="2088"/>
                    <a:pt x="15595" y="1606"/>
                    <a:pt x="15595" y="1017"/>
                  </a:cubicBezTo>
                  <a:lnTo>
                    <a:pt x="155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70"/>
            <p:cNvSpPr/>
            <p:nvPr/>
          </p:nvSpPr>
          <p:spPr>
            <a:xfrm>
              <a:off x="1441350" y="4356325"/>
              <a:ext cx="57550" cy="52200"/>
            </a:xfrm>
            <a:custGeom>
              <a:avLst/>
              <a:gdLst/>
              <a:ahLst/>
              <a:cxnLst/>
              <a:rect l="l" t="t" r="r" b="b"/>
              <a:pathLst>
                <a:path w="2302" h="2088" extrusionOk="0">
                  <a:moveTo>
                    <a:pt x="1044" y="0"/>
                  </a:moveTo>
                  <a:lnTo>
                    <a:pt x="1044" y="1017"/>
                  </a:lnTo>
                  <a:cubicBezTo>
                    <a:pt x="1044" y="1606"/>
                    <a:pt x="571" y="2088"/>
                    <a:pt x="0" y="2088"/>
                  </a:cubicBezTo>
                  <a:lnTo>
                    <a:pt x="1258" y="2088"/>
                  </a:lnTo>
                  <a:cubicBezTo>
                    <a:pt x="1838" y="2088"/>
                    <a:pt x="2302" y="1606"/>
                    <a:pt x="2302" y="1017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70"/>
            <p:cNvSpPr/>
            <p:nvPr/>
          </p:nvSpPr>
          <p:spPr>
            <a:xfrm>
              <a:off x="1224100" y="4231875"/>
              <a:ext cx="159950" cy="64025"/>
            </a:xfrm>
            <a:custGeom>
              <a:avLst/>
              <a:gdLst/>
              <a:ahLst/>
              <a:cxnLst/>
              <a:rect l="l" t="t" r="r" b="b"/>
              <a:pathLst>
                <a:path w="6398" h="2561" extrusionOk="0">
                  <a:moveTo>
                    <a:pt x="1321" y="0"/>
                  </a:moveTo>
                  <a:cubicBezTo>
                    <a:pt x="590" y="0"/>
                    <a:pt x="1" y="616"/>
                    <a:pt x="46" y="1356"/>
                  </a:cubicBezTo>
                  <a:cubicBezTo>
                    <a:pt x="81" y="2016"/>
                    <a:pt x="679" y="2560"/>
                    <a:pt x="1339" y="2560"/>
                  </a:cubicBezTo>
                  <a:lnTo>
                    <a:pt x="5077" y="2560"/>
                  </a:lnTo>
                  <a:cubicBezTo>
                    <a:pt x="5809" y="2560"/>
                    <a:pt x="6397" y="1945"/>
                    <a:pt x="6353" y="1204"/>
                  </a:cubicBezTo>
                  <a:cubicBezTo>
                    <a:pt x="6317" y="544"/>
                    <a:pt x="5719" y="0"/>
                    <a:pt x="5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70"/>
            <p:cNvSpPr/>
            <p:nvPr/>
          </p:nvSpPr>
          <p:spPr>
            <a:xfrm>
              <a:off x="1103450" y="4011300"/>
              <a:ext cx="401700" cy="402575"/>
            </a:xfrm>
            <a:custGeom>
              <a:avLst/>
              <a:gdLst/>
              <a:ahLst/>
              <a:cxnLst/>
              <a:rect l="l" t="t" r="r" b="b"/>
              <a:pathLst>
                <a:path w="16068" h="16103" extrusionOk="0">
                  <a:moveTo>
                    <a:pt x="12294" y="1454"/>
                  </a:moveTo>
                  <a:lnTo>
                    <a:pt x="12294" y="5710"/>
                  </a:lnTo>
                  <a:lnTo>
                    <a:pt x="11598" y="5710"/>
                  </a:lnTo>
                  <a:lnTo>
                    <a:pt x="11598" y="1454"/>
                  </a:lnTo>
                  <a:close/>
                  <a:moveTo>
                    <a:pt x="13454" y="2427"/>
                  </a:moveTo>
                  <a:lnTo>
                    <a:pt x="13454" y="5710"/>
                  </a:lnTo>
                  <a:lnTo>
                    <a:pt x="12767" y="5710"/>
                  </a:lnTo>
                  <a:lnTo>
                    <a:pt x="12767" y="2427"/>
                  </a:lnTo>
                  <a:close/>
                  <a:moveTo>
                    <a:pt x="2606" y="4764"/>
                  </a:moveTo>
                  <a:cubicBezTo>
                    <a:pt x="2882" y="4764"/>
                    <a:pt x="3141" y="4898"/>
                    <a:pt x="3284" y="5139"/>
                  </a:cubicBezTo>
                  <a:lnTo>
                    <a:pt x="3578" y="5585"/>
                  </a:lnTo>
                  <a:cubicBezTo>
                    <a:pt x="3819" y="5960"/>
                    <a:pt x="4220" y="6183"/>
                    <a:pt x="4657" y="6183"/>
                  </a:cubicBezTo>
                  <a:lnTo>
                    <a:pt x="14792" y="6183"/>
                  </a:lnTo>
                  <a:cubicBezTo>
                    <a:pt x="15238" y="6183"/>
                    <a:pt x="15595" y="6548"/>
                    <a:pt x="15595" y="7003"/>
                  </a:cubicBezTo>
                  <a:lnTo>
                    <a:pt x="15595" y="13587"/>
                  </a:lnTo>
                  <a:lnTo>
                    <a:pt x="14337" y="13587"/>
                  </a:lnTo>
                  <a:cubicBezTo>
                    <a:pt x="14033" y="13587"/>
                    <a:pt x="14033" y="14060"/>
                    <a:pt x="14337" y="14060"/>
                  </a:cubicBezTo>
                  <a:lnTo>
                    <a:pt x="15595" y="14060"/>
                  </a:lnTo>
                  <a:lnTo>
                    <a:pt x="15595" y="14836"/>
                  </a:lnTo>
                  <a:cubicBezTo>
                    <a:pt x="15595" y="15291"/>
                    <a:pt x="15238" y="15666"/>
                    <a:pt x="14792" y="15666"/>
                  </a:cubicBezTo>
                  <a:lnTo>
                    <a:pt x="1285" y="15666"/>
                  </a:lnTo>
                  <a:cubicBezTo>
                    <a:pt x="839" y="15666"/>
                    <a:pt x="473" y="15291"/>
                    <a:pt x="473" y="14836"/>
                  </a:cubicBezTo>
                  <a:lnTo>
                    <a:pt x="473" y="14060"/>
                  </a:lnTo>
                  <a:lnTo>
                    <a:pt x="13079" y="14060"/>
                  </a:lnTo>
                  <a:cubicBezTo>
                    <a:pt x="13382" y="14060"/>
                    <a:pt x="13382" y="13587"/>
                    <a:pt x="13079" y="13587"/>
                  </a:cubicBezTo>
                  <a:lnTo>
                    <a:pt x="473" y="13587"/>
                  </a:lnTo>
                  <a:lnTo>
                    <a:pt x="473" y="5585"/>
                  </a:lnTo>
                  <a:cubicBezTo>
                    <a:pt x="473" y="5130"/>
                    <a:pt x="839" y="4764"/>
                    <a:pt x="1285" y="4764"/>
                  </a:cubicBezTo>
                  <a:close/>
                  <a:moveTo>
                    <a:pt x="2347" y="0"/>
                  </a:moveTo>
                  <a:cubicBezTo>
                    <a:pt x="2222" y="0"/>
                    <a:pt x="2115" y="107"/>
                    <a:pt x="2115" y="241"/>
                  </a:cubicBezTo>
                  <a:lnTo>
                    <a:pt x="2115" y="1508"/>
                  </a:lnTo>
                  <a:cubicBezTo>
                    <a:pt x="2115" y="1660"/>
                    <a:pt x="2233" y="1735"/>
                    <a:pt x="2351" y="1735"/>
                  </a:cubicBezTo>
                  <a:cubicBezTo>
                    <a:pt x="2470" y="1735"/>
                    <a:pt x="2588" y="1660"/>
                    <a:pt x="2588" y="1508"/>
                  </a:cubicBezTo>
                  <a:lnTo>
                    <a:pt x="2588" y="446"/>
                  </a:lnTo>
                  <a:lnTo>
                    <a:pt x="11125" y="446"/>
                  </a:lnTo>
                  <a:lnTo>
                    <a:pt x="11125" y="5710"/>
                  </a:lnTo>
                  <a:lnTo>
                    <a:pt x="4640" y="5710"/>
                  </a:lnTo>
                  <a:cubicBezTo>
                    <a:pt x="4640" y="5710"/>
                    <a:pt x="4113" y="5576"/>
                    <a:pt x="3962" y="5344"/>
                  </a:cubicBezTo>
                  <a:lnTo>
                    <a:pt x="3676" y="4889"/>
                  </a:lnTo>
                  <a:cubicBezTo>
                    <a:pt x="3435" y="4523"/>
                    <a:pt x="3034" y="4300"/>
                    <a:pt x="2588" y="4300"/>
                  </a:cubicBezTo>
                  <a:lnTo>
                    <a:pt x="2588" y="2748"/>
                  </a:lnTo>
                  <a:cubicBezTo>
                    <a:pt x="2591" y="2647"/>
                    <a:pt x="2542" y="2613"/>
                    <a:pt x="2476" y="2613"/>
                  </a:cubicBezTo>
                  <a:cubicBezTo>
                    <a:pt x="2344" y="2613"/>
                    <a:pt x="2142" y="2748"/>
                    <a:pt x="2142" y="2748"/>
                  </a:cubicBezTo>
                  <a:lnTo>
                    <a:pt x="2142" y="4291"/>
                  </a:lnTo>
                  <a:lnTo>
                    <a:pt x="1285" y="4291"/>
                  </a:lnTo>
                  <a:cubicBezTo>
                    <a:pt x="581" y="4291"/>
                    <a:pt x="1" y="4871"/>
                    <a:pt x="1" y="5585"/>
                  </a:cubicBezTo>
                  <a:lnTo>
                    <a:pt x="1" y="14809"/>
                  </a:lnTo>
                  <a:cubicBezTo>
                    <a:pt x="1" y="15523"/>
                    <a:pt x="581" y="16103"/>
                    <a:pt x="1285" y="16103"/>
                  </a:cubicBezTo>
                  <a:lnTo>
                    <a:pt x="14792" y="16103"/>
                  </a:lnTo>
                  <a:cubicBezTo>
                    <a:pt x="15497" y="16103"/>
                    <a:pt x="16067" y="15523"/>
                    <a:pt x="16067" y="14809"/>
                  </a:cubicBezTo>
                  <a:lnTo>
                    <a:pt x="16067" y="7003"/>
                  </a:lnTo>
                  <a:cubicBezTo>
                    <a:pt x="16067" y="6290"/>
                    <a:pt x="15497" y="5710"/>
                    <a:pt x="14792" y="5710"/>
                  </a:cubicBezTo>
                  <a:lnTo>
                    <a:pt x="13926" y="5710"/>
                  </a:lnTo>
                  <a:lnTo>
                    <a:pt x="13926" y="2195"/>
                  </a:lnTo>
                  <a:cubicBezTo>
                    <a:pt x="13926" y="2061"/>
                    <a:pt x="13819" y="1954"/>
                    <a:pt x="13694" y="1954"/>
                  </a:cubicBezTo>
                  <a:lnTo>
                    <a:pt x="12767" y="1954"/>
                  </a:lnTo>
                  <a:lnTo>
                    <a:pt x="12767" y="1214"/>
                  </a:lnTo>
                  <a:cubicBezTo>
                    <a:pt x="12767" y="1089"/>
                    <a:pt x="12660" y="982"/>
                    <a:pt x="12526" y="982"/>
                  </a:cubicBezTo>
                  <a:lnTo>
                    <a:pt x="11598" y="982"/>
                  </a:lnTo>
                  <a:lnTo>
                    <a:pt x="11598" y="241"/>
                  </a:lnTo>
                  <a:cubicBezTo>
                    <a:pt x="11598" y="107"/>
                    <a:pt x="11491" y="0"/>
                    <a:pt x="11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70"/>
            <p:cNvSpPr/>
            <p:nvPr/>
          </p:nvSpPr>
          <p:spPr>
            <a:xfrm>
              <a:off x="1218100" y="4225625"/>
              <a:ext cx="171975" cy="75625"/>
            </a:xfrm>
            <a:custGeom>
              <a:avLst/>
              <a:gdLst/>
              <a:ahLst/>
              <a:cxnLst/>
              <a:rect l="l" t="t" r="r" b="b"/>
              <a:pathLst>
                <a:path w="6879" h="3025" extrusionOk="0">
                  <a:moveTo>
                    <a:pt x="5299" y="473"/>
                  </a:moveTo>
                  <a:cubicBezTo>
                    <a:pt x="5834" y="473"/>
                    <a:pt x="6325" y="910"/>
                    <a:pt x="6361" y="1446"/>
                  </a:cubicBezTo>
                  <a:cubicBezTo>
                    <a:pt x="6396" y="2052"/>
                    <a:pt x="5915" y="2552"/>
                    <a:pt x="5317" y="2552"/>
                  </a:cubicBezTo>
                  <a:lnTo>
                    <a:pt x="1579" y="2552"/>
                  </a:lnTo>
                  <a:cubicBezTo>
                    <a:pt x="1044" y="2552"/>
                    <a:pt x="553" y="2115"/>
                    <a:pt x="517" y="1579"/>
                  </a:cubicBezTo>
                  <a:cubicBezTo>
                    <a:pt x="482" y="982"/>
                    <a:pt x="964" y="473"/>
                    <a:pt x="1561" y="473"/>
                  </a:cubicBezTo>
                  <a:close/>
                  <a:moveTo>
                    <a:pt x="1579" y="0"/>
                  </a:moveTo>
                  <a:cubicBezTo>
                    <a:pt x="776" y="0"/>
                    <a:pt x="89" y="625"/>
                    <a:pt x="45" y="1428"/>
                  </a:cubicBezTo>
                  <a:cubicBezTo>
                    <a:pt x="0" y="2302"/>
                    <a:pt x="696" y="3025"/>
                    <a:pt x="1561" y="3025"/>
                  </a:cubicBezTo>
                  <a:lnTo>
                    <a:pt x="5299" y="3025"/>
                  </a:lnTo>
                  <a:cubicBezTo>
                    <a:pt x="6102" y="3025"/>
                    <a:pt x="6789" y="2400"/>
                    <a:pt x="6834" y="1597"/>
                  </a:cubicBezTo>
                  <a:cubicBezTo>
                    <a:pt x="6878" y="723"/>
                    <a:pt x="6182" y="0"/>
                    <a:pt x="5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80" name="Google Shape;4280;p70"/>
          <p:cNvGrpSpPr/>
          <p:nvPr/>
        </p:nvGrpSpPr>
        <p:grpSpPr>
          <a:xfrm>
            <a:off x="6185761" y="1658142"/>
            <a:ext cx="340324" cy="340324"/>
            <a:chOff x="6207400" y="1084975"/>
            <a:chExt cx="403275" cy="403275"/>
          </a:xfrm>
        </p:grpSpPr>
        <p:sp>
          <p:nvSpPr>
            <p:cNvPr id="4281" name="Google Shape;4281;p70"/>
            <p:cNvSpPr/>
            <p:nvPr/>
          </p:nvSpPr>
          <p:spPr>
            <a:xfrm>
              <a:off x="6262725" y="1090550"/>
              <a:ext cx="293075" cy="335475"/>
            </a:xfrm>
            <a:custGeom>
              <a:avLst/>
              <a:gdLst/>
              <a:ahLst/>
              <a:cxnLst/>
              <a:rect l="l" t="t" r="r" b="b"/>
              <a:pathLst>
                <a:path w="11723" h="13419" extrusionOk="0">
                  <a:moveTo>
                    <a:pt x="607" y="1"/>
                  </a:moveTo>
                  <a:cubicBezTo>
                    <a:pt x="268" y="1"/>
                    <a:pt x="0" y="269"/>
                    <a:pt x="0" y="599"/>
                  </a:cubicBezTo>
                  <a:lnTo>
                    <a:pt x="0" y="12820"/>
                  </a:lnTo>
                  <a:cubicBezTo>
                    <a:pt x="0" y="13150"/>
                    <a:pt x="268" y="13418"/>
                    <a:pt x="607" y="13418"/>
                  </a:cubicBezTo>
                  <a:lnTo>
                    <a:pt x="11116" y="13418"/>
                  </a:lnTo>
                  <a:cubicBezTo>
                    <a:pt x="11455" y="13418"/>
                    <a:pt x="11722" y="13150"/>
                    <a:pt x="11722" y="12820"/>
                  </a:cubicBezTo>
                  <a:lnTo>
                    <a:pt x="11722" y="599"/>
                  </a:lnTo>
                  <a:cubicBezTo>
                    <a:pt x="11722" y="269"/>
                    <a:pt x="11455" y="1"/>
                    <a:pt x="11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70"/>
            <p:cNvSpPr/>
            <p:nvPr/>
          </p:nvSpPr>
          <p:spPr>
            <a:xfrm>
              <a:off x="6509150" y="1090550"/>
              <a:ext cx="46650" cy="335475"/>
            </a:xfrm>
            <a:custGeom>
              <a:avLst/>
              <a:gdLst/>
              <a:ahLst/>
              <a:cxnLst/>
              <a:rect l="l" t="t" r="r" b="b"/>
              <a:pathLst>
                <a:path w="1866" h="13419" extrusionOk="0">
                  <a:moveTo>
                    <a:pt x="1" y="1"/>
                  </a:moveTo>
                  <a:cubicBezTo>
                    <a:pt x="331" y="1"/>
                    <a:pt x="608" y="269"/>
                    <a:pt x="608" y="599"/>
                  </a:cubicBezTo>
                  <a:lnTo>
                    <a:pt x="608" y="12820"/>
                  </a:lnTo>
                  <a:cubicBezTo>
                    <a:pt x="608" y="13150"/>
                    <a:pt x="331" y="13418"/>
                    <a:pt x="1" y="13418"/>
                  </a:cubicBezTo>
                  <a:lnTo>
                    <a:pt x="1259" y="13418"/>
                  </a:lnTo>
                  <a:cubicBezTo>
                    <a:pt x="1598" y="13418"/>
                    <a:pt x="1865" y="13150"/>
                    <a:pt x="1865" y="12820"/>
                  </a:cubicBezTo>
                  <a:lnTo>
                    <a:pt x="1865" y="599"/>
                  </a:lnTo>
                  <a:cubicBezTo>
                    <a:pt x="1865" y="269"/>
                    <a:pt x="1598" y="1"/>
                    <a:pt x="1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70"/>
            <p:cNvSpPr/>
            <p:nvPr/>
          </p:nvSpPr>
          <p:spPr>
            <a:xfrm>
              <a:off x="6262725" y="1090550"/>
              <a:ext cx="293075" cy="53550"/>
            </a:xfrm>
            <a:custGeom>
              <a:avLst/>
              <a:gdLst/>
              <a:ahLst/>
              <a:cxnLst/>
              <a:rect l="l" t="t" r="r" b="b"/>
              <a:pathLst>
                <a:path w="11723" h="2142" extrusionOk="0">
                  <a:moveTo>
                    <a:pt x="607" y="1"/>
                  </a:moveTo>
                  <a:cubicBezTo>
                    <a:pt x="268" y="1"/>
                    <a:pt x="0" y="269"/>
                    <a:pt x="0" y="599"/>
                  </a:cubicBezTo>
                  <a:lnTo>
                    <a:pt x="0" y="2142"/>
                  </a:lnTo>
                  <a:lnTo>
                    <a:pt x="11722" y="2142"/>
                  </a:lnTo>
                  <a:lnTo>
                    <a:pt x="11722" y="599"/>
                  </a:lnTo>
                  <a:cubicBezTo>
                    <a:pt x="11722" y="269"/>
                    <a:pt x="11455" y="1"/>
                    <a:pt x="11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70"/>
            <p:cNvSpPr/>
            <p:nvPr/>
          </p:nvSpPr>
          <p:spPr>
            <a:xfrm>
              <a:off x="6509150" y="1090550"/>
              <a:ext cx="46650" cy="53550"/>
            </a:xfrm>
            <a:custGeom>
              <a:avLst/>
              <a:gdLst/>
              <a:ahLst/>
              <a:cxnLst/>
              <a:rect l="l" t="t" r="r" b="b"/>
              <a:pathLst>
                <a:path w="1866" h="2142" extrusionOk="0">
                  <a:moveTo>
                    <a:pt x="1" y="1"/>
                  </a:moveTo>
                  <a:cubicBezTo>
                    <a:pt x="331" y="1"/>
                    <a:pt x="608" y="269"/>
                    <a:pt x="608" y="599"/>
                  </a:cubicBezTo>
                  <a:lnTo>
                    <a:pt x="608" y="2142"/>
                  </a:lnTo>
                  <a:lnTo>
                    <a:pt x="1865" y="2142"/>
                  </a:lnTo>
                  <a:lnTo>
                    <a:pt x="1865" y="599"/>
                  </a:lnTo>
                  <a:cubicBezTo>
                    <a:pt x="1865" y="269"/>
                    <a:pt x="1598" y="1"/>
                    <a:pt x="12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70"/>
            <p:cNvSpPr/>
            <p:nvPr/>
          </p:nvSpPr>
          <p:spPr>
            <a:xfrm>
              <a:off x="6212525" y="1394550"/>
              <a:ext cx="393000" cy="87450"/>
            </a:xfrm>
            <a:custGeom>
              <a:avLst/>
              <a:gdLst/>
              <a:ahLst/>
              <a:cxnLst/>
              <a:rect l="l" t="t" r="r" b="b"/>
              <a:pathLst>
                <a:path w="15720" h="3498" extrusionOk="0">
                  <a:moveTo>
                    <a:pt x="1803" y="0"/>
                  </a:moveTo>
                  <a:cubicBezTo>
                    <a:pt x="866" y="0"/>
                    <a:pt x="108" y="732"/>
                    <a:pt x="54" y="1651"/>
                  </a:cubicBezTo>
                  <a:cubicBezTo>
                    <a:pt x="1" y="2659"/>
                    <a:pt x="822" y="3497"/>
                    <a:pt x="1830" y="3497"/>
                  </a:cubicBezTo>
                  <a:lnTo>
                    <a:pt x="13918" y="3497"/>
                  </a:lnTo>
                  <a:cubicBezTo>
                    <a:pt x="14846" y="3497"/>
                    <a:pt x="15613" y="2766"/>
                    <a:pt x="15666" y="1847"/>
                  </a:cubicBezTo>
                  <a:cubicBezTo>
                    <a:pt x="15720" y="839"/>
                    <a:pt x="14890" y="0"/>
                    <a:pt x="138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70"/>
            <p:cNvSpPr/>
            <p:nvPr/>
          </p:nvSpPr>
          <p:spPr>
            <a:xfrm>
              <a:off x="6529450" y="1394550"/>
              <a:ext cx="76525" cy="87450"/>
            </a:xfrm>
            <a:custGeom>
              <a:avLst/>
              <a:gdLst/>
              <a:ahLst/>
              <a:cxnLst/>
              <a:rect l="l" t="t" r="r" b="b"/>
              <a:pathLst>
                <a:path w="3061" h="3498" extrusionOk="0">
                  <a:moveTo>
                    <a:pt x="1" y="0"/>
                  </a:moveTo>
                  <a:cubicBezTo>
                    <a:pt x="964" y="0"/>
                    <a:pt x="1749" y="785"/>
                    <a:pt x="1749" y="1749"/>
                  </a:cubicBezTo>
                  <a:cubicBezTo>
                    <a:pt x="1749" y="2712"/>
                    <a:pt x="964" y="3497"/>
                    <a:pt x="1" y="3497"/>
                  </a:cubicBezTo>
                  <a:lnTo>
                    <a:pt x="1259" y="3497"/>
                  </a:lnTo>
                  <a:cubicBezTo>
                    <a:pt x="2195" y="3497"/>
                    <a:pt x="2954" y="2766"/>
                    <a:pt x="3007" y="1847"/>
                  </a:cubicBezTo>
                  <a:cubicBezTo>
                    <a:pt x="3061" y="839"/>
                    <a:pt x="2231" y="0"/>
                    <a:pt x="1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70"/>
            <p:cNvSpPr/>
            <p:nvPr/>
          </p:nvSpPr>
          <p:spPr>
            <a:xfrm>
              <a:off x="6286125" y="1111300"/>
              <a:ext cx="15425" cy="11850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1"/>
                  </a:moveTo>
                  <a:cubicBezTo>
                    <a:pt x="1" y="1"/>
                    <a:pt x="1" y="473"/>
                    <a:pt x="313" y="473"/>
                  </a:cubicBezTo>
                  <a:cubicBezTo>
                    <a:pt x="616" y="473"/>
                    <a:pt x="616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70"/>
            <p:cNvSpPr/>
            <p:nvPr/>
          </p:nvSpPr>
          <p:spPr>
            <a:xfrm>
              <a:off x="6311550" y="1111300"/>
              <a:ext cx="15200" cy="11850"/>
            </a:xfrm>
            <a:custGeom>
              <a:avLst/>
              <a:gdLst/>
              <a:ahLst/>
              <a:cxnLst/>
              <a:rect l="l" t="t" r="r" b="b"/>
              <a:pathLst>
                <a:path w="608" h="474" extrusionOk="0">
                  <a:moveTo>
                    <a:pt x="304" y="1"/>
                  </a:moveTo>
                  <a:cubicBezTo>
                    <a:pt x="1" y="1"/>
                    <a:pt x="1" y="473"/>
                    <a:pt x="304" y="473"/>
                  </a:cubicBezTo>
                  <a:cubicBezTo>
                    <a:pt x="608" y="473"/>
                    <a:pt x="608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70"/>
            <p:cNvSpPr/>
            <p:nvPr/>
          </p:nvSpPr>
          <p:spPr>
            <a:xfrm>
              <a:off x="6336750" y="1111300"/>
              <a:ext cx="15425" cy="11850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1"/>
                  </a:moveTo>
                  <a:cubicBezTo>
                    <a:pt x="10" y="1"/>
                    <a:pt x="1" y="473"/>
                    <a:pt x="313" y="473"/>
                  </a:cubicBezTo>
                  <a:cubicBezTo>
                    <a:pt x="617" y="473"/>
                    <a:pt x="617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70"/>
            <p:cNvSpPr/>
            <p:nvPr/>
          </p:nvSpPr>
          <p:spPr>
            <a:xfrm>
              <a:off x="6207400" y="1084975"/>
              <a:ext cx="403275" cy="403275"/>
            </a:xfrm>
            <a:custGeom>
              <a:avLst/>
              <a:gdLst/>
              <a:ahLst/>
              <a:cxnLst/>
              <a:rect l="l" t="t" r="r" b="b"/>
              <a:pathLst>
                <a:path w="16131" h="16131" extrusionOk="0">
                  <a:moveTo>
                    <a:pt x="13320" y="474"/>
                  </a:moveTo>
                  <a:cubicBezTo>
                    <a:pt x="13516" y="474"/>
                    <a:pt x="13686" y="634"/>
                    <a:pt x="13686" y="839"/>
                  </a:cubicBezTo>
                  <a:lnTo>
                    <a:pt x="13686" y="2142"/>
                  </a:lnTo>
                  <a:lnTo>
                    <a:pt x="2436" y="2142"/>
                  </a:lnTo>
                  <a:lnTo>
                    <a:pt x="2436" y="839"/>
                  </a:lnTo>
                  <a:cubicBezTo>
                    <a:pt x="2436" y="634"/>
                    <a:pt x="2597" y="474"/>
                    <a:pt x="2802" y="474"/>
                  </a:cubicBezTo>
                  <a:close/>
                  <a:moveTo>
                    <a:pt x="2213" y="1"/>
                  </a:moveTo>
                  <a:cubicBezTo>
                    <a:pt x="2070" y="1"/>
                    <a:pt x="1963" y="108"/>
                    <a:pt x="1963" y="251"/>
                  </a:cubicBezTo>
                  <a:lnTo>
                    <a:pt x="1963" y="3676"/>
                  </a:lnTo>
                  <a:cubicBezTo>
                    <a:pt x="1963" y="3694"/>
                    <a:pt x="1963" y="3712"/>
                    <a:pt x="1981" y="3730"/>
                  </a:cubicBezTo>
                  <a:cubicBezTo>
                    <a:pt x="2052" y="3800"/>
                    <a:pt x="2127" y="3830"/>
                    <a:pt x="2196" y="3830"/>
                  </a:cubicBezTo>
                  <a:cubicBezTo>
                    <a:pt x="2328" y="3830"/>
                    <a:pt x="2436" y="3722"/>
                    <a:pt x="2436" y="3587"/>
                  </a:cubicBezTo>
                  <a:lnTo>
                    <a:pt x="2436" y="2615"/>
                  </a:lnTo>
                  <a:lnTo>
                    <a:pt x="13686" y="2615"/>
                  </a:lnTo>
                  <a:lnTo>
                    <a:pt x="13686" y="12133"/>
                  </a:lnTo>
                  <a:lnTo>
                    <a:pt x="2436" y="12133"/>
                  </a:lnTo>
                  <a:lnTo>
                    <a:pt x="2436" y="4925"/>
                  </a:lnTo>
                  <a:cubicBezTo>
                    <a:pt x="2436" y="4925"/>
                    <a:pt x="2338" y="4693"/>
                    <a:pt x="2204" y="4693"/>
                  </a:cubicBezTo>
                  <a:cubicBezTo>
                    <a:pt x="2070" y="4693"/>
                    <a:pt x="1972" y="4800"/>
                    <a:pt x="1963" y="4925"/>
                  </a:cubicBezTo>
                  <a:lnTo>
                    <a:pt x="1963" y="12133"/>
                  </a:lnTo>
                  <a:cubicBezTo>
                    <a:pt x="884" y="12151"/>
                    <a:pt x="1" y="13034"/>
                    <a:pt x="1" y="14132"/>
                  </a:cubicBezTo>
                  <a:cubicBezTo>
                    <a:pt x="1" y="15229"/>
                    <a:pt x="893" y="16121"/>
                    <a:pt x="1990" y="16130"/>
                  </a:cubicBezTo>
                  <a:lnTo>
                    <a:pt x="10617" y="16130"/>
                  </a:lnTo>
                  <a:cubicBezTo>
                    <a:pt x="10920" y="16121"/>
                    <a:pt x="10617" y="15630"/>
                    <a:pt x="10617" y="15630"/>
                  </a:cubicBezTo>
                  <a:lnTo>
                    <a:pt x="2035" y="15630"/>
                  </a:lnTo>
                  <a:cubicBezTo>
                    <a:pt x="1205" y="15630"/>
                    <a:pt x="509" y="14970"/>
                    <a:pt x="500" y="14141"/>
                  </a:cubicBezTo>
                  <a:cubicBezTo>
                    <a:pt x="483" y="13293"/>
                    <a:pt x="1169" y="12606"/>
                    <a:pt x="2008" y="12606"/>
                  </a:cubicBezTo>
                  <a:lnTo>
                    <a:pt x="14096" y="12606"/>
                  </a:lnTo>
                  <a:cubicBezTo>
                    <a:pt x="14917" y="12606"/>
                    <a:pt x="15613" y="13257"/>
                    <a:pt x="15630" y="14087"/>
                  </a:cubicBezTo>
                  <a:cubicBezTo>
                    <a:pt x="15648" y="14935"/>
                    <a:pt x="14961" y="15630"/>
                    <a:pt x="14123" y="15630"/>
                  </a:cubicBezTo>
                  <a:lnTo>
                    <a:pt x="11875" y="15630"/>
                  </a:lnTo>
                  <a:cubicBezTo>
                    <a:pt x="11875" y="15630"/>
                    <a:pt x="11571" y="16121"/>
                    <a:pt x="11875" y="16130"/>
                  </a:cubicBezTo>
                  <a:lnTo>
                    <a:pt x="14141" y="16130"/>
                  </a:lnTo>
                  <a:cubicBezTo>
                    <a:pt x="15238" y="16121"/>
                    <a:pt x="16130" y="15229"/>
                    <a:pt x="16130" y="14132"/>
                  </a:cubicBezTo>
                  <a:cubicBezTo>
                    <a:pt x="16130" y="13034"/>
                    <a:pt x="15247" y="12151"/>
                    <a:pt x="14158" y="12133"/>
                  </a:cubicBezTo>
                  <a:lnTo>
                    <a:pt x="14158" y="839"/>
                  </a:lnTo>
                  <a:cubicBezTo>
                    <a:pt x="14158" y="376"/>
                    <a:pt x="13784" y="1"/>
                    <a:pt x="13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70"/>
            <p:cNvSpPr/>
            <p:nvPr/>
          </p:nvSpPr>
          <p:spPr>
            <a:xfrm>
              <a:off x="6525000" y="1411725"/>
              <a:ext cx="54725" cy="51250"/>
            </a:xfrm>
            <a:custGeom>
              <a:avLst/>
              <a:gdLst/>
              <a:ahLst/>
              <a:cxnLst/>
              <a:rect l="l" t="t" r="r" b="b"/>
              <a:pathLst>
                <a:path w="2189" h="2050" extrusionOk="0">
                  <a:moveTo>
                    <a:pt x="875" y="473"/>
                  </a:moveTo>
                  <a:cubicBezTo>
                    <a:pt x="1098" y="473"/>
                    <a:pt x="1276" y="660"/>
                    <a:pt x="1276" y="874"/>
                  </a:cubicBezTo>
                  <a:cubicBezTo>
                    <a:pt x="1276" y="1097"/>
                    <a:pt x="1098" y="1285"/>
                    <a:pt x="875" y="1285"/>
                  </a:cubicBezTo>
                  <a:cubicBezTo>
                    <a:pt x="652" y="1285"/>
                    <a:pt x="473" y="1097"/>
                    <a:pt x="473" y="874"/>
                  </a:cubicBezTo>
                  <a:cubicBezTo>
                    <a:pt x="473" y="660"/>
                    <a:pt x="652" y="473"/>
                    <a:pt x="875" y="473"/>
                  </a:cubicBezTo>
                  <a:close/>
                  <a:moveTo>
                    <a:pt x="875" y="0"/>
                  </a:moveTo>
                  <a:cubicBezTo>
                    <a:pt x="393" y="0"/>
                    <a:pt x="0" y="393"/>
                    <a:pt x="0" y="874"/>
                  </a:cubicBezTo>
                  <a:cubicBezTo>
                    <a:pt x="0" y="1365"/>
                    <a:pt x="393" y="1758"/>
                    <a:pt x="875" y="1758"/>
                  </a:cubicBezTo>
                  <a:cubicBezTo>
                    <a:pt x="1044" y="1758"/>
                    <a:pt x="1196" y="1704"/>
                    <a:pt x="1330" y="1624"/>
                  </a:cubicBezTo>
                  <a:lnTo>
                    <a:pt x="1686" y="1981"/>
                  </a:lnTo>
                  <a:cubicBezTo>
                    <a:pt x="1735" y="2029"/>
                    <a:pt x="1790" y="2050"/>
                    <a:pt x="1844" y="2050"/>
                  </a:cubicBezTo>
                  <a:cubicBezTo>
                    <a:pt x="2026" y="2050"/>
                    <a:pt x="2189" y="1814"/>
                    <a:pt x="2017" y="1642"/>
                  </a:cubicBezTo>
                  <a:lnTo>
                    <a:pt x="1651" y="1276"/>
                  </a:lnTo>
                  <a:cubicBezTo>
                    <a:pt x="1713" y="1160"/>
                    <a:pt x="1749" y="1026"/>
                    <a:pt x="1749" y="874"/>
                  </a:cubicBezTo>
                  <a:cubicBezTo>
                    <a:pt x="1749" y="393"/>
                    <a:pt x="1356" y="0"/>
                    <a:pt x="8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70"/>
            <p:cNvSpPr/>
            <p:nvPr/>
          </p:nvSpPr>
          <p:spPr>
            <a:xfrm>
              <a:off x="6334075" y="1243675"/>
              <a:ext cx="39625" cy="61200"/>
            </a:xfrm>
            <a:custGeom>
              <a:avLst/>
              <a:gdLst/>
              <a:ahLst/>
              <a:cxnLst/>
              <a:rect l="l" t="t" r="r" b="b"/>
              <a:pathLst>
                <a:path w="1585" h="2448" extrusionOk="0">
                  <a:moveTo>
                    <a:pt x="1250" y="0"/>
                  </a:moveTo>
                  <a:cubicBezTo>
                    <a:pt x="1190" y="0"/>
                    <a:pt x="1129" y="22"/>
                    <a:pt x="1080" y="67"/>
                  </a:cubicBezTo>
                  <a:lnTo>
                    <a:pt x="99" y="1057"/>
                  </a:lnTo>
                  <a:cubicBezTo>
                    <a:pt x="1" y="1164"/>
                    <a:pt x="1" y="1280"/>
                    <a:pt x="99" y="1387"/>
                  </a:cubicBezTo>
                  <a:lnTo>
                    <a:pt x="1080" y="2378"/>
                  </a:lnTo>
                  <a:cubicBezTo>
                    <a:pt x="1131" y="2427"/>
                    <a:pt x="1188" y="2447"/>
                    <a:pt x="1242" y="2447"/>
                  </a:cubicBezTo>
                  <a:cubicBezTo>
                    <a:pt x="1426" y="2447"/>
                    <a:pt x="1585" y="2213"/>
                    <a:pt x="1419" y="2048"/>
                  </a:cubicBezTo>
                  <a:lnTo>
                    <a:pt x="599" y="1227"/>
                  </a:lnTo>
                  <a:lnTo>
                    <a:pt x="1419" y="397"/>
                  </a:lnTo>
                  <a:cubicBezTo>
                    <a:pt x="1509" y="308"/>
                    <a:pt x="1509" y="156"/>
                    <a:pt x="1419" y="67"/>
                  </a:cubicBezTo>
                  <a:cubicBezTo>
                    <a:pt x="1370" y="22"/>
                    <a:pt x="1310" y="0"/>
                    <a:pt x="1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70"/>
            <p:cNvSpPr/>
            <p:nvPr/>
          </p:nvSpPr>
          <p:spPr>
            <a:xfrm>
              <a:off x="6444375" y="1243600"/>
              <a:ext cx="39375" cy="61200"/>
            </a:xfrm>
            <a:custGeom>
              <a:avLst/>
              <a:gdLst/>
              <a:ahLst/>
              <a:cxnLst/>
              <a:rect l="l" t="t" r="r" b="b"/>
              <a:pathLst>
                <a:path w="1575" h="2448" extrusionOk="0">
                  <a:moveTo>
                    <a:pt x="339" y="1"/>
                  </a:moveTo>
                  <a:cubicBezTo>
                    <a:pt x="159" y="1"/>
                    <a:pt x="0" y="235"/>
                    <a:pt x="165" y="400"/>
                  </a:cubicBezTo>
                  <a:lnTo>
                    <a:pt x="986" y="1230"/>
                  </a:lnTo>
                  <a:lnTo>
                    <a:pt x="165" y="2051"/>
                  </a:lnTo>
                  <a:cubicBezTo>
                    <a:pt x="67" y="2140"/>
                    <a:pt x="67" y="2291"/>
                    <a:pt x="165" y="2381"/>
                  </a:cubicBezTo>
                  <a:cubicBezTo>
                    <a:pt x="219" y="2425"/>
                    <a:pt x="275" y="2448"/>
                    <a:pt x="330" y="2448"/>
                  </a:cubicBezTo>
                  <a:cubicBezTo>
                    <a:pt x="386" y="2448"/>
                    <a:pt x="442" y="2425"/>
                    <a:pt x="496" y="2381"/>
                  </a:cubicBezTo>
                  <a:lnTo>
                    <a:pt x="1486" y="1390"/>
                  </a:lnTo>
                  <a:cubicBezTo>
                    <a:pt x="1575" y="1283"/>
                    <a:pt x="1575" y="1167"/>
                    <a:pt x="1486" y="1060"/>
                  </a:cubicBezTo>
                  <a:lnTo>
                    <a:pt x="496" y="70"/>
                  </a:lnTo>
                  <a:cubicBezTo>
                    <a:pt x="447" y="21"/>
                    <a:pt x="392" y="1"/>
                    <a:pt x="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70"/>
            <p:cNvSpPr/>
            <p:nvPr/>
          </p:nvSpPr>
          <p:spPr>
            <a:xfrm>
              <a:off x="6386500" y="1215125"/>
              <a:ext cx="45325" cy="118325"/>
            </a:xfrm>
            <a:custGeom>
              <a:avLst/>
              <a:gdLst/>
              <a:ahLst/>
              <a:cxnLst/>
              <a:rect l="l" t="t" r="r" b="b"/>
              <a:pathLst>
                <a:path w="1813" h="4733" extrusionOk="0">
                  <a:moveTo>
                    <a:pt x="1521" y="0"/>
                  </a:moveTo>
                  <a:cubicBezTo>
                    <a:pt x="1429" y="0"/>
                    <a:pt x="1338" y="50"/>
                    <a:pt x="1303" y="165"/>
                  </a:cubicBezTo>
                  <a:lnTo>
                    <a:pt x="36" y="4430"/>
                  </a:lnTo>
                  <a:cubicBezTo>
                    <a:pt x="0" y="4572"/>
                    <a:pt x="125" y="4733"/>
                    <a:pt x="268" y="4733"/>
                  </a:cubicBezTo>
                  <a:cubicBezTo>
                    <a:pt x="366" y="4733"/>
                    <a:pt x="464" y="4670"/>
                    <a:pt x="491" y="4563"/>
                  </a:cubicBezTo>
                  <a:lnTo>
                    <a:pt x="1758" y="299"/>
                  </a:lnTo>
                  <a:cubicBezTo>
                    <a:pt x="1812" y="120"/>
                    <a:pt x="1665" y="0"/>
                    <a:pt x="1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5" name="Google Shape;4295;p70"/>
          <p:cNvGrpSpPr/>
          <p:nvPr/>
        </p:nvGrpSpPr>
        <p:grpSpPr>
          <a:xfrm>
            <a:off x="6721669" y="3784703"/>
            <a:ext cx="365075" cy="359200"/>
            <a:chOff x="492150" y="4024825"/>
            <a:chExt cx="410150" cy="403550"/>
          </a:xfrm>
        </p:grpSpPr>
        <p:sp>
          <p:nvSpPr>
            <p:cNvPr id="4296" name="Google Shape;4296;p70"/>
            <p:cNvSpPr/>
            <p:nvPr/>
          </p:nvSpPr>
          <p:spPr>
            <a:xfrm>
              <a:off x="499975" y="4030525"/>
              <a:ext cx="396200" cy="229225"/>
            </a:xfrm>
            <a:custGeom>
              <a:avLst/>
              <a:gdLst/>
              <a:ahLst/>
              <a:cxnLst/>
              <a:rect l="l" t="t" r="r" b="b"/>
              <a:pathLst>
                <a:path w="15848" h="9169" extrusionOk="0">
                  <a:moveTo>
                    <a:pt x="6519" y="1"/>
                  </a:moveTo>
                  <a:cubicBezTo>
                    <a:pt x="6358" y="1"/>
                    <a:pt x="6197" y="72"/>
                    <a:pt x="6092" y="213"/>
                  </a:cubicBezTo>
                  <a:lnTo>
                    <a:pt x="285" y="8349"/>
                  </a:lnTo>
                  <a:cubicBezTo>
                    <a:pt x="1" y="8742"/>
                    <a:pt x="366" y="9168"/>
                    <a:pt x="738" y="9168"/>
                  </a:cubicBezTo>
                  <a:cubicBezTo>
                    <a:pt x="880" y="9168"/>
                    <a:pt x="1024" y="9106"/>
                    <a:pt x="1132" y="8955"/>
                  </a:cubicBezTo>
                  <a:lnTo>
                    <a:pt x="6538" y="1399"/>
                  </a:lnTo>
                  <a:lnTo>
                    <a:pt x="11980" y="8438"/>
                  </a:lnTo>
                  <a:cubicBezTo>
                    <a:pt x="12086" y="8571"/>
                    <a:pt x="12245" y="8637"/>
                    <a:pt x="12403" y="8637"/>
                  </a:cubicBezTo>
                  <a:cubicBezTo>
                    <a:pt x="12553" y="8637"/>
                    <a:pt x="12701" y="8577"/>
                    <a:pt x="12801" y="8456"/>
                  </a:cubicBezTo>
                  <a:lnTo>
                    <a:pt x="14799" y="6056"/>
                  </a:lnTo>
                  <a:lnTo>
                    <a:pt x="14799" y="6252"/>
                  </a:lnTo>
                  <a:cubicBezTo>
                    <a:pt x="14813" y="6591"/>
                    <a:pt x="15076" y="6761"/>
                    <a:pt x="15335" y="6761"/>
                  </a:cubicBezTo>
                  <a:cubicBezTo>
                    <a:pt x="15593" y="6761"/>
                    <a:pt x="15848" y="6591"/>
                    <a:pt x="15843" y="6252"/>
                  </a:cubicBezTo>
                  <a:lnTo>
                    <a:pt x="15843" y="4584"/>
                  </a:lnTo>
                  <a:cubicBezTo>
                    <a:pt x="15843" y="4292"/>
                    <a:pt x="15593" y="4059"/>
                    <a:pt x="15313" y="4059"/>
                  </a:cubicBezTo>
                  <a:cubicBezTo>
                    <a:pt x="15285" y="4059"/>
                    <a:pt x="15256" y="4062"/>
                    <a:pt x="15228" y="4066"/>
                  </a:cubicBezTo>
                  <a:lnTo>
                    <a:pt x="13595" y="4370"/>
                  </a:lnTo>
                  <a:cubicBezTo>
                    <a:pt x="13310" y="4423"/>
                    <a:pt x="13122" y="4700"/>
                    <a:pt x="13176" y="4985"/>
                  </a:cubicBezTo>
                  <a:cubicBezTo>
                    <a:pt x="13223" y="5230"/>
                    <a:pt x="13438" y="5405"/>
                    <a:pt x="13685" y="5405"/>
                  </a:cubicBezTo>
                  <a:cubicBezTo>
                    <a:pt x="13717" y="5405"/>
                    <a:pt x="13749" y="5402"/>
                    <a:pt x="13782" y="5396"/>
                  </a:cubicBezTo>
                  <a:lnTo>
                    <a:pt x="14005" y="5360"/>
                  </a:lnTo>
                  <a:lnTo>
                    <a:pt x="12408" y="7287"/>
                  </a:lnTo>
                  <a:lnTo>
                    <a:pt x="6931" y="204"/>
                  </a:lnTo>
                  <a:cubicBezTo>
                    <a:pt x="6830" y="68"/>
                    <a:pt x="6675" y="1"/>
                    <a:pt x="6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70"/>
            <p:cNvSpPr/>
            <p:nvPr/>
          </p:nvSpPr>
          <p:spPr>
            <a:xfrm>
              <a:off x="528950" y="4292600"/>
              <a:ext cx="56650" cy="129525"/>
            </a:xfrm>
            <a:custGeom>
              <a:avLst/>
              <a:gdLst/>
              <a:ahLst/>
              <a:cxnLst/>
              <a:rect l="l" t="t" r="r" b="b"/>
              <a:pathLst>
                <a:path w="2266" h="5181" extrusionOk="0">
                  <a:moveTo>
                    <a:pt x="1118" y="0"/>
                  </a:moveTo>
                  <a:cubicBezTo>
                    <a:pt x="782" y="0"/>
                    <a:pt x="441" y="148"/>
                    <a:pt x="205" y="479"/>
                  </a:cubicBezTo>
                  <a:cubicBezTo>
                    <a:pt x="71" y="667"/>
                    <a:pt x="0" y="899"/>
                    <a:pt x="0" y="1140"/>
                  </a:cubicBezTo>
                  <a:lnTo>
                    <a:pt x="0" y="5181"/>
                  </a:lnTo>
                  <a:lnTo>
                    <a:pt x="2266" y="5181"/>
                  </a:lnTo>
                  <a:lnTo>
                    <a:pt x="2266" y="1140"/>
                  </a:lnTo>
                  <a:cubicBezTo>
                    <a:pt x="2266" y="440"/>
                    <a:pt x="1698" y="0"/>
                    <a:pt x="11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70"/>
            <p:cNvSpPr/>
            <p:nvPr/>
          </p:nvSpPr>
          <p:spPr>
            <a:xfrm>
              <a:off x="755750" y="4292600"/>
              <a:ext cx="56675" cy="129525"/>
            </a:xfrm>
            <a:custGeom>
              <a:avLst/>
              <a:gdLst/>
              <a:ahLst/>
              <a:cxnLst/>
              <a:rect l="l" t="t" r="r" b="b"/>
              <a:pathLst>
                <a:path w="2267" h="5181" extrusionOk="0">
                  <a:moveTo>
                    <a:pt x="1125" y="0"/>
                  </a:moveTo>
                  <a:cubicBezTo>
                    <a:pt x="790" y="0"/>
                    <a:pt x="451" y="148"/>
                    <a:pt x="215" y="479"/>
                  </a:cubicBezTo>
                  <a:cubicBezTo>
                    <a:pt x="72" y="667"/>
                    <a:pt x="1" y="899"/>
                    <a:pt x="1" y="1140"/>
                  </a:cubicBezTo>
                  <a:lnTo>
                    <a:pt x="1" y="5181"/>
                  </a:lnTo>
                  <a:lnTo>
                    <a:pt x="2267" y="5181"/>
                  </a:lnTo>
                  <a:lnTo>
                    <a:pt x="2267" y="1140"/>
                  </a:lnTo>
                  <a:cubicBezTo>
                    <a:pt x="2267" y="440"/>
                    <a:pt x="1702" y="0"/>
                    <a:pt x="1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70"/>
            <p:cNvSpPr/>
            <p:nvPr/>
          </p:nvSpPr>
          <p:spPr>
            <a:xfrm>
              <a:off x="585575" y="4213250"/>
              <a:ext cx="56675" cy="208875"/>
            </a:xfrm>
            <a:custGeom>
              <a:avLst/>
              <a:gdLst/>
              <a:ahLst/>
              <a:cxnLst/>
              <a:rect l="l" t="t" r="r" b="b"/>
              <a:pathLst>
                <a:path w="2267" h="8355" extrusionOk="0">
                  <a:moveTo>
                    <a:pt x="1122" y="1"/>
                  </a:moveTo>
                  <a:cubicBezTo>
                    <a:pt x="779" y="1"/>
                    <a:pt x="433" y="154"/>
                    <a:pt x="197" y="495"/>
                  </a:cubicBezTo>
                  <a:cubicBezTo>
                    <a:pt x="63" y="692"/>
                    <a:pt x="1" y="924"/>
                    <a:pt x="1" y="1156"/>
                  </a:cubicBezTo>
                  <a:lnTo>
                    <a:pt x="1" y="8355"/>
                  </a:lnTo>
                  <a:lnTo>
                    <a:pt x="2267" y="8355"/>
                  </a:lnTo>
                  <a:lnTo>
                    <a:pt x="2267" y="1138"/>
                  </a:lnTo>
                  <a:cubicBezTo>
                    <a:pt x="2267" y="437"/>
                    <a:pt x="1700" y="1"/>
                    <a:pt x="1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70"/>
            <p:cNvSpPr/>
            <p:nvPr/>
          </p:nvSpPr>
          <p:spPr>
            <a:xfrm>
              <a:off x="812400" y="4276325"/>
              <a:ext cx="56900" cy="145800"/>
            </a:xfrm>
            <a:custGeom>
              <a:avLst/>
              <a:gdLst/>
              <a:ahLst/>
              <a:cxnLst/>
              <a:rect l="l" t="t" r="r" b="b"/>
              <a:pathLst>
                <a:path w="2276" h="5832" extrusionOk="0">
                  <a:moveTo>
                    <a:pt x="1128" y="0"/>
                  </a:moveTo>
                  <a:cubicBezTo>
                    <a:pt x="791" y="0"/>
                    <a:pt x="451" y="148"/>
                    <a:pt x="215" y="479"/>
                  </a:cubicBezTo>
                  <a:cubicBezTo>
                    <a:pt x="81" y="666"/>
                    <a:pt x="1" y="898"/>
                    <a:pt x="1" y="1139"/>
                  </a:cubicBezTo>
                  <a:lnTo>
                    <a:pt x="1" y="5832"/>
                  </a:lnTo>
                  <a:lnTo>
                    <a:pt x="2276" y="5832"/>
                  </a:lnTo>
                  <a:lnTo>
                    <a:pt x="2276" y="1139"/>
                  </a:lnTo>
                  <a:cubicBezTo>
                    <a:pt x="2276" y="439"/>
                    <a:pt x="1708" y="0"/>
                    <a:pt x="11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70"/>
            <p:cNvSpPr/>
            <p:nvPr/>
          </p:nvSpPr>
          <p:spPr>
            <a:xfrm>
              <a:off x="699100" y="4225425"/>
              <a:ext cx="56675" cy="196700"/>
            </a:xfrm>
            <a:custGeom>
              <a:avLst/>
              <a:gdLst/>
              <a:ahLst/>
              <a:cxnLst/>
              <a:rect l="l" t="t" r="r" b="b"/>
              <a:pathLst>
                <a:path w="2267" h="7868" extrusionOk="0">
                  <a:moveTo>
                    <a:pt x="1139" y="0"/>
                  </a:moveTo>
                  <a:cubicBezTo>
                    <a:pt x="562" y="0"/>
                    <a:pt x="1" y="440"/>
                    <a:pt x="1" y="1132"/>
                  </a:cubicBezTo>
                  <a:lnTo>
                    <a:pt x="1" y="7868"/>
                  </a:lnTo>
                  <a:lnTo>
                    <a:pt x="2267" y="7868"/>
                  </a:lnTo>
                  <a:lnTo>
                    <a:pt x="2267" y="1150"/>
                  </a:lnTo>
                  <a:cubicBezTo>
                    <a:pt x="2267" y="909"/>
                    <a:pt x="2195" y="677"/>
                    <a:pt x="2062" y="490"/>
                  </a:cubicBezTo>
                  <a:cubicBezTo>
                    <a:pt x="1821" y="151"/>
                    <a:pt x="1477" y="0"/>
                    <a:pt x="1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70"/>
            <p:cNvSpPr/>
            <p:nvPr/>
          </p:nvSpPr>
          <p:spPr>
            <a:xfrm>
              <a:off x="642225" y="4142875"/>
              <a:ext cx="56900" cy="279250"/>
            </a:xfrm>
            <a:custGeom>
              <a:avLst/>
              <a:gdLst/>
              <a:ahLst/>
              <a:cxnLst/>
              <a:rect l="l" t="t" r="r" b="b"/>
              <a:pathLst>
                <a:path w="2276" h="11170" extrusionOk="0">
                  <a:moveTo>
                    <a:pt x="1125" y="1"/>
                  </a:moveTo>
                  <a:cubicBezTo>
                    <a:pt x="790" y="1"/>
                    <a:pt x="450" y="147"/>
                    <a:pt x="215" y="473"/>
                  </a:cubicBezTo>
                  <a:cubicBezTo>
                    <a:pt x="81" y="670"/>
                    <a:pt x="1" y="902"/>
                    <a:pt x="1" y="1134"/>
                  </a:cubicBezTo>
                  <a:lnTo>
                    <a:pt x="1" y="11170"/>
                  </a:lnTo>
                  <a:lnTo>
                    <a:pt x="2276" y="11170"/>
                  </a:lnTo>
                  <a:lnTo>
                    <a:pt x="2276" y="1134"/>
                  </a:lnTo>
                  <a:cubicBezTo>
                    <a:pt x="2276" y="438"/>
                    <a:pt x="1706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70"/>
            <p:cNvSpPr/>
            <p:nvPr/>
          </p:nvSpPr>
          <p:spPr>
            <a:xfrm>
              <a:off x="492150" y="4024825"/>
              <a:ext cx="410150" cy="240550"/>
            </a:xfrm>
            <a:custGeom>
              <a:avLst/>
              <a:gdLst/>
              <a:ahLst/>
              <a:cxnLst/>
              <a:rect l="l" t="t" r="r" b="b"/>
              <a:pathLst>
                <a:path w="16406" h="9622" extrusionOk="0">
                  <a:moveTo>
                    <a:pt x="6846" y="0"/>
                  </a:moveTo>
                  <a:cubicBezTo>
                    <a:pt x="6612" y="0"/>
                    <a:pt x="6377" y="103"/>
                    <a:pt x="6227" y="307"/>
                  </a:cubicBezTo>
                  <a:lnTo>
                    <a:pt x="2980" y="4848"/>
                  </a:lnTo>
                  <a:cubicBezTo>
                    <a:pt x="2857" y="5028"/>
                    <a:pt x="3023" y="5222"/>
                    <a:pt x="3192" y="5222"/>
                  </a:cubicBezTo>
                  <a:cubicBezTo>
                    <a:pt x="3257" y="5222"/>
                    <a:pt x="3323" y="5194"/>
                    <a:pt x="3372" y="5124"/>
                  </a:cubicBezTo>
                  <a:lnTo>
                    <a:pt x="6611" y="583"/>
                  </a:lnTo>
                  <a:cubicBezTo>
                    <a:pt x="6665" y="506"/>
                    <a:pt x="6756" y="468"/>
                    <a:pt x="6847" y="468"/>
                  </a:cubicBezTo>
                  <a:cubicBezTo>
                    <a:pt x="6934" y="468"/>
                    <a:pt x="7022" y="504"/>
                    <a:pt x="7074" y="574"/>
                  </a:cubicBezTo>
                  <a:lnTo>
                    <a:pt x="12552" y="7658"/>
                  </a:lnTo>
                  <a:cubicBezTo>
                    <a:pt x="12612" y="7718"/>
                    <a:pt x="12675" y="7749"/>
                    <a:pt x="12739" y="7749"/>
                  </a:cubicBezTo>
                  <a:cubicBezTo>
                    <a:pt x="12798" y="7749"/>
                    <a:pt x="12858" y="7722"/>
                    <a:pt x="12918" y="7667"/>
                  </a:cubicBezTo>
                  <a:lnTo>
                    <a:pt x="14506" y="5740"/>
                  </a:lnTo>
                  <a:cubicBezTo>
                    <a:pt x="14639" y="5581"/>
                    <a:pt x="14515" y="5353"/>
                    <a:pt x="14324" y="5353"/>
                  </a:cubicBezTo>
                  <a:cubicBezTo>
                    <a:pt x="14310" y="5353"/>
                    <a:pt x="14297" y="5354"/>
                    <a:pt x="14283" y="5356"/>
                  </a:cubicBezTo>
                  <a:lnTo>
                    <a:pt x="14069" y="5392"/>
                  </a:lnTo>
                  <a:cubicBezTo>
                    <a:pt x="14047" y="5396"/>
                    <a:pt x="14026" y="5398"/>
                    <a:pt x="14006" y="5398"/>
                  </a:cubicBezTo>
                  <a:cubicBezTo>
                    <a:pt x="13692" y="5398"/>
                    <a:pt x="13617" y="4897"/>
                    <a:pt x="13962" y="4830"/>
                  </a:cubicBezTo>
                  <a:lnTo>
                    <a:pt x="15594" y="4526"/>
                  </a:lnTo>
                  <a:cubicBezTo>
                    <a:pt x="15608" y="4524"/>
                    <a:pt x="15622" y="4523"/>
                    <a:pt x="15636" y="4523"/>
                  </a:cubicBezTo>
                  <a:cubicBezTo>
                    <a:pt x="15790" y="4523"/>
                    <a:pt x="15933" y="4656"/>
                    <a:pt x="15933" y="4812"/>
                  </a:cubicBezTo>
                  <a:lnTo>
                    <a:pt x="15933" y="6480"/>
                  </a:lnTo>
                  <a:cubicBezTo>
                    <a:pt x="15933" y="6661"/>
                    <a:pt x="15798" y="6748"/>
                    <a:pt x="15660" y="6748"/>
                  </a:cubicBezTo>
                  <a:cubicBezTo>
                    <a:pt x="15517" y="6748"/>
                    <a:pt x="15371" y="6656"/>
                    <a:pt x="15362" y="6480"/>
                  </a:cubicBezTo>
                  <a:lnTo>
                    <a:pt x="15362" y="6284"/>
                  </a:lnTo>
                  <a:cubicBezTo>
                    <a:pt x="15362" y="6284"/>
                    <a:pt x="15178" y="6083"/>
                    <a:pt x="15035" y="6083"/>
                  </a:cubicBezTo>
                  <a:cubicBezTo>
                    <a:pt x="14997" y="6083"/>
                    <a:pt x="14962" y="6097"/>
                    <a:pt x="14934" y="6132"/>
                  </a:cubicBezTo>
                  <a:lnTo>
                    <a:pt x="12936" y="8532"/>
                  </a:lnTo>
                  <a:cubicBezTo>
                    <a:pt x="12879" y="8598"/>
                    <a:pt x="12793" y="8631"/>
                    <a:pt x="12709" y="8631"/>
                  </a:cubicBezTo>
                  <a:cubicBezTo>
                    <a:pt x="12622" y="8631"/>
                    <a:pt x="12535" y="8596"/>
                    <a:pt x="12481" y="8523"/>
                  </a:cubicBezTo>
                  <a:lnTo>
                    <a:pt x="7039" y="1475"/>
                  </a:lnTo>
                  <a:cubicBezTo>
                    <a:pt x="6974" y="1415"/>
                    <a:pt x="6912" y="1386"/>
                    <a:pt x="6850" y="1386"/>
                  </a:cubicBezTo>
                  <a:cubicBezTo>
                    <a:pt x="6785" y="1386"/>
                    <a:pt x="6720" y="1420"/>
                    <a:pt x="6655" y="1484"/>
                  </a:cubicBezTo>
                  <a:lnTo>
                    <a:pt x="1258" y="9040"/>
                  </a:lnTo>
                  <a:cubicBezTo>
                    <a:pt x="1202" y="9119"/>
                    <a:pt x="1125" y="9151"/>
                    <a:pt x="1048" y="9151"/>
                  </a:cubicBezTo>
                  <a:cubicBezTo>
                    <a:pt x="844" y="9151"/>
                    <a:pt x="636" y="8924"/>
                    <a:pt x="785" y="8710"/>
                  </a:cubicBezTo>
                  <a:lnTo>
                    <a:pt x="2623" y="6141"/>
                  </a:lnTo>
                  <a:cubicBezTo>
                    <a:pt x="2752" y="5960"/>
                    <a:pt x="2587" y="5770"/>
                    <a:pt x="2418" y="5770"/>
                  </a:cubicBezTo>
                  <a:cubicBezTo>
                    <a:pt x="2354" y="5770"/>
                    <a:pt x="2289" y="5798"/>
                    <a:pt x="2239" y="5865"/>
                  </a:cubicBezTo>
                  <a:lnTo>
                    <a:pt x="402" y="8434"/>
                  </a:lnTo>
                  <a:cubicBezTo>
                    <a:pt x="0" y="8997"/>
                    <a:pt x="538" y="9621"/>
                    <a:pt x="1079" y="9621"/>
                  </a:cubicBezTo>
                  <a:cubicBezTo>
                    <a:pt x="1283" y="9621"/>
                    <a:pt x="1487" y="9532"/>
                    <a:pt x="1642" y="9317"/>
                  </a:cubicBezTo>
                  <a:lnTo>
                    <a:pt x="6860" y="2020"/>
                  </a:lnTo>
                  <a:lnTo>
                    <a:pt x="12115" y="8817"/>
                  </a:lnTo>
                  <a:cubicBezTo>
                    <a:pt x="12261" y="9005"/>
                    <a:pt x="12489" y="9101"/>
                    <a:pt x="12718" y="9101"/>
                  </a:cubicBezTo>
                  <a:cubicBezTo>
                    <a:pt x="12935" y="9101"/>
                    <a:pt x="13153" y="9014"/>
                    <a:pt x="13301" y="8835"/>
                  </a:cubicBezTo>
                  <a:lnTo>
                    <a:pt x="14961" y="6828"/>
                  </a:lnTo>
                  <a:cubicBezTo>
                    <a:pt x="15049" y="6996"/>
                    <a:pt x="15183" y="7060"/>
                    <a:pt x="15334" y="7060"/>
                  </a:cubicBezTo>
                  <a:cubicBezTo>
                    <a:pt x="15791" y="7060"/>
                    <a:pt x="16406" y="6480"/>
                    <a:pt x="16406" y="6480"/>
                  </a:cubicBezTo>
                  <a:lnTo>
                    <a:pt x="16406" y="4821"/>
                  </a:lnTo>
                  <a:cubicBezTo>
                    <a:pt x="16406" y="4399"/>
                    <a:pt x="16038" y="4052"/>
                    <a:pt x="15629" y="4052"/>
                  </a:cubicBezTo>
                  <a:cubicBezTo>
                    <a:pt x="15588" y="4052"/>
                    <a:pt x="15547" y="4055"/>
                    <a:pt x="15505" y="4063"/>
                  </a:cubicBezTo>
                  <a:lnTo>
                    <a:pt x="13872" y="4366"/>
                  </a:lnTo>
                  <a:cubicBezTo>
                    <a:pt x="13105" y="4509"/>
                    <a:pt x="13052" y="5633"/>
                    <a:pt x="13810" y="5847"/>
                  </a:cubicBezTo>
                  <a:lnTo>
                    <a:pt x="12739" y="7131"/>
                  </a:lnTo>
                  <a:lnTo>
                    <a:pt x="7449" y="289"/>
                  </a:lnTo>
                  <a:cubicBezTo>
                    <a:pt x="7300" y="96"/>
                    <a:pt x="7073" y="0"/>
                    <a:pt x="6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70"/>
            <p:cNvSpPr/>
            <p:nvPr/>
          </p:nvSpPr>
          <p:spPr>
            <a:xfrm>
              <a:off x="523375" y="4138075"/>
              <a:ext cx="352175" cy="290300"/>
            </a:xfrm>
            <a:custGeom>
              <a:avLst/>
              <a:gdLst/>
              <a:ahLst/>
              <a:cxnLst/>
              <a:rect l="l" t="t" r="r" b="b"/>
              <a:pathLst>
                <a:path w="14087" h="11612" extrusionOk="0">
                  <a:moveTo>
                    <a:pt x="1367" y="6456"/>
                  </a:moveTo>
                  <a:cubicBezTo>
                    <a:pt x="1816" y="6456"/>
                    <a:pt x="2266" y="6748"/>
                    <a:pt x="2266" y="7329"/>
                  </a:cubicBezTo>
                  <a:lnTo>
                    <a:pt x="2266" y="11139"/>
                  </a:lnTo>
                  <a:lnTo>
                    <a:pt x="473" y="11139"/>
                  </a:lnTo>
                  <a:lnTo>
                    <a:pt x="473" y="7329"/>
                  </a:lnTo>
                  <a:cubicBezTo>
                    <a:pt x="473" y="6746"/>
                    <a:pt x="919" y="6456"/>
                    <a:pt x="1367" y="6456"/>
                  </a:cubicBezTo>
                  <a:close/>
                  <a:moveTo>
                    <a:pt x="3640" y="3286"/>
                  </a:moveTo>
                  <a:cubicBezTo>
                    <a:pt x="4090" y="3286"/>
                    <a:pt x="4541" y="3578"/>
                    <a:pt x="4541" y="4163"/>
                  </a:cubicBezTo>
                  <a:lnTo>
                    <a:pt x="4541" y="11139"/>
                  </a:lnTo>
                  <a:lnTo>
                    <a:pt x="2739" y="11139"/>
                  </a:lnTo>
                  <a:lnTo>
                    <a:pt x="2739" y="4163"/>
                  </a:lnTo>
                  <a:cubicBezTo>
                    <a:pt x="2739" y="3578"/>
                    <a:pt x="3189" y="3286"/>
                    <a:pt x="3640" y="3286"/>
                  </a:cubicBezTo>
                  <a:close/>
                  <a:moveTo>
                    <a:pt x="5910" y="467"/>
                  </a:moveTo>
                  <a:cubicBezTo>
                    <a:pt x="6358" y="467"/>
                    <a:pt x="6807" y="759"/>
                    <a:pt x="6807" y="1343"/>
                  </a:cubicBezTo>
                  <a:lnTo>
                    <a:pt x="6807" y="4644"/>
                  </a:lnTo>
                  <a:lnTo>
                    <a:pt x="6807" y="11139"/>
                  </a:lnTo>
                  <a:lnTo>
                    <a:pt x="5014" y="11139"/>
                  </a:lnTo>
                  <a:lnTo>
                    <a:pt x="5014" y="1343"/>
                  </a:lnTo>
                  <a:cubicBezTo>
                    <a:pt x="5014" y="759"/>
                    <a:pt x="5462" y="467"/>
                    <a:pt x="5910" y="467"/>
                  </a:cubicBezTo>
                  <a:close/>
                  <a:moveTo>
                    <a:pt x="8169" y="3749"/>
                  </a:moveTo>
                  <a:cubicBezTo>
                    <a:pt x="8643" y="3749"/>
                    <a:pt x="9073" y="4138"/>
                    <a:pt x="9073" y="4644"/>
                  </a:cubicBezTo>
                  <a:lnTo>
                    <a:pt x="9073" y="11139"/>
                  </a:lnTo>
                  <a:lnTo>
                    <a:pt x="7280" y="11139"/>
                  </a:lnTo>
                  <a:lnTo>
                    <a:pt x="7280" y="4644"/>
                  </a:lnTo>
                  <a:cubicBezTo>
                    <a:pt x="7280" y="4171"/>
                    <a:pt x="7592" y="3895"/>
                    <a:pt x="7886" y="3797"/>
                  </a:cubicBezTo>
                  <a:cubicBezTo>
                    <a:pt x="7980" y="3764"/>
                    <a:pt x="8076" y="3749"/>
                    <a:pt x="8169" y="3749"/>
                  </a:cubicBezTo>
                  <a:close/>
                  <a:moveTo>
                    <a:pt x="12707" y="5778"/>
                  </a:moveTo>
                  <a:cubicBezTo>
                    <a:pt x="12808" y="5778"/>
                    <a:pt x="12904" y="5794"/>
                    <a:pt x="12989" y="5822"/>
                  </a:cubicBezTo>
                  <a:cubicBezTo>
                    <a:pt x="13292" y="5920"/>
                    <a:pt x="13614" y="6196"/>
                    <a:pt x="13614" y="6678"/>
                  </a:cubicBezTo>
                  <a:lnTo>
                    <a:pt x="13614" y="11139"/>
                  </a:lnTo>
                  <a:lnTo>
                    <a:pt x="11811" y="11139"/>
                  </a:lnTo>
                  <a:lnTo>
                    <a:pt x="11811" y="10256"/>
                  </a:lnTo>
                  <a:cubicBezTo>
                    <a:pt x="11811" y="10104"/>
                    <a:pt x="11696" y="10028"/>
                    <a:pt x="11580" y="10028"/>
                  </a:cubicBezTo>
                  <a:cubicBezTo>
                    <a:pt x="11464" y="10028"/>
                    <a:pt x="11348" y="10104"/>
                    <a:pt x="11348" y="10256"/>
                  </a:cubicBezTo>
                  <a:lnTo>
                    <a:pt x="11348" y="11139"/>
                  </a:lnTo>
                  <a:lnTo>
                    <a:pt x="9546" y="11139"/>
                  </a:lnTo>
                  <a:lnTo>
                    <a:pt x="9546" y="7329"/>
                  </a:lnTo>
                  <a:cubicBezTo>
                    <a:pt x="9546" y="6752"/>
                    <a:pt x="9997" y="6460"/>
                    <a:pt x="10448" y="6460"/>
                  </a:cubicBezTo>
                  <a:cubicBezTo>
                    <a:pt x="10896" y="6460"/>
                    <a:pt x="11343" y="6747"/>
                    <a:pt x="11348" y="7329"/>
                  </a:cubicBezTo>
                  <a:lnTo>
                    <a:pt x="11348" y="8989"/>
                  </a:lnTo>
                  <a:cubicBezTo>
                    <a:pt x="11348" y="9140"/>
                    <a:pt x="11464" y="9216"/>
                    <a:pt x="11580" y="9216"/>
                  </a:cubicBezTo>
                  <a:cubicBezTo>
                    <a:pt x="11696" y="9216"/>
                    <a:pt x="11811" y="9140"/>
                    <a:pt x="11811" y="8989"/>
                  </a:cubicBezTo>
                  <a:lnTo>
                    <a:pt x="11811" y="7329"/>
                  </a:lnTo>
                  <a:lnTo>
                    <a:pt x="11811" y="6696"/>
                  </a:lnTo>
                  <a:cubicBezTo>
                    <a:pt x="11811" y="6509"/>
                    <a:pt x="11865" y="6330"/>
                    <a:pt x="11972" y="6179"/>
                  </a:cubicBezTo>
                  <a:cubicBezTo>
                    <a:pt x="12171" y="5884"/>
                    <a:pt x="12452" y="5778"/>
                    <a:pt x="12707" y="5778"/>
                  </a:cubicBezTo>
                  <a:close/>
                  <a:moveTo>
                    <a:pt x="5905" y="1"/>
                  </a:moveTo>
                  <a:cubicBezTo>
                    <a:pt x="5222" y="1"/>
                    <a:pt x="4541" y="440"/>
                    <a:pt x="4541" y="1326"/>
                  </a:cubicBezTo>
                  <a:lnTo>
                    <a:pt x="4541" y="3101"/>
                  </a:lnTo>
                  <a:cubicBezTo>
                    <a:pt x="4277" y="2880"/>
                    <a:pt x="3969" y="2781"/>
                    <a:pt x="3665" y="2781"/>
                  </a:cubicBezTo>
                  <a:cubicBezTo>
                    <a:pt x="2951" y="2781"/>
                    <a:pt x="2266" y="3331"/>
                    <a:pt x="2266" y="4145"/>
                  </a:cubicBezTo>
                  <a:lnTo>
                    <a:pt x="2266" y="6295"/>
                  </a:lnTo>
                  <a:cubicBezTo>
                    <a:pt x="2003" y="6070"/>
                    <a:pt x="1694" y="5968"/>
                    <a:pt x="1390" y="5968"/>
                  </a:cubicBezTo>
                  <a:cubicBezTo>
                    <a:pt x="681" y="5968"/>
                    <a:pt x="0" y="6518"/>
                    <a:pt x="0" y="7329"/>
                  </a:cubicBezTo>
                  <a:lnTo>
                    <a:pt x="0" y="11380"/>
                  </a:lnTo>
                  <a:cubicBezTo>
                    <a:pt x="0" y="11513"/>
                    <a:pt x="107" y="11612"/>
                    <a:pt x="232" y="11612"/>
                  </a:cubicBezTo>
                  <a:lnTo>
                    <a:pt x="13845" y="11612"/>
                  </a:lnTo>
                  <a:cubicBezTo>
                    <a:pt x="13979" y="11612"/>
                    <a:pt x="14086" y="11513"/>
                    <a:pt x="14086" y="11380"/>
                  </a:cubicBezTo>
                  <a:lnTo>
                    <a:pt x="14086" y="6678"/>
                  </a:lnTo>
                  <a:cubicBezTo>
                    <a:pt x="14086" y="6072"/>
                    <a:pt x="13712" y="5563"/>
                    <a:pt x="13132" y="5376"/>
                  </a:cubicBezTo>
                  <a:cubicBezTo>
                    <a:pt x="12989" y="5330"/>
                    <a:pt x="12844" y="5307"/>
                    <a:pt x="12703" y="5307"/>
                  </a:cubicBezTo>
                  <a:cubicBezTo>
                    <a:pt x="12271" y="5307"/>
                    <a:pt x="11866" y="5515"/>
                    <a:pt x="11597" y="5884"/>
                  </a:cubicBezTo>
                  <a:cubicBezTo>
                    <a:pt x="11499" y="6018"/>
                    <a:pt x="11428" y="6170"/>
                    <a:pt x="11392" y="6330"/>
                  </a:cubicBezTo>
                  <a:cubicBezTo>
                    <a:pt x="11129" y="6090"/>
                    <a:pt x="10783" y="5967"/>
                    <a:pt x="10438" y="5967"/>
                  </a:cubicBezTo>
                  <a:cubicBezTo>
                    <a:pt x="10116" y="5967"/>
                    <a:pt x="9795" y="6075"/>
                    <a:pt x="9546" y="6295"/>
                  </a:cubicBezTo>
                  <a:lnTo>
                    <a:pt x="9546" y="4626"/>
                  </a:lnTo>
                  <a:cubicBezTo>
                    <a:pt x="9546" y="3815"/>
                    <a:pt x="8864" y="3265"/>
                    <a:pt x="8155" y="3265"/>
                  </a:cubicBezTo>
                  <a:cubicBezTo>
                    <a:pt x="7851" y="3265"/>
                    <a:pt x="7542" y="3367"/>
                    <a:pt x="7280" y="3592"/>
                  </a:cubicBezTo>
                  <a:lnTo>
                    <a:pt x="7280" y="1326"/>
                  </a:lnTo>
                  <a:cubicBezTo>
                    <a:pt x="7280" y="445"/>
                    <a:pt x="6591" y="1"/>
                    <a:pt x="59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5" name="Google Shape;4305;p70"/>
          <p:cNvGrpSpPr/>
          <p:nvPr/>
        </p:nvGrpSpPr>
        <p:grpSpPr>
          <a:xfrm>
            <a:off x="6183334" y="2733538"/>
            <a:ext cx="345448" cy="359333"/>
            <a:chOff x="6162125" y="2314300"/>
            <a:chExt cx="388100" cy="403700"/>
          </a:xfrm>
        </p:grpSpPr>
        <p:sp>
          <p:nvSpPr>
            <p:cNvPr id="4306" name="Google Shape;4306;p70"/>
            <p:cNvSpPr/>
            <p:nvPr/>
          </p:nvSpPr>
          <p:spPr>
            <a:xfrm>
              <a:off x="6168375" y="2376075"/>
              <a:ext cx="298650" cy="335675"/>
            </a:xfrm>
            <a:custGeom>
              <a:avLst/>
              <a:gdLst/>
              <a:ahLst/>
              <a:cxnLst/>
              <a:rect l="l" t="t" r="r" b="b"/>
              <a:pathLst>
                <a:path w="11946" h="13427" extrusionOk="0">
                  <a:moveTo>
                    <a:pt x="1374" y="1"/>
                  </a:moveTo>
                  <a:cubicBezTo>
                    <a:pt x="616" y="1"/>
                    <a:pt x="1" y="607"/>
                    <a:pt x="1" y="1365"/>
                  </a:cubicBezTo>
                  <a:lnTo>
                    <a:pt x="1" y="12062"/>
                  </a:lnTo>
                  <a:cubicBezTo>
                    <a:pt x="1" y="12811"/>
                    <a:pt x="616" y="13427"/>
                    <a:pt x="1374" y="13427"/>
                  </a:cubicBezTo>
                  <a:lnTo>
                    <a:pt x="8092" y="13427"/>
                  </a:lnTo>
                  <a:lnTo>
                    <a:pt x="11946" y="9591"/>
                  </a:lnTo>
                  <a:lnTo>
                    <a:pt x="11946" y="1365"/>
                  </a:lnTo>
                  <a:cubicBezTo>
                    <a:pt x="11946" y="607"/>
                    <a:pt x="11330" y="1"/>
                    <a:pt x="10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70"/>
            <p:cNvSpPr/>
            <p:nvPr/>
          </p:nvSpPr>
          <p:spPr>
            <a:xfrm>
              <a:off x="6370225" y="2615600"/>
              <a:ext cx="96150" cy="95700"/>
            </a:xfrm>
            <a:custGeom>
              <a:avLst/>
              <a:gdLst/>
              <a:ahLst/>
              <a:cxnLst/>
              <a:rect l="l" t="t" r="r" b="b"/>
              <a:pathLst>
                <a:path w="3846" h="3828" extrusionOk="0">
                  <a:moveTo>
                    <a:pt x="1365" y="1"/>
                  </a:moveTo>
                  <a:cubicBezTo>
                    <a:pt x="607" y="1"/>
                    <a:pt x="0" y="607"/>
                    <a:pt x="0" y="1357"/>
                  </a:cubicBezTo>
                  <a:lnTo>
                    <a:pt x="0" y="3828"/>
                  </a:lnTo>
                  <a:lnTo>
                    <a:pt x="38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70"/>
            <p:cNvSpPr/>
            <p:nvPr/>
          </p:nvSpPr>
          <p:spPr>
            <a:xfrm>
              <a:off x="6209850" y="24412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0"/>
                  </a:moveTo>
                  <a:cubicBezTo>
                    <a:pt x="429" y="0"/>
                    <a:pt x="1" y="429"/>
                    <a:pt x="1" y="964"/>
                  </a:cubicBezTo>
                  <a:cubicBezTo>
                    <a:pt x="1" y="1490"/>
                    <a:pt x="429" y="1918"/>
                    <a:pt x="964" y="1918"/>
                  </a:cubicBezTo>
                  <a:cubicBezTo>
                    <a:pt x="1500" y="1918"/>
                    <a:pt x="1928" y="1490"/>
                    <a:pt x="1928" y="964"/>
                  </a:cubicBezTo>
                  <a:cubicBezTo>
                    <a:pt x="1928" y="429"/>
                    <a:pt x="1500" y="0"/>
                    <a:pt x="9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70"/>
            <p:cNvSpPr/>
            <p:nvPr/>
          </p:nvSpPr>
          <p:spPr>
            <a:xfrm>
              <a:off x="6209850" y="25226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90"/>
                    <a:pt x="429" y="1919"/>
                    <a:pt x="964" y="1919"/>
                  </a:cubicBezTo>
                  <a:cubicBezTo>
                    <a:pt x="1500" y="1919"/>
                    <a:pt x="1928" y="1490"/>
                    <a:pt x="1928" y="955"/>
                  </a:cubicBezTo>
                  <a:cubicBezTo>
                    <a:pt x="1928" y="429"/>
                    <a:pt x="1500" y="1"/>
                    <a:pt x="9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70"/>
            <p:cNvSpPr/>
            <p:nvPr/>
          </p:nvSpPr>
          <p:spPr>
            <a:xfrm>
              <a:off x="6209850" y="26040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91"/>
                    <a:pt x="429" y="1919"/>
                    <a:pt x="964" y="1919"/>
                  </a:cubicBezTo>
                  <a:cubicBezTo>
                    <a:pt x="1500" y="1919"/>
                    <a:pt x="1928" y="1491"/>
                    <a:pt x="1928" y="955"/>
                  </a:cubicBezTo>
                  <a:cubicBezTo>
                    <a:pt x="1928" y="429"/>
                    <a:pt x="1500" y="1"/>
                    <a:pt x="9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70"/>
            <p:cNvSpPr/>
            <p:nvPr/>
          </p:nvSpPr>
          <p:spPr>
            <a:xfrm>
              <a:off x="6419950" y="2320100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2490" y="0"/>
                  </a:moveTo>
                  <a:cubicBezTo>
                    <a:pt x="1107" y="0"/>
                    <a:pt x="1" y="1115"/>
                    <a:pt x="1" y="2489"/>
                  </a:cubicBezTo>
                  <a:cubicBezTo>
                    <a:pt x="1" y="3863"/>
                    <a:pt x="1107" y="4978"/>
                    <a:pt x="2490" y="4978"/>
                  </a:cubicBezTo>
                  <a:cubicBezTo>
                    <a:pt x="3863" y="4978"/>
                    <a:pt x="4978" y="3863"/>
                    <a:pt x="4978" y="2489"/>
                  </a:cubicBezTo>
                  <a:cubicBezTo>
                    <a:pt x="4978" y="1115"/>
                    <a:pt x="3863" y="0"/>
                    <a:pt x="24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70"/>
            <p:cNvSpPr/>
            <p:nvPr/>
          </p:nvSpPr>
          <p:spPr>
            <a:xfrm>
              <a:off x="6203850" y="2435175"/>
              <a:ext cx="60225" cy="60025"/>
            </a:xfrm>
            <a:custGeom>
              <a:avLst/>
              <a:gdLst/>
              <a:ahLst/>
              <a:cxnLst/>
              <a:rect l="l" t="t" r="r" b="b"/>
              <a:pathLst>
                <a:path w="2409" h="2401" extrusionOk="0">
                  <a:moveTo>
                    <a:pt x="1204" y="473"/>
                  </a:moveTo>
                  <a:cubicBezTo>
                    <a:pt x="1606" y="473"/>
                    <a:pt x="1936" y="803"/>
                    <a:pt x="1936" y="1205"/>
                  </a:cubicBezTo>
                  <a:cubicBezTo>
                    <a:pt x="1936" y="1597"/>
                    <a:pt x="1606" y="1928"/>
                    <a:pt x="1204" y="1928"/>
                  </a:cubicBezTo>
                  <a:cubicBezTo>
                    <a:pt x="803" y="1928"/>
                    <a:pt x="473" y="1597"/>
                    <a:pt x="473" y="1205"/>
                  </a:cubicBezTo>
                  <a:cubicBezTo>
                    <a:pt x="473" y="803"/>
                    <a:pt x="803" y="473"/>
                    <a:pt x="1204" y="473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45"/>
                    <a:pt x="0" y="1205"/>
                  </a:cubicBezTo>
                  <a:cubicBezTo>
                    <a:pt x="0" y="1865"/>
                    <a:pt x="544" y="2400"/>
                    <a:pt x="1204" y="2400"/>
                  </a:cubicBezTo>
                  <a:cubicBezTo>
                    <a:pt x="1865" y="2400"/>
                    <a:pt x="2409" y="1865"/>
                    <a:pt x="2409" y="1205"/>
                  </a:cubicBezTo>
                  <a:cubicBezTo>
                    <a:pt x="2409" y="545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70"/>
            <p:cNvSpPr/>
            <p:nvPr/>
          </p:nvSpPr>
          <p:spPr>
            <a:xfrm>
              <a:off x="6203850" y="2516575"/>
              <a:ext cx="60225" cy="60025"/>
            </a:xfrm>
            <a:custGeom>
              <a:avLst/>
              <a:gdLst/>
              <a:ahLst/>
              <a:cxnLst/>
              <a:rect l="l" t="t" r="r" b="b"/>
              <a:pathLst>
                <a:path w="2409" h="2401" extrusionOk="0">
                  <a:moveTo>
                    <a:pt x="1204" y="474"/>
                  </a:moveTo>
                  <a:cubicBezTo>
                    <a:pt x="1606" y="474"/>
                    <a:pt x="1936" y="804"/>
                    <a:pt x="1936" y="1196"/>
                  </a:cubicBezTo>
                  <a:cubicBezTo>
                    <a:pt x="1936" y="1598"/>
                    <a:pt x="1606" y="1928"/>
                    <a:pt x="1204" y="1928"/>
                  </a:cubicBezTo>
                  <a:cubicBezTo>
                    <a:pt x="803" y="1928"/>
                    <a:pt x="473" y="1598"/>
                    <a:pt x="473" y="1196"/>
                  </a:cubicBezTo>
                  <a:cubicBezTo>
                    <a:pt x="473" y="804"/>
                    <a:pt x="803" y="474"/>
                    <a:pt x="1204" y="474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36"/>
                    <a:pt x="0" y="1196"/>
                  </a:cubicBezTo>
                  <a:cubicBezTo>
                    <a:pt x="0" y="1856"/>
                    <a:pt x="544" y="2401"/>
                    <a:pt x="1204" y="2401"/>
                  </a:cubicBezTo>
                  <a:cubicBezTo>
                    <a:pt x="1865" y="2401"/>
                    <a:pt x="2409" y="1856"/>
                    <a:pt x="2409" y="1196"/>
                  </a:cubicBezTo>
                  <a:cubicBezTo>
                    <a:pt x="2409" y="536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70"/>
            <p:cNvSpPr/>
            <p:nvPr/>
          </p:nvSpPr>
          <p:spPr>
            <a:xfrm>
              <a:off x="6203850" y="2597975"/>
              <a:ext cx="60225" cy="59800"/>
            </a:xfrm>
            <a:custGeom>
              <a:avLst/>
              <a:gdLst/>
              <a:ahLst/>
              <a:cxnLst/>
              <a:rect l="l" t="t" r="r" b="b"/>
              <a:pathLst>
                <a:path w="2409" h="2392" extrusionOk="0">
                  <a:moveTo>
                    <a:pt x="1204" y="474"/>
                  </a:moveTo>
                  <a:cubicBezTo>
                    <a:pt x="1606" y="474"/>
                    <a:pt x="1936" y="804"/>
                    <a:pt x="1936" y="1196"/>
                  </a:cubicBezTo>
                  <a:cubicBezTo>
                    <a:pt x="1936" y="1598"/>
                    <a:pt x="1606" y="1928"/>
                    <a:pt x="1204" y="1928"/>
                  </a:cubicBezTo>
                  <a:cubicBezTo>
                    <a:pt x="803" y="1928"/>
                    <a:pt x="473" y="1598"/>
                    <a:pt x="473" y="1196"/>
                  </a:cubicBezTo>
                  <a:cubicBezTo>
                    <a:pt x="473" y="804"/>
                    <a:pt x="803" y="474"/>
                    <a:pt x="1204" y="474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36"/>
                    <a:pt x="0" y="1196"/>
                  </a:cubicBezTo>
                  <a:cubicBezTo>
                    <a:pt x="0" y="1856"/>
                    <a:pt x="544" y="2392"/>
                    <a:pt x="1204" y="2392"/>
                  </a:cubicBezTo>
                  <a:cubicBezTo>
                    <a:pt x="1865" y="2392"/>
                    <a:pt x="2409" y="1856"/>
                    <a:pt x="2409" y="1196"/>
                  </a:cubicBezTo>
                  <a:cubicBezTo>
                    <a:pt x="2409" y="536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70"/>
            <p:cNvSpPr/>
            <p:nvPr/>
          </p:nvSpPr>
          <p:spPr>
            <a:xfrm>
              <a:off x="6281450" y="2459475"/>
              <a:ext cx="143425" cy="11850"/>
            </a:xfrm>
            <a:custGeom>
              <a:avLst/>
              <a:gdLst/>
              <a:ahLst/>
              <a:cxnLst/>
              <a:rect l="l" t="t" r="r" b="b"/>
              <a:pathLst>
                <a:path w="5737" h="474" extrusionOk="0">
                  <a:moveTo>
                    <a:pt x="259" y="1"/>
                  </a:moveTo>
                  <a:cubicBezTo>
                    <a:pt x="143" y="1"/>
                    <a:pt x="27" y="90"/>
                    <a:pt x="18" y="206"/>
                  </a:cubicBezTo>
                  <a:cubicBezTo>
                    <a:pt x="1" y="358"/>
                    <a:pt x="108" y="474"/>
                    <a:pt x="250" y="474"/>
                  </a:cubicBezTo>
                  <a:lnTo>
                    <a:pt x="5478" y="474"/>
                  </a:lnTo>
                  <a:cubicBezTo>
                    <a:pt x="5603" y="474"/>
                    <a:pt x="5710" y="385"/>
                    <a:pt x="5719" y="269"/>
                  </a:cubicBezTo>
                  <a:cubicBezTo>
                    <a:pt x="5737" y="126"/>
                    <a:pt x="5630" y="1"/>
                    <a:pt x="54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70"/>
            <p:cNvSpPr/>
            <p:nvPr/>
          </p:nvSpPr>
          <p:spPr>
            <a:xfrm>
              <a:off x="6281450" y="2540675"/>
              <a:ext cx="143425" cy="11850"/>
            </a:xfrm>
            <a:custGeom>
              <a:avLst/>
              <a:gdLst/>
              <a:ahLst/>
              <a:cxnLst/>
              <a:rect l="l" t="t" r="r" b="b"/>
              <a:pathLst>
                <a:path w="5737" h="474" extrusionOk="0">
                  <a:moveTo>
                    <a:pt x="259" y="0"/>
                  </a:moveTo>
                  <a:cubicBezTo>
                    <a:pt x="143" y="0"/>
                    <a:pt x="27" y="89"/>
                    <a:pt x="18" y="205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5478" y="473"/>
                  </a:lnTo>
                  <a:cubicBezTo>
                    <a:pt x="5603" y="473"/>
                    <a:pt x="5710" y="384"/>
                    <a:pt x="5719" y="268"/>
                  </a:cubicBezTo>
                  <a:cubicBezTo>
                    <a:pt x="5737" y="125"/>
                    <a:pt x="5630" y="0"/>
                    <a:pt x="5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70"/>
            <p:cNvSpPr/>
            <p:nvPr/>
          </p:nvSpPr>
          <p:spPr>
            <a:xfrm>
              <a:off x="6281450" y="2621850"/>
              <a:ext cx="62250" cy="11850"/>
            </a:xfrm>
            <a:custGeom>
              <a:avLst/>
              <a:gdLst/>
              <a:ahLst/>
              <a:cxnLst/>
              <a:rect l="l" t="t" r="r" b="b"/>
              <a:pathLst>
                <a:path w="2490" h="474" extrusionOk="0">
                  <a:moveTo>
                    <a:pt x="259" y="0"/>
                  </a:moveTo>
                  <a:cubicBezTo>
                    <a:pt x="143" y="0"/>
                    <a:pt x="27" y="90"/>
                    <a:pt x="18" y="206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2231" y="473"/>
                  </a:lnTo>
                  <a:cubicBezTo>
                    <a:pt x="2347" y="473"/>
                    <a:pt x="2454" y="384"/>
                    <a:pt x="2472" y="268"/>
                  </a:cubicBezTo>
                  <a:cubicBezTo>
                    <a:pt x="2490" y="125"/>
                    <a:pt x="2374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70"/>
            <p:cNvSpPr/>
            <p:nvPr/>
          </p:nvSpPr>
          <p:spPr>
            <a:xfrm>
              <a:off x="6162125" y="2314300"/>
              <a:ext cx="388100" cy="403700"/>
            </a:xfrm>
            <a:custGeom>
              <a:avLst/>
              <a:gdLst/>
              <a:ahLst/>
              <a:cxnLst/>
              <a:rect l="l" t="t" r="r" b="b"/>
              <a:pathLst>
                <a:path w="15524" h="16148" extrusionOk="0">
                  <a:moveTo>
                    <a:pt x="11616" y="12302"/>
                  </a:moveTo>
                  <a:lnTo>
                    <a:pt x="8574" y="15327"/>
                  </a:lnTo>
                  <a:lnTo>
                    <a:pt x="8574" y="13427"/>
                  </a:lnTo>
                  <a:cubicBezTo>
                    <a:pt x="8574" y="12811"/>
                    <a:pt x="9082" y="12302"/>
                    <a:pt x="9707" y="12302"/>
                  </a:cubicBezTo>
                  <a:close/>
                  <a:moveTo>
                    <a:pt x="12794" y="0"/>
                  </a:moveTo>
                  <a:cubicBezTo>
                    <a:pt x="11455" y="0"/>
                    <a:pt x="10331" y="973"/>
                    <a:pt x="10108" y="2249"/>
                  </a:cubicBezTo>
                  <a:lnTo>
                    <a:pt x="1624" y="2249"/>
                  </a:lnTo>
                  <a:cubicBezTo>
                    <a:pt x="1624" y="2249"/>
                    <a:pt x="19" y="2962"/>
                    <a:pt x="36" y="3845"/>
                  </a:cubicBezTo>
                  <a:lnTo>
                    <a:pt x="36" y="11874"/>
                  </a:lnTo>
                  <a:cubicBezTo>
                    <a:pt x="31" y="11978"/>
                    <a:pt x="77" y="12013"/>
                    <a:pt x="142" y="12013"/>
                  </a:cubicBezTo>
                  <a:cubicBezTo>
                    <a:pt x="271" y="12013"/>
                    <a:pt x="474" y="11874"/>
                    <a:pt x="474" y="11874"/>
                  </a:cubicBezTo>
                  <a:lnTo>
                    <a:pt x="474" y="3845"/>
                  </a:lnTo>
                  <a:cubicBezTo>
                    <a:pt x="474" y="3230"/>
                    <a:pt x="982" y="2721"/>
                    <a:pt x="1607" y="2721"/>
                  </a:cubicBezTo>
                  <a:lnTo>
                    <a:pt x="10064" y="2721"/>
                  </a:lnTo>
                  <a:cubicBezTo>
                    <a:pt x="10064" y="2721"/>
                    <a:pt x="10064" y="2730"/>
                    <a:pt x="10064" y="2730"/>
                  </a:cubicBezTo>
                  <a:cubicBezTo>
                    <a:pt x="10064" y="3935"/>
                    <a:pt x="10849" y="4960"/>
                    <a:pt x="11946" y="5326"/>
                  </a:cubicBezTo>
                  <a:lnTo>
                    <a:pt x="11946" y="11830"/>
                  </a:lnTo>
                  <a:lnTo>
                    <a:pt x="9707" y="11830"/>
                  </a:lnTo>
                  <a:cubicBezTo>
                    <a:pt x="8815" y="11830"/>
                    <a:pt x="8101" y="12552"/>
                    <a:pt x="8101" y="13435"/>
                  </a:cubicBezTo>
                  <a:lnTo>
                    <a:pt x="8101" y="15675"/>
                  </a:lnTo>
                  <a:lnTo>
                    <a:pt x="1624" y="15675"/>
                  </a:lnTo>
                  <a:cubicBezTo>
                    <a:pt x="1624" y="15675"/>
                    <a:pt x="491" y="15157"/>
                    <a:pt x="509" y="14533"/>
                  </a:cubicBezTo>
                  <a:lnTo>
                    <a:pt x="509" y="13177"/>
                  </a:lnTo>
                  <a:cubicBezTo>
                    <a:pt x="503" y="13076"/>
                    <a:pt x="445" y="13042"/>
                    <a:pt x="370" y="13042"/>
                  </a:cubicBezTo>
                  <a:cubicBezTo>
                    <a:pt x="219" y="13042"/>
                    <a:pt x="1" y="13177"/>
                    <a:pt x="1" y="13177"/>
                  </a:cubicBezTo>
                  <a:lnTo>
                    <a:pt x="1" y="14542"/>
                  </a:lnTo>
                  <a:cubicBezTo>
                    <a:pt x="1" y="15425"/>
                    <a:pt x="723" y="16147"/>
                    <a:pt x="1607" y="16147"/>
                  </a:cubicBezTo>
                  <a:lnTo>
                    <a:pt x="8324" y="16147"/>
                  </a:lnTo>
                  <a:cubicBezTo>
                    <a:pt x="8387" y="16147"/>
                    <a:pt x="8449" y="16121"/>
                    <a:pt x="8494" y="16076"/>
                  </a:cubicBezTo>
                  <a:lnTo>
                    <a:pt x="12348" y="12240"/>
                  </a:lnTo>
                  <a:cubicBezTo>
                    <a:pt x="12392" y="12195"/>
                    <a:pt x="12419" y="12142"/>
                    <a:pt x="12419" y="12079"/>
                  </a:cubicBezTo>
                  <a:lnTo>
                    <a:pt x="12419" y="5433"/>
                  </a:lnTo>
                  <a:cubicBezTo>
                    <a:pt x="12535" y="5451"/>
                    <a:pt x="12660" y="5460"/>
                    <a:pt x="12794" y="5460"/>
                  </a:cubicBezTo>
                  <a:cubicBezTo>
                    <a:pt x="14292" y="5460"/>
                    <a:pt x="15523" y="4238"/>
                    <a:pt x="15523" y="2730"/>
                  </a:cubicBezTo>
                  <a:cubicBezTo>
                    <a:pt x="15523" y="2177"/>
                    <a:pt x="15354" y="1642"/>
                    <a:pt x="15033" y="1187"/>
                  </a:cubicBezTo>
                  <a:cubicBezTo>
                    <a:pt x="14984" y="1112"/>
                    <a:pt x="14917" y="1082"/>
                    <a:pt x="14850" y="1082"/>
                  </a:cubicBezTo>
                  <a:cubicBezTo>
                    <a:pt x="14685" y="1082"/>
                    <a:pt x="14522" y="1270"/>
                    <a:pt x="14649" y="1455"/>
                  </a:cubicBezTo>
                  <a:cubicBezTo>
                    <a:pt x="14952" y="1892"/>
                    <a:pt x="15086" y="2418"/>
                    <a:pt x="15033" y="2953"/>
                  </a:cubicBezTo>
                  <a:cubicBezTo>
                    <a:pt x="14926" y="4086"/>
                    <a:pt x="13971" y="4969"/>
                    <a:pt x="12829" y="4987"/>
                  </a:cubicBezTo>
                  <a:cubicBezTo>
                    <a:pt x="12818" y="4987"/>
                    <a:pt x="12807" y="4987"/>
                    <a:pt x="12796" y="4987"/>
                  </a:cubicBezTo>
                  <a:cubicBezTo>
                    <a:pt x="11545" y="4987"/>
                    <a:pt x="10537" y="3977"/>
                    <a:pt x="10537" y="2730"/>
                  </a:cubicBezTo>
                  <a:cubicBezTo>
                    <a:pt x="10537" y="1490"/>
                    <a:pt x="11545" y="473"/>
                    <a:pt x="12794" y="473"/>
                  </a:cubicBezTo>
                  <a:cubicBezTo>
                    <a:pt x="13142" y="473"/>
                    <a:pt x="13472" y="554"/>
                    <a:pt x="13784" y="705"/>
                  </a:cubicBezTo>
                  <a:cubicBezTo>
                    <a:pt x="13822" y="725"/>
                    <a:pt x="13860" y="734"/>
                    <a:pt x="13895" y="734"/>
                  </a:cubicBezTo>
                  <a:cubicBezTo>
                    <a:pt x="14111" y="734"/>
                    <a:pt x="14236" y="401"/>
                    <a:pt x="13998" y="286"/>
                  </a:cubicBezTo>
                  <a:cubicBezTo>
                    <a:pt x="13614" y="99"/>
                    <a:pt x="13213" y="0"/>
                    <a:pt x="1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70"/>
            <p:cNvSpPr/>
            <p:nvPr/>
          </p:nvSpPr>
          <p:spPr>
            <a:xfrm>
              <a:off x="6451850" y="2352625"/>
              <a:ext cx="61125" cy="60325"/>
            </a:xfrm>
            <a:custGeom>
              <a:avLst/>
              <a:gdLst/>
              <a:ahLst/>
              <a:cxnLst/>
              <a:rect l="l" t="t" r="r" b="b"/>
              <a:pathLst>
                <a:path w="2445" h="2413" extrusionOk="0">
                  <a:moveTo>
                    <a:pt x="1220" y="0"/>
                  </a:moveTo>
                  <a:cubicBezTo>
                    <a:pt x="1090" y="0"/>
                    <a:pt x="982" y="109"/>
                    <a:pt x="982" y="234"/>
                  </a:cubicBezTo>
                  <a:lnTo>
                    <a:pt x="982" y="965"/>
                  </a:lnTo>
                  <a:lnTo>
                    <a:pt x="259" y="965"/>
                  </a:lnTo>
                  <a:cubicBezTo>
                    <a:pt x="143" y="965"/>
                    <a:pt x="36" y="1055"/>
                    <a:pt x="18" y="1179"/>
                  </a:cubicBezTo>
                  <a:cubicBezTo>
                    <a:pt x="0" y="1322"/>
                    <a:pt x="116" y="1438"/>
                    <a:pt x="250" y="1438"/>
                  </a:cubicBezTo>
                  <a:lnTo>
                    <a:pt x="982" y="1438"/>
                  </a:lnTo>
                  <a:lnTo>
                    <a:pt x="982" y="2170"/>
                  </a:lnTo>
                  <a:cubicBezTo>
                    <a:pt x="982" y="2303"/>
                    <a:pt x="1090" y="2412"/>
                    <a:pt x="1220" y="2412"/>
                  </a:cubicBezTo>
                  <a:cubicBezTo>
                    <a:pt x="1230" y="2412"/>
                    <a:pt x="1239" y="2412"/>
                    <a:pt x="1249" y="2410"/>
                  </a:cubicBezTo>
                  <a:cubicBezTo>
                    <a:pt x="1374" y="2393"/>
                    <a:pt x="1454" y="2286"/>
                    <a:pt x="1454" y="2161"/>
                  </a:cubicBezTo>
                  <a:lnTo>
                    <a:pt x="1454" y="1438"/>
                  </a:lnTo>
                  <a:lnTo>
                    <a:pt x="2177" y="1438"/>
                  </a:lnTo>
                  <a:cubicBezTo>
                    <a:pt x="2302" y="1438"/>
                    <a:pt x="2409" y="1358"/>
                    <a:pt x="2427" y="1233"/>
                  </a:cubicBezTo>
                  <a:cubicBezTo>
                    <a:pt x="2445" y="1090"/>
                    <a:pt x="2329" y="965"/>
                    <a:pt x="2186" y="965"/>
                  </a:cubicBezTo>
                  <a:lnTo>
                    <a:pt x="1454" y="965"/>
                  </a:lnTo>
                  <a:lnTo>
                    <a:pt x="1454" y="243"/>
                  </a:lnTo>
                  <a:cubicBezTo>
                    <a:pt x="1454" y="127"/>
                    <a:pt x="1374" y="20"/>
                    <a:pt x="1249" y="2"/>
                  </a:cubicBezTo>
                  <a:cubicBezTo>
                    <a:pt x="1239" y="1"/>
                    <a:pt x="1230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0" name="Google Shape;4320;p70"/>
          <p:cNvGrpSpPr/>
          <p:nvPr/>
        </p:nvGrpSpPr>
        <p:grpSpPr>
          <a:xfrm>
            <a:off x="6724999" y="2734142"/>
            <a:ext cx="358407" cy="358207"/>
            <a:chOff x="6855075" y="2361350"/>
            <a:chExt cx="403475" cy="403250"/>
          </a:xfrm>
        </p:grpSpPr>
        <p:sp>
          <p:nvSpPr>
            <p:cNvPr id="4321" name="Google Shape;4321;p70"/>
            <p:cNvSpPr/>
            <p:nvPr/>
          </p:nvSpPr>
          <p:spPr>
            <a:xfrm>
              <a:off x="6948075" y="2366925"/>
              <a:ext cx="217475" cy="391450"/>
            </a:xfrm>
            <a:custGeom>
              <a:avLst/>
              <a:gdLst/>
              <a:ahLst/>
              <a:cxnLst/>
              <a:rect l="l" t="t" r="r" b="b"/>
              <a:pathLst>
                <a:path w="8699" h="15658" extrusionOk="0">
                  <a:moveTo>
                    <a:pt x="679" y="1"/>
                  </a:moveTo>
                  <a:cubicBezTo>
                    <a:pt x="304" y="1"/>
                    <a:pt x="1" y="295"/>
                    <a:pt x="1" y="670"/>
                  </a:cubicBezTo>
                  <a:lnTo>
                    <a:pt x="1" y="1535"/>
                  </a:lnTo>
                  <a:lnTo>
                    <a:pt x="946" y="7182"/>
                  </a:lnTo>
                  <a:lnTo>
                    <a:pt x="1" y="12579"/>
                  </a:lnTo>
                  <a:lnTo>
                    <a:pt x="1" y="14988"/>
                  </a:lnTo>
                  <a:cubicBezTo>
                    <a:pt x="1" y="15354"/>
                    <a:pt x="304" y="15657"/>
                    <a:pt x="679" y="15657"/>
                  </a:cubicBezTo>
                  <a:lnTo>
                    <a:pt x="8030" y="15657"/>
                  </a:lnTo>
                  <a:cubicBezTo>
                    <a:pt x="8395" y="15657"/>
                    <a:pt x="8699" y="15354"/>
                    <a:pt x="8699" y="14988"/>
                  </a:cubicBezTo>
                  <a:lnTo>
                    <a:pt x="8699" y="12579"/>
                  </a:lnTo>
                  <a:lnTo>
                    <a:pt x="7753" y="7182"/>
                  </a:lnTo>
                  <a:lnTo>
                    <a:pt x="8699" y="1535"/>
                  </a:lnTo>
                  <a:lnTo>
                    <a:pt x="8699" y="670"/>
                  </a:lnTo>
                  <a:cubicBezTo>
                    <a:pt x="8699" y="295"/>
                    <a:pt x="8395" y="1"/>
                    <a:pt x="80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70"/>
            <p:cNvSpPr/>
            <p:nvPr/>
          </p:nvSpPr>
          <p:spPr>
            <a:xfrm>
              <a:off x="6948075" y="2405525"/>
              <a:ext cx="217475" cy="275675"/>
            </a:xfrm>
            <a:custGeom>
              <a:avLst/>
              <a:gdLst/>
              <a:ahLst/>
              <a:cxnLst/>
              <a:rect l="l" t="t" r="r" b="b"/>
              <a:pathLst>
                <a:path w="8699" h="11027" extrusionOk="0">
                  <a:moveTo>
                    <a:pt x="1" y="0"/>
                  </a:moveTo>
                  <a:lnTo>
                    <a:pt x="1" y="11026"/>
                  </a:lnTo>
                  <a:lnTo>
                    <a:pt x="8699" y="11026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70"/>
            <p:cNvSpPr/>
            <p:nvPr/>
          </p:nvSpPr>
          <p:spPr>
            <a:xfrm>
              <a:off x="7131400" y="2493550"/>
              <a:ext cx="55125" cy="106025"/>
            </a:xfrm>
            <a:custGeom>
              <a:avLst/>
              <a:gdLst/>
              <a:ahLst/>
              <a:cxnLst/>
              <a:rect l="l" t="t" r="r" b="b"/>
              <a:pathLst>
                <a:path w="2205" h="4241" extrusionOk="0">
                  <a:moveTo>
                    <a:pt x="691" y="1"/>
                  </a:moveTo>
                  <a:cubicBezTo>
                    <a:pt x="529" y="1"/>
                    <a:pt x="366" y="61"/>
                    <a:pt x="242" y="181"/>
                  </a:cubicBezTo>
                  <a:cubicBezTo>
                    <a:pt x="1" y="431"/>
                    <a:pt x="1" y="833"/>
                    <a:pt x="242" y="1073"/>
                  </a:cubicBezTo>
                  <a:cubicBezTo>
                    <a:pt x="821" y="1653"/>
                    <a:pt x="821" y="2590"/>
                    <a:pt x="242" y="3170"/>
                  </a:cubicBezTo>
                  <a:cubicBezTo>
                    <a:pt x="1" y="3411"/>
                    <a:pt x="1" y="3812"/>
                    <a:pt x="242" y="4062"/>
                  </a:cubicBezTo>
                  <a:cubicBezTo>
                    <a:pt x="366" y="4178"/>
                    <a:pt x="527" y="4240"/>
                    <a:pt x="688" y="4240"/>
                  </a:cubicBezTo>
                  <a:cubicBezTo>
                    <a:pt x="848" y="4240"/>
                    <a:pt x="1018" y="4178"/>
                    <a:pt x="1134" y="4062"/>
                  </a:cubicBezTo>
                  <a:cubicBezTo>
                    <a:pt x="2204" y="2991"/>
                    <a:pt x="2204" y="1252"/>
                    <a:pt x="1134" y="181"/>
                  </a:cubicBezTo>
                  <a:cubicBezTo>
                    <a:pt x="1013" y="61"/>
                    <a:pt x="853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70"/>
            <p:cNvSpPr/>
            <p:nvPr/>
          </p:nvSpPr>
          <p:spPr>
            <a:xfrm>
              <a:off x="7185375" y="2448125"/>
              <a:ext cx="67150" cy="196950"/>
            </a:xfrm>
            <a:custGeom>
              <a:avLst/>
              <a:gdLst/>
              <a:ahLst/>
              <a:cxnLst/>
              <a:rect l="l" t="t" r="r" b="b"/>
              <a:pathLst>
                <a:path w="2686" h="7878" extrusionOk="0">
                  <a:moveTo>
                    <a:pt x="687" y="0"/>
                  </a:moveTo>
                  <a:cubicBezTo>
                    <a:pt x="527" y="0"/>
                    <a:pt x="366" y="62"/>
                    <a:pt x="241" y="187"/>
                  </a:cubicBezTo>
                  <a:cubicBezTo>
                    <a:pt x="1" y="428"/>
                    <a:pt x="1" y="830"/>
                    <a:pt x="241" y="1079"/>
                  </a:cubicBezTo>
                  <a:cubicBezTo>
                    <a:pt x="1820" y="2658"/>
                    <a:pt x="1820" y="5219"/>
                    <a:pt x="241" y="6798"/>
                  </a:cubicBezTo>
                  <a:cubicBezTo>
                    <a:pt x="1" y="7048"/>
                    <a:pt x="1" y="7449"/>
                    <a:pt x="241" y="7690"/>
                  </a:cubicBezTo>
                  <a:cubicBezTo>
                    <a:pt x="366" y="7815"/>
                    <a:pt x="527" y="7877"/>
                    <a:pt x="687" y="7877"/>
                  </a:cubicBezTo>
                  <a:cubicBezTo>
                    <a:pt x="848" y="7877"/>
                    <a:pt x="1009" y="7815"/>
                    <a:pt x="1134" y="7690"/>
                  </a:cubicBezTo>
                  <a:cubicBezTo>
                    <a:pt x="2133" y="6691"/>
                    <a:pt x="2686" y="5353"/>
                    <a:pt x="2686" y="3934"/>
                  </a:cubicBezTo>
                  <a:cubicBezTo>
                    <a:pt x="2686" y="2525"/>
                    <a:pt x="2133" y="1187"/>
                    <a:pt x="1134" y="187"/>
                  </a:cubicBezTo>
                  <a:cubicBezTo>
                    <a:pt x="1009" y="62"/>
                    <a:pt x="848" y="0"/>
                    <a:pt x="6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70"/>
            <p:cNvSpPr/>
            <p:nvPr/>
          </p:nvSpPr>
          <p:spPr>
            <a:xfrm>
              <a:off x="6927125" y="2493600"/>
              <a:ext cx="55325" cy="106025"/>
            </a:xfrm>
            <a:custGeom>
              <a:avLst/>
              <a:gdLst/>
              <a:ahLst/>
              <a:cxnLst/>
              <a:rect l="l" t="t" r="r" b="b"/>
              <a:pathLst>
                <a:path w="2213" h="4241" extrusionOk="0">
                  <a:moveTo>
                    <a:pt x="1517" y="1"/>
                  </a:moveTo>
                  <a:cubicBezTo>
                    <a:pt x="1356" y="1"/>
                    <a:pt x="1195" y="63"/>
                    <a:pt x="1071" y="179"/>
                  </a:cubicBezTo>
                  <a:cubicBezTo>
                    <a:pt x="0" y="1250"/>
                    <a:pt x="0" y="2989"/>
                    <a:pt x="1071" y="4060"/>
                  </a:cubicBezTo>
                  <a:cubicBezTo>
                    <a:pt x="1195" y="4180"/>
                    <a:pt x="1356" y="4241"/>
                    <a:pt x="1517" y="4241"/>
                  </a:cubicBezTo>
                  <a:cubicBezTo>
                    <a:pt x="1677" y="4241"/>
                    <a:pt x="1838" y="4180"/>
                    <a:pt x="1963" y="4060"/>
                  </a:cubicBezTo>
                  <a:cubicBezTo>
                    <a:pt x="2212" y="3810"/>
                    <a:pt x="2212" y="3409"/>
                    <a:pt x="1963" y="3168"/>
                  </a:cubicBezTo>
                  <a:cubicBezTo>
                    <a:pt x="1383" y="2588"/>
                    <a:pt x="1383" y="1651"/>
                    <a:pt x="1963" y="1071"/>
                  </a:cubicBezTo>
                  <a:cubicBezTo>
                    <a:pt x="2212" y="831"/>
                    <a:pt x="2212" y="429"/>
                    <a:pt x="1963" y="179"/>
                  </a:cubicBezTo>
                  <a:cubicBezTo>
                    <a:pt x="1838" y="63"/>
                    <a:pt x="1677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70"/>
            <p:cNvSpPr/>
            <p:nvPr/>
          </p:nvSpPr>
          <p:spPr>
            <a:xfrm>
              <a:off x="6861100" y="2448125"/>
              <a:ext cx="67375" cy="196950"/>
            </a:xfrm>
            <a:custGeom>
              <a:avLst/>
              <a:gdLst/>
              <a:ahLst/>
              <a:cxnLst/>
              <a:rect l="l" t="t" r="r" b="b"/>
              <a:pathLst>
                <a:path w="2695" h="7878" extrusionOk="0">
                  <a:moveTo>
                    <a:pt x="1999" y="0"/>
                  </a:moveTo>
                  <a:cubicBezTo>
                    <a:pt x="1838" y="0"/>
                    <a:pt x="1678" y="62"/>
                    <a:pt x="1553" y="187"/>
                  </a:cubicBezTo>
                  <a:cubicBezTo>
                    <a:pt x="553" y="1187"/>
                    <a:pt x="0" y="2525"/>
                    <a:pt x="0" y="3934"/>
                  </a:cubicBezTo>
                  <a:cubicBezTo>
                    <a:pt x="0" y="5353"/>
                    <a:pt x="553" y="6691"/>
                    <a:pt x="1553" y="7690"/>
                  </a:cubicBezTo>
                  <a:cubicBezTo>
                    <a:pt x="1678" y="7815"/>
                    <a:pt x="1840" y="7877"/>
                    <a:pt x="2002" y="7877"/>
                  </a:cubicBezTo>
                  <a:cubicBezTo>
                    <a:pt x="2164" y="7877"/>
                    <a:pt x="2324" y="7815"/>
                    <a:pt x="2445" y="7690"/>
                  </a:cubicBezTo>
                  <a:cubicBezTo>
                    <a:pt x="2695" y="7449"/>
                    <a:pt x="2695" y="7048"/>
                    <a:pt x="2445" y="6798"/>
                  </a:cubicBezTo>
                  <a:cubicBezTo>
                    <a:pt x="866" y="5219"/>
                    <a:pt x="866" y="2658"/>
                    <a:pt x="2445" y="1079"/>
                  </a:cubicBezTo>
                  <a:cubicBezTo>
                    <a:pt x="2695" y="830"/>
                    <a:pt x="2695" y="428"/>
                    <a:pt x="2445" y="187"/>
                  </a:cubicBezTo>
                  <a:cubicBezTo>
                    <a:pt x="2320" y="62"/>
                    <a:pt x="2159" y="0"/>
                    <a:pt x="19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70"/>
            <p:cNvSpPr/>
            <p:nvPr/>
          </p:nvSpPr>
          <p:spPr>
            <a:xfrm>
              <a:off x="7016100" y="2505875"/>
              <a:ext cx="81425" cy="81425"/>
            </a:xfrm>
            <a:custGeom>
              <a:avLst/>
              <a:gdLst/>
              <a:ahLst/>
              <a:cxnLst/>
              <a:rect l="l" t="t" r="r" b="b"/>
              <a:pathLst>
                <a:path w="3257" h="3257" extrusionOk="0">
                  <a:moveTo>
                    <a:pt x="1633" y="1"/>
                  </a:moveTo>
                  <a:cubicBezTo>
                    <a:pt x="732" y="1"/>
                    <a:pt x="1" y="732"/>
                    <a:pt x="1" y="1624"/>
                  </a:cubicBezTo>
                  <a:cubicBezTo>
                    <a:pt x="1" y="2525"/>
                    <a:pt x="732" y="3257"/>
                    <a:pt x="1633" y="3257"/>
                  </a:cubicBezTo>
                  <a:cubicBezTo>
                    <a:pt x="2534" y="3257"/>
                    <a:pt x="3257" y="2525"/>
                    <a:pt x="3257" y="1624"/>
                  </a:cubicBezTo>
                  <a:cubicBezTo>
                    <a:pt x="3257" y="732"/>
                    <a:pt x="2534" y="1"/>
                    <a:pt x="16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70"/>
            <p:cNvSpPr/>
            <p:nvPr/>
          </p:nvSpPr>
          <p:spPr>
            <a:xfrm>
              <a:off x="7021000" y="2704825"/>
              <a:ext cx="71625" cy="30800"/>
            </a:xfrm>
            <a:custGeom>
              <a:avLst/>
              <a:gdLst/>
              <a:ahLst/>
              <a:cxnLst/>
              <a:rect l="l" t="t" r="r" b="b"/>
              <a:pathLst>
                <a:path w="2865" h="1232" extrusionOk="0">
                  <a:moveTo>
                    <a:pt x="643" y="0"/>
                  </a:moveTo>
                  <a:cubicBezTo>
                    <a:pt x="286" y="0"/>
                    <a:pt x="1" y="303"/>
                    <a:pt x="28" y="669"/>
                  </a:cubicBezTo>
                  <a:cubicBezTo>
                    <a:pt x="63" y="990"/>
                    <a:pt x="340" y="1231"/>
                    <a:pt x="661" y="1231"/>
                  </a:cubicBezTo>
                  <a:lnTo>
                    <a:pt x="2222" y="1231"/>
                  </a:lnTo>
                  <a:cubicBezTo>
                    <a:pt x="2579" y="1231"/>
                    <a:pt x="2864" y="919"/>
                    <a:pt x="2838" y="553"/>
                  </a:cubicBezTo>
                  <a:cubicBezTo>
                    <a:pt x="2811" y="241"/>
                    <a:pt x="2534" y="0"/>
                    <a:pt x="2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70"/>
            <p:cNvSpPr/>
            <p:nvPr/>
          </p:nvSpPr>
          <p:spPr>
            <a:xfrm>
              <a:off x="6922875" y="2361350"/>
              <a:ext cx="267200" cy="403250"/>
            </a:xfrm>
            <a:custGeom>
              <a:avLst/>
              <a:gdLst/>
              <a:ahLst/>
              <a:cxnLst/>
              <a:rect l="l" t="t" r="r" b="b"/>
              <a:pathLst>
                <a:path w="10688" h="16130" extrusionOk="0">
                  <a:moveTo>
                    <a:pt x="1687" y="5525"/>
                  </a:moveTo>
                  <a:cubicBezTo>
                    <a:pt x="1787" y="5525"/>
                    <a:pt x="1887" y="5563"/>
                    <a:pt x="1963" y="5639"/>
                  </a:cubicBezTo>
                  <a:cubicBezTo>
                    <a:pt x="2115" y="5790"/>
                    <a:pt x="2115" y="6040"/>
                    <a:pt x="1963" y="6201"/>
                  </a:cubicBezTo>
                  <a:cubicBezTo>
                    <a:pt x="1642" y="6522"/>
                    <a:pt x="1464" y="6950"/>
                    <a:pt x="1464" y="7405"/>
                  </a:cubicBezTo>
                  <a:cubicBezTo>
                    <a:pt x="1464" y="7869"/>
                    <a:pt x="1642" y="8297"/>
                    <a:pt x="1963" y="8618"/>
                  </a:cubicBezTo>
                  <a:cubicBezTo>
                    <a:pt x="2115" y="8779"/>
                    <a:pt x="2115" y="9029"/>
                    <a:pt x="1963" y="9180"/>
                  </a:cubicBezTo>
                  <a:cubicBezTo>
                    <a:pt x="1887" y="9256"/>
                    <a:pt x="1787" y="9294"/>
                    <a:pt x="1687" y="9294"/>
                  </a:cubicBezTo>
                  <a:cubicBezTo>
                    <a:pt x="1586" y="9294"/>
                    <a:pt x="1486" y="9256"/>
                    <a:pt x="1410" y="9180"/>
                  </a:cubicBezTo>
                  <a:cubicBezTo>
                    <a:pt x="429" y="8199"/>
                    <a:pt x="429" y="6611"/>
                    <a:pt x="1410" y="5639"/>
                  </a:cubicBezTo>
                  <a:cubicBezTo>
                    <a:pt x="1486" y="5563"/>
                    <a:pt x="1586" y="5525"/>
                    <a:pt x="1687" y="5525"/>
                  </a:cubicBezTo>
                  <a:close/>
                  <a:moveTo>
                    <a:pt x="9033" y="5525"/>
                  </a:moveTo>
                  <a:cubicBezTo>
                    <a:pt x="9136" y="5525"/>
                    <a:pt x="9238" y="5563"/>
                    <a:pt x="9314" y="5639"/>
                  </a:cubicBezTo>
                  <a:cubicBezTo>
                    <a:pt x="10286" y="6611"/>
                    <a:pt x="10286" y="8199"/>
                    <a:pt x="9314" y="9180"/>
                  </a:cubicBezTo>
                  <a:cubicBezTo>
                    <a:pt x="9234" y="9252"/>
                    <a:pt x="9136" y="9296"/>
                    <a:pt x="9029" y="9296"/>
                  </a:cubicBezTo>
                  <a:cubicBezTo>
                    <a:pt x="8930" y="9296"/>
                    <a:pt x="8823" y="9252"/>
                    <a:pt x="8752" y="9180"/>
                  </a:cubicBezTo>
                  <a:cubicBezTo>
                    <a:pt x="8600" y="9029"/>
                    <a:pt x="8600" y="8779"/>
                    <a:pt x="8752" y="8618"/>
                  </a:cubicBezTo>
                  <a:cubicBezTo>
                    <a:pt x="9073" y="8297"/>
                    <a:pt x="9252" y="7869"/>
                    <a:pt x="9252" y="7405"/>
                  </a:cubicBezTo>
                  <a:cubicBezTo>
                    <a:pt x="9252" y="6950"/>
                    <a:pt x="9073" y="6522"/>
                    <a:pt x="8752" y="6201"/>
                  </a:cubicBezTo>
                  <a:cubicBezTo>
                    <a:pt x="8600" y="6040"/>
                    <a:pt x="8600" y="5790"/>
                    <a:pt x="8752" y="5639"/>
                  </a:cubicBezTo>
                  <a:cubicBezTo>
                    <a:pt x="8828" y="5563"/>
                    <a:pt x="8930" y="5525"/>
                    <a:pt x="9033" y="5525"/>
                  </a:cubicBezTo>
                  <a:close/>
                  <a:moveTo>
                    <a:pt x="9046" y="474"/>
                  </a:moveTo>
                  <a:cubicBezTo>
                    <a:pt x="9287" y="474"/>
                    <a:pt x="9484" y="670"/>
                    <a:pt x="9484" y="911"/>
                  </a:cubicBezTo>
                  <a:lnTo>
                    <a:pt x="9484" y="1544"/>
                  </a:lnTo>
                  <a:lnTo>
                    <a:pt x="3292" y="1544"/>
                  </a:lnTo>
                  <a:cubicBezTo>
                    <a:pt x="2989" y="1544"/>
                    <a:pt x="2989" y="2017"/>
                    <a:pt x="3292" y="2017"/>
                  </a:cubicBezTo>
                  <a:lnTo>
                    <a:pt x="9484" y="2017"/>
                  </a:lnTo>
                  <a:lnTo>
                    <a:pt x="9484" y="5184"/>
                  </a:lnTo>
                  <a:cubicBezTo>
                    <a:pt x="9349" y="5104"/>
                    <a:pt x="9197" y="5064"/>
                    <a:pt x="9044" y="5064"/>
                  </a:cubicBezTo>
                  <a:cubicBezTo>
                    <a:pt x="8822" y="5064"/>
                    <a:pt x="8600" y="5148"/>
                    <a:pt x="8431" y="5318"/>
                  </a:cubicBezTo>
                  <a:cubicBezTo>
                    <a:pt x="8092" y="5657"/>
                    <a:pt x="8092" y="6201"/>
                    <a:pt x="8431" y="6540"/>
                  </a:cubicBezTo>
                  <a:cubicBezTo>
                    <a:pt x="8672" y="6772"/>
                    <a:pt x="8797" y="7084"/>
                    <a:pt x="8797" y="7414"/>
                  </a:cubicBezTo>
                  <a:cubicBezTo>
                    <a:pt x="8797" y="7753"/>
                    <a:pt x="8672" y="8065"/>
                    <a:pt x="8431" y="8297"/>
                  </a:cubicBezTo>
                  <a:cubicBezTo>
                    <a:pt x="8092" y="8636"/>
                    <a:pt x="8092" y="9180"/>
                    <a:pt x="8431" y="9519"/>
                  </a:cubicBezTo>
                  <a:cubicBezTo>
                    <a:pt x="8600" y="9680"/>
                    <a:pt x="8814" y="9769"/>
                    <a:pt x="9046" y="9769"/>
                  </a:cubicBezTo>
                  <a:cubicBezTo>
                    <a:pt x="9207" y="9769"/>
                    <a:pt x="9359" y="9734"/>
                    <a:pt x="9484" y="9653"/>
                  </a:cubicBezTo>
                  <a:lnTo>
                    <a:pt x="9484" y="12570"/>
                  </a:lnTo>
                  <a:lnTo>
                    <a:pt x="1258" y="12570"/>
                  </a:lnTo>
                  <a:lnTo>
                    <a:pt x="1258" y="9662"/>
                  </a:lnTo>
                  <a:cubicBezTo>
                    <a:pt x="1394" y="9741"/>
                    <a:pt x="1548" y="9780"/>
                    <a:pt x="1701" y="9780"/>
                  </a:cubicBezTo>
                  <a:cubicBezTo>
                    <a:pt x="1928" y="9780"/>
                    <a:pt x="2154" y="9694"/>
                    <a:pt x="2320" y="9528"/>
                  </a:cubicBezTo>
                  <a:cubicBezTo>
                    <a:pt x="2650" y="9189"/>
                    <a:pt x="2650" y="8645"/>
                    <a:pt x="2320" y="8306"/>
                  </a:cubicBezTo>
                  <a:cubicBezTo>
                    <a:pt x="2079" y="8065"/>
                    <a:pt x="1954" y="7753"/>
                    <a:pt x="1954" y="7423"/>
                  </a:cubicBezTo>
                  <a:cubicBezTo>
                    <a:pt x="1954" y="7093"/>
                    <a:pt x="2079" y="6781"/>
                    <a:pt x="2320" y="6549"/>
                  </a:cubicBezTo>
                  <a:cubicBezTo>
                    <a:pt x="2650" y="6210"/>
                    <a:pt x="2650" y="5657"/>
                    <a:pt x="2320" y="5318"/>
                  </a:cubicBezTo>
                  <a:cubicBezTo>
                    <a:pt x="2153" y="5156"/>
                    <a:pt x="1924" y="5069"/>
                    <a:pt x="1694" y="5069"/>
                  </a:cubicBezTo>
                  <a:cubicBezTo>
                    <a:pt x="1543" y="5069"/>
                    <a:pt x="1392" y="5106"/>
                    <a:pt x="1258" y="5184"/>
                  </a:cubicBezTo>
                  <a:lnTo>
                    <a:pt x="1258" y="2017"/>
                  </a:lnTo>
                  <a:lnTo>
                    <a:pt x="2017" y="2017"/>
                  </a:lnTo>
                  <a:cubicBezTo>
                    <a:pt x="2320" y="2017"/>
                    <a:pt x="2320" y="1544"/>
                    <a:pt x="2017" y="1544"/>
                  </a:cubicBezTo>
                  <a:lnTo>
                    <a:pt x="1258" y="1544"/>
                  </a:lnTo>
                  <a:lnTo>
                    <a:pt x="1258" y="911"/>
                  </a:lnTo>
                  <a:cubicBezTo>
                    <a:pt x="1258" y="670"/>
                    <a:pt x="1455" y="474"/>
                    <a:pt x="1696" y="474"/>
                  </a:cubicBezTo>
                  <a:close/>
                  <a:moveTo>
                    <a:pt x="9457" y="13043"/>
                  </a:moveTo>
                  <a:lnTo>
                    <a:pt x="9457" y="15220"/>
                  </a:lnTo>
                  <a:cubicBezTo>
                    <a:pt x="9457" y="15461"/>
                    <a:pt x="9261" y="15657"/>
                    <a:pt x="9020" y="15657"/>
                  </a:cubicBezTo>
                  <a:lnTo>
                    <a:pt x="1669" y="15657"/>
                  </a:lnTo>
                  <a:cubicBezTo>
                    <a:pt x="1428" y="15657"/>
                    <a:pt x="1232" y="15461"/>
                    <a:pt x="1232" y="15220"/>
                  </a:cubicBezTo>
                  <a:lnTo>
                    <a:pt x="1232" y="13043"/>
                  </a:lnTo>
                  <a:close/>
                  <a:moveTo>
                    <a:pt x="1669" y="1"/>
                  </a:moveTo>
                  <a:cubicBezTo>
                    <a:pt x="1169" y="1"/>
                    <a:pt x="759" y="402"/>
                    <a:pt x="759" y="911"/>
                  </a:cubicBezTo>
                  <a:lnTo>
                    <a:pt x="759" y="5648"/>
                  </a:lnTo>
                  <a:cubicBezTo>
                    <a:pt x="759" y="5657"/>
                    <a:pt x="759" y="5657"/>
                    <a:pt x="759" y="5666"/>
                  </a:cubicBezTo>
                  <a:cubicBezTo>
                    <a:pt x="1" y="6709"/>
                    <a:pt x="1" y="8128"/>
                    <a:pt x="759" y="9172"/>
                  </a:cubicBezTo>
                  <a:lnTo>
                    <a:pt x="759" y="15220"/>
                  </a:lnTo>
                  <a:cubicBezTo>
                    <a:pt x="759" y="15728"/>
                    <a:pt x="1169" y="16130"/>
                    <a:pt x="1669" y="16130"/>
                  </a:cubicBezTo>
                  <a:lnTo>
                    <a:pt x="9020" y="16130"/>
                  </a:lnTo>
                  <a:cubicBezTo>
                    <a:pt x="9519" y="16130"/>
                    <a:pt x="9930" y="15728"/>
                    <a:pt x="9930" y="15220"/>
                  </a:cubicBezTo>
                  <a:lnTo>
                    <a:pt x="9930" y="9172"/>
                  </a:lnTo>
                  <a:cubicBezTo>
                    <a:pt x="10688" y="8128"/>
                    <a:pt x="10688" y="6709"/>
                    <a:pt x="9930" y="5666"/>
                  </a:cubicBezTo>
                  <a:lnTo>
                    <a:pt x="9930" y="911"/>
                  </a:lnTo>
                  <a:cubicBezTo>
                    <a:pt x="9930" y="402"/>
                    <a:pt x="9519" y="1"/>
                    <a:pt x="90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70"/>
            <p:cNvSpPr/>
            <p:nvPr/>
          </p:nvSpPr>
          <p:spPr>
            <a:xfrm>
              <a:off x="7178900" y="2442200"/>
              <a:ext cx="79650" cy="208600"/>
            </a:xfrm>
            <a:custGeom>
              <a:avLst/>
              <a:gdLst/>
              <a:ahLst/>
              <a:cxnLst/>
              <a:rect l="l" t="t" r="r" b="b"/>
              <a:pathLst>
                <a:path w="3186" h="8344" extrusionOk="0">
                  <a:moveTo>
                    <a:pt x="946" y="1"/>
                  </a:moveTo>
                  <a:cubicBezTo>
                    <a:pt x="723" y="1"/>
                    <a:pt x="500" y="85"/>
                    <a:pt x="331" y="255"/>
                  </a:cubicBezTo>
                  <a:cubicBezTo>
                    <a:pt x="1" y="594"/>
                    <a:pt x="1" y="1147"/>
                    <a:pt x="331" y="1477"/>
                  </a:cubicBezTo>
                  <a:cubicBezTo>
                    <a:pt x="1054" y="2200"/>
                    <a:pt x="1446" y="3154"/>
                    <a:pt x="1446" y="4171"/>
                  </a:cubicBezTo>
                  <a:cubicBezTo>
                    <a:pt x="1446" y="5197"/>
                    <a:pt x="1054" y="6152"/>
                    <a:pt x="331" y="6865"/>
                  </a:cubicBezTo>
                  <a:cubicBezTo>
                    <a:pt x="170" y="7035"/>
                    <a:pt x="81" y="7249"/>
                    <a:pt x="81" y="7481"/>
                  </a:cubicBezTo>
                  <a:cubicBezTo>
                    <a:pt x="81" y="7713"/>
                    <a:pt x="170" y="7936"/>
                    <a:pt x="331" y="8096"/>
                  </a:cubicBezTo>
                  <a:cubicBezTo>
                    <a:pt x="496" y="8261"/>
                    <a:pt x="721" y="8344"/>
                    <a:pt x="946" y="8344"/>
                  </a:cubicBezTo>
                  <a:cubicBezTo>
                    <a:pt x="1172" y="8344"/>
                    <a:pt x="1397" y="8261"/>
                    <a:pt x="1562" y="8096"/>
                  </a:cubicBezTo>
                  <a:cubicBezTo>
                    <a:pt x="1740" y="7909"/>
                    <a:pt x="1919" y="7713"/>
                    <a:pt x="2071" y="7508"/>
                  </a:cubicBezTo>
                  <a:cubicBezTo>
                    <a:pt x="2208" y="7331"/>
                    <a:pt x="2039" y="7131"/>
                    <a:pt x="1868" y="7131"/>
                  </a:cubicBezTo>
                  <a:cubicBezTo>
                    <a:pt x="1806" y="7131"/>
                    <a:pt x="1744" y="7158"/>
                    <a:pt x="1696" y="7222"/>
                  </a:cubicBezTo>
                  <a:cubicBezTo>
                    <a:pt x="1553" y="7409"/>
                    <a:pt x="1393" y="7597"/>
                    <a:pt x="1223" y="7757"/>
                  </a:cubicBezTo>
                  <a:cubicBezTo>
                    <a:pt x="1147" y="7833"/>
                    <a:pt x="1047" y="7871"/>
                    <a:pt x="946" y="7871"/>
                  </a:cubicBezTo>
                  <a:cubicBezTo>
                    <a:pt x="846" y="7871"/>
                    <a:pt x="746" y="7833"/>
                    <a:pt x="670" y="7757"/>
                  </a:cubicBezTo>
                  <a:cubicBezTo>
                    <a:pt x="518" y="7606"/>
                    <a:pt x="518" y="7356"/>
                    <a:pt x="670" y="7204"/>
                  </a:cubicBezTo>
                  <a:cubicBezTo>
                    <a:pt x="1473" y="6393"/>
                    <a:pt x="1919" y="5322"/>
                    <a:pt x="1919" y="4171"/>
                  </a:cubicBezTo>
                  <a:cubicBezTo>
                    <a:pt x="1919" y="3029"/>
                    <a:pt x="1473" y="1959"/>
                    <a:pt x="670" y="1147"/>
                  </a:cubicBezTo>
                  <a:cubicBezTo>
                    <a:pt x="518" y="995"/>
                    <a:pt x="518" y="746"/>
                    <a:pt x="670" y="594"/>
                  </a:cubicBezTo>
                  <a:cubicBezTo>
                    <a:pt x="746" y="514"/>
                    <a:pt x="846" y="473"/>
                    <a:pt x="946" y="473"/>
                  </a:cubicBezTo>
                  <a:cubicBezTo>
                    <a:pt x="1047" y="473"/>
                    <a:pt x="1147" y="514"/>
                    <a:pt x="1223" y="594"/>
                  </a:cubicBezTo>
                  <a:cubicBezTo>
                    <a:pt x="2187" y="1548"/>
                    <a:pt x="2713" y="2824"/>
                    <a:pt x="2713" y="4171"/>
                  </a:cubicBezTo>
                  <a:cubicBezTo>
                    <a:pt x="2713" y="4885"/>
                    <a:pt x="2570" y="5572"/>
                    <a:pt x="2285" y="6214"/>
                  </a:cubicBezTo>
                  <a:cubicBezTo>
                    <a:pt x="2209" y="6395"/>
                    <a:pt x="2365" y="6537"/>
                    <a:pt x="2518" y="6537"/>
                  </a:cubicBezTo>
                  <a:cubicBezTo>
                    <a:pt x="2599" y="6537"/>
                    <a:pt x="2678" y="6497"/>
                    <a:pt x="2722" y="6401"/>
                  </a:cubicBezTo>
                  <a:cubicBezTo>
                    <a:pt x="3025" y="5697"/>
                    <a:pt x="3186" y="4947"/>
                    <a:pt x="3186" y="4171"/>
                  </a:cubicBezTo>
                  <a:cubicBezTo>
                    <a:pt x="3186" y="2699"/>
                    <a:pt x="2606" y="1308"/>
                    <a:pt x="1562" y="255"/>
                  </a:cubicBezTo>
                  <a:cubicBezTo>
                    <a:pt x="1393" y="85"/>
                    <a:pt x="1170" y="1"/>
                    <a:pt x="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70"/>
            <p:cNvSpPr/>
            <p:nvPr/>
          </p:nvSpPr>
          <p:spPr>
            <a:xfrm>
              <a:off x="6855075" y="2442375"/>
              <a:ext cx="79875" cy="208425"/>
            </a:xfrm>
            <a:custGeom>
              <a:avLst/>
              <a:gdLst/>
              <a:ahLst/>
              <a:cxnLst/>
              <a:rect l="l" t="t" r="r" b="b"/>
              <a:pathLst>
                <a:path w="3195" h="8337" extrusionOk="0">
                  <a:moveTo>
                    <a:pt x="2240" y="473"/>
                  </a:moveTo>
                  <a:cubicBezTo>
                    <a:pt x="2340" y="473"/>
                    <a:pt x="2440" y="511"/>
                    <a:pt x="2516" y="587"/>
                  </a:cubicBezTo>
                  <a:cubicBezTo>
                    <a:pt x="2677" y="739"/>
                    <a:pt x="2677" y="988"/>
                    <a:pt x="2516" y="1140"/>
                  </a:cubicBezTo>
                  <a:cubicBezTo>
                    <a:pt x="1713" y="1952"/>
                    <a:pt x="1267" y="3022"/>
                    <a:pt x="1267" y="4164"/>
                  </a:cubicBezTo>
                  <a:cubicBezTo>
                    <a:pt x="1267" y="5315"/>
                    <a:pt x="1713" y="6386"/>
                    <a:pt x="2516" y="7197"/>
                  </a:cubicBezTo>
                  <a:cubicBezTo>
                    <a:pt x="2677" y="7349"/>
                    <a:pt x="2677" y="7599"/>
                    <a:pt x="2516" y="7750"/>
                  </a:cubicBezTo>
                  <a:cubicBezTo>
                    <a:pt x="2440" y="7831"/>
                    <a:pt x="2340" y="7871"/>
                    <a:pt x="2240" y="7871"/>
                  </a:cubicBezTo>
                  <a:cubicBezTo>
                    <a:pt x="2139" y="7871"/>
                    <a:pt x="2039" y="7831"/>
                    <a:pt x="1963" y="7750"/>
                  </a:cubicBezTo>
                  <a:cubicBezTo>
                    <a:pt x="1009" y="6796"/>
                    <a:pt x="473" y="5520"/>
                    <a:pt x="473" y="4164"/>
                  </a:cubicBezTo>
                  <a:cubicBezTo>
                    <a:pt x="473" y="2817"/>
                    <a:pt x="1009" y="1541"/>
                    <a:pt x="1963" y="587"/>
                  </a:cubicBezTo>
                  <a:cubicBezTo>
                    <a:pt x="2039" y="511"/>
                    <a:pt x="2139" y="473"/>
                    <a:pt x="2240" y="473"/>
                  </a:cubicBezTo>
                  <a:close/>
                  <a:moveTo>
                    <a:pt x="2244" y="0"/>
                  </a:moveTo>
                  <a:cubicBezTo>
                    <a:pt x="2021" y="0"/>
                    <a:pt x="1798" y="83"/>
                    <a:pt x="1633" y="248"/>
                  </a:cubicBezTo>
                  <a:cubicBezTo>
                    <a:pt x="580" y="1301"/>
                    <a:pt x="1" y="2692"/>
                    <a:pt x="1" y="4164"/>
                  </a:cubicBezTo>
                  <a:cubicBezTo>
                    <a:pt x="1" y="5645"/>
                    <a:pt x="580" y="7037"/>
                    <a:pt x="1633" y="8089"/>
                  </a:cubicBezTo>
                  <a:cubicBezTo>
                    <a:pt x="1798" y="8254"/>
                    <a:pt x="2021" y="8337"/>
                    <a:pt x="2244" y="8337"/>
                  </a:cubicBezTo>
                  <a:cubicBezTo>
                    <a:pt x="2467" y="8337"/>
                    <a:pt x="2690" y="8254"/>
                    <a:pt x="2855" y="8089"/>
                  </a:cubicBezTo>
                  <a:cubicBezTo>
                    <a:pt x="3194" y="7750"/>
                    <a:pt x="3194" y="7197"/>
                    <a:pt x="2855" y="6858"/>
                  </a:cubicBezTo>
                  <a:cubicBezTo>
                    <a:pt x="2133" y="6145"/>
                    <a:pt x="1740" y="5190"/>
                    <a:pt x="1740" y="4164"/>
                  </a:cubicBezTo>
                  <a:cubicBezTo>
                    <a:pt x="1740" y="3147"/>
                    <a:pt x="2133" y="2193"/>
                    <a:pt x="2855" y="1470"/>
                  </a:cubicBezTo>
                  <a:cubicBezTo>
                    <a:pt x="3185" y="1140"/>
                    <a:pt x="3185" y="578"/>
                    <a:pt x="2855" y="248"/>
                  </a:cubicBezTo>
                  <a:cubicBezTo>
                    <a:pt x="2690" y="83"/>
                    <a:pt x="2467" y="0"/>
                    <a:pt x="2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70"/>
            <p:cNvSpPr/>
            <p:nvPr/>
          </p:nvSpPr>
          <p:spPr>
            <a:xfrm>
              <a:off x="7010075" y="2499850"/>
              <a:ext cx="93475" cy="93475"/>
            </a:xfrm>
            <a:custGeom>
              <a:avLst/>
              <a:gdLst/>
              <a:ahLst/>
              <a:cxnLst/>
              <a:rect l="l" t="t" r="r" b="b"/>
              <a:pathLst>
                <a:path w="3739" h="3739" extrusionOk="0">
                  <a:moveTo>
                    <a:pt x="1874" y="474"/>
                  </a:moveTo>
                  <a:cubicBezTo>
                    <a:pt x="2641" y="474"/>
                    <a:pt x="3266" y="1098"/>
                    <a:pt x="3266" y="1865"/>
                  </a:cubicBezTo>
                  <a:cubicBezTo>
                    <a:pt x="3266" y="2641"/>
                    <a:pt x="2641" y="3266"/>
                    <a:pt x="1874" y="3266"/>
                  </a:cubicBezTo>
                  <a:cubicBezTo>
                    <a:pt x="1098" y="3266"/>
                    <a:pt x="473" y="2641"/>
                    <a:pt x="473" y="1865"/>
                  </a:cubicBezTo>
                  <a:cubicBezTo>
                    <a:pt x="473" y="1098"/>
                    <a:pt x="1098" y="474"/>
                    <a:pt x="1874" y="474"/>
                  </a:cubicBezTo>
                  <a:close/>
                  <a:moveTo>
                    <a:pt x="1874" y="1"/>
                  </a:moveTo>
                  <a:cubicBezTo>
                    <a:pt x="839" y="1"/>
                    <a:pt x="1" y="839"/>
                    <a:pt x="1" y="1865"/>
                  </a:cubicBezTo>
                  <a:cubicBezTo>
                    <a:pt x="1" y="2900"/>
                    <a:pt x="839" y="3739"/>
                    <a:pt x="1874" y="3739"/>
                  </a:cubicBezTo>
                  <a:cubicBezTo>
                    <a:pt x="2900" y="3739"/>
                    <a:pt x="3739" y="2900"/>
                    <a:pt x="3739" y="1865"/>
                  </a:cubicBezTo>
                  <a:cubicBezTo>
                    <a:pt x="3739" y="839"/>
                    <a:pt x="2900" y="1"/>
                    <a:pt x="18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70"/>
            <p:cNvSpPr/>
            <p:nvPr/>
          </p:nvSpPr>
          <p:spPr>
            <a:xfrm>
              <a:off x="7014975" y="2698575"/>
              <a:ext cx="83900" cy="42400"/>
            </a:xfrm>
            <a:custGeom>
              <a:avLst/>
              <a:gdLst/>
              <a:ahLst/>
              <a:cxnLst/>
              <a:rect l="l" t="t" r="r" b="b"/>
              <a:pathLst>
                <a:path w="3356" h="1696" extrusionOk="0">
                  <a:moveTo>
                    <a:pt x="2454" y="473"/>
                  </a:moveTo>
                  <a:cubicBezTo>
                    <a:pt x="2642" y="473"/>
                    <a:pt x="2811" y="598"/>
                    <a:pt x="2838" y="785"/>
                  </a:cubicBezTo>
                  <a:cubicBezTo>
                    <a:pt x="2873" y="1017"/>
                    <a:pt x="2695" y="1222"/>
                    <a:pt x="2463" y="1222"/>
                  </a:cubicBezTo>
                  <a:lnTo>
                    <a:pt x="893" y="1222"/>
                  </a:lnTo>
                  <a:cubicBezTo>
                    <a:pt x="706" y="1222"/>
                    <a:pt x="545" y="1098"/>
                    <a:pt x="509" y="910"/>
                  </a:cubicBezTo>
                  <a:cubicBezTo>
                    <a:pt x="474" y="678"/>
                    <a:pt x="652" y="473"/>
                    <a:pt x="884" y="473"/>
                  </a:cubicBezTo>
                  <a:close/>
                  <a:moveTo>
                    <a:pt x="902" y="0"/>
                  </a:moveTo>
                  <a:cubicBezTo>
                    <a:pt x="456" y="0"/>
                    <a:pt x="72" y="339"/>
                    <a:pt x="37" y="785"/>
                  </a:cubicBezTo>
                  <a:cubicBezTo>
                    <a:pt x="1" y="1285"/>
                    <a:pt x="393" y="1695"/>
                    <a:pt x="884" y="1695"/>
                  </a:cubicBezTo>
                  <a:lnTo>
                    <a:pt x="2445" y="1695"/>
                  </a:lnTo>
                  <a:cubicBezTo>
                    <a:pt x="2900" y="1695"/>
                    <a:pt x="3284" y="1356"/>
                    <a:pt x="3311" y="910"/>
                  </a:cubicBezTo>
                  <a:cubicBezTo>
                    <a:pt x="3355" y="411"/>
                    <a:pt x="2954" y="0"/>
                    <a:pt x="2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4" name="Google Shape;4334;p70"/>
          <p:cNvGrpSpPr/>
          <p:nvPr/>
        </p:nvGrpSpPr>
        <p:grpSpPr>
          <a:xfrm>
            <a:off x="4101262" y="1635452"/>
            <a:ext cx="337790" cy="385834"/>
            <a:chOff x="3892850" y="1082075"/>
            <a:chExt cx="353300" cy="403550"/>
          </a:xfrm>
        </p:grpSpPr>
        <p:sp>
          <p:nvSpPr>
            <p:cNvPr id="4335" name="Google Shape;4335;p70"/>
            <p:cNvSpPr/>
            <p:nvPr/>
          </p:nvSpPr>
          <p:spPr>
            <a:xfrm>
              <a:off x="3898200" y="1087650"/>
              <a:ext cx="267875" cy="347500"/>
            </a:xfrm>
            <a:custGeom>
              <a:avLst/>
              <a:gdLst/>
              <a:ahLst/>
              <a:cxnLst/>
              <a:rect l="l" t="t" r="r" b="b"/>
              <a:pathLst>
                <a:path w="10715" h="13900" extrusionOk="0">
                  <a:moveTo>
                    <a:pt x="625" y="1"/>
                  </a:moveTo>
                  <a:cubicBezTo>
                    <a:pt x="277" y="1"/>
                    <a:pt x="0" y="277"/>
                    <a:pt x="0" y="616"/>
                  </a:cubicBezTo>
                  <a:lnTo>
                    <a:pt x="0" y="13284"/>
                  </a:lnTo>
                  <a:cubicBezTo>
                    <a:pt x="0" y="13623"/>
                    <a:pt x="277" y="13900"/>
                    <a:pt x="625" y="13900"/>
                  </a:cubicBezTo>
                  <a:lnTo>
                    <a:pt x="7253" y="13900"/>
                  </a:lnTo>
                  <a:lnTo>
                    <a:pt x="10714" y="10447"/>
                  </a:lnTo>
                  <a:lnTo>
                    <a:pt x="10714" y="616"/>
                  </a:lnTo>
                  <a:cubicBezTo>
                    <a:pt x="10714" y="277"/>
                    <a:pt x="10438" y="1"/>
                    <a:pt x="100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70"/>
            <p:cNvSpPr/>
            <p:nvPr/>
          </p:nvSpPr>
          <p:spPr>
            <a:xfrm>
              <a:off x="4079525" y="1348375"/>
              <a:ext cx="86325" cy="86350"/>
            </a:xfrm>
            <a:custGeom>
              <a:avLst/>
              <a:gdLst/>
              <a:ahLst/>
              <a:cxnLst/>
              <a:rect l="l" t="t" r="r" b="b"/>
              <a:pathLst>
                <a:path w="3453" h="3454" extrusionOk="0">
                  <a:moveTo>
                    <a:pt x="616" y="1"/>
                  </a:moveTo>
                  <a:cubicBezTo>
                    <a:pt x="277" y="1"/>
                    <a:pt x="0" y="277"/>
                    <a:pt x="0" y="625"/>
                  </a:cubicBezTo>
                  <a:lnTo>
                    <a:pt x="0" y="3453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70"/>
            <p:cNvSpPr/>
            <p:nvPr/>
          </p:nvSpPr>
          <p:spPr>
            <a:xfrm>
              <a:off x="3928075" y="1119100"/>
              <a:ext cx="206550" cy="70950"/>
            </a:xfrm>
            <a:custGeom>
              <a:avLst/>
              <a:gdLst/>
              <a:ahLst/>
              <a:cxnLst/>
              <a:rect l="l" t="t" r="r" b="b"/>
              <a:pathLst>
                <a:path w="8262" h="2838" extrusionOk="0">
                  <a:moveTo>
                    <a:pt x="1" y="1"/>
                  </a:moveTo>
                  <a:lnTo>
                    <a:pt x="1" y="2838"/>
                  </a:lnTo>
                  <a:lnTo>
                    <a:pt x="8262" y="2838"/>
                  </a:lnTo>
                  <a:lnTo>
                    <a:pt x="82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70"/>
            <p:cNvSpPr/>
            <p:nvPr/>
          </p:nvSpPr>
          <p:spPr>
            <a:xfrm>
              <a:off x="4099375" y="1234400"/>
              <a:ext cx="118675" cy="232175"/>
            </a:xfrm>
            <a:custGeom>
              <a:avLst/>
              <a:gdLst/>
              <a:ahLst/>
              <a:cxnLst/>
              <a:rect l="l" t="t" r="r" b="b"/>
              <a:pathLst>
                <a:path w="4747" h="9287" extrusionOk="0">
                  <a:moveTo>
                    <a:pt x="2953" y="1"/>
                  </a:moveTo>
                  <a:lnTo>
                    <a:pt x="178" y="8021"/>
                  </a:lnTo>
                  <a:cubicBezTo>
                    <a:pt x="0" y="8521"/>
                    <a:pt x="268" y="9056"/>
                    <a:pt x="758" y="9234"/>
                  </a:cubicBezTo>
                  <a:cubicBezTo>
                    <a:pt x="862" y="9269"/>
                    <a:pt x="967" y="9286"/>
                    <a:pt x="1070" y="9286"/>
                  </a:cubicBezTo>
                  <a:cubicBezTo>
                    <a:pt x="1465" y="9286"/>
                    <a:pt x="1830" y="9041"/>
                    <a:pt x="1972" y="8645"/>
                  </a:cubicBezTo>
                  <a:lnTo>
                    <a:pt x="4746" y="625"/>
                  </a:lnTo>
                  <a:lnTo>
                    <a:pt x="2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70"/>
            <p:cNvSpPr/>
            <p:nvPr/>
          </p:nvSpPr>
          <p:spPr>
            <a:xfrm>
              <a:off x="4157800" y="1229025"/>
              <a:ext cx="83200" cy="125100"/>
            </a:xfrm>
            <a:custGeom>
              <a:avLst/>
              <a:gdLst/>
              <a:ahLst/>
              <a:cxnLst/>
              <a:rect l="l" t="t" r="r" b="b"/>
              <a:pathLst>
                <a:path w="3328" h="5004" extrusionOk="0">
                  <a:moveTo>
                    <a:pt x="537" y="1"/>
                  </a:moveTo>
                  <a:cubicBezTo>
                    <a:pt x="338" y="1"/>
                    <a:pt x="151" y="126"/>
                    <a:pt x="81" y="323"/>
                  </a:cubicBezTo>
                  <a:cubicBezTo>
                    <a:pt x="0" y="573"/>
                    <a:pt x="125" y="849"/>
                    <a:pt x="375" y="939"/>
                  </a:cubicBezTo>
                  <a:lnTo>
                    <a:pt x="2177" y="1563"/>
                  </a:lnTo>
                  <a:lnTo>
                    <a:pt x="1196" y="4364"/>
                  </a:lnTo>
                  <a:cubicBezTo>
                    <a:pt x="1107" y="4614"/>
                    <a:pt x="1240" y="4891"/>
                    <a:pt x="1490" y="4980"/>
                  </a:cubicBezTo>
                  <a:cubicBezTo>
                    <a:pt x="1541" y="4996"/>
                    <a:pt x="1593" y="5004"/>
                    <a:pt x="1644" y="5004"/>
                  </a:cubicBezTo>
                  <a:cubicBezTo>
                    <a:pt x="1845" y="5004"/>
                    <a:pt x="2035" y="4884"/>
                    <a:pt x="2106" y="4685"/>
                  </a:cubicBezTo>
                  <a:lnTo>
                    <a:pt x="3239" y="1420"/>
                  </a:lnTo>
                  <a:cubicBezTo>
                    <a:pt x="3328" y="1171"/>
                    <a:pt x="3194" y="903"/>
                    <a:pt x="2944" y="814"/>
                  </a:cubicBezTo>
                  <a:lnTo>
                    <a:pt x="696" y="29"/>
                  </a:lnTo>
                  <a:cubicBezTo>
                    <a:pt x="644" y="10"/>
                    <a:pt x="590" y="1"/>
                    <a:pt x="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70"/>
            <p:cNvSpPr/>
            <p:nvPr/>
          </p:nvSpPr>
          <p:spPr>
            <a:xfrm>
              <a:off x="4184550" y="1179025"/>
              <a:ext cx="44200" cy="63225"/>
            </a:xfrm>
            <a:custGeom>
              <a:avLst/>
              <a:gdLst/>
              <a:ahLst/>
              <a:cxnLst/>
              <a:rect l="l" t="t" r="r" b="b"/>
              <a:pathLst>
                <a:path w="1768" h="2529" extrusionOk="0">
                  <a:moveTo>
                    <a:pt x="1143" y="0"/>
                  </a:moveTo>
                  <a:cubicBezTo>
                    <a:pt x="916" y="0"/>
                    <a:pt x="701" y="143"/>
                    <a:pt x="616" y="369"/>
                  </a:cubicBezTo>
                  <a:lnTo>
                    <a:pt x="1" y="2162"/>
                  </a:lnTo>
                  <a:lnTo>
                    <a:pt x="1045" y="2528"/>
                  </a:lnTo>
                  <a:lnTo>
                    <a:pt x="1669" y="735"/>
                  </a:lnTo>
                  <a:cubicBezTo>
                    <a:pt x="1767" y="450"/>
                    <a:pt x="1616" y="128"/>
                    <a:pt x="1321" y="30"/>
                  </a:cubicBezTo>
                  <a:cubicBezTo>
                    <a:pt x="1262" y="10"/>
                    <a:pt x="1202" y="0"/>
                    <a:pt x="11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70"/>
            <p:cNvSpPr/>
            <p:nvPr/>
          </p:nvSpPr>
          <p:spPr>
            <a:xfrm>
              <a:off x="3921825" y="1113750"/>
              <a:ext cx="218375" cy="82775"/>
            </a:xfrm>
            <a:custGeom>
              <a:avLst/>
              <a:gdLst/>
              <a:ahLst/>
              <a:cxnLst/>
              <a:rect l="l" t="t" r="r" b="b"/>
              <a:pathLst>
                <a:path w="8735" h="3311" extrusionOk="0">
                  <a:moveTo>
                    <a:pt x="8262" y="474"/>
                  </a:moveTo>
                  <a:lnTo>
                    <a:pt x="8262" y="2838"/>
                  </a:lnTo>
                  <a:lnTo>
                    <a:pt x="474" y="2838"/>
                  </a:lnTo>
                  <a:lnTo>
                    <a:pt x="474" y="474"/>
                  </a:lnTo>
                  <a:close/>
                  <a:moveTo>
                    <a:pt x="242" y="1"/>
                  </a:moveTo>
                  <a:cubicBezTo>
                    <a:pt x="108" y="1"/>
                    <a:pt x="1" y="108"/>
                    <a:pt x="1" y="233"/>
                  </a:cubicBezTo>
                  <a:lnTo>
                    <a:pt x="1" y="3070"/>
                  </a:lnTo>
                  <a:cubicBezTo>
                    <a:pt x="1" y="3203"/>
                    <a:pt x="108" y="3310"/>
                    <a:pt x="242" y="3310"/>
                  </a:cubicBezTo>
                  <a:lnTo>
                    <a:pt x="8494" y="3310"/>
                  </a:lnTo>
                  <a:cubicBezTo>
                    <a:pt x="8628" y="3310"/>
                    <a:pt x="8735" y="3203"/>
                    <a:pt x="8735" y="3070"/>
                  </a:cubicBezTo>
                  <a:lnTo>
                    <a:pt x="8735" y="233"/>
                  </a:lnTo>
                  <a:cubicBezTo>
                    <a:pt x="8735" y="108"/>
                    <a:pt x="8628" y="1"/>
                    <a:pt x="8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70"/>
            <p:cNvSpPr/>
            <p:nvPr/>
          </p:nvSpPr>
          <p:spPr>
            <a:xfrm>
              <a:off x="3937225" y="1228625"/>
              <a:ext cx="188250" cy="11825"/>
            </a:xfrm>
            <a:custGeom>
              <a:avLst/>
              <a:gdLst/>
              <a:ahLst/>
              <a:cxnLst/>
              <a:rect l="l" t="t" r="r" b="b"/>
              <a:pathLst>
                <a:path w="7530" h="473" extrusionOk="0">
                  <a:moveTo>
                    <a:pt x="259" y="0"/>
                  </a:moveTo>
                  <a:cubicBezTo>
                    <a:pt x="134" y="0"/>
                    <a:pt x="27" y="89"/>
                    <a:pt x="18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7271" y="473"/>
                  </a:lnTo>
                  <a:cubicBezTo>
                    <a:pt x="7387" y="473"/>
                    <a:pt x="7494" y="393"/>
                    <a:pt x="7512" y="268"/>
                  </a:cubicBezTo>
                  <a:cubicBezTo>
                    <a:pt x="7530" y="125"/>
                    <a:pt x="7414" y="0"/>
                    <a:pt x="7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70"/>
            <p:cNvSpPr/>
            <p:nvPr/>
          </p:nvSpPr>
          <p:spPr>
            <a:xfrm>
              <a:off x="3937225" y="1266525"/>
              <a:ext cx="188250" cy="11850"/>
            </a:xfrm>
            <a:custGeom>
              <a:avLst/>
              <a:gdLst/>
              <a:ahLst/>
              <a:cxnLst/>
              <a:rect l="l" t="t" r="r" b="b"/>
              <a:pathLst>
                <a:path w="7530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7271" y="473"/>
                  </a:lnTo>
                  <a:cubicBezTo>
                    <a:pt x="7387" y="473"/>
                    <a:pt x="7494" y="384"/>
                    <a:pt x="7512" y="268"/>
                  </a:cubicBezTo>
                  <a:cubicBezTo>
                    <a:pt x="7530" y="125"/>
                    <a:pt x="7414" y="1"/>
                    <a:pt x="72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70"/>
            <p:cNvSpPr/>
            <p:nvPr/>
          </p:nvSpPr>
          <p:spPr>
            <a:xfrm>
              <a:off x="3937225" y="1304225"/>
              <a:ext cx="188250" cy="11850"/>
            </a:xfrm>
            <a:custGeom>
              <a:avLst/>
              <a:gdLst/>
              <a:ahLst/>
              <a:cxnLst/>
              <a:rect l="l" t="t" r="r" b="b"/>
              <a:pathLst>
                <a:path w="7530" h="474" extrusionOk="0">
                  <a:moveTo>
                    <a:pt x="259" y="0"/>
                  </a:moveTo>
                  <a:cubicBezTo>
                    <a:pt x="134" y="0"/>
                    <a:pt x="27" y="89"/>
                    <a:pt x="18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7280" y="473"/>
                  </a:lnTo>
                  <a:cubicBezTo>
                    <a:pt x="7414" y="473"/>
                    <a:pt x="7530" y="357"/>
                    <a:pt x="7512" y="214"/>
                  </a:cubicBezTo>
                  <a:cubicBezTo>
                    <a:pt x="7494" y="89"/>
                    <a:pt x="7387" y="0"/>
                    <a:pt x="7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70"/>
            <p:cNvSpPr/>
            <p:nvPr/>
          </p:nvSpPr>
          <p:spPr>
            <a:xfrm>
              <a:off x="3937225" y="1342125"/>
              <a:ext cx="110875" cy="11850"/>
            </a:xfrm>
            <a:custGeom>
              <a:avLst/>
              <a:gdLst/>
              <a:ahLst/>
              <a:cxnLst/>
              <a:rect l="l" t="t" r="r" b="b"/>
              <a:pathLst>
                <a:path w="4435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9"/>
                    <a:pt x="108" y="474"/>
                    <a:pt x="250" y="474"/>
                  </a:cubicBezTo>
                  <a:lnTo>
                    <a:pt x="4176" y="474"/>
                  </a:lnTo>
                  <a:cubicBezTo>
                    <a:pt x="4291" y="474"/>
                    <a:pt x="4407" y="384"/>
                    <a:pt x="4416" y="268"/>
                  </a:cubicBezTo>
                  <a:cubicBezTo>
                    <a:pt x="4434" y="126"/>
                    <a:pt x="4327" y="1"/>
                    <a:pt x="4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70"/>
            <p:cNvSpPr/>
            <p:nvPr/>
          </p:nvSpPr>
          <p:spPr>
            <a:xfrm>
              <a:off x="3937225" y="1380050"/>
              <a:ext cx="110875" cy="11850"/>
            </a:xfrm>
            <a:custGeom>
              <a:avLst/>
              <a:gdLst/>
              <a:ahLst/>
              <a:cxnLst/>
              <a:rect l="l" t="t" r="r" b="b"/>
              <a:pathLst>
                <a:path w="4435" h="474" extrusionOk="0">
                  <a:moveTo>
                    <a:pt x="259" y="0"/>
                  </a:moveTo>
                  <a:cubicBezTo>
                    <a:pt x="134" y="0"/>
                    <a:pt x="27" y="81"/>
                    <a:pt x="18" y="206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4176" y="473"/>
                  </a:lnTo>
                  <a:cubicBezTo>
                    <a:pt x="4291" y="473"/>
                    <a:pt x="4407" y="384"/>
                    <a:pt x="4416" y="259"/>
                  </a:cubicBezTo>
                  <a:cubicBezTo>
                    <a:pt x="4434" y="116"/>
                    <a:pt x="4327" y="0"/>
                    <a:pt x="4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70"/>
            <p:cNvSpPr/>
            <p:nvPr/>
          </p:nvSpPr>
          <p:spPr>
            <a:xfrm>
              <a:off x="3892850" y="1082075"/>
              <a:ext cx="353300" cy="403550"/>
            </a:xfrm>
            <a:custGeom>
              <a:avLst/>
              <a:gdLst/>
              <a:ahLst/>
              <a:cxnLst/>
              <a:rect l="l" t="t" r="r" b="b"/>
              <a:pathLst>
                <a:path w="14132" h="16142" extrusionOk="0">
                  <a:moveTo>
                    <a:pt x="12817" y="4116"/>
                  </a:moveTo>
                  <a:cubicBezTo>
                    <a:pt x="12851" y="4116"/>
                    <a:pt x="12884" y="4121"/>
                    <a:pt x="12918" y="4131"/>
                  </a:cubicBezTo>
                  <a:cubicBezTo>
                    <a:pt x="13070" y="4185"/>
                    <a:pt x="13168" y="4372"/>
                    <a:pt x="13114" y="4533"/>
                  </a:cubicBezTo>
                  <a:lnTo>
                    <a:pt x="12570" y="6103"/>
                  </a:lnTo>
                  <a:lnTo>
                    <a:pt x="11963" y="5889"/>
                  </a:lnTo>
                  <a:lnTo>
                    <a:pt x="12507" y="4328"/>
                  </a:lnTo>
                  <a:cubicBezTo>
                    <a:pt x="12558" y="4199"/>
                    <a:pt x="12682" y="4116"/>
                    <a:pt x="12817" y="4116"/>
                  </a:cubicBezTo>
                  <a:close/>
                  <a:moveTo>
                    <a:pt x="11133" y="6116"/>
                  </a:moveTo>
                  <a:cubicBezTo>
                    <a:pt x="11159" y="6116"/>
                    <a:pt x="11186" y="6120"/>
                    <a:pt x="11214" y="6130"/>
                  </a:cubicBezTo>
                  <a:lnTo>
                    <a:pt x="13462" y="6915"/>
                  </a:lnTo>
                  <a:cubicBezTo>
                    <a:pt x="13596" y="6977"/>
                    <a:pt x="13649" y="7075"/>
                    <a:pt x="13614" y="7218"/>
                  </a:cubicBezTo>
                  <a:lnTo>
                    <a:pt x="12481" y="10483"/>
                  </a:lnTo>
                  <a:cubicBezTo>
                    <a:pt x="12441" y="10593"/>
                    <a:pt x="12353" y="10639"/>
                    <a:pt x="12263" y="10639"/>
                  </a:cubicBezTo>
                  <a:cubicBezTo>
                    <a:pt x="12111" y="10639"/>
                    <a:pt x="11955" y="10507"/>
                    <a:pt x="12017" y="10323"/>
                  </a:cubicBezTo>
                  <a:lnTo>
                    <a:pt x="12998" y="7512"/>
                  </a:lnTo>
                  <a:cubicBezTo>
                    <a:pt x="13034" y="7379"/>
                    <a:pt x="12980" y="7272"/>
                    <a:pt x="12846" y="7218"/>
                  </a:cubicBezTo>
                  <a:lnTo>
                    <a:pt x="11053" y="6594"/>
                  </a:lnTo>
                  <a:cubicBezTo>
                    <a:pt x="10795" y="6497"/>
                    <a:pt x="10894" y="6116"/>
                    <a:pt x="11133" y="6116"/>
                  </a:cubicBezTo>
                  <a:close/>
                  <a:moveTo>
                    <a:pt x="9305" y="10911"/>
                  </a:moveTo>
                  <a:lnTo>
                    <a:pt x="8743" y="12526"/>
                  </a:lnTo>
                  <a:lnTo>
                    <a:pt x="7717" y="13552"/>
                  </a:lnTo>
                  <a:lnTo>
                    <a:pt x="7717" y="11286"/>
                  </a:lnTo>
                  <a:cubicBezTo>
                    <a:pt x="7717" y="11081"/>
                    <a:pt x="7886" y="10911"/>
                    <a:pt x="8100" y="10911"/>
                  </a:cubicBezTo>
                  <a:close/>
                  <a:moveTo>
                    <a:pt x="848" y="1"/>
                  </a:moveTo>
                  <a:cubicBezTo>
                    <a:pt x="384" y="1"/>
                    <a:pt x="0" y="385"/>
                    <a:pt x="0" y="857"/>
                  </a:cubicBezTo>
                  <a:lnTo>
                    <a:pt x="0" y="2115"/>
                  </a:lnTo>
                  <a:cubicBezTo>
                    <a:pt x="0" y="2267"/>
                    <a:pt x="118" y="2343"/>
                    <a:pt x="237" y="2343"/>
                  </a:cubicBezTo>
                  <a:cubicBezTo>
                    <a:pt x="355" y="2343"/>
                    <a:pt x="473" y="2267"/>
                    <a:pt x="473" y="2115"/>
                  </a:cubicBezTo>
                  <a:lnTo>
                    <a:pt x="473" y="857"/>
                  </a:lnTo>
                  <a:cubicBezTo>
                    <a:pt x="473" y="652"/>
                    <a:pt x="642" y="474"/>
                    <a:pt x="848" y="474"/>
                  </a:cubicBezTo>
                  <a:lnTo>
                    <a:pt x="10331" y="474"/>
                  </a:lnTo>
                  <a:cubicBezTo>
                    <a:pt x="10536" y="474"/>
                    <a:pt x="10705" y="652"/>
                    <a:pt x="10705" y="857"/>
                  </a:cubicBezTo>
                  <a:lnTo>
                    <a:pt x="10705" y="5782"/>
                  </a:lnTo>
                  <a:cubicBezTo>
                    <a:pt x="10340" y="6058"/>
                    <a:pt x="10340" y="6629"/>
                    <a:pt x="10697" y="6906"/>
                  </a:cubicBezTo>
                  <a:lnTo>
                    <a:pt x="9474" y="10438"/>
                  </a:lnTo>
                  <a:lnTo>
                    <a:pt x="8100" y="10438"/>
                  </a:lnTo>
                  <a:cubicBezTo>
                    <a:pt x="7628" y="10438"/>
                    <a:pt x="7244" y="10822"/>
                    <a:pt x="7244" y="11295"/>
                  </a:cubicBezTo>
                  <a:lnTo>
                    <a:pt x="7244" y="13900"/>
                  </a:lnTo>
                  <a:lnTo>
                    <a:pt x="848" y="13900"/>
                  </a:lnTo>
                  <a:cubicBezTo>
                    <a:pt x="642" y="13900"/>
                    <a:pt x="473" y="13730"/>
                    <a:pt x="473" y="13516"/>
                  </a:cubicBezTo>
                  <a:lnTo>
                    <a:pt x="473" y="3391"/>
                  </a:lnTo>
                  <a:cubicBezTo>
                    <a:pt x="473" y="3239"/>
                    <a:pt x="355" y="3163"/>
                    <a:pt x="237" y="3163"/>
                  </a:cubicBezTo>
                  <a:cubicBezTo>
                    <a:pt x="118" y="3163"/>
                    <a:pt x="0" y="3239"/>
                    <a:pt x="0" y="3391"/>
                  </a:cubicBezTo>
                  <a:lnTo>
                    <a:pt x="0" y="13516"/>
                  </a:lnTo>
                  <a:cubicBezTo>
                    <a:pt x="0" y="13989"/>
                    <a:pt x="384" y="14373"/>
                    <a:pt x="848" y="14373"/>
                  </a:cubicBezTo>
                  <a:lnTo>
                    <a:pt x="7485" y="14373"/>
                  </a:lnTo>
                  <a:cubicBezTo>
                    <a:pt x="7547" y="14373"/>
                    <a:pt x="7610" y="14346"/>
                    <a:pt x="7654" y="14301"/>
                  </a:cubicBezTo>
                  <a:lnTo>
                    <a:pt x="8395" y="13561"/>
                  </a:lnTo>
                  <a:lnTo>
                    <a:pt x="8225" y="14051"/>
                  </a:lnTo>
                  <a:cubicBezTo>
                    <a:pt x="8038" y="14578"/>
                    <a:pt x="8261" y="15184"/>
                    <a:pt x="8743" y="15470"/>
                  </a:cubicBezTo>
                  <a:lnTo>
                    <a:pt x="8609" y="15836"/>
                  </a:lnTo>
                  <a:cubicBezTo>
                    <a:pt x="8547" y="16010"/>
                    <a:pt x="8701" y="16142"/>
                    <a:pt x="8848" y="16142"/>
                  </a:cubicBezTo>
                  <a:cubicBezTo>
                    <a:pt x="8935" y="16142"/>
                    <a:pt x="9019" y="16096"/>
                    <a:pt x="9055" y="15987"/>
                  </a:cubicBezTo>
                  <a:lnTo>
                    <a:pt x="9189" y="15622"/>
                  </a:lnTo>
                  <a:cubicBezTo>
                    <a:pt x="9239" y="15628"/>
                    <a:pt x="9289" y="15631"/>
                    <a:pt x="9339" y="15631"/>
                  </a:cubicBezTo>
                  <a:cubicBezTo>
                    <a:pt x="9838" y="15631"/>
                    <a:pt x="10302" y="15315"/>
                    <a:pt x="10465" y="14837"/>
                  </a:cubicBezTo>
                  <a:lnTo>
                    <a:pt x="10670" y="14239"/>
                  </a:lnTo>
                  <a:cubicBezTo>
                    <a:pt x="10731" y="14061"/>
                    <a:pt x="10580" y="13934"/>
                    <a:pt x="10434" y="13934"/>
                  </a:cubicBezTo>
                  <a:cubicBezTo>
                    <a:pt x="10346" y="13934"/>
                    <a:pt x="10261" y="13980"/>
                    <a:pt x="10224" y="14087"/>
                  </a:cubicBezTo>
                  <a:lnTo>
                    <a:pt x="10019" y="14676"/>
                  </a:lnTo>
                  <a:cubicBezTo>
                    <a:pt x="9919" y="14974"/>
                    <a:pt x="9639" y="15160"/>
                    <a:pt x="9339" y="15160"/>
                  </a:cubicBezTo>
                  <a:cubicBezTo>
                    <a:pt x="9263" y="15160"/>
                    <a:pt x="9185" y="15147"/>
                    <a:pt x="9109" y="15122"/>
                  </a:cubicBezTo>
                  <a:cubicBezTo>
                    <a:pt x="8752" y="14988"/>
                    <a:pt x="8538" y="14578"/>
                    <a:pt x="8671" y="14212"/>
                  </a:cubicBezTo>
                  <a:lnTo>
                    <a:pt x="11134" y="7129"/>
                  </a:lnTo>
                  <a:lnTo>
                    <a:pt x="12481" y="7602"/>
                  </a:lnTo>
                  <a:lnTo>
                    <a:pt x="11580" y="10180"/>
                  </a:lnTo>
                  <a:lnTo>
                    <a:pt x="10643" y="12901"/>
                  </a:lnTo>
                  <a:cubicBezTo>
                    <a:pt x="10576" y="13079"/>
                    <a:pt x="10726" y="13209"/>
                    <a:pt x="10873" y="13209"/>
                  </a:cubicBezTo>
                  <a:cubicBezTo>
                    <a:pt x="10961" y="13209"/>
                    <a:pt x="11049" y="13163"/>
                    <a:pt x="11089" y="13052"/>
                  </a:cubicBezTo>
                  <a:lnTo>
                    <a:pt x="11812" y="10974"/>
                  </a:lnTo>
                  <a:cubicBezTo>
                    <a:pt x="11942" y="11082"/>
                    <a:pt x="12098" y="11133"/>
                    <a:pt x="12253" y="11133"/>
                  </a:cubicBezTo>
                  <a:cubicBezTo>
                    <a:pt x="12544" y="11133"/>
                    <a:pt x="12831" y="10955"/>
                    <a:pt x="12936" y="10653"/>
                  </a:cubicBezTo>
                  <a:lnTo>
                    <a:pt x="14069" y="7396"/>
                  </a:lnTo>
                  <a:cubicBezTo>
                    <a:pt x="14131" y="7209"/>
                    <a:pt x="14122" y="7022"/>
                    <a:pt x="14042" y="6843"/>
                  </a:cubicBezTo>
                  <a:cubicBezTo>
                    <a:pt x="13953" y="6674"/>
                    <a:pt x="13810" y="6540"/>
                    <a:pt x="13632" y="6478"/>
                  </a:cubicBezTo>
                  <a:lnTo>
                    <a:pt x="13025" y="6272"/>
                  </a:lnTo>
                  <a:lnTo>
                    <a:pt x="13569" y="4711"/>
                  </a:lnTo>
                  <a:cubicBezTo>
                    <a:pt x="13712" y="4301"/>
                    <a:pt x="13489" y="3837"/>
                    <a:pt x="13078" y="3703"/>
                  </a:cubicBezTo>
                  <a:cubicBezTo>
                    <a:pt x="12992" y="3673"/>
                    <a:pt x="12905" y="3659"/>
                    <a:pt x="12818" y="3659"/>
                  </a:cubicBezTo>
                  <a:cubicBezTo>
                    <a:pt x="12494" y="3659"/>
                    <a:pt x="12192" y="3861"/>
                    <a:pt x="12079" y="4185"/>
                  </a:cubicBezTo>
                  <a:lnTo>
                    <a:pt x="11535" y="5755"/>
                  </a:lnTo>
                  <a:cubicBezTo>
                    <a:pt x="11428" y="5710"/>
                    <a:pt x="11294" y="5666"/>
                    <a:pt x="11178" y="5657"/>
                  </a:cubicBezTo>
                  <a:lnTo>
                    <a:pt x="11178" y="857"/>
                  </a:lnTo>
                  <a:cubicBezTo>
                    <a:pt x="11178" y="385"/>
                    <a:pt x="10795" y="1"/>
                    <a:pt x="10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8" name="Google Shape;4348;p70"/>
          <p:cNvGrpSpPr/>
          <p:nvPr/>
        </p:nvGrpSpPr>
        <p:grpSpPr>
          <a:xfrm>
            <a:off x="2047297" y="2159925"/>
            <a:ext cx="388655" cy="385595"/>
            <a:chOff x="1456150" y="1680925"/>
            <a:chExt cx="406500" cy="403300"/>
          </a:xfrm>
        </p:grpSpPr>
        <p:sp>
          <p:nvSpPr>
            <p:cNvPr id="4349" name="Google Shape;4349;p70"/>
            <p:cNvSpPr/>
            <p:nvPr/>
          </p:nvSpPr>
          <p:spPr>
            <a:xfrm>
              <a:off x="1495975" y="1686750"/>
              <a:ext cx="361275" cy="357750"/>
            </a:xfrm>
            <a:custGeom>
              <a:avLst/>
              <a:gdLst/>
              <a:ahLst/>
              <a:cxnLst/>
              <a:rect l="l" t="t" r="r" b="b"/>
              <a:pathLst>
                <a:path w="14451" h="14310" extrusionOk="0">
                  <a:moveTo>
                    <a:pt x="14081" y="0"/>
                  </a:moveTo>
                  <a:cubicBezTo>
                    <a:pt x="14048" y="0"/>
                    <a:pt x="14014" y="6"/>
                    <a:pt x="13980" y="17"/>
                  </a:cubicBezTo>
                  <a:lnTo>
                    <a:pt x="340" y="4540"/>
                  </a:lnTo>
                  <a:cubicBezTo>
                    <a:pt x="27" y="4638"/>
                    <a:pt x="1" y="5066"/>
                    <a:pt x="295" y="5209"/>
                  </a:cubicBezTo>
                  <a:lnTo>
                    <a:pt x="4310" y="7100"/>
                  </a:lnTo>
                  <a:lnTo>
                    <a:pt x="4533" y="9874"/>
                  </a:lnTo>
                  <a:lnTo>
                    <a:pt x="7316" y="10106"/>
                  </a:lnTo>
                  <a:lnTo>
                    <a:pt x="9198" y="14103"/>
                  </a:lnTo>
                  <a:cubicBezTo>
                    <a:pt x="9262" y="14242"/>
                    <a:pt x="9391" y="14310"/>
                    <a:pt x="9521" y="14310"/>
                  </a:cubicBezTo>
                  <a:cubicBezTo>
                    <a:pt x="9666" y="14310"/>
                    <a:pt x="9811" y="14227"/>
                    <a:pt x="9867" y="14067"/>
                  </a:cubicBezTo>
                  <a:lnTo>
                    <a:pt x="14381" y="418"/>
                  </a:lnTo>
                  <a:cubicBezTo>
                    <a:pt x="14451" y="203"/>
                    <a:pt x="14288" y="0"/>
                    <a:pt x="140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70"/>
            <p:cNvSpPr/>
            <p:nvPr/>
          </p:nvSpPr>
          <p:spPr>
            <a:xfrm>
              <a:off x="1603700" y="1740675"/>
              <a:ext cx="198300" cy="192950"/>
            </a:xfrm>
            <a:custGeom>
              <a:avLst/>
              <a:gdLst/>
              <a:ahLst/>
              <a:cxnLst/>
              <a:rect l="l" t="t" r="r" b="b"/>
              <a:pathLst>
                <a:path w="7932" h="7718" extrusionOk="0">
                  <a:moveTo>
                    <a:pt x="7931" y="1"/>
                  </a:moveTo>
                  <a:lnTo>
                    <a:pt x="1" y="4943"/>
                  </a:lnTo>
                  <a:lnTo>
                    <a:pt x="224" y="7717"/>
                  </a:lnTo>
                  <a:lnTo>
                    <a:pt x="7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70"/>
            <p:cNvSpPr/>
            <p:nvPr/>
          </p:nvSpPr>
          <p:spPr>
            <a:xfrm>
              <a:off x="1609275" y="1740675"/>
              <a:ext cx="192725" cy="198750"/>
            </a:xfrm>
            <a:custGeom>
              <a:avLst/>
              <a:gdLst/>
              <a:ahLst/>
              <a:cxnLst/>
              <a:rect l="l" t="t" r="r" b="b"/>
              <a:pathLst>
                <a:path w="7709" h="7950" extrusionOk="0">
                  <a:moveTo>
                    <a:pt x="7708" y="1"/>
                  </a:moveTo>
                  <a:lnTo>
                    <a:pt x="1" y="7717"/>
                  </a:lnTo>
                  <a:lnTo>
                    <a:pt x="2784" y="7949"/>
                  </a:lnTo>
                  <a:lnTo>
                    <a:pt x="7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70"/>
            <p:cNvSpPr/>
            <p:nvPr/>
          </p:nvSpPr>
          <p:spPr>
            <a:xfrm>
              <a:off x="1488850" y="1680925"/>
              <a:ext cx="373800" cy="369300"/>
            </a:xfrm>
            <a:custGeom>
              <a:avLst/>
              <a:gdLst/>
              <a:ahLst/>
              <a:cxnLst/>
              <a:rect l="l" t="t" r="r" b="b"/>
              <a:pathLst>
                <a:path w="14952" h="14772" extrusionOk="0">
                  <a:moveTo>
                    <a:pt x="10902" y="3675"/>
                  </a:moveTo>
                  <a:lnTo>
                    <a:pt x="5005" y="9572"/>
                  </a:lnTo>
                  <a:lnTo>
                    <a:pt x="4853" y="7699"/>
                  </a:lnTo>
                  <a:lnTo>
                    <a:pt x="4835" y="7449"/>
                  </a:lnTo>
                  <a:lnTo>
                    <a:pt x="10902" y="3675"/>
                  </a:lnTo>
                  <a:close/>
                  <a:moveTo>
                    <a:pt x="14360" y="1"/>
                  </a:moveTo>
                  <a:cubicBezTo>
                    <a:pt x="14304" y="1"/>
                    <a:pt x="14248" y="9"/>
                    <a:pt x="14194" y="27"/>
                  </a:cubicBezTo>
                  <a:lnTo>
                    <a:pt x="3551" y="3550"/>
                  </a:lnTo>
                  <a:cubicBezTo>
                    <a:pt x="3285" y="3639"/>
                    <a:pt x="3383" y="4010"/>
                    <a:pt x="3614" y="4010"/>
                  </a:cubicBezTo>
                  <a:cubicBezTo>
                    <a:pt x="3639" y="4010"/>
                    <a:pt x="3666" y="4006"/>
                    <a:pt x="3694" y="3996"/>
                  </a:cubicBezTo>
                  <a:lnTo>
                    <a:pt x="14345" y="473"/>
                  </a:lnTo>
                  <a:cubicBezTo>
                    <a:pt x="14417" y="473"/>
                    <a:pt x="14452" y="499"/>
                    <a:pt x="14443" y="580"/>
                  </a:cubicBezTo>
                  <a:lnTo>
                    <a:pt x="9920" y="14220"/>
                  </a:lnTo>
                  <a:cubicBezTo>
                    <a:pt x="9906" y="14277"/>
                    <a:pt x="9856" y="14306"/>
                    <a:pt x="9806" y="14306"/>
                  </a:cubicBezTo>
                  <a:cubicBezTo>
                    <a:pt x="9762" y="14306"/>
                    <a:pt x="9718" y="14284"/>
                    <a:pt x="9697" y="14238"/>
                  </a:cubicBezTo>
                  <a:lnTo>
                    <a:pt x="7869" y="10357"/>
                  </a:lnTo>
                  <a:lnTo>
                    <a:pt x="8734" y="8956"/>
                  </a:lnTo>
                  <a:cubicBezTo>
                    <a:pt x="8847" y="8775"/>
                    <a:pt x="8682" y="8598"/>
                    <a:pt x="8519" y="8598"/>
                  </a:cubicBezTo>
                  <a:cubicBezTo>
                    <a:pt x="8450" y="8598"/>
                    <a:pt x="8380" y="8630"/>
                    <a:pt x="8332" y="8707"/>
                  </a:cubicBezTo>
                  <a:lnTo>
                    <a:pt x="7476" y="10089"/>
                  </a:lnTo>
                  <a:lnTo>
                    <a:pt x="5344" y="9911"/>
                  </a:lnTo>
                  <a:lnTo>
                    <a:pt x="11250" y="4005"/>
                  </a:lnTo>
                  <a:lnTo>
                    <a:pt x="8993" y="7654"/>
                  </a:lnTo>
                  <a:cubicBezTo>
                    <a:pt x="8880" y="7836"/>
                    <a:pt x="9044" y="8013"/>
                    <a:pt x="9208" y="8013"/>
                  </a:cubicBezTo>
                  <a:cubicBezTo>
                    <a:pt x="9277" y="8013"/>
                    <a:pt x="9346" y="7981"/>
                    <a:pt x="9394" y="7904"/>
                  </a:cubicBezTo>
                  <a:lnTo>
                    <a:pt x="12731" y="2516"/>
                  </a:lnTo>
                  <a:cubicBezTo>
                    <a:pt x="12831" y="2351"/>
                    <a:pt x="12689" y="2157"/>
                    <a:pt x="12523" y="2157"/>
                  </a:cubicBezTo>
                  <a:cubicBezTo>
                    <a:pt x="12483" y="2157"/>
                    <a:pt x="12441" y="2168"/>
                    <a:pt x="12400" y="2194"/>
                  </a:cubicBezTo>
                  <a:lnTo>
                    <a:pt x="4577" y="7056"/>
                  </a:lnTo>
                  <a:lnTo>
                    <a:pt x="678" y="5227"/>
                  </a:lnTo>
                  <a:cubicBezTo>
                    <a:pt x="580" y="5174"/>
                    <a:pt x="589" y="5031"/>
                    <a:pt x="696" y="4996"/>
                  </a:cubicBezTo>
                  <a:lnTo>
                    <a:pt x="2516" y="4389"/>
                  </a:lnTo>
                  <a:cubicBezTo>
                    <a:pt x="2774" y="4308"/>
                    <a:pt x="2675" y="3929"/>
                    <a:pt x="2443" y="3929"/>
                  </a:cubicBezTo>
                  <a:cubicBezTo>
                    <a:pt x="2418" y="3929"/>
                    <a:pt x="2392" y="3933"/>
                    <a:pt x="2364" y="3943"/>
                  </a:cubicBezTo>
                  <a:lnTo>
                    <a:pt x="544" y="4541"/>
                  </a:lnTo>
                  <a:cubicBezTo>
                    <a:pt x="45" y="4710"/>
                    <a:pt x="0" y="5424"/>
                    <a:pt x="482" y="5656"/>
                  </a:cubicBezTo>
                  <a:lnTo>
                    <a:pt x="4363" y="7485"/>
                  </a:lnTo>
                  <a:lnTo>
                    <a:pt x="4577" y="10125"/>
                  </a:lnTo>
                  <a:cubicBezTo>
                    <a:pt x="4586" y="10241"/>
                    <a:pt x="4684" y="10330"/>
                    <a:pt x="4791" y="10339"/>
                  </a:cubicBezTo>
                  <a:lnTo>
                    <a:pt x="7449" y="10562"/>
                  </a:lnTo>
                  <a:lnTo>
                    <a:pt x="9269" y="14434"/>
                  </a:lnTo>
                  <a:cubicBezTo>
                    <a:pt x="9375" y="14662"/>
                    <a:pt x="9590" y="14772"/>
                    <a:pt x="9805" y="14772"/>
                  </a:cubicBezTo>
                  <a:cubicBezTo>
                    <a:pt x="10045" y="14772"/>
                    <a:pt x="10286" y="14635"/>
                    <a:pt x="10375" y="14372"/>
                  </a:cubicBezTo>
                  <a:lnTo>
                    <a:pt x="14889" y="722"/>
                  </a:lnTo>
                  <a:cubicBezTo>
                    <a:pt x="14952" y="526"/>
                    <a:pt x="14907" y="312"/>
                    <a:pt x="14756" y="160"/>
                  </a:cubicBezTo>
                  <a:cubicBezTo>
                    <a:pt x="14646" y="57"/>
                    <a:pt x="14504" y="1"/>
                    <a:pt x="14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70"/>
            <p:cNvSpPr/>
            <p:nvPr/>
          </p:nvSpPr>
          <p:spPr>
            <a:xfrm>
              <a:off x="1456150" y="1963275"/>
              <a:ext cx="120375" cy="120950"/>
            </a:xfrm>
            <a:custGeom>
              <a:avLst/>
              <a:gdLst/>
              <a:ahLst/>
              <a:cxnLst/>
              <a:rect l="l" t="t" r="r" b="b"/>
              <a:pathLst>
                <a:path w="4815" h="4838" extrusionOk="0">
                  <a:moveTo>
                    <a:pt x="4557" y="1"/>
                  </a:moveTo>
                  <a:cubicBezTo>
                    <a:pt x="4494" y="1"/>
                    <a:pt x="4432" y="25"/>
                    <a:pt x="4386" y="71"/>
                  </a:cubicBezTo>
                  <a:lnTo>
                    <a:pt x="157" y="4434"/>
                  </a:lnTo>
                  <a:cubicBezTo>
                    <a:pt x="0" y="4604"/>
                    <a:pt x="157" y="4838"/>
                    <a:pt x="335" y="4838"/>
                  </a:cubicBezTo>
                  <a:cubicBezTo>
                    <a:pt x="390" y="4838"/>
                    <a:pt x="446" y="4816"/>
                    <a:pt x="496" y="4764"/>
                  </a:cubicBezTo>
                  <a:lnTo>
                    <a:pt x="4725" y="401"/>
                  </a:lnTo>
                  <a:cubicBezTo>
                    <a:pt x="4814" y="312"/>
                    <a:pt x="4814" y="160"/>
                    <a:pt x="4725" y="71"/>
                  </a:cubicBezTo>
                  <a:cubicBezTo>
                    <a:pt x="4677" y="23"/>
                    <a:pt x="4616" y="1"/>
                    <a:pt x="4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70"/>
            <p:cNvSpPr/>
            <p:nvPr/>
          </p:nvSpPr>
          <p:spPr>
            <a:xfrm>
              <a:off x="1524625" y="1963275"/>
              <a:ext cx="100175" cy="98875"/>
            </a:xfrm>
            <a:custGeom>
              <a:avLst/>
              <a:gdLst/>
              <a:ahLst/>
              <a:cxnLst/>
              <a:rect l="l" t="t" r="r" b="b"/>
              <a:pathLst>
                <a:path w="4007" h="3955" extrusionOk="0">
                  <a:moveTo>
                    <a:pt x="3659" y="1"/>
                  </a:moveTo>
                  <a:cubicBezTo>
                    <a:pt x="3605" y="1"/>
                    <a:pt x="3550" y="22"/>
                    <a:pt x="3503" y="71"/>
                  </a:cubicBezTo>
                  <a:lnTo>
                    <a:pt x="157" y="3550"/>
                  </a:lnTo>
                  <a:cubicBezTo>
                    <a:pt x="0" y="3721"/>
                    <a:pt x="162" y="3955"/>
                    <a:pt x="339" y="3955"/>
                  </a:cubicBezTo>
                  <a:cubicBezTo>
                    <a:pt x="393" y="3955"/>
                    <a:pt x="448" y="3933"/>
                    <a:pt x="496" y="3880"/>
                  </a:cubicBezTo>
                  <a:lnTo>
                    <a:pt x="3842" y="401"/>
                  </a:lnTo>
                  <a:cubicBezTo>
                    <a:pt x="4006" y="230"/>
                    <a:pt x="3839" y="1"/>
                    <a:pt x="3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70"/>
            <p:cNvSpPr/>
            <p:nvPr/>
          </p:nvSpPr>
          <p:spPr>
            <a:xfrm>
              <a:off x="1476350" y="1916575"/>
              <a:ext cx="99575" cy="98900"/>
            </a:xfrm>
            <a:custGeom>
              <a:avLst/>
              <a:gdLst/>
              <a:ahLst/>
              <a:cxnLst/>
              <a:rect l="l" t="t" r="r" b="b"/>
              <a:pathLst>
                <a:path w="3983" h="3956" extrusionOk="0">
                  <a:moveTo>
                    <a:pt x="3643" y="0"/>
                  </a:moveTo>
                  <a:cubicBezTo>
                    <a:pt x="3587" y="0"/>
                    <a:pt x="3530" y="22"/>
                    <a:pt x="3480" y="75"/>
                  </a:cubicBezTo>
                  <a:lnTo>
                    <a:pt x="143" y="3554"/>
                  </a:lnTo>
                  <a:cubicBezTo>
                    <a:pt x="1" y="3697"/>
                    <a:pt x="117" y="3955"/>
                    <a:pt x="313" y="3955"/>
                  </a:cubicBezTo>
                  <a:cubicBezTo>
                    <a:pt x="375" y="3955"/>
                    <a:pt x="438" y="3929"/>
                    <a:pt x="482" y="3875"/>
                  </a:cubicBezTo>
                  <a:lnTo>
                    <a:pt x="3819" y="396"/>
                  </a:lnTo>
                  <a:cubicBezTo>
                    <a:pt x="3983" y="232"/>
                    <a:pt x="3823" y="0"/>
                    <a:pt x="3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6" name="Google Shape;4356;p70"/>
          <p:cNvGrpSpPr/>
          <p:nvPr/>
        </p:nvGrpSpPr>
        <p:grpSpPr>
          <a:xfrm>
            <a:off x="2514701" y="3246032"/>
            <a:ext cx="385762" cy="384902"/>
            <a:chOff x="2007600" y="2929625"/>
            <a:chExt cx="403475" cy="402575"/>
          </a:xfrm>
        </p:grpSpPr>
        <p:sp>
          <p:nvSpPr>
            <p:cNvPr id="4357" name="Google Shape;4357;p70"/>
            <p:cNvSpPr/>
            <p:nvPr/>
          </p:nvSpPr>
          <p:spPr>
            <a:xfrm>
              <a:off x="2127375" y="2935200"/>
              <a:ext cx="277250" cy="268550"/>
            </a:xfrm>
            <a:custGeom>
              <a:avLst/>
              <a:gdLst/>
              <a:ahLst/>
              <a:cxnLst/>
              <a:rect l="l" t="t" r="r" b="b"/>
              <a:pathLst>
                <a:path w="11090" h="10742" extrusionOk="0">
                  <a:moveTo>
                    <a:pt x="785" y="0"/>
                  </a:moveTo>
                  <a:cubicBezTo>
                    <a:pt x="348" y="0"/>
                    <a:pt x="0" y="348"/>
                    <a:pt x="0" y="786"/>
                  </a:cubicBezTo>
                  <a:lnTo>
                    <a:pt x="0" y="9956"/>
                  </a:lnTo>
                  <a:cubicBezTo>
                    <a:pt x="0" y="10393"/>
                    <a:pt x="348" y="10741"/>
                    <a:pt x="785" y="10741"/>
                  </a:cubicBezTo>
                  <a:lnTo>
                    <a:pt x="10304" y="10741"/>
                  </a:lnTo>
                  <a:cubicBezTo>
                    <a:pt x="10741" y="10741"/>
                    <a:pt x="11089" y="10393"/>
                    <a:pt x="11089" y="9956"/>
                  </a:cubicBezTo>
                  <a:lnTo>
                    <a:pt x="11089" y="786"/>
                  </a:lnTo>
                  <a:cubicBezTo>
                    <a:pt x="11089" y="348"/>
                    <a:pt x="10741" y="0"/>
                    <a:pt x="10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70"/>
            <p:cNvSpPr/>
            <p:nvPr/>
          </p:nvSpPr>
          <p:spPr>
            <a:xfrm>
              <a:off x="2166175" y="2987825"/>
              <a:ext cx="200075" cy="215925"/>
            </a:xfrm>
            <a:custGeom>
              <a:avLst/>
              <a:gdLst/>
              <a:ahLst/>
              <a:cxnLst/>
              <a:rect l="l" t="t" r="r" b="b"/>
              <a:pathLst>
                <a:path w="8003" h="8637" extrusionOk="0">
                  <a:moveTo>
                    <a:pt x="3995" y="0"/>
                  </a:moveTo>
                  <a:cubicBezTo>
                    <a:pt x="2615" y="0"/>
                    <a:pt x="1490" y="1128"/>
                    <a:pt x="1490" y="2508"/>
                  </a:cubicBezTo>
                  <a:cubicBezTo>
                    <a:pt x="1490" y="3516"/>
                    <a:pt x="2079" y="4381"/>
                    <a:pt x="2935" y="4782"/>
                  </a:cubicBezTo>
                  <a:cubicBezTo>
                    <a:pt x="1240" y="5246"/>
                    <a:pt x="0" y="6799"/>
                    <a:pt x="0" y="8636"/>
                  </a:cubicBezTo>
                  <a:lnTo>
                    <a:pt x="8003" y="8636"/>
                  </a:lnTo>
                  <a:cubicBezTo>
                    <a:pt x="8003" y="6799"/>
                    <a:pt x="6754" y="5246"/>
                    <a:pt x="5068" y="4782"/>
                  </a:cubicBezTo>
                  <a:cubicBezTo>
                    <a:pt x="5906" y="4381"/>
                    <a:pt x="6495" y="3534"/>
                    <a:pt x="6504" y="2534"/>
                  </a:cubicBezTo>
                  <a:cubicBezTo>
                    <a:pt x="6522" y="1169"/>
                    <a:pt x="5424" y="37"/>
                    <a:pt x="4060" y="1"/>
                  </a:cubicBezTo>
                  <a:cubicBezTo>
                    <a:pt x="4038" y="0"/>
                    <a:pt x="4017" y="0"/>
                    <a:pt x="39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70"/>
            <p:cNvSpPr/>
            <p:nvPr/>
          </p:nvSpPr>
          <p:spPr>
            <a:xfrm>
              <a:off x="2069150" y="3094050"/>
              <a:ext cx="211250" cy="231925"/>
            </a:xfrm>
            <a:custGeom>
              <a:avLst/>
              <a:gdLst/>
              <a:ahLst/>
              <a:cxnLst/>
              <a:rect l="l" t="t" r="r" b="b"/>
              <a:pathLst>
                <a:path w="8450" h="9277" extrusionOk="0">
                  <a:moveTo>
                    <a:pt x="3656" y="1"/>
                  </a:moveTo>
                  <a:cubicBezTo>
                    <a:pt x="3418" y="1"/>
                    <a:pt x="3181" y="106"/>
                    <a:pt x="3025" y="346"/>
                  </a:cubicBezTo>
                  <a:lnTo>
                    <a:pt x="1" y="4441"/>
                  </a:lnTo>
                  <a:lnTo>
                    <a:pt x="1" y="9276"/>
                  </a:lnTo>
                  <a:lnTo>
                    <a:pt x="5773" y="9276"/>
                  </a:lnTo>
                  <a:cubicBezTo>
                    <a:pt x="6254" y="9276"/>
                    <a:pt x="6683" y="8973"/>
                    <a:pt x="6852" y="8527"/>
                  </a:cubicBezTo>
                  <a:lnTo>
                    <a:pt x="8164" y="4994"/>
                  </a:lnTo>
                  <a:cubicBezTo>
                    <a:pt x="8449" y="4245"/>
                    <a:pt x="7887" y="3442"/>
                    <a:pt x="7084" y="3442"/>
                  </a:cubicBezTo>
                  <a:lnTo>
                    <a:pt x="4033" y="3442"/>
                  </a:lnTo>
                  <a:lnTo>
                    <a:pt x="4470" y="890"/>
                  </a:lnTo>
                  <a:cubicBezTo>
                    <a:pt x="4540" y="363"/>
                    <a:pt x="4097" y="1"/>
                    <a:pt x="3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70"/>
            <p:cNvSpPr/>
            <p:nvPr/>
          </p:nvSpPr>
          <p:spPr>
            <a:xfrm>
              <a:off x="2013175" y="3205275"/>
              <a:ext cx="56000" cy="120700"/>
            </a:xfrm>
            <a:custGeom>
              <a:avLst/>
              <a:gdLst/>
              <a:ahLst/>
              <a:cxnLst/>
              <a:rect l="l" t="t" r="r" b="b"/>
              <a:pathLst>
                <a:path w="2240" h="4828" extrusionOk="0">
                  <a:moveTo>
                    <a:pt x="652" y="1"/>
                  </a:moveTo>
                  <a:cubicBezTo>
                    <a:pt x="295" y="1"/>
                    <a:pt x="1" y="295"/>
                    <a:pt x="1" y="652"/>
                  </a:cubicBezTo>
                  <a:lnTo>
                    <a:pt x="1" y="4176"/>
                  </a:lnTo>
                  <a:cubicBezTo>
                    <a:pt x="1" y="4533"/>
                    <a:pt x="295" y="4827"/>
                    <a:pt x="652" y="4827"/>
                  </a:cubicBezTo>
                  <a:lnTo>
                    <a:pt x="2240" y="4827"/>
                  </a:lnTo>
                  <a:lnTo>
                    <a:pt x="22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70"/>
            <p:cNvSpPr/>
            <p:nvPr/>
          </p:nvSpPr>
          <p:spPr>
            <a:xfrm>
              <a:off x="2007600" y="2929625"/>
              <a:ext cx="403475" cy="402575"/>
            </a:xfrm>
            <a:custGeom>
              <a:avLst/>
              <a:gdLst/>
              <a:ahLst/>
              <a:cxnLst/>
              <a:rect l="l" t="t" r="r" b="b"/>
              <a:pathLst>
                <a:path w="16139" h="16103" extrusionOk="0">
                  <a:moveTo>
                    <a:pt x="10340" y="2507"/>
                  </a:moveTo>
                  <a:cubicBezTo>
                    <a:pt x="11607" y="2507"/>
                    <a:pt x="12633" y="3533"/>
                    <a:pt x="12633" y="4800"/>
                  </a:cubicBezTo>
                  <a:cubicBezTo>
                    <a:pt x="12633" y="5683"/>
                    <a:pt x="12115" y="6495"/>
                    <a:pt x="11312" y="6870"/>
                  </a:cubicBezTo>
                  <a:cubicBezTo>
                    <a:pt x="11116" y="6968"/>
                    <a:pt x="11143" y="7262"/>
                    <a:pt x="11357" y="7325"/>
                  </a:cubicBezTo>
                  <a:cubicBezTo>
                    <a:pt x="12918" y="7753"/>
                    <a:pt x="14033" y="9144"/>
                    <a:pt x="14132" y="10750"/>
                  </a:cubicBezTo>
                  <a:lnTo>
                    <a:pt x="10875" y="10750"/>
                  </a:lnTo>
                  <a:cubicBezTo>
                    <a:pt x="10679" y="10188"/>
                    <a:pt x="10144" y="9805"/>
                    <a:pt x="9546" y="9805"/>
                  </a:cubicBezTo>
                  <a:lnTo>
                    <a:pt x="6754" y="9805"/>
                  </a:lnTo>
                  <a:cubicBezTo>
                    <a:pt x="6754" y="9724"/>
                    <a:pt x="6772" y="9662"/>
                    <a:pt x="6798" y="9599"/>
                  </a:cubicBezTo>
                  <a:cubicBezTo>
                    <a:pt x="7236" y="8484"/>
                    <a:pt x="8181" y="7637"/>
                    <a:pt x="9332" y="7325"/>
                  </a:cubicBezTo>
                  <a:cubicBezTo>
                    <a:pt x="9537" y="7262"/>
                    <a:pt x="9564" y="6968"/>
                    <a:pt x="9368" y="6870"/>
                  </a:cubicBezTo>
                  <a:cubicBezTo>
                    <a:pt x="8565" y="6495"/>
                    <a:pt x="8047" y="5683"/>
                    <a:pt x="8047" y="4800"/>
                  </a:cubicBezTo>
                  <a:cubicBezTo>
                    <a:pt x="8047" y="3533"/>
                    <a:pt x="9073" y="2507"/>
                    <a:pt x="10340" y="2507"/>
                  </a:cubicBezTo>
                  <a:close/>
                  <a:moveTo>
                    <a:pt x="6134" y="6832"/>
                  </a:moveTo>
                  <a:cubicBezTo>
                    <a:pt x="6210" y="6832"/>
                    <a:pt x="6282" y="6846"/>
                    <a:pt x="6343" y="6870"/>
                  </a:cubicBezTo>
                  <a:cubicBezTo>
                    <a:pt x="6540" y="6941"/>
                    <a:pt x="6745" y="7137"/>
                    <a:pt x="6709" y="7449"/>
                  </a:cubicBezTo>
                  <a:lnTo>
                    <a:pt x="6281" y="10001"/>
                  </a:lnTo>
                  <a:cubicBezTo>
                    <a:pt x="6272" y="10161"/>
                    <a:pt x="6343" y="10251"/>
                    <a:pt x="6513" y="10277"/>
                  </a:cubicBezTo>
                  <a:lnTo>
                    <a:pt x="9555" y="10277"/>
                  </a:lnTo>
                  <a:cubicBezTo>
                    <a:pt x="10197" y="10277"/>
                    <a:pt x="10634" y="10911"/>
                    <a:pt x="10411" y="11509"/>
                  </a:cubicBezTo>
                  <a:lnTo>
                    <a:pt x="9100" y="15032"/>
                  </a:lnTo>
                  <a:cubicBezTo>
                    <a:pt x="8966" y="15389"/>
                    <a:pt x="8627" y="15630"/>
                    <a:pt x="8244" y="15630"/>
                  </a:cubicBezTo>
                  <a:lnTo>
                    <a:pt x="2713" y="15630"/>
                  </a:lnTo>
                  <a:lnTo>
                    <a:pt x="2713" y="14925"/>
                  </a:lnTo>
                  <a:cubicBezTo>
                    <a:pt x="2713" y="14774"/>
                    <a:pt x="2594" y="14698"/>
                    <a:pt x="2476" y="14698"/>
                  </a:cubicBezTo>
                  <a:cubicBezTo>
                    <a:pt x="2358" y="14698"/>
                    <a:pt x="2240" y="14774"/>
                    <a:pt x="2240" y="14925"/>
                  </a:cubicBezTo>
                  <a:lnTo>
                    <a:pt x="2240" y="15630"/>
                  </a:lnTo>
                  <a:lnTo>
                    <a:pt x="893" y="15630"/>
                  </a:lnTo>
                  <a:cubicBezTo>
                    <a:pt x="661" y="15630"/>
                    <a:pt x="473" y="15443"/>
                    <a:pt x="473" y="15211"/>
                  </a:cubicBezTo>
                  <a:lnTo>
                    <a:pt x="473" y="11696"/>
                  </a:lnTo>
                  <a:cubicBezTo>
                    <a:pt x="473" y="11464"/>
                    <a:pt x="661" y="11286"/>
                    <a:pt x="893" y="11286"/>
                  </a:cubicBezTo>
                  <a:lnTo>
                    <a:pt x="2240" y="11286"/>
                  </a:lnTo>
                  <a:lnTo>
                    <a:pt x="2240" y="13667"/>
                  </a:lnTo>
                  <a:cubicBezTo>
                    <a:pt x="2240" y="13819"/>
                    <a:pt x="2358" y="13895"/>
                    <a:pt x="2476" y="13895"/>
                  </a:cubicBezTo>
                  <a:cubicBezTo>
                    <a:pt x="2594" y="13895"/>
                    <a:pt x="2713" y="13819"/>
                    <a:pt x="2713" y="13667"/>
                  </a:cubicBezTo>
                  <a:lnTo>
                    <a:pt x="2713" y="11107"/>
                  </a:lnTo>
                  <a:lnTo>
                    <a:pt x="5683" y="7084"/>
                  </a:lnTo>
                  <a:cubicBezTo>
                    <a:pt x="5692" y="7075"/>
                    <a:pt x="5692" y="7075"/>
                    <a:pt x="5692" y="7075"/>
                  </a:cubicBezTo>
                  <a:cubicBezTo>
                    <a:pt x="5806" y="6894"/>
                    <a:pt x="5977" y="6832"/>
                    <a:pt x="6134" y="6832"/>
                  </a:cubicBezTo>
                  <a:close/>
                  <a:moveTo>
                    <a:pt x="5594" y="0"/>
                  </a:moveTo>
                  <a:cubicBezTo>
                    <a:pt x="5032" y="0"/>
                    <a:pt x="4568" y="455"/>
                    <a:pt x="4568" y="1026"/>
                  </a:cubicBezTo>
                  <a:lnTo>
                    <a:pt x="4568" y="7780"/>
                  </a:lnTo>
                  <a:lnTo>
                    <a:pt x="2356" y="10777"/>
                  </a:lnTo>
                  <a:lnTo>
                    <a:pt x="893" y="10777"/>
                  </a:lnTo>
                  <a:cubicBezTo>
                    <a:pt x="402" y="10777"/>
                    <a:pt x="1" y="11178"/>
                    <a:pt x="1" y="11669"/>
                  </a:cubicBezTo>
                  <a:lnTo>
                    <a:pt x="1" y="15211"/>
                  </a:lnTo>
                  <a:cubicBezTo>
                    <a:pt x="1" y="15701"/>
                    <a:pt x="402" y="16103"/>
                    <a:pt x="893" y="16103"/>
                  </a:cubicBezTo>
                  <a:lnTo>
                    <a:pt x="8261" y="16103"/>
                  </a:lnTo>
                  <a:cubicBezTo>
                    <a:pt x="8841" y="16103"/>
                    <a:pt x="9359" y="15737"/>
                    <a:pt x="9564" y="15202"/>
                  </a:cubicBezTo>
                  <a:lnTo>
                    <a:pt x="10875" y="11678"/>
                  </a:lnTo>
                  <a:cubicBezTo>
                    <a:pt x="10929" y="11526"/>
                    <a:pt x="10956" y="11375"/>
                    <a:pt x="10965" y="11214"/>
                  </a:cubicBezTo>
                  <a:lnTo>
                    <a:pt x="15113" y="11214"/>
                  </a:lnTo>
                  <a:cubicBezTo>
                    <a:pt x="15675" y="11214"/>
                    <a:pt x="16139" y="10759"/>
                    <a:pt x="16139" y="10197"/>
                  </a:cubicBezTo>
                  <a:lnTo>
                    <a:pt x="16139" y="3408"/>
                  </a:lnTo>
                  <a:cubicBezTo>
                    <a:pt x="16139" y="3252"/>
                    <a:pt x="16021" y="3174"/>
                    <a:pt x="15902" y="3174"/>
                  </a:cubicBezTo>
                  <a:cubicBezTo>
                    <a:pt x="15784" y="3174"/>
                    <a:pt x="15666" y="3252"/>
                    <a:pt x="15666" y="3408"/>
                  </a:cubicBezTo>
                  <a:lnTo>
                    <a:pt x="15666" y="10599"/>
                  </a:lnTo>
                  <a:cubicBezTo>
                    <a:pt x="15666" y="10679"/>
                    <a:pt x="15595" y="10750"/>
                    <a:pt x="15514" y="10750"/>
                  </a:cubicBezTo>
                  <a:lnTo>
                    <a:pt x="14586" y="10750"/>
                  </a:lnTo>
                  <a:cubicBezTo>
                    <a:pt x="14497" y="9118"/>
                    <a:pt x="13471" y="7681"/>
                    <a:pt x="11973" y="7066"/>
                  </a:cubicBezTo>
                  <a:cubicBezTo>
                    <a:pt x="12668" y="6557"/>
                    <a:pt x="13097" y="5737"/>
                    <a:pt x="13097" y="4853"/>
                  </a:cubicBezTo>
                  <a:cubicBezTo>
                    <a:pt x="13097" y="3337"/>
                    <a:pt x="11866" y="2106"/>
                    <a:pt x="10349" y="2106"/>
                  </a:cubicBezTo>
                  <a:cubicBezTo>
                    <a:pt x="8841" y="2106"/>
                    <a:pt x="7610" y="3337"/>
                    <a:pt x="7610" y="4853"/>
                  </a:cubicBezTo>
                  <a:cubicBezTo>
                    <a:pt x="7610" y="5737"/>
                    <a:pt x="8038" y="6557"/>
                    <a:pt x="8734" y="7066"/>
                  </a:cubicBezTo>
                  <a:cubicBezTo>
                    <a:pt x="8074" y="7342"/>
                    <a:pt x="7485" y="7780"/>
                    <a:pt x="7048" y="8333"/>
                  </a:cubicBezTo>
                  <a:lnTo>
                    <a:pt x="7182" y="7530"/>
                  </a:lnTo>
                  <a:cubicBezTo>
                    <a:pt x="7182" y="7530"/>
                    <a:pt x="7182" y="7521"/>
                    <a:pt x="7182" y="7521"/>
                  </a:cubicBezTo>
                  <a:cubicBezTo>
                    <a:pt x="7244" y="7048"/>
                    <a:pt x="6977" y="6611"/>
                    <a:pt x="6513" y="6432"/>
                  </a:cubicBezTo>
                  <a:cubicBezTo>
                    <a:pt x="6389" y="6386"/>
                    <a:pt x="6263" y="6364"/>
                    <a:pt x="6139" y="6364"/>
                  </a:cubicBezTo>
                  <a:cubicBezTo>
                    <a:pt x="5808" y="6364"/>
                    <a:pt x="5497" y="6524"/>
                    <a:pt x="5309" y="6816"/>
                  </a:cubicBezTo>
                  <a:lnTo>
                    <a:pt x="5041" y="7173"/>
                  </a:lnTo>
                  <a:lnTo>
                    <a:pt x="5041" y="616"/>
                  </a:lnTo>
                  <a:cubicBezTo>
                    <a:pt x="5041" y="536"/>
                    <a:pt x="5112" y="473"/>
                    <a:pt x="5193" y="473"/>
                  </a:cubicBezTo>
                  <a:lnTo>
                    <a:pt x="15113" y="473"/>
                  </a:lnTo>
                  <a:cubicBezTo>
                    <a:pt x="15416" y="473"/>
                    <a:pt x="15666" y="723"/>
                    <a:pt x="15666" y="1026"/>
                  </a:cubicBezTo>
                  <a:lnTo>
                    <a:pt x="15666" y="1945"/>
                  </a:lnTo>
                  <a:cubicBezTo>
                    <a:pt x="15666" y="2088"/>
                    <a:pt x="15773" y="2266"/>
                    <a:pt x="15898" y="2329"/>
                  </a:cubicBezTo>
                  <a:cubicBezTo>
                    <a:pt x="15921" y="2340"/>
                    <a:pt x="15946" y="2346"/>
                    <a:pt x="15970" y="2346"/>
                  </a:cubicBezTo>
                  <a:cubicBezTo>
                    <a:pt x="16057" y="2346"/>
                    <a:pt x="16139" y="2277"/>
                    <a:pt x="16139" y="2186"/>
                  </a:cubicBezTo>
                  <a:lnTo>
                    <a:pt x="16139" y="1026"/>
                  </a:lnTo>
                  <a:cubicBezTo>
                    <a:pt x="16139" y="455"/>
                    <a:pt x="15675" y="0"/>
                    <a:pt x="15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2" name="Google Shape;4362;p70"/>
          <p:cNvGrpSpPr/>
          <p:nvPr/>
        </p:nvGrpSpPr>
        <p:grpSpPr>
          <a:xfrm>
            <a:off x="2057524" y="3256545"/>
            <a:ext cx="368135" cy="363754"/>
            <a:chOff x="1522525" y="2929350"/>
            <a:chExt cx="407500" cy="402650"/>
          </a:xfrm>
        </p:grpSpPr>
        <p:sp>
          <p:nvSpPr>
            <p:cNvPr id="4363" name="Google Shape;4363;p70"/>
            <p:cNvSpPr/>
            <p:nvPr/>
          </p:nvSpPr>
          <p:spPr>
            <a:xfrm>
              <a:off x="1530100" y="2934925"/>
              <a:ext cx="314275" cy="306025"/>
            </a:xfrm>
            <a:custGeom>
              <a:avLst/>
              <a:gdLst/>
              <a:ahLst/>
              <a:cxnLst/>
              <a:rect l="l" t="t" r="r" b="b"/>
              <a:pathLst>
                <a:path w="12571" h="12241" extrusionOk="0">
                  <a:moveTo>
                    <a:pt x="8267" y="0"/>
                  </a:moveTo>
                  <a:cubicBezTo>
                    <a:pt x="8061" y="0"/>
                    <a:pt x="7853" y="24"/>
                    <a:pt x="7646" y="74"/>
                  </a:cubicBezTo>
                  <a:cubicBezTo>
                    <a:pt x="6272" y="413"/>
                    <a:pt x="5371" y="1822"/>
                    <a:pt x="5621" y="3223"/>
                  </a:cubicBezTo>
                  <a:cubicBezTo>
                    <a:pt x="5665" y="3732"/>
                    <a:pt x="6031" y="6747"/>
                    <a:pt x="4024" y="9334"/>
                  </a:cubicBezTo>
                  <a:cubicBezTo>
                    <a:pt x="3177" y="10378"/>
                    <a:pt x="1473" y="11279"/>
                    <a:pt x="1" y="11546"/>
                  </a:cubicBezTo>
                  <a:cubicBezTo>
                    <a:pt x="1" y="11546"/>
                    <a:pt x="1256" y="12240"/>
                    <a:pt x="3318" y="12240"/>
                  </a:cubicBezTo>
                  <a:cubicBezTo>
                    <a:pt x="4081" y="12240"/>
                    <a:pt x="4954" y="12145"/>
                    <a:pt x="5915" y="11885"/>
                  </a:cubicBezTo>
                  <a:cubicBezTo>
                    <a:pt x="9341" y="10966"/>
                    <a:pt x="12044" y="7246"/>
                    <a:pt x="11197" y="3054"/>
                  </a:cubicBezTo>
                  <a:lnTo>
                    <a:pt x="12570" y="1680"/>
                  </a:lnTo>
                  <a:lnTo>
                    <a:pt x="10795" y="1680"/>
                  </a:lnTo>
                  <a:cubicBezTo>
                    <a:pt x="10368" y="660"/>
                    <a:pt x="9349" y="0"/>
                    <a:pt x="8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70"/>
            <p:cNvSpPr/>
            <p:nvPr/>
          </p:nvSpPr>
          <p:spPr>
            <a:xfrm>
              <a:off x="1526300" y="2973775"/>
              <a:ext cx="213475" cy="198575"/>
            </a:xfrm>
            <a:custGeom>
              <a:avLst/>
              <a:gdLst/>
              <a:ahLst/>
              <a:cxnLst/>
              <a:rect l="l" t="t" r="r" b="b"/>
              <a:pathLst>
                <a:path w="8539" h="7943" extrusionOk="0">
                  <a:moveTo>
                    <a:pt x="1063" y="1"/>
                  </a:moveTo>
                  <a:lnTo>
                    <a:pt x="1063" y="1"/>
                  </a:lnTo>
                  <a:cubicBezTo>
                    <a:pt x="1" y="3337"/>
                    <a:pt x="1339" y="7325"/>
                    <a:pt x="4756" y="7896"/>
                  </a:cubicBezTo>
                  <a:cubicBezTo>
                    <a:pt x="4945" y="7927"/>
                    <a:pt x="5135" y="7943"/>
                    <a:pt x="5324" y="7943"/>
                  </a:cubicBezTo>
                  <a:cubicBezTo>
                    <a:pt x="6739" y="7943"/>
                    <a:pt x="8078" y="7070"/>
                    <a:pt x="8306" y="5496"/>
                  </a:cubicBezTo>
                  <a:cubicBezTo>
                    <a:pt x="8538" y="3971"/>
                    <a:pt x="7521" y="2499"/>
                    <a:pt x="5746" y="2436"/>
                  </a:cubicBezTo>
                  <a:cubicBezTo>
                    <a:pt x="2374" y="2338"/>
                    <a:pt x="1063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70"/>
            <p:cNvSpPr/>
            <p:nvPr/>
          </p:nvSpPr>
          <p:spPr>
            <a:xfrm>
              <a:off x="1684425" y="3118225"/>
              <a:ext cx="237325" cy="209825"/>
            </a:xfrm>
            <a:custGeom>
              <a:avLst/>
              <a:gdLst/>
              <a:ahLst/>
              <a:cxnLst/>
              <a:rect l="l" t="t" r="r" b="b"/>
              <a:pathLst>
                <a:path w="9493" h="8393" extrusionOk="0">
                  <a:moveTo>
                    <a:pt x="5942" y="3358"/>
                  </a:moveTo>
                  <a:lnTo>
                    <a:pt x="5461" y="5089"/>
                  </a:lnTo>
                  <a:lnTo>
                    <a:pt x="3596" y="5089"/>
                  </a:lnTo>
                  <a:lnTo>
                    <a:pt x="4078" y="3358"/>
                  </a:lnTo>
                  <a:close/>
                  <a:moveTo>
                    <a:pt x="4326" y="1"/>
                  </a:moveTo>
                  <a:cubicBezTo>
                    <a:pt x="4101" y="1"/>
                    <a:pt x="3896" y="150"/>
                    <a:pt x="3837" y="378"/>
                  </a:cubicBezTo>
                  <a:lnTo>
                    <a:pt x="3302" y="2323"/>
                  </a:lnTo>
                  <a:lnTo>
                    <a:pt x="1268" y="2323"/>
                  </a:lnTo>
                  <a:cubicBezTo>
                    <a:pt x="1036" y="2323"/>
                    <a:pt x="813" y="2475"/>
                    <a:pt x="759" y="2707"/>
                  </a:cubicBezTo>
                  <a:cubicBezTo>
                    <a:pt x="679" y="3055"/>
                    <a:pt x="938" y="3358"/>
                    <a:pt x="1259" y="3358"/>
                  </a:cubicBezTo>
                  <a:lnTo>
                    <a:pt x="3025" y="3358"/>
                  </a:lnTo>
                  <a:lnTo>
                    <a:pt x="2543" y="5089"/>
                  </a:lnTo>
                  <a:lnTo>
                    <a:pt x="590" y="5089"/>
                  </a:lnTo>
                  <a:cubicBezTo>
                    <a:pt x="349" y="5089"/>
                    <a:pt x="135" y="5249"/>
                    <a:pt x="81" y="5481"/>
                  </a:cubicBezTo>
                  <a:cubicBezTo>
                    <a:pt x="1" y="5829"/>
                    <a:pt x="251" y="6132"/>
                    <a:pt x="572" y="6132"/>
                  </a:cubicBezTo>
                  <a:lnTo>
                    <a:pt x="2258" y="6132"/>
                  </a:lnTo>
                  <a:lnTo>
                    <a:pt x="1821" y="7729"/>
                  </a:lnTo>
                  <a:cubicBezTo>
                    <a:pt x="1741" y="8006"/>
                    <a:pt x="1901" y="8291"/>
                    <a:pt x="2178" y="8372"/>
                  </a:cubicBezTo>
                  <a:cubicBezTo>
                    <a:pt x="2223" y="8385"/>
                    <a:pt x="2269" y="8393"/>
                    <a:pt x="2311" y="8393"/>
                  </a:cubicBezTo>
                  <a:cubicBezTo>
                    <a:pt x="2327" y="8393"/>
                    <a:pt x="2342" y="8392"/>
                    <a:pt x="2356" y="8389"/>
                  </a:cubicBezTo>
                  <a:cubicBezTo>
                    <a:pt x="2561" y="8372"/>
                    <a:pt x="2749" y="8229"/>
                    <a:pt x="2811" y="8006"/>
                  </a:cubicBezTo>
                  <a:lnTo>
                    <a:pt x="3320" y="6132"/>
                  </a:lnTo>
                  <a:lnTo>
                    <a:pt x="5175" y="6132"/>
                  </a:lnTo>
                  <a:lnTo>
                    <a:pt x="4738" y="7729"/>
                  </a:lnTo>
                  <a:cubicBezTo>
                    <a:pt x="4658" y="8006"/>
                    <a:pt x="4818" y="8291"/>
                    <a:pt x="5095" y="8372"/>
                  </a:cubicBezTo>
                  <a:cubicBezTo>
                    <a:pt x="5134" y="8385"/>
                    <a:pt x="5178" y="8393"/>
                    <a:pt x="5223" y="8393"/>
                  </a:cubicBezTo>
                  <a:cubicBezTo>
                    <a:pt x="5240" y="8393"/>
                    <a:pt x="5257" y="8392"/>
                    <a:pt x="5273" y="8389"/>
                  </a:cubicBezTo>
                  <a:cubicBezTo>
                    <a:pt x="5479" y="8372"/>
                    <a:pt x="5666" y="8229"/>
                    <a:pt x="5719" y="8006"/>
                  </a:cubicBezTo>
                  <a:lnTo>
                    <a:pt x="6237" y="6132"/>
                  </a:lnTo>
                  <a:lnTo>
                    <a:pt x="8289" y="6132"/>
                  </a:lnTo>
                  <a:cubicBezTo>
                    <a:pt x="8521" y="6132"/>
                    <a:pt x="8744" y="5972"/>
                    <a:pt x="8797" y="5740"/>
                  </a:cubicBezTo>
                  <a:cubicBezTo>
                    <a:pt x="8877" y="5401"/>
                    <a:pt x="8619" y="5089"/>
                    <a:pt x="8298" y="5089"/>
                  </a:cubicBezTo>
                  <a:lnTo>
                    <a:pt x="6522" y="5089"/>
                  </a:lnTo>
                  <a:lnTo>
                    <a:pt x="6995" y="3358"/>
                  </a:lnTo>
                  <a:lnTo>
                    <a:pt x="8984" y="3358"/>
                  </a:lnTo>
                  <a:cubicBezTo>
                    <a:pt x="9261" y="3358"/>
                    <a:pt x="9493" y="3126"/>
                    <a:pt x="9493" y="2840"/>
                  </a:cubicBezTo>
                  <a:cubicBezTo>
                    <a:pt x="9493" y="2555"/>
                    <a:pt x="9261" y="2323"/>
                    <a:pt x="8984" y="2323"/>
                  </a:cubicBezTo>
                  <a:lnTo>
                    <a:pt x="7281" y="2323"/>
                  </a:lnTo>
                  <a:lnTo>
                    <a:pt x="7736" y="664"/>
                  </a:lnTo>
                  <a:cubicBezTo>
                    <a:pt x="7816" y="387"/>
                    <a:pt x="7655" y="93"/>
                    <a:pt x="7379" y="21"/>
                  </a:cubicBezTo>
                  <a:cubicBezTo>
                    <a:pt x="7332" y="7"/>
                    <a:pt x="7285" y="1"/>
                    <a:pt x="7238" y="1"/>
                  </a:cubicBezTo>
                  <a:cubicBezTo>
                    <a:pt x="7018" y="1"/>
                    <a:pt x="6812" y="150"/>
                    <a:pt x="6745" y="378"/>
                  </a:cubicBezTo>
                  <a:lnTo>
                    <a:pt x="6219" y="2323"/>
                  </a:lnTo>
                  <a:lnTo>
                    <a:pt x="4372" y="2323"/>
                  </a:lnTo>
                  <a:lnTo>
                    <a:pt x="4827" y="664"/>
                  </a:lnTo>
                  <a:cubicBezTo>
                    <a:pt x="4899" y="387"/>
                    <a:pt x="4738" y="93"/>
                    <a:pt x="4470" y="21"/>
                  </a:cubicBezTo>
                  <a:cubicBezTo>
                    <a:pt x="4422" y="7"/>
                    <a:pt x="4374" y="1"/>
                    <a:pt x="43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70"/>
            <p:cNvSpPr/>
            <p:nvPr/>
          </p:nvSpPr>
          <p:spPr>
            <a:xfrm>
              <a:off x="1768075" y="3196575"/>
              <a:ext cx="71175" cy="55350"/>
            </a:xfrm>
            <a:custGeom>
              <a:avLst/>
              <a:gdLst/>
              <a:ahLst/>
              <a:cxnLst/>
              <a:rect l="l" t="t" r="r" b="b"/>
              <a:pathLst>
                <a:path w="2847" h="2214" extrusionOk="0">
                  <a:moveTo>
                    <a:pt x="2284" y="474"/>
                  </a:moveTo>
                  <a:lnTo>
                    <a:pt x="1936" y="1740"/>
                  </a:lnTo>
                  <a:lnTo>
                    <a:pt x="562" y="1740"/>
                  </a:lnTo>
                  <a:lnTo>
                    <a:pt x="919" y="474"/>
                  </a:lnTo>
                  <a:close/>
                  <a:moveTo>
                    <a:pt x="732" y="1"/>
                  </a:moveTo>
                  <a:cubicBezTo>
                    <a:pt x="625" y="1"/>
                    <a:pt x="536" y="72"/>
                    <a:pt x="509" y="179"/>
                  </a:cubicBezTo>
                  <a:lnTo>
                    <a:pt x="27" y="1910"/>
                  </a:lnTo>
                  <a:cubicBezTo>
                    <a:pt x="0" y="2088"/>
                    <a:pt x="81" y="2187"/>
                    <a:pt x="259" y="2213"/>
                  </a:cubicBezTo>
                  <a:lnTo>
                    <a:pt x="2115" y="2213"/>
                  </a:lnTo>
                  <a:cubicBezTo>
                    <a:pt x="2222" y="2213"/>
                    <a:pt x="2311" y="2142"/>
                    <a:pt x="2338" y="2035"/>
                  </a:cubicBezTo>
                  <a:lnTo>
                    <a:pt x="2819" y="304"/>
                  </a:lnTo>
                  <a:cubicBezTo>
                    <a:pt x="2846" y="126"/>
                    <a:pt x="2766" y="28"/>
                    <a:pt x="25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70"/>
            <p:cNvSpPr/>
            <p:nvPr/>
          </p:nvSpPr>
          <p:spPr>
            <a:xfrm>
              <a:off x="1522525" y="2929350"/>
              <a:ext cx="407500" cy="402650"/>
            </a:xfrm>
            <a:custGeom>
              <a:avLst/>
              <a:gdLst/>
              <a:ahLst/>
              <a:cxnLst/>
              <a:rect l="l" t="t" r="r" b="b"/>
              <a:pathLst>
                <a:path w="16300" h="16106" extrusionOk="0">
                  <a:moveTo>
                    <a:pt x="8586" y="475"/>
                  </a:moveTo>
                  <a:cubicBezTo>
                    <a:pt x="9566" y="475"/>
                    <a:pt x="10489" y="1071"/>
                    <a:pt x="10884" y="2010"/>
                  </a:cubicBezTo>
                  <a:cubicBezTo>
                    <a:pt x="10920" y="2099"/>
                    <a:pt x="11009" y="2152"/>
                    <a:pt x="11107" y="2152"/>
                  </a:cubicBezTo>
                  <a:lnTo>
                    <a:pt x="12302" y="2152"/>
                  </a:lnTo>
                  <a:lnTo>
                    <a:pt x="11330" y="3125"/>
                  </a:lnTo>
                  <a:cubicBezTo>
                    <a:pt x="11277" y="3187"/>
                    <a:pt x="11259" y="3268"/>
                    <a:pt x="11268" y="3339"/>
                  </a:cubicBezTo>
                  <a:cubicBezTo>
                    <a:pt x="11544" y="4713"/>
                    <a:pt x="11437" y="6104"/>
                    <a:pt x="10964" y="7389"/>
                  </a:cubicBezTo>
                  <a:cubicBezTo>
                    <a:pt x="10913" y="7379"/>
                    <a:pt x="10862" y="7374"/>
                    <a:pt x="10810" y="7374"/>
                  </a:cubicBezTo>
                  <a:cubicBezTo>
                    <a:pt x="10681" y="7374"/>
                    <a:pt x="10553" y="7406"/>
                    <a:pt x="10438" y="7469"/>
                  </a:cubicBezTo>
                  <a:cubicBezTo>
                    <a:pt x="10260" y="7568"/>
                    <a:pt x="10135" y="7728"/>
                    <a:pt x="10081" y="7915"/>
                  </a:cubicBezTo>
                  <a:lnTo>
                    <a:pt x="9599" y="9655"/>
                  </a:lnTo>
                  <a:lnTo>
                    <a:pt x="7744" y="9655"/>
                  </a:lnTo>
                  <a:cubicBezTo>
                    <a:pt x="7414" y="9655"/>
                    <a:pt x="7075" y="9914"/>
                    <a:pt x="7003" y="10244"/>
                  </a:cubicBezTo>
                  <a:cubicBezTo>
                    <a:pt x="6896" y="10734"/>
                    <a:pt x="7271" y="11163"/>
                    <a:pt x="7735" y="11163"/>
                  </a:cubicBezTo>
                  <a:lnTo>
                    <a:pt x="7869" y="11163"/>
                  </a:lnTo>
                  <a:cubicBezTo>
                    <a:pt x="7324" y="11493"/>
                    <a:pt x="6754" y="11743"/>
                    <a:pt x="6156" y="11903"/>
                  </a:cubicBezTo>
                  <a:cubicBezTo>
                    <a:pt x="5331" y="12126"/>
                    <a:pt x="4465" y="12251"/>
                    <a:pt x="3603" y="12251"/>
                  </a:cubicBezTo>
                  <a:cubicBezTo>
                    <a:pt x="2741" y="12251"/>
                    <a:pt x="1883" y="12126"/>
                    <a:pt x="1071" y="11850"/>
                  </a:cubicBezTo>
                  <a:cubicBezTo>
                    <a:pt x="2391" y="11457"/>
                    <a:pt x="3694" y="10681"/>
                    <a:pt x="4434" y="9825"/>
                  </a:cubicBezTo>
                  <a:cubicBezTo>
                    <a:pt x="4577" y="9860"/>
                    <a:pt x="4720" y="9887"/>
                    <a:pt x="4871" y="9914"/>
                  </a:cubicBezTo>
                  <a:cubicBezTo>
                    <a:pt x="5066" y="9946"/>
                    <a:pt x="5262" y="9962"/>
                    <a:pt x="5456" y="9962"/>
                  </a:cubicBezTo>
                  <a:cubicBezTo>
                    <a:pt x="7014" y="9962"/>
                    <a:pt x="8452" y="8935"/>
                    <a:pt x="8698" y="7309"/>
                  </a:cubicBezTo>
                  <a:cubicBezTo>
                    <a:pt x="8939" y="5694"/>
                    <a:pt x="7824" y="4204"/>
                    <a:pt x="6200" y="4008"/>
                  </a:cubicBezTo>
                  <a:cubicBezTo>
                    <a:pt x="6192" y="3812"/>
                    <a:pt x="6192" y="3616"/>
                    <a:pt x="6156" y="3419"/>
                  </a:cubicBezTo>
                  <a:cubicBezTo>
                    <a:pt x="5924" y="2144"/>
                    <a:pt x="6754" y="850"/>
                    <a:pt x="8002" y="547"/>
                  </a:cubicBezTo>
                  <a:cubicBezTo>
                    <a:pt x="8197" y="498"/>
                    <a:pt x="8393" y="475"/>
                    <a:pt x="8586" y="475"/>
                  </a:cubicBezTo>
                  <a:close/>
                  <a:moveTo>
                    <a:pt x="8576" y="0"/>
                  </a:moveTo>
                  <a:cubicBezTo>
                    <a:pt x="8349" y="0"/>
                    <a:pt x="8121" y="27"/>
                    <a:pt x="7895" y="83"/>
                  </a:cubicBezTo>
                  <a:cubicBezTo>
                    <a:pt x="7173" y="261"/>
                    <a:pt x="6539" y="716"/>
                    <a:pt x="6129" y="1359"/>
                  </a:cubicBezTo>
                  <a:cubicBezTo>
                    <a:pt x="5710" y="2001"/>
                    <a:pt x="5558" y="2759"/>
                    <a:pt x="5683" y="3491"/>
                  </a:cubicBezTo>
                  <a:cubicBezTo>
                    <a:pt x="5701" y="3660"/>
                    <a:pt x="5719" y="3821"/>
                    <a:pt x="5728" y="3981"/>
                  </a:cubicBezTo>
                  <a:cubicBezTo>
                    <a:pt x="4461" y="3910"/>
                    <a:pt x="3364" y="3508"/>
                    <a:pt x="2454" y="2795"/>
                  </a:cubicBezTo>
                  <a:cubicBezTo>
                    <a:pt x="1740" y="2233"/>
                    <a:pt x="1419" y="1671"/>
                    <a:pt x="1419" y="1671"/>
                  </a:cubicBezTo>
                  <a:cubicBezTo>
                    <a:pt x="1374" y="1590"/>
                    <a:pt x="1295" y="1551"/>
                    <a:pt x="1216" y="1551"/>
                  </a:cubicBezTo>
                  <a:cubicBezTo>
                    <a:pt x="1120" y="1551"/>
                    <a:pt x="1025" y="1608"/>
                    <a:pt x="991" y="1715"/>
                  </a:cubicBezTo>
                  <a:cubicBezTo>
                    <a:pt x="616" y="2875"/>
                    <a:pt x="518" y="4124"/>
                    <a:pt x="723" y="5319"/>
                  </a:cubicBezTo>
                  <a:cubicBezTo>
                    <a:pt x="742" y="5451"/>
                    <a:pt x="841" y="5511"/>
                    <a:pt x="943" y="5511"/>
                  </a:cubicBezTo>
                  <a:cubicBezTo>
                    <a:pt x="1075" y="5511"/>
                    <a:pt x="1212" y="5411"/>
                    <a:pt x="1187" y="5239"/>
                  </a:cubicBezTo>
                  <a:cubicBezTo>
                    <a:pt x="1026" y="4285"/>
                    <a:pt x="1071" y="3285"/>
                    <a:pt x="1303" y="2322"/>
                  </a:cubicBezTo>
                  <a:cubicBezTo>
                    <a:pt x="1490" y="2554"/>
                    <a:pt x="1767" y="2848"/>
                    <a:pt x="2141" y="3152"/>
                  </a:cubicBezTo>
                  <a:cubicBezTo>
                    <a:pt x="2855" y="3714"/>
                    <a:pt x="4077" y="4401"/>
                    <a:pt x="5888" y="4463"/>
                  </a:cubicBezTo>
                  <a:cubicBezTo>
                    <a:pt x="7360" y="4508"/>
                    <a:pt x="8449" y="5774"/>
                    <a:pt x="8226" y="7246"/>
                  </a:cubicBezTo>
                  <a:cubicBezTo>
                    <a:pt x="8020" y="8633"/>
                    <a:pt x="6786" y="9491"/>
                    <a:pt x="5451" y="9491"/>
                  </a:cubicBezTo>
                  <a:cubicBezTo>
                    <a:pt x="5282" y="9491"/>
                    <a:pt x="5112" y="9478"/>
                    <a:pt x="4943" y="9450"/>
                  </a:cubicBezTo>
                  <a:cubicBezTo>
                    <a:pt x="3337" y="9182"/>
                    <a:pt x="2115" y="8103"/>
                    <a:pt x="1490" y="6417"/>
                  </a:cubicBezTo>
                  <a:cubicBezTo>
                    <a:pt x="1451" y="6308"/>
                    <a:pt x="1367" y="6263"/>
                    <a:pt x="1281" y="6263"/>
                  </a:cubicBezTo>
                  <a:cubicBezTo>
                    <a:pt x="1134" y="6263"/>
                    <a:pt x="982" y="6397"/>
                    <a:pt x="1044" y="6577"/>
                  </a:cubicBezTo>
                  <a:cubicBezTo>
                    <a:pt x="1374" y="7452"/>
                    <a:pt x="1847" y="8183"/>
                    <a:pt x="2471" y="8754"/>
                  </a:cubicBezTo>
                  <a:cubicBezTo>
                    <a:pt x="2909" y="9155"/>
                    <a:pt x="3399" y="9459"/>
                    <a:pt x="3943" y="9664"/>
                  </a:cubicBezTo>
                  <a:cubicBezTo>
                    <a:pt x="3105" y="10538"/>
                    <a:pt x="1615" y="11314"/>
                    <a:pt x="259" y="11564"/>
                  </a:cubicBezTo>
                  <a:cubicBezTo>
                    <a:pt x="45" y="11600"/>
                    <a:pt x="0" y="11894"/>
                    <a:pt x="188" y="12001"/>
                  </a:cubicBezTo>
                  <a:cubicBezTo>
                    <a:pt x="1148" y="12532"/>
                    <a:pt x="2300" y="12742"/>
                    <a:pt x="3454" y="12742"/>
                  </a:cubicBezTo>
                  <a:cubicBezTo>
                    <a:pt x="4433" y="12742"/>
                    <a:pt x="5413" y="12591"/>
                    <a:pt x="6281" y="12358"/>
                  </a:cubicBezTo>
                  <a:cubicBezTo>
                    <a:pt x="7146" y="12126"/>
                    <a:pt x="7967" y="11725"/>
                    <a:pt x="8716" y="11163"/>
                  </a:cubicBezTo>
                  <a:lnTo>
                    <a:pt x="9189" y="11163"/>
                  </a:lnTo>
                  <a:lnTo>
                    <a:pt x="8841" y="12429"/>
                  </a:lnTo>
                  <a:lnTo>
                    <a:pt x="7066" y="12429"/>
                  </a:lnTo>
                  <a:cubicBezTo>
                    <a:pt x="6629" y="12429"/>
                    <a:pt x="6281" y="12786"/>
                    <a:pt x="6307" y="13223"/>
                  </a:cubicBezTo>
                  <a:cubicBezTo>
                    <a:pt x="6334" y="13607"/>
                    <a:pt x="6655" y="13910"/>
                    <a:pt x="7048" y="13910"/>
                  </a:cubicBezTo>
                  <a:lnTo>
                    <a:pt x="8422" y="13910"/>
                  </a:lnTo>
                  <a:lnTo>
                    <a:pt x="8065" y="15186"/>
                  </a:lnTo>
                  <a:cubicBezTo>
                    <a:pt x="7914" y="15737"/>
                    <a:pt x="8384" y="16105"/>
                    <a:pt x="8835" y="16105"/>
                  </a:cubicBezTo>
                  <a:cubicBezTo>
                    <a:pt x="9128" y="16105"/>
                    <a:pt x="9412" y="15950"/>
                    <a:pt x="9510" y="15588"/>
                  </a:cubicBezTo>
                  <a:lnTo>
                    <a:pt x="9974" y="13910"/>
                  </a:lnTo>
                  <a:lnTo>
                    <a:pt x="11339" y="13910"/>
                  </a:lnTo>
                  <a:lnTo>
                    <a:pt x="10982" y="15186"/>
                  </a:lnTo>
                  <a:cubicBezTo>
                    <a:pt x="10831" y="15737"/>
                    <a:pt x="11298" y="16105"/>
                    <a:pt x="11748" y="16105"/>
                  </a:cubicBezTo>
                  <a:cubicBezTo>
                    <a:pt x="12040" y="16105"/>
                    <a:pt x="12325" y="15950"/>
                    <a:pt x="12427" y="15588"/>
                  </a:cubicBezTo>
                  <a:lnTo>
                    <a:pt x="12891" y="13910"/>
                  </a:lnTo>
                  <a:lnTo>
                    <a:pt x="13284" y="13910"/>
                  </a:lnTo>
                  <a:cubicBezTo>
                    <a:pt x="13587" y="13910"/>
                    <a:pt x="13587" y="13438"/>
                    <a:pt x="13284" y="13438"/>
                  </a:cubicBezTo>
                  <a:lnTo>
                    <a:pt x="12713" y="13438"/>
                  </a:lnTo>
                  <a:cubicBezTo>
                    <a:pt x="12606" y="13438"/>
                    <a:pt x="12508" y="13509"/>
                    <a:pt x="12481" y="13607"/>
                  </a:cubicBezTo>
                  <a:lnTo>
                    <a:pt x="11972" y="15463"/>
                  </a:lnTo>
                  <a:cubicBezTo>
                    <a:pt x="11937" y="15588"/>
                    <a:pt x="11834" y="15643"/>
                    <a:pt x="11726" y="15643"/>
                  </a:cubicBezTo>
                  <a:cubicBezTo>
                    <a:pt x="11559" y="15643"/>
                    <a:pt x="11383" y="15512"/>
                    <a:pt x="11437" y="15311"/>
                  </a:cubicBezTo>
                  <a:lnTo>
                    <a:pt x="11874" y="13732"/>
                  </a:lnTo>
                  <a:cubicBezTo>
                    <a:pt x="11901" y="13562"/>
                    <a:pt x="11821" y="13455"/>
                    <a:pt x="11651" y="13438"/>
                  </a:cubicBezTo>
                  <a:lnTo>
                    <a:pt x="9751" y="13438"/>
                  </a:lnTo>
                  <a:cubicBezTo>
                    <a:pt x="9653" y="13438"/>
                    <a:pt x="9555" y="13500"/>
                    <a:pt x="9528" y="13607"/>
                  </a:cubicBezTo>
                  <a:lnTo>
                    <a:pt x="9037" y="15400"/>
                  </a:lnTo>
                  <a:cubicBezTo>
                    <a:pt x="9002" y="15522"/>
                    <a:pt x="8902" y="15575"/>
                    <a:pt x="8798" y="15575"/>
                  </a:cubicBezTo>
                  <a:cubicBezTo>
                    <a:pt x="8636" y="15575"/>
                    <a:pt x="8466" y="15448"/>
                    <a:pt x="8520" y="15257"/>
                  </a:cubicBezTo>
                  <a:lnTo>
                    <a:pt x="8939" y="13723"/>
                  </a:lnTo>
                  <a:cubicBezTo>
                    <a:pt x="8966" y="13554"/>
                    <a:pt x="8886" y="13455"/>
                    <a:pt x="8716" y="13438"/>
                  </a:cubicBezTo>
                  <a:lnTo>
                    <a:pt x="7101" y="13438"/>
                  </a:lnTo>
                  <a:cubicBezTo>
                    <a:pt x="6959" y="13438"/>
                    <a:pt x="6834" y="13330"/>
                    <a:pt x="6825" y="13188"/>
                  </a:cubicBezTo>
                  <a:cubicBezTo>
                    <a:pt x="6816" y="13027"/>
                    <a:pt x="6932" y="12902"/>
                    <a:pt x="7093" y="12902"/>
                  </a:cubicBezTo>
                  <a:lnTo>
                    <a:pt x="9019" y="12902"/>
                  </a:lnTo>
                  <a:cubicBezTo>
                    <a:pt x="9127" y="12902"/>
                    <a:pt x="9216" y="12831"/>
                    <a:pt x="9243" y="12724"/>
                  </a:cubicBezTo>
                  <a:lnTo>
                    <a:pt x="9724" y="10993"/>
                  </a:lnTo>
                  <a:cubicBezTo>
                    <a:pt x="9751" y="10815"/>
                    <a:pt x="9671" y="10717"/>
                    <a:pt x="9501" y="10690"/>
                  </a:cubicBezTo>
                  <a:lnTo>
                    <a:pt x="7744" y="10690"/>
                  </a:lnTo>
                  <a:cubicBezTo>
                    <a:pt x="7610" y="10690"/>
                    <a:pt x="7494" y="10610"/>
                    <a:pt x="7467" y="10476"/>
                  </a:cubicBezTo>
                  <a:cubicBezTo>
                    <a:pt x="7423" y="10297"/>
                    <a:pt x="7556" y="10128"/>
                    <a:pt x="7735" y="10128"/>
                  </a:cubicBezTo>
                  <a:lnTo>
                    <a:pt x="9778" y="10128"/>
                  </a:lnTo>
                  <a:cubicBezTo>
                    <a:pt x="9885" y="10128"/>
                    <a:pt x="9983" y="10056"/>
                    <a:pt x="10010" y="9949"/>
                  </a:cubicBezTo>
                  <a:lnTo>
                    <a:pt x="10536" y="7987"/>
                  </a:lnTo>
                  <a:cubicBezTo>
                    <a:pt x="10575" y="7849"/>
                    <a:pt x="10682" y="7790"/>
                    <a:pt x="10792" y="7790"/>
                  </a:cubicBezTo>
                  <a:cubicBezTo>
                    <a:pt x="10959" y="7790"/>
                    <a:pt x="11131" y="7928"/>
                    <a:pt x="11071" y="8138"/>
                  </a:cubicBezTo>
                  <a:lnTo>
                    <a:pt x="10616" y="9816"/>
                  </a:lnTo>
                  <a:cubicBezTo>
                    <a:pt x="10599" y="10003"/>
                    <a:pt x="10670" y="10101"/>
                    <a:pt x="10848" y="10128"/>
                  </a:cubicBezTo>
                  <a:lnTo>
                    <a:pt x="12659" y="10128"/>
                  </a:lnTo>
                  <a:cubicBezTo>
                    <a:pt x="12766" y="10128"/>
                    <a:pt x="12856" y="10056"/>
                    <a:pt x="12882" y="9949"/>
                  </a:cubicBezTo>
                  <a:lnTo>
                    <a:pt x="13435" y="7987"/>
                  </a:lnTo>
                  <a:cubicBezTo>
                    <a:pt x="13474" y="7845"/>
                    <a:pt x="13584" y="7783"/>
                    <a:pt x="13696" y="7783"/>
                  </a:cubicBezTo>
                  <a:cubicBezTo>
                    <a:pt x="13865" y="7783"/>
                    <a:pt x="14039" y="7924"/>
                    <a:pt x="13980" y="8138"/>
                  </a:cubicBezTo>
                  <a:lnTo>
                    <a:pt x="13516" y="9816"/>
                  </a:lnTo>
                  <a:cubicBezTo>
                    <a:pt x="13489" y="10003"/>
                    <a:pt x="13569" y="10101"/>
                    <a:pt x="13748" y="10128"/>
                  </a:cubicBezTo>
                  <a:lnTo>
                    <a:pt x="15487" y="10128"/>
                  </a:lnTo>
                  <a:cubicBezTo>
                    <a:pt x="15612" y="10128"/>
                    <a:pt x="15719" y="10199"/>
                    <a:pt x="15764" y="10315"/>
                  </a:cubicBezTo>
                  <a:cubicBezTo>
                    <a:pt x="15817" y="10511"/>
                    <a:pt x="15675" y="10690"/>
                    <a:pt x="15487" y="10690"/>
                  </a:cubicBezTo>
                  <a:lnTo>
                    <a:pt x="13471" y="10690"/>
                  </a:lnTo>
                  <a:cubicBezTo>
                    <a:pt x="13373" y="10690"/>
                    <a:pt x="13275" y="10761"/>
                    <a:pt x="13248" y="10868"/>
                  </a:cubicBezTo>
                  <a:lnTo>
                    <a:pt x="12766" y="12599"/>
                  </a:lnTo>
                  <a:cubicBezTo>
                    <a:pt x="12740" y="12777"/>
                    <a:pt x="12820" y="12876"/>
                    <a:pt x="12998" y="12902"/>
                  </a:cubicBezTo>
                  <a:lnTo>
                    <a:pt x="14765" y="12902"/>
                  </a:lnTo>
                  <a:cubicBezTo>
                    <a:pt x="14907" y="12902"/>
                    <a:pt x="15032" y="13009"/>
                    <a:pt x="15041" y="13152"/>
                  </a:cubicBezTo>
                  <a:cubicBezTo>
                    <a:pt x="15059" y="13304"/>
                    <a:pt x="14934" y="13438"/>
                    <a:pt x="14774" y="13438"/>
                  </a:cubicBezTo>
                  <a:lnTo>
                    <a:pt x="14524" y="13438"/>
                  </a:lnTo>
                  <a:cubicBezTo>
                    <a:pt x="14220" y="13438"/>
                    <a:pt x="14220" y="13910"/>
                    <a:pt x="14524" y="13910"/>
                  </a:cubicBezTo>
                  <a:lnTo>
                    <a:pt x="14756" y="13910"/>
                  </a:lnTo>
                  <a:cubicBezTo>
                    <a:pt x="15193" y="13910"/>
                    <a:pt x="15550" y="13554"/>
                    <a:pt x="15514" y="13116"/>
                  </a:cubicBezTo>
                  <a:cubicBezTo>
                    <a:pt x="15487" y="12733"/>
                    <a:pt x="15166" y="12429"/>
                    <a:pt x="14774" y="12429"/>
                  </a:cubicBezTo>
                  <a:lnTo>
                    <a:pt x="13302" y="12429"/>
                  </a:lnTo>
                  <a:lnTo>
                    <a:pt x="13658" y="11163"/>
                  </a:lnTo>
                  <a:lnTo>
                    <a:pt x="15443" y="11163"/>
                  </a:lnTo>
                  <a:cubicBezTo>
                    <a:pt x="15782" y="11163"/>
                    <a:pt x="16121" y="10904"/>
                    <a:pt x="16192" y="10583"/>
                  </a:cubicBezTo>
                  <a:cubicBezTo>
                    <a:pt x="16299" y="10092"/>
                    <a:pt x="15924" y="9655"/>
                    <a:pt x="15452" y="9655"/>
                  </a:cubicBezTo>
                  <a:lnTo>
                    <a:pt x="14069" y="9655"/>
                  </a:lnTo>
                  <a:lnTo>
                    <a:pt x="14435" y="8317"/>
                  </a:lnTo>
                  <a:cubicBezTo>
                    <a:pt x="14591" y="7757"/>
                    <a:pt x="14129" y="7389"/>
                    <a:pt x="13682" y="7389"/>
                  </a:cubicBezTo>
                  <a:cubicBezTo>
                    <a:pt x="13389" y="7389"/>
                    <a:pt x="13101" y="7548"/>
                    <a:pt x="12998" y="7915"/>
                  </a:cubicBezTo>
                  <a:lnTo>
                    <a:pt x="12517" y="9655"/>
                  </a:lnTo>
                  <a:lnTo>
                    <a:pt x="11161" y="9655"/>
                  </a:lnTo>
                  <a:lnTo>
                    <a:pt x="11526" y="8317"/>
                  </a:lnTo>
                  <a:cubicBezTo>
                    <a:pt x="11598" y="8076"/>
                    <a:pt x="11535" y="7817"/>
                    <a:pt x="11384" y="7639"/>
                  </a:cubicBezTo>
                  <a:cubicBezTo>
                    <a:pt x="11901" y="6283"/>
                    <a:pt x="12026" y="4820"/>
                    <a:pt x="11758" y="3375"/>
                  </a:cubicBezTo>
                  <a:lnTo>
                    <a:pt x="13034" y="2081"/>
                  </a:lnTo>
                  <a:cubicBezTo>
                    <a:pt x="13186" y="1938"/>
                    <a:pt x="13079" y="1680"/>
                    <a:pt x="12864" y="1680"/>
                  </a:cubicBezTo>
                  <a:lnTo>
                    <a:pt x="11259" y="1680"/>
                  </a:lnTo>
                  <a:cubicBezTo>
                    <a:pt x="10754" y="649"/>
                    <a:pt x="9689" y="0"/>
                    <a:pt x="8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8" name="Google Shape;4368;p70"/>
          <p:cNvGrpSpPr/>
          <p:nvPr/>
        </p:nvGrpSpPr>
        <p:grpSpPr>
          <a:xfrm>
            <a:off x="5583120" y="2159220"/>
            <a:ext cx="386797" cy="386797"/>
            <a:chOff x="5539225" y="1680900"/>
            <a:chExt cx="403250" cy="403250"/>
          </a:xfrm>
        </p:grpSpPr>
        <p:sp>
          <p:nvSpPr>
            <p:cNvPr id="4369" name="Google Shape;4369;p70"/>
            <p:cNvSpPr/>
            <p:nvPr/>
          </p:nvSpPr>
          <p:spPr>
            <a:xfrm>
              <a:off x="5545025" y="1686700"/>
              <a:ext cx="391650" cy="391650"/>
            </a:xfrm>
            <a:custGeom>
              <a:avLst/>
              <a:gdLst/>
              <a:ahLst/>
              <a:cxnLst/>
              <a:rect l="l" t="t" r="r" b="b"/>
              <a:pathLst>
                <a:path w="15666" h="15666" extrusionOk="0">
                  <a:moveTo>
                    <a:pt x="7833" y="1"/>
                  </a:moveTo>
                  <a:cubicBezTo>
                    <a:pt x="3506" y="1"/>
                    <a:pt x="0" y="3507"/>
                    <a:pt x="0" y="7833"/>
                  </a:cubicBezTo>
                  <a:cubicBezTo>
                    <a:pt x="0" y="12160"/>
                    <a:pt x="3506" y="15666"/>
                    <a:pt x="7833" y="15666"/>
                  </a:cubicBezTo>
                  <a:cubicBezTo>
                    <a:pt x="12160" y="15666"/>
                    <a:pt x="15666" y="12160"/>
                    <a:pt x="15666" y="7833"/>
                  </a:cubicBezTo>
                  <a:cubicBezTo>
                    <a:pt x="15666" y="3507"/>
                    <a:pt x="12160" y="1"/>
                    <a:pt x="78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70"/>
            <p:cNvSpPr/>
            <p:nvPr/>
          </p:nvSpPr>
          <p:spPr>
            <a:xfrm>
              <a:off x="5583600" y="1725300"/>
              <a:ext cx="314500" cy="314475"/>
            </a:xfrm>
            <a:custGeom>
              <a:avLst/>
              <a:gdLst/>
              <a:ahLst/>
              <a:cxnLst/>
              <a:rect l="l" t="t" r="r" b="b"/>
              <a:pathLst>
                <a:path w="12580" h="12579" extrusionOk="0">
                  <a:moveTo>
                    <a:pt x="6290" y="0"/>
                  </a:moveTo>
                  <a:cubicBezTo>
                    <a:pt x="2820" y="0"/>
                    <a:pt x="1" y="2819"/>
                    <a:pt x="1" y="6289"/>
                  </a:cubicBezTo>
                  <a:cubicBezTo>
                    <a:pt x="1" y="9769"/>
                    <a:pt x="2820" y="12579"/>
                    <a:pt x="6290" y="12579"/>
                  </a:cubicBezTo>
                  <a:cubicBezTo>
                    <a:pt x="9769" y="12579"/>
                    <a:pt x="12579" y="9769"/>
                    <a:pt x="12579" y="6289"/>
                  </a:cubicBezTo>
                  <a:cubicBezTo>
                    <a:pt x="12579" y="2819"/>
                    <a:pt x="9769" y="0"/>
                    <a:pt x="62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70"/>
            <p:cNvSpPr/>
            <p:nvPr/>
          </p:nvSpPr>
          <p:spPr>
            <a:xfrm>
              <a:off x="5636225" y="1777475"/>
              <a:ext cx="209900" cy="210375"/>
            </a:xfrm>
            <a:custGeom>
              <a:avLst/>
              <a:gdLst/>
              <a:ahLst/>
              <a:cxnLst/>
              <a:rect l="l" t="t" r="r" b="b"/>
              <a:pathLst>
                <a:path w="8396" h="8415" extrusionOk="0">
                  <a:moveTo>
                    <a:pt x="4161" y="0"/>
                  </a:moveTo>
                  <a:cubicBezTo>
                    <a:pt x="2686" y="0"/>
                    <a:pt x="1491" y="1207"/>
                    <a:pt x="1491" y="2686"/>
                  </a:cubicBezTo>
                  <a:lnTo>
                    <a:pt x="1491" y="3292"/>
                  </a:lnTo>
                  <a:lnTo>
                    <a:pt x="964" y="2820"/>
                  </a:lnTo>
                  <a:cubicBezTo>
                    <a:pt x="855" y="2726"/>
                    <a:pt x="719" y="2679"/>
                    <a:pt x="586" y="2679"/>
                  </a:cubicBezTo>
                  <a:cubicBezTo>
                    <a:pt x="427" y="2679"/>
                    <a:pt x="272" y="2746"/>
                    <a:pt x="170" y="2882"/>
                  </a:cubicBezTo>
                  <a:cubicBezTo>
                    <a:pt x="1" y="3105"/>
                    <a:pt x="28" y="3417"/>
                    <a:pt x="233" y="3605"/>
                  </a:cubicBezTo>
                  <a:lnTo>
                    <a:pt x="1491" y="4738"/>
                  </a:lnTo>
                  <a:lnTo>
                    <a:pt x="1491" y="6647"/>
                  </a:lnTo>
                  <a:cubicBezTo>
                    <a:pt x="1491" y="7155"/>
                    <a:pt x="1910" y="7548"/>
                    <a:pt x="2410" y="7548"/>
                  </a:cubicBezTo>
                  <a:cubicBezTo>
                    <a:pt x="2820" y="7548"/>
                    <a:pt x="3213" y="7726"/>
                    <a:pt x="3462" y="8056"/>
                  </a:cubicBezTo>
                  <a:cubicBezTo>
                    <a:pt x="3631" y="8275"/>
                    <a:pt x="3894" y="8415"/>
                    <a:pt x="4171" y="8415"/>
                  </a:cubicBezTo>
                  <a:cubicBezTo>
                    <a:pt x="4188" y="8415"/>
                    <a:pt x="4204" y="8414"/>
                    <a:pt x="4221" y="8413"/>
                  </a:cubicBezTo>
                  <a:cubicBezTo>
                    <a:pt x="4506" y="8413"/>
                    <a:pt x="4765" y="8270"/>
                    <a:pt x="4934" y="8056"/>
                  </a:cubicBezTo>
                  <a:cubicBezTo>
                    <a:pt x="5184" y="7726"/>
                    <a:pt x="5577" y="7548"/>
                    <a:pt x="5987" y="7548"/>
                  </a:cubicBezTo>
                  <a:cubicBezTo>
                    <a:pt x="6487" y="7548"/>
                    <a:pt x="6906" y="7155"/>
                    <a:pt x="6906" y="6647"/>
                  </a:cubicBezTo>
                  <a:lnTo>
                    <a:pt x="6906" y="4738"/>
                  </a:lnTo>
                  <a:lnTo>
                    <a:pt x="8155" y="3605"/>
                  </a:lnTo>
                  <a:cubicBezTo>
                    <a:pt x="8378" y="3408"/>
                    <a:pt x="8396" y="3069"/>
                    <a:pt x="8199" y="2855"/>
                  </a:cubicBezTo>
                  <a:cubicBezTo>
                    <a:pt x="8094" y="2735"/>
                    <a:pt x="7947" y="2675"/>
                    <a:pt x="7800" y="2675"/>
                  </a:cubicBezTo>
                  <a:cubicBezTo>
                    <a:pt x="7672" y="2675"/>
                    <a:pt x="7544" y="2720"/>
                    <a:pt x="7441" y="2811"/>
                  </a:cubicBezTo>
                  <a:lnTo>
                    <a:pt x="6906" y="3292"/>
                  </a:lnTo>
                  <a:lnTo>
                    <a:pt x="6906" y="2686"/>
                  </a:lnTo>
                  <a:cubicBezTo>
                    <a:pt x="6906" y="1207"/>
                    <a:pt x="5710" y="0"/>
                    <a:pt x="4227" y="0"/>
                  </a:cubicBezTo>
                  <a:cubicBezTo>
                    <a:pt x="4216" y="0"/>
                    <a:pt x="4205" y="0"/>
                    <a:pt x="4194" y="1"/>
                  </a:cubicBezTo>
                  <a:cubicBezTo>
                    <a:pt x="4183" y="0"/>
                    <a:pt x="4172" y="0"/>
                    <a:pt x="4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70"/>
            <p:cNvSpPr/>
            <p:nvPr/>
          </p:nvSpPr>
          <p:spPr>
            <a:xfrm>
              <a:off x="5539225" y="1680900"/>
              <a:ext cx="403250" cy="403250"/>
            </a:xfrm>
            <a:custGeom>
              <a:avLst/>
              <a:gdLst/>
              <a:ahLst/>
              <a:cxnLst/>
              <a:rect l="l" t="t" r="r" b="b"/>
              <a:pathLst>
                <a:path w="16130" h="16130" extrusionOk="0">
                  <a:moveTo>
                    <a:pt x="8065" y="1"/>
                  </a:moveTo>
                  <a:cubicBezTo>
                    <a:pt x="6566" y="1"/>
                    <a:pt x="5103" y="411"/>
                    <a:pt x="3836" y="1196"/>
                  </a:cubicBezTo>
                  <a:cubicBezTo>
                    <a:pt x="3619" y="1331"/>
                    <a:pt x="3760" y="1635"/>
                    <a:pt x="3964" y="1635"/>
                  </a:cubicBezTo>
                  <a:cubicBezTo>
                    <a:pt x="4003" y="1635"/>
                    <a:pt x="4044" y="1624"/>
                    <a:pt x="4086" y="1598"/>
                  </a:cubicBezTo>
                  <a:cubicBezTo>
                    <a:pt x="5282" y="866"/>
                    <a:pt x="6655" y="474"/>
                    <a:pt x="8065" y="474"/>
                  </a:cubicBezTo>
                  <a:cubicBezTo>
                    <a:pt x="10090" y="474"/>
                    <a:pt x="11999" y="1268"/>
                    <a:pt x="13435" y="2695"/>
                  </a:cubicBezTo>
                  <a:cubicBezTo>
                    <a:pt x="14872" y="4131"/>
                    <a:pt x="15657" y="6040"/>
                    <a:pt x="15657" y="8065"/>
                  </a:cubicBezTo>
                  <a:cubicBezTo>
                    <a:pt x="15657" y="10099"/>
                    <a:pt x="14872" y="12000"/>
                    <a:pt x="13435" y="13436"/>
                  </a:cubicBezTo>
                  <a:cubicBezTo>
                    <a:pt x="11999" y="14872"/>
                    <a:pt x="10090" y="15657"/>
                    <a:pt x="8065" y="15657"/>
                  </a:cubicBezTo>
                  <a:cubicBezTo>
                    <a:pt x="6040" y="15657"/>
                    <a:pt x="4131" y="14872"/>
                    <a:pt x="2694" y="13436"/>
                  </a:cubicBezTo>
                  <a:cubicBezTo>
                    <a:pt x="1258" y="12000"/>
                    <a:pt x="473" y="10099"/>
                    <a:pt x="473" y="8065"/>
                  </a:cubicBezTo>
                  <a:cubicBezTo>
                    <a:pt x="473" y="5853"/>
                    <a:pt x="1437" y="3757"/>
                    <a:pt x="3105" y="2311"/>
                  </a:cubicBezTo>
                  <a:cubicBezTo>
                    <a:pt x="3289" y="2155"/>
                    <a:pt x="3135" y="1897"/>
                    <a:pt x="2948" y="1897"/>
                  </a:cubicBezTo>
                  <a:cubicBezTo>
                    <a:pt x="2899" y="1897"/>
                    <a:pt x="2849" y="1914"/>
                    <a:pt x="2802" y="1954"/>
                  </a:cubicBezTo>
                  <a:cubicBezTo>
                    <a:pt x="1017" y="3489"/>
                    <a:pt x="0" y="5719"/>
                    <a:pt x="0" y="8065"/>
                  </a:cubicBezTo>
                  <a:cubicBezTo>
                    <a:pt x="0" y="10224"/>
                    <a:pt x="839" y="12249"/>
                    <a:pt x="2364" y="13775"/>
                  </a:cubicBezTo>
                  <a:cubicBezTo>
                    <a:pt x="3881" y="15291"/>
                    <a:pt x="5915" y="16130"/>
                    <a:pt x="8065" y="16130"/>
                  </a:cubicBezTo>
                  <a:cubicBezTo>
                    <a:pt x="10224" y="16130"/>
                    <a:pt x="12249" y="15291"/>
                    <a:pt x="13766" y="13775"/>
                  </a:cubicBezTo>
                  <a:cubicBezTo>
                    <a:pt x="15291" y="12249"/>
                    <a:pt x="16130" y="10224"/>
                    <a:pt x="16130" y="8065"/>
                  </a:cubicBezTo>
                  <a:cubicBezTo>
                    <a:pt x="16130" y="5915"/>
                    <a:pt x="15291" y="3890"/>
                    <a:pt x="13766" y="2365"/>
                  </a:cubicBezTo>
                  <a:cubicBezTo>
                    <a:pt x="12249" y="839"/>
                    <a:pt x="10224" y="1"/>
                    <a:pt x="8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70"/>
            <p:cNvSpPr/>
            <p:nvPr/>
          </p:nvSpPr>
          <p:spPr>
            <a:xfrm>
              <a:off x="5577575" y="1719275"/>
              <a:ext cx="326550" cy="326525"/>
            </a:xfrm>
            <a:custGeom>
              <a:avLst/>
              <a:gdLst/>
              <a:ahLst/>
              <a:cxnLst/>
              <a:rect l="l" t="t" r="r" b="b"/>
              <a:pathLst>
                <a:path w="13062" h="13061" extrusionOk="0">
                  <a:moveTo>
                    <a:pt x="6531" y="473"/>
                  </a:moveTo>
                  <a:cubicBezTo>
                    <a:pt x="9867" y="473"/>
                    <a:pt x="12588" y="3194"/>
                    <a:pt x="12588" y="6530"/>
                  </a:cubicBezTo>
                  <a:cubicBezTo>
                    <a:pt x="12588" y="9876"/>
                    <a:pt x="9867" y="12588"/>
                    <a:pt x="6531" y="12588"/>
                  </a:cubicBezTo>
                  <a:cubicBezTo>
                    <a:pt x="3194" y="12588"/>
                    <a:pt x="474" y="9876"/>
                    <a:pt x="474" y="6530"/>
                  </a:cubicBezTo>
                  <a:cubicBezTo>
                    <a:pt x="474" y="3194"/>
                    <a:pt x="3194" y="473"/>
                    <a:pt x="6531" y="473"/>
                  </a:cubicBezTo>
                  <a:close/>
                  <a:moveTo>
                    <a:pt x="6531" y="0"/>
                  </a:moveTo>
                  <a:cubicBezTo>
                    <a:pt x="2936" y="0"/>
                    <a:pt x="1" y="2935"/>
                    <a:pt x="1" y="6530"/>
                  </a:cubicBezTo>
                  <a:cubicBezTo>
                    <a:pt x="1" y="10134"/>
                    <a:pt x="2936" y="13061"/>
                    <a:pt x="6531" y="13061"/>
                  </a:cubicBezTo>
                  <a:cubicBezTo>
                    <a:pt x="10135" y="13061"/>
                    <a:pt x="13061" y="10134"/>
                    <a:pt x="13061" y="6530"/>
                  </a:cubicBezTo>
                  <a:cubicBezTo>
                    <a:pt x="13061" y="2935"/>
                    <a:pt x="10135" y="0"/>
                    <a:pt x="6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70"/>
            <p:cNvSpPr/>
            <p:nvPr/>
          </p:nvSpPr>
          <p:spPr>
            <a:xfrm>
              <a:off x="5629100" y="1771450"/>
              <a:ext cx="223050" cy="222375"/>
            </a:xfrm>
            <a:custGeom>
              <a:avLst/>
              <a:gdLst/>
              <a:ahLst/>
              <a:cxnLst/>
              <a:rect l="l" t="t" r="r" b="b"/>
              <a:pathLst>
                <a:path w="8922" h="8895" extrusionOk="0">
                  <a:moveTo>
                    <a:pt x="4436" y="1"/>
                  </a:moveTo>
                  <a:cubicBezTo>
                    <a:pt x="3664" y="1"/>
                    <a:pt x="2936" y="303"/>
                    <a:pt x="2382" y="848"/>
                  </a:cubicBezTo>
                  <a:cubicBezTo>
                    <a:pt x="1811" y="1419"/>
                    <a:pt x="1508" y="2195"/>
                    <a:pt x="1517" y="3007"/>
                  </a:cubicBezTo>
                  <a:cubicBezTo>
                    <a:pt x="1324" y="2809"/>
                    <a:pt x="1070" y="2680"/>
                    <a:pt x="820" y="2680"/>
                  </a:cubicBezTo>
                  <a:cubicBezTo>
                    <a:pt x="631" y="2680"/>
                    <a:pt x="443" y="2754"/>
                    <a:pt x="286" y="2927"/>
                  </a:cubicBezTo>
                  <a:cubicBezTo>
                    <a:pt x="1" y="3248"/>
                    <a:pt x="27" y="3730"/>
                    <a:pt x="348" y="4015"/>
                  </a:cubicBezTo>
                  <a:lnTo>
                    <a:pt x="1517" y="5077"/>
                  </a:lnTo>
                  <a:lnTo>
                    <a:pt x="1517" y="6897"/>
                  </a:lnTo>
                  <a:cubicBezTo>
                    <a:pt x="1517" y="7521"/>
                    <a:pt x="2061" y="8030"/>
                    <a:pt x="2677" y="8030"/>
                  </a:cubicBezTo>
                  <a:cubicBezTo>
                    <a:pt x="3025" y="8030"/>
                    <a:pt x="3346" y="8190"/>
                    <a:pt x="3542" y="8449"/>
                  </a:cubicBezTo>
                  <a:cubicBezTo>
                    <a:pt x="3756" y="8725"/>
                    <a:pt x="4095" y="8895"/>
                    <a:pt x="4443" y="8895"/>
                  </a:cubicBezTo>
                  <a:cubicBezTo>
                    <a:pt x="4809" y="8895"/>
                    <a:pt x="5166" y="8743"/>
                    <a:pt x="5389" y="8449"/>
                  </a:cubicBezTo>
                  <a:cubicBezTo>
                    <a:pt x="5585" y="8190"/>
                    <a:pt x="5915" y="8030"/>
                    <a:pt x="6254" y="8030"/>
                  </a:cubicBezTo>
                  <a:cubicBezTo>
                    <a:pt x="6259" y="8030"/>
                    <a:pt x="6265" y="8030"/>
                    <a:pt x="6270" y="8030"/>
                  </a:cubicBezTo>
                  <a:cubicBezTo>
                    <a:pt x="6879" y="8030"/>
                    <a:pt x="7414" y="7516"/>
                    <a:pt x="7414" y="6897"/>
                  </a:cubicBezTo>
                  <a:lnTo>
                    <a:pt x="7414" y="6709"/>
                  </a:lnTo>
                  <a:cubicBezTo>
                    <a:pt x="7414" y="6558"/>
                    <a:pt x="7296" y="6482"/>
                    <a:pt x="7177" y="6482"/>
                  </a:cubicBezTo>
                  <a:cubicBezTo>
                    <a:pt x="7059" y="6482"/>
                    <a:pt x="6941" y="6558"/>
                    <a:pt x="6941" y="6709"/>
                  </a:cubicBezTo>
                  <a:lnTo>
                    <a:pt x="6941" y="6897"/>
                  </a:lnTo>
                  <a:cubicBezTo>
                    <a:pt x="6941" y="6897"/>
                    <a:pt x="6633" y="7557"/>
                    <a:pt x="6270" y="7557"/>
                  </a:cubicBezTo>
                  <a:cubicBezTo>
                    <a:pt x="6268" y="7557"/>
                    <a:pt x="6266" y="7557"/>
                    <a:pt x="6263" y="7557"/>
                  </a:cubicBezTo>
                  <a:cubicBezTo>
                    <a:pt x="5772" y="7557"/>
                    <a:pt x="5309" y="7789"/>
                    <a:pt x="5023" y="8163"/>
                  </a:cubicBezTo>
                  <a:cubicBezTo>
                    <a:pt x="4889" y="8337"/>
                    <a:pt x="4682" y="8424"/>
                    <a:pt x="4474" y="8424"/>
                  </a:cubicBezTo>
                  <a:cubicBezTo>
                    <a:pt x="4267" y="8424"/>
                    <a:pt x="4060" y="8337"/>
                    <a:pt x="3926" y="8163"/>
                  </a:cubicBezTo>
                  <a:cubicBezTo>
                    <a:pt x="3631" y="7789"/>
                    <a:pt x="3167" y="7557"/>
                    <a:pt x="2677" y="7557"/>
                  </a:cubicBezTo>
                  <a:cubicBezTo>
                    <a:pt x="2320" y="7557"/>
                    <a:pt x="1990" y="7271"/>
                    <a:pt x="1990" y="6897"/>
                  </a:cubicBezTo>
                  <a:lnTo>
                    <a:pt x="1990" y="4979"/>
                  </a:lnTo>
                  <a:cubicBezTo>
                    <a:pt x="1990" y="4916"/>
                    <a:pt x="1963" y="4845"/>
                    <a:pt x="1910" y="4800"/>
                  </a:cubicBezTo>
                  <a:lnTo>
                    <a:pt x="661" y="3667"/>
                  </a:lnTo>
                  <a:cubicBezTo>
                    <a:pt x="536" y="3560"/>
                    <a:pt x="527" y="3373"/>
                    <a:pt x="634" y="3248"/>
                  </a:cubicBezTo>
                  <a:cubicBezTo>
                    <a:pt x="705" y="3182"/>
                    <a:pt x="778" y="3148"/>
                    <a:pt x="853" y="3148"/>
                  </a:cubicBezTo>
                  <a:cubicBezTo>
                    <a:pt x="921" y="3148"/>
                    <a:pt x="990" y="3175"/>
                    <a:pt x="1062" y="3230"/>
                  </a:cubicBezTo>
                  <a:lnTo>
                    <a:pt x="1597" y="3712"/>
                  </a:lnTo>
                  <a:cubicBezTo>
                    <a:pt x="1644" y="3753"/>
                    <a:pt x="1698" y="3771"/>
                    <a:pt x="1752" y="3771"/>
                  </a:cubicBezTo>
                  <a:cubicBezTo>
                    <a:pt x="1874" y="3771"/>
                    <a:pt x="1990" y="3676"/>
                    <a:pt x="1990" y="3533"/>
                  </a:cubicBezTo>
                  <a:lnTo>
                    <a:pt x="1990" y="2927"/>
                  </a:lnTo>
                  <a:cubicBezTo>
                    <a:pt x="1990" y="2267"/>
                    <a:pt x="2249" y="1642"/>
                    <a:pt x="2721" y="1178"/>
                  </a:cubicBezTo>
                  <a:cubicBezTo>
                    <a:pt x="3163" y="737"/>
                    <a:pt x="3749" y="489"/>
                    <a:pt x="4374" y="489"/>
                  </a:cubicBezTo>
                  <a:cubicBezTo>
                    <a:pt x="4406" y="489"/>
                    <a:pt x="4438" y="490"/>
                    <a:pt x="4470" y="491"/>
                  </a:cubicBezTo>
                  <a:lnTo>
                    <a:pt x="4488" y="456"/>
                  </a:lnTo>
                  <a:cubicBezTo>
                    <a:pt x="4488" y="456"/>
                    <a:pt x="5764" y="714"/>
                    <a:pt x="6227" y="1178"/>
                  </a:cubicBezTo>
                  <a:cubicBezTo>
                    <a:pt x="6691" y="1642"/>
                    <a:pt x="6950" y="2267"/>
                    <a:pt x="6968" y="2927"/>
                  </a:cubicBezTo>
                  <a:lnTo>
                    <a:pt x="6968" y="3533"/>
                  </a:lnTo>
                  <a:cubicBezTo>
                    <a:pt x="6955" y="3676"/>
                    <a:pt x="7072" y="3771"/>
                    <a:pt x="7192" y="3771"/>
                  </a:cubicBezTo>
                  <a:cubicBezTo>
                    <a:pt x="7245" y="3771"/>
                    <a:pt x="7299" y="3753"/>
                    <a:pt x="7343" y="3712"/>
                  </a:cubicBezTo>
                  <a:lnTo>
                    <a:pt x="7887" y="3230"/>
                  </a:lnTo>
                  <a:cubicBezTo>
                    <a:pt x="7941" y="3175"/>
                    <a:pt x="8014" y="3148"/>
                    <a:pt x="8087" y="3148"/>
                  </a:cubicBezTo>
                  <a:cubicBezTo>
                    <a:pt x="8168" y="3148"/>
                    <a:pt x="8250" y="3182"/>
                    <a:pt x="8306" y="3248"/>
                  </a:cubicBezTo>
                  <a:cubicBezTo>
                    <a:pt x="8413" y="3373"/>
                    <a:pt x="8404" y="3560"/>
                    <a:pt x="8279" y="3667"/>
                  </a:cubicBezTo>
                  <a:lnTo>
                    <a:pt x="7030" y="4800"/>
                  </a:lnTo>
                  <a:cubicBezTo>
                    <a:pt x="6977" y="4845"/>
                    <a:pt x="6941" y="4979"/>
                    <a:pt x="6941" y="4979"/>
                  </a:cubicBezTo>
                  <a:lnTo>
                    <a:pt x="6941" y="5460"/>
                  </a:lnTo>
                  <a:cubicBezTo>
                    <a:pt x="6941" y="5612"/>
                    <a:pt x="7059" y="5688"/>
                    <a:pt x="7177" y="5688"/>
                  </a:cubicBezTo>
                  <a:cubicBezTo>
                    <a:pt x="7296" y="5688"/>
                    <a:pt x="7414" y="5612"/>
                    <a:pt x="7414" y="5460"/>
                  </a:cubicBezTo>
                  <a:lnTo>
                    <a:pt x="7414" y="5077"/>
                  </a:lnTo>
                  <a:lnTo>
                    <a:pt x="8583" y="4015"/>
                  </a:lnTo>
                  <a:cubicBezTo>
                    <a:pt x="8886" y="3748"/>
                    <a:pt x="8922" y="3284"/>
                    <a:pt x="8681" y="2971"/>
                  </a:cubicBezTo>
                  <a:cubicBezTo>
                    <a:pt x="8526" y="2779"/>
                    <a:pt x="8304" y="2682"/>
                    <a:pt x="8079" y="2682"/>
                  </a:cubicBezTo>
                  <a:cubicBezTo>
                    <a:pt x="7888" y="2682"/>
                    <a:pt x="7695" y="2752"/>
                    <a:pt x="7539" y="2891"/>
                  </a:cubicBezTo>
                  <a:lnTo>
                    <a:pt x="7414" y="3007"/>
                  </a:lnTo>
                  <a:cubicBezTo>
                    <a:pt x="7423" y="2195"/>
                    <a:pt x="7120" y="1419"/>
                    <a:pt x="6549" y="848"/>
                  </a:cubicBezTo>
                  <a:cubicBezTo>
                    <a:pt x="5995" y="303"/>
                    <a:pt x="5276" y="1"/>
                    <a:pt x="4504" y="1"/>
                  </a:cubicBezTo>
                  <a:cubicBezTo>
                    <a:pt x="4492" y="1"/>
                    <a:pt x="4481" y="1"/>
                    <a:pt x="4470" y="1"/>
                  </a:cubicBezTo>
                  <a:cubicBezTo>
                    <a:pt x="4459" y="1"/>
                    <a:pt x="4448" y="1"/>
                    <a:pt x="44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5" name="Google Shape;4375;p70"/>
          <p:cNvGrpSpPr/>
          <p:nvPr/>
        </p:nvGrpSpPr>
        <p:grpSpPr>
          <a:xfrm>
            <a:off x="1553136" y="3239286"/>
            <a:ext cx="401442" cy="398491"/>
            <a:chOff x="3689637" y="2094823"/>
            <a:chExt cx="315500" cy="313181"/>
          </a:xfrm>
        </p:grpSpPr>
        <p:sp>
          <p:nvSpPr>
            <p:cNvPr id="4376" name="Google Shape;4376;p70"/>
            <p:cNvSpPr/>
            <p:nvPr/>
          </p:nvSpPr>
          <p:spPr>
            <a:xfrm>
              <a:off x="3729099" y="2160605"/>
              <a:ext cx="238103" cy="181558"/>
            </a:xfrm>
            <a:custGeom>
              <a:avLst/>
              <a:gdLst/>
              <a:ahLst/>
              <a:cxnLst/>
              <a:rect l="l" t="t" r="r" b="b"/>
              <a:pathLst>
                <a:path w="12321" h="9395" extrusionOk="0">
                  <a:moveTo>
                    <a:pt x="822" y="1"/>
                  </a:moveTo>
                  <a:cubicBezTo>
                    <a:pt x="367" y="1"/>
                    <a:pt x="1" y="376"/>
                    <a:pt x="1" y="831"/>
                  </a:cubicBezTo>
                  <a:lnTo>
                    <a:pt x="1" y="8574"/>
                  </a:lnTo>
                  <a:cubicBezTo>
                    <a:pt x="1" y="9029"/>
                    <a:pt x="367" y="9395"/>
                    <a:pt x="822" y="9395"/>
                  </a:cubicBezTo>
                  <a:lnTo>
                    <a:pt x="11491" y="9395"/>
                  </a:lnTo>
                  <a:cubicBezTo>
                    <a:pt x="11946" y="9395"/>
                    <a:pt x="12321" y="9029"/>
                    <a:pt x="12321" y="8574"/>
                  </a:cubicBezTo>
                  <a:lnTo>
                    <a:pt x="12321" y="831"/>
                  </a:lnTo>
                  <a:cubicBezTo>
                    <a:pt x="12321" y="376"/>
                    <a:pt x="11946" y="1"/>
                    <a:pt x="11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70"/>
            <p:cNvSpPr/>
            <p:nvPr/>
          </p:nvSpPr>
          <p:spPr>
            <a:xfrm>
              <a:off x="3802205" y="2200260"/>
              <a:ext cx="93456" cy="102674"/>
            </a:xfrm>
            <a:custGeom>
              <a:avLst/>
              <a:gdLst/>
              <a:ahLst/>
              <a:cxnLst/>
              <a:rect l="l" t="t" r="r" b="b"/>
              <a:pathLst>
                <a:path w="4836" h="5313" extrusionOk="0">
                  <a:moveTo>
                    <a:pt x="551" y="0"/>
                  </a:moveTo>
                  <a:cubicBezTo>
                    <a:pt x="264" y="0"/>
                    <a:pt x="0" y="228"/>
                    <a:pt x="0" y="554"/>
                  </a:cubicBezTo>
                  <a:lnTo>
                    <a:pt x="0" y="4765"/>
                  </a:lnTo>
                  <a:cubicBezTo>
                    <a:pt x="0" y="5082"/>
                    <a:pt x="262" y="5313"/>
                    <a:pt x="547" y="5313"/>
                  </a:cubicBezTo>
                  <a:cubicBezTo>
                    <a:pt x="639" y="5313"/>
                    <a:pt x="733" y="5289"/>
                    <a:pt x="821" y="5237"/>
                  </a:cubicBezTo>
                  <a:lnTo>
                    <a:pt x="4470" y="3132"/>
                  </a:lnTo>
                  <a:cubicBezTo>
                    <a:pt x="4836" y="2918"/>
                    <a:pt x="4836" y="2392"/>
                    <a:pt x="4470" y="2177"/>
                  </a:cubicBezTo>
                  <a:lnTo>
                    <a:pt x="821" y="72"/>
                  </a:lnTo>
                  <a:cubicBezTo>
                    <a:pt x="734" y="23"/>
                    <a:pt x="641" y="0"/>
                    <a:pt x="5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70"/>
            <p:cNvSpPr/>
            <p:nvPr/>
          </p:nvSpPr>
          <p:spPr>
            <a:xfrm>
              <a:off x="3694971" y="2325080"/>
              <a:ext cx="70710" cy="77532"/>
            </a:xfrm>
            <a:custGeom>
              <a:avLst/>
              <a:gdLst/>
              <a:ahLst/>
              <a:cxnLst/>
              <a:rect l="l" t="t" r="r" b="b"/>
              <a:pathLst>
                <a:path w="3659" h="4012" extrusionOk="0">
                  <a:moveTo>
                    <a:pt x="1160" y="1"/>
                  </a:moveTo>
                  <a:cubicBezTo>
                    <a:pt x="946" y="1"/>
                    <a:pt x="768" y="134"/>
                    <a:pt x="696" y="322"/>
                  </a:cubicBezTo>
                  <a:lnTo>
                    <a:pt x="125" y="1847"/>
                  </a:lnTo>
                  <a:cubicBezTo>
                    <a:pt x="1" y="2177"/>
                    <a:pt x="241" y="2525"/>
                    <a:pt x="589" y="2525"/>
                  </a:cubicBezTo>
                  <a:lnTo>
                    <a:pt x="1910" y="2525"/>
                  </a:lnTo>
                  <a:lnTo>
                    <a:pt x="1722" y="3631"/>
                  </a:lnTo>
                  <a:cubicBezTo>
                    <a:pt x="1693" y="3857"/>
                    <a:pt x="1882" y="4012"/>
                    <a:pt x="2072" y="4012"/>
                  </a:cubicBezTo>
                  <a:cubicBezTo>
                    <a:pt x="2175" y="4012"/>
                    <a:pt x="2278" y="3967"/>
                    <a:pt x="2347" y="3863"/>
                  </a:cubicBezTo>
                  <a:lnTo>
                    <a:pt x="3658" y="2097"/>
                  </a:lnTo>
                  <a:lnTo>
                    <a:pt x="36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70"/>
            <p:cNvSpPr/>
            <p:nvPr/>
          </p:nvSpPr>
          <p:spPr>
            <a:xfrm>
              <a:off x="3765662" y="2325080"/>
              <a:ext cx="18803" cy="40872"/>
            </a:xfrm>
            <a:custGeom>
              <a:avLst/>
              <a:gdLst/>
              <a:ahLst/>
              <a:cxnLst/>
              <a:rect l="l" t="t" r="r" b="b"/>
              <a:pathLst>
                <a:path w="973" h="2115" extrusionOk="0">
                  <a:moveTo>
                    <a:pt x="0" y="1"/>
                  </a:moveTo>
                  <a:lnTo>
                    <a:pt x="0" y="2115"/>
                  </a:lnTo>
                  <a:lnTo>
                    <a:pt x="696" y="2115"/>
                  </a:lnTo>
                  <a:cubicBezTo>
                    <a:pt x="848" y="2115"/>
                    <a:pt x="973" y="1990"/>
                    <a:pt x="973" y="1829"/>
                  </a:cubicBezTo>
                  <a:lnTo>
                    <a:pt x="973" y="286"/>
                  </a:lnTo>
                  <a:cubicBezTo>
                    <a:pt x="973" y="125"/>
                    <a:pt x="848" y="1"/>
                    <a:pt x="6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70"/>
            <p:cNvSpPr/>
            <p:nvPr/>
          </p:nvSpPr>
          <p:spPr>
            <a:xfrm>
              <a:off x="3930639" y="2100253"/>
              <a:ext cx="70536" cy="77455"/>
            </a:xfrm>
            <a:custGeom>
              <a:avLst/>
              <a:gdLst/>
              <a:ahLst/>
              <a:cxnLst/>
              <a:rect l="l" t="t" r="r" b="b"/>
              <a:pathLst>
                <a:path w="3650" h="4008" extrusionOk="0">
                  <a:moveTo>
                    <a:pt x="1582" y="1"/>
                  </a:moveTo>
                  <a:cubicBezTo>
                    <a:pt x="1479" y="1"/>
                    <a:pt x="1378" y="47"/>
                    <a:pt x="1312" y="153"/>
                  </a:cubicBezTo>
                  <a:lnTo>
                    <a:pt x="1" y="1920"/>
                  </a:lnTo>
                  <a:lnTo>
                    <a:pt x="1" y="4007"/>
                  </a:lnTo>
                  <a:lnTo>
                    <a:pt x="2499" y="4007"/>
                  </a:lnTo>
                  <a:cubicBezTo>
                    <a:pt x="2704" y="4007"/>
                    <a:pt x="2891" y="3882"/>
                    <a:pt x="2962" y="3686"/>
                  </a:cubicBezTo>
                  <a:lnTo>
                    <a:pt x="3533" y="2160"/>
                  </a:lnTo>
                  <a:cubicBezTo>
                    <a:pt x="3649" y="1839"/>
                    <a:pt x="3408" y="1491"/>
                    <a:pt x="3069" y="1491"/>
                  </a:cubicBezTo>
                  <a:lnTo>
                    <a:pt x="1749" y="1491"/>
                  </a:lnTo>
                  <a:lnTo>
                    <a:pt x="1936" y="385"/>
                  </a:lnTo>
                  <a:cubicBezTo>
                    <a:pt x="1965" y="159"/>
                    <a:pt x="1772" y="1"/>
                    <a:pt x="15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70"/>
            <p:cNvSpPr/>
            <p:nvPr/>
          </p:nvSpPr>
          <p:spPr>
            <a:xfrm>
              <a:off x="3911682" y="2136990"/>
              <a:ext cx="18977" cy="40718"/>
            </a:xfrm>
            <a:custGeom>
              <a:avLst/>
              <a:gdLst/>
              <a:ahLst/>
              <a:cxnLst/>
              <a:rect l="l" t="t" r="r" b="b"/>
              <a:pathLst>
                <a:path w="982" h="2107" extrusionOk="0">
                  <a:moveTo>
                    <a:pt x="286" y="1"/>
                  </a:moveTo>
                  <a:cubicBezTo>
                    <a:pt x="134" y="1"/>
                    <a:pt x="0" y="126"/>
                    <a:pt x="0" y="277"/>
                  </a:cubicBezTo>
                  <a:lnTo>
                    <a:pt x="0" y="1830"/>
                  </a:lnTo>
                  <a:cubicBezTo>
                    <a:pt x="0" y="1981"/>
                    <a:pt x="134" y="2106"/>
                    <a:pt x="286" y="2106"/>
                  </a:cubicBezTo>
                  <a:lnTo>
                    <a:pt x="982" y="2106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70"/>
            <p:cNvSpPr/>
            <p:nvPr/>
          </p:nvSpPr>
          <p:spPr>
            <a:xfrm>
              <a:off x="3797896" y="2195718"/>
              <a:ext cx="103118" cy="111679"/>
            </a:xfrm>
            <a:custGeom>
              <a:avLst/>
              <a:gdLst/>
              <a:ahLst/>
              <a:cxnLst/>
              <a:rect l="l" t="t" r="r" b="b"/>
              <a:pathLst>
                <a:path w="5336" h="5779" extrusionOk="0">
                  <a:moveTo>
                    <a:pt x="798" y="1"/>
                  </a:moveTo>
                  <a:cubicBezTo>
                    <a:pt x="386" y="1"/>
                    <a:pt x="0" y="332"/>
                    <a:pt x="0" y="789"/>
                  </a:cubicBezTo>
                  <a:lnTo>
                    <a:pt x="0" y="1476"/>
                  </a:lnTo>
                  <a:cubicBezTo>
                    <a:pt x="0" y="1628"/>
                    <a:pt x="115" y="1698"/>
                    <a:pt x="232" y="1698"/>
                  </a:cubicBezTo>
                  <a:cubicBezTo>
                    <a:pt x="375" y="1698"/>
                    <a:pt x="522" y="1595"/>
                    <a:pt x="473" y="1413"/>
                  </a:cubicBezTo>
                  <a:lnTo>
                    <a:pt x="473" y="789"/>
                  </a:lnTo>
                  <a:cubicBezTo>
                    <a:pt x="473" y="605"/>
                    <a:pt x="625" y="473"/>
                    <a:pt x="788" y="473"/>
                  </a:cubicBezTo>
                  <a:cubicBezTo>
                    <a:pt x="838" y="473"/>
                    <a:pt x="889" y="485"/>
                    <a:pt x="937" y="512"/>
                  </a:cubicBezTo>
                  <a:lnTo>
                    <a:pt x="4586" y="2618"/>
                  </a:lnTo>
                  <a:cubicBezTo>
                    <a:pt x="4791" y="2743"/>
                    <a:pt x="4791" y="3046"/>
                    <a:pt x="4586" y="3162"/>
                  </a:cubicBezTo>
                  <a:lnTo>
                    <a:pt x="937" y="5267"/>
                  </a:lnTo>
                  <a:cubicBezTo>
                    <a:pt x="889" y="5295"/>
                    <a:pt x="837" y="5307"/>
                    <a:pt x="787" y="5307"/>
                  </a:cubicBezTo>
                  <a:cubicBezTo>
                    <a:pt x="624" y="5307"/>
                    <a:pt x="473" y="5177"/>
                    <a:pt x="473" y="5000"/>
                  </a:cubicBezTo>
                  <a:lnTo>
                    <a:pt x="473" y="2734"/>
                  </a:lnTo>
                  <a:cubicBezTo>
                    <a:pt x="473" y="2581"/>
                    <a:pt x="353" y="2503"/>
                    <a:pt x="234" y="2503"/>
                  </a:cubicBezTo>
                  <a:cubicBezTo>
                    <a:pt x="117" y="2503"/>
                    <a:pt x="0" y="2579"/>
                    <a:pt x="0" y="2734"/>
                  </a:cubicBezTo>
                  <a:lnTo>
                    <a:pt x="0" y="5000"/>
                  </a:lnTo>
                  <a:cubicBezTo>
                    <a:pt x="0" y="5449"/>
                    <a:pt x="385" y="5779"/>
                    <a:pt x="797" y="5779"/>
                  </a:cubicBezTo>
                  <a:cubicBezTo>
                    <a:pt x="925" y="5779"/>
                    <a:pt x="1056" y="5747"/>
                    <a:pt x="1178" y="5678"/>
                  </a:cubicBezTo>
                  <a:lnTo>
                    <a:pt x="4827" y="3572"/>
                  </a:lnTo>
                  <a:cubicBezTo>
                    <a:pt x="5335" y="3269"/>
                    <a:pt x="5335" y="2511"/>
                    <a:pt x="4827" y="2207"/>
                  </a:cubicBezTo>
                  <a:lnTo>
                    <a:pt x="1178" y="102"/>
                  </a:lnTo>
                  <a:cubicBezTo>
                    <a:pt x="1056" y="32"/>
                    <a:pt x="926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70"/>
            <p:cNvSpPr/>
            <p:nvPr/>
          </p:nvSpPr>
          <p:spPr>
            <a:xfrm>
              <a:off x="3689637" y="2094823"/>
              <a:ext cx="315500" cy="313181"/>
            </a:xfrm>
            <a:custGeom>
              <a:avLst/>
              <a:gdLst/>
              <a:ahLst/>
              <a:cxnLst/>
              <a:rect l="l" t="t" r="r" b="b"/>
              <a:pathLst>
                <a:path w="16326" h="16206" extrusionOk="0">
                  <a:moveTo>
                    <a:pt x="12222" y="2433"/>
                  </a:moveTo>
                  <a:lnTo>
                    <a:pt x="12222" y="4074"/>
                  </a:lnTo>
                  <a:lnTo>
                    <a:pt x="11758" y="4074"/>
                  </a:lnTo>
                  <a:cubicBezTo>
                    <a:pt x="11731" y="4074"/>
                    <a:pt x="11713" y="4047"/>
                    <a:pt x="11713" y="4020"/>
                  </a:cubicBezTo>
                  <a:lnTo>
                    <a:pt x="11713" y="2477"/>
                  </a:lnTo>
                  <a:cubicBezTo>
                    <a:pt x="11713" y="2450"/>
                    <a:pt x="11731" y="2433"/>
                    <a:pt x="11758" y="2433"/>
                  </a:cubicBezTo>
                  <a:close/>
                  <a:moveTo>
                    <a:pt x="14053" y="541"/>
                  </a:moveTo>
                  <a:cubicBezTo>
                    <a:pt x="14109" y="541"/>
                    <a:pt x="14163" y="574"/>
                    <a:pt x="14158" y="648"/>
                  </a:cubicBezTo>
                  <a:lnTo>
                    <a:pt x="13970" y="1746"/>
                  </a:lnTo>
                  <a:cubicBezTo>
                    <a:pt x="13961" y="1915"/>
                    <a:pt x="14042" y="2004"/>
                    <a:pt x="14202" y="2022"/>
                  </a:cubicBezTo>
                  <a:lnTo>
                    <a:pt x="15523" y="2022"/>
                  </a:lnTo>
                  <a:cubicBezTo>
                    <a:pt x="15701" y="2022"/>
                    <a:pt x="15826" y="2209"/>
                    <a:pt x="15763" y="2379"/>
                  </a:cubicBezTo>
                  <a:lnTo>
                    <a:pt x="15193" y="3904"/>
                  </a:lnTo>
                  <a:cubicBezTo>
                    <a:pt x="15157" y="4003"/>
                    <a:pt x="15059" y="4074"/>
                    <a:pt x="14952" y="4074"/>
                  </a:cubicBezTo>
                  <a:lnTo>
                    <a:pt x="12695" y="4074"/>
                  </a:lnTo>
                  <a:lnTo>
                    <a:pt x="12695" y="2290"/>
                  </a:lnTo>
                  <a:lnTo>
                    <a:pt x="13953" y="586"/>
                  </a:lnTo>
                  <a:cubicBezTo>
                    <a:pt x="13974" y="557"/>
                    <a:pt x="14014" y="541"/>
                    <a:pt x="14053" y="541"/>
                  </a:cubicBezTo>
                  <a:close/>
                  <a:moveTo>
                    <a:pt x="4639" y="12165"/>
                  </a:moveTo>
                  <a:cubicBezTo>
                    <a:pt x="4666" y="12165"/>
                    <a:pt x="4684" y="12192"/>
                    <a:pt x="4684" y="12219"/>
                  </a:cubicBezTo>
                  <a:lnTo>
                    <a:pt x="4684" y="13762"/>
                  </a:lnTo>
                  <a:cubicBezTo>
                    <a:pt x="4684" y="13789"/>
                    <a:pt x="4666" y="13807"/>
                    <a:pt x="4639" y="13807"/>
                  </a:cubicBezTo>
                  <a:lnTo>
                    <a:pt x="4184" y="13807"/>
                  </a:lnTo>
                  <a:lnTo>
                    <a:pt x="4184" y="12165"/>
                  </a:lnTo>
                  <a:close/>
                  <a:moveTo>
                    <a:pt x="3711" y="12165"/>
                  </a:moveTo>
                  <a:lnTo>
                    <a:pt x="3711" y="13950"/>
                  </a:lnTo>
                  <a:lnTo>
                    <a:pt x="2453" y="15653"/>
                  </a:lnTo>
                  <a:cubicBezTo>
                    <a:pt x="2431" y="15683"/>
                    <a:pt x="2390" y="15698"/>
                    <a:pt x="2351" y="15698"/>
                  </a:cubicBezTo>
                  <a:cubicBezTo>
                    <a:pt x="2293" y="15698"/>
                    <a:pt x="2238" y="15665"/>
                    <a:pt x="2248" y="15591"/>
                  </a:cubicBezTo>
                  <a:lnTo>
                    <a:pt x="2435" y="14494"/>
                  </a:lnTo>
                  <a:cubicBezTo>
                    <a:pt x="2444" y="14324"/>
                    <a:pt x="2364" y="14235"/>
                    <a:pt x="2204" y="14217"/>
                  </a:cubicBezTo>
                  <a:lnTo>
                    <a:pt x="883" y="14217"/>
                  </a:lnTo>
                  <a:cubicBezTo>
                    <a:pt x="705" y="14217"/>
                    <a:pt x="571" y="14030"/>
                    <a:pt x="633" y="13860"/>
                  </a:cubicBezTo>
                  <a:lnTo>
                    <a:pt x="1204" y="12335"/>
                  </a:lnTo>
                  <a:cubicBezTo>
                    <a:pt x="1240" y="12237"/>
                    <a:pt x="1338" y="12165"/>
                    <a:pt x="1454" y="12165"/>
                  </a:cubicBezTo>
                  <a:close/>
                  <a:moveTo>
                    <a:pt x="14051" y="1"/>
                  </a:moveTo>
                  <a:cubicBezTo>
                    <a:pt x="13875" y="1"/>
                    <a:pt x="13700" y="75"/>
                    <a:pt x="13587" y="247"/>
                  </a:cubicBezTo>
                  <a:lnTo>
                    <a:pt x="12320" y="1960"/>
                  </a:lnTo>
                  <a:lnTo>
                    <a:pt x="11758" y="1960"/>
                  </a:lnTo>
                  <a:cubicBezTo>
                    <a:pt x="11472" y="1960"/>
                    <a:pt x="11241" y="2192"/>
                    <a:pt x="11241" y="2477"/>
                  </a:cubicBezTo>
                  <a:lnTo>
                    <a:pt x="11241" y="3191"/>
                  </a:lnTo>
                  <a:lnTo>
                    <a:pt x="2846" y="3191"/>
                  </a:lnTo>
                  <a:cubicBezTo>
                    <a:pt x="2266" y="3191"/>
                    <a:pt x="1793" y="3664"/>
                    <a:pt x="1793" y="4252"/>
                  </a:cubicBezTo>
                  <a:lnTo>
                    <a:pt x="1793" y="11693"/>
                  </a:lnTo>
                  <a:lnTo>
                    <a:pt x="1427" y="11693"/>
                  </a:lnTo>
                  <a:cubicBezTo>
                    <a:pt x="1124" y="11693"/>
                    <a:pt x="848" y="11889"/>
                    <a:pt x="740" y="12174"/>
                  </a:cubicBezTo>
                  <a:lnTo>
                    <a:pt x="178" y="13700"/>
                  </a:lnTo>
                  <a:cubicBezTo>
                    <a:pt x="0" y="14173"/>
                    <a:pt x="366" y="14690"/>
                    <a:pt x="865" y="14690"/>
                  </a:cubicBezTo>
                  <a:lnTo>
                    <a:pt x="1847" y="14690"/>
                  </a:lnTo>
                  <a:lnTo>
                    <a:pt x="1704" y="15537"/>
                  </a:lnTo>
                  <a:cubicBezTo>
                    <a:pt x="1640" y="15934"/>
                    <a:pt x="1980" y="16205"/>
                    <a:pt x="2316" y="16205"/>
                  </a:cubicBezTo>
                  <a:cubicBezTo>
                    <a:pt x="2493" y="16205"/>
                    <a:pt x="2669" y="16129"/>
                    <a:pt x="2783" y="15957"/>
                  </a:cubicBezTo>
                  <a:lnTo>
                    <a:pt x="4050" y="14253"/>
                  </a:lnTo>
                  <a:lnTo>
                    <a:pt x="4639" y="14253"/>
                  </a:lnTo>
                  <a:cubicBezTo>
                    <a:pt x="4924" y="14253"/>
                    <a:pt x="5156" y="14012"/>
                    <a:pt x="5156" y="13726"/>
                  </a:cubicBezTo>
                  <a:lnTo>
                    <a:pt x="5156" y="13048"/>
                  </a:lnTo>
                  <a:lnTo>
                    <a:pt x="11241" y="13048"/>
                  </a:lnTo>
                  <a:cubicBezTo>
                    <a:pt x="11544" y="13048"/>
                    <a:pt x="11544" y="12576"/>
                    <a:pt x="11241" y="12576"/>
                  </a:cubicBezTo>
                  <a:lnTo>
                    <a:pt x="5156" y="12576"/>
                  </a:lnTo>
                  <a:lnTo>
                    <a:pt x="5156" y="12219"/>
                  </a:lnTo>
                  <a:cubicBezTo>
                    <a:pt x="5156" y="11924"/>
                    <a:pt x="4924" y="11693"/>
                    <a:pt x="4639" y="11693"/>
                  </a:cubicBezTo>
                  <a:lnTo>
                    <a:pt x="2293" y="11693"/>
                  </a:lnTo>
                  <a:lnTo>
                    <a:pt x="2293" y="4252"/>
                  </a:lnTo>
                  <a:cubicBezTo>
                    <a:pt x="2293" y="3922"/>
                    <a:pt x="2560" y="3664"/>
                    <a:pt x="2882" y="3664"/>
                  </a:cubicBezTo>
                  <a:lnTo>
                    <a:pt x="11276" y="3664"/>
                  </a:lnTo>
                  <a:lnTo>
                    <a:pt x="11276" y="4020"/>
                  </a:lnTo>
                  <a:cubicBezTo>
                    <a:pt x="11276" y="4315"/>
                    <a:pt x="11508" y="4547"/>
                    <a:pt x="11794" y="4547"/>
                  </a:cubicBezTo>
                  <a:lnTo>
                    <a:pt x="14140" y="4547"/>
                  </a:lnTo>
                  <a:lnTo>
                    <a:pt x="14140" y="11987"/>
                  </a:lnTo>
                  <a:cubicBezTo>
                    <a:pt x="14140" y="12317"/>
                    <a:pt x="13881" y="12576"/>
                    <a:pt x="13551" y="12576"/>
                  </a:cubicBezTo>
                  <a:lnTo>
                    <a:pt x="12597" y="12576"/>
                  </a:lnTo>
                  <a:cubicBezTo>
                    <a:pt x="12293" y="12576"/>
                    <a:pt x="12293" y="13048"/>
                    <a:pt x="12597" y="13048"/>
                  </a:cubicBezTo>
                  <a:lnTo>
                    <a:pt x="13551" y="13048"/>
                  </a:lnTo>
                  <a:cubicBezTo>
                    <a:pt x="14140" y="13048"/>
                    <a:pt x="14613" y="12576"/>
                    <a:pt x="14613" y="11987"/>
                  </a:cubicBezTo>
                  <a:lnTo>
                    <a:pt x="14613" y="4547"/>
                  </a:lnTo>
                  <a:lnTo>
                    <a:pt x="14978" y="4547"/>
                  </a:lnTo>
                  <a:cubicBezTo>
                    <a:pt x="15282" y="4547"/>
                    <a:pt x="15558" y="4351"/>
                    <a:pt x="15665" y="4065"/>
                  </a:cubicBezTo>
                  <a:lnTo>
                    <a:pt x="16245" y="2522"/>
                  </a:lnTo>
                  <a:cubicBezTo>
                    <a:pt x="16326" y="2290"/>
                    <a:pt x="16299" y="2040"/>
                    <a:pt x="16156" y="1835"/>
                  </a:cubicBezTo>
                  <a:cubicBezTo>
                    <a:pt x="16004" y="1656"/>
                    <a:pt x="15683" y="1523"/>
                    <a:pt x="15451" y="1523"/>
                  </a:cubicBezTo>
                  <a:lnTo>
                    <a:pt x="14515" y="1523"/>
                  </a:lnTo>
                  <a:lnTo>
                    <a:pt x="14666" y="666"/>
                  </a:lnTo>
                  <a:cubicBezTo>
                    <a:pt x="14731" y="274"/>
                    <a:pt x="14387" y="1"/>
                    <a:pt x="14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4" name="Google Shape;4384;p70"/>
          <p:cNvGrpSpPr/>
          <p:nvPr/>
        </p:nvGrpSpPr>
        <p:grpSpPr>
          <a:xfrm>
            <a:off x="6711436" y="2160032"/>
            <a:ext cx="385843" cy="385413"/>
            <a:chOff x="6855075" y="1640325"/>
            <a:chExt cx="403475" cy="403025"/>
          </a:xfrm>
        </p:grpSpPr>
        <p:sp>
          <p:nvSpPr>
            <p:cNvPr id="4385" name="Google Shape;4385;p70"/>
            <p:cNvSpPr/>
            <p:nvPr/>
          </p:nvSpPr>
          <p:spPr>
            <a:xfrm>
              <a:off x="6861550" y="1730875"/>
              <a:ext cx="391425" cy="126025"/>
            </a:xfrm>
            <a:custGeom>
              <a:avLst/>
              <a:gdLst/>
              <a:ahLst/>
              <a:cxnLst/>
              <a:rect l="l" t="t" r="r" b="b"/>
              <a:pathLst>
                <a:path w="15657" h="5041" extrusionOk="0">
                  <a:moveTo>
                    <a:pt x="1258" y="0"/>
                  </a:moveTo>
                  <a:cubicBezTo>
                    <a:pt x="562" y="0"/>
                    <a:pt x="0" y="562"/>
                    <a:pt x="0" y="1258"/>
                  </a:cubicBezTo>
                  <a:lnTo>
                    <a:pt x="0" y="5040"/>
                  </a:lnTo>
                  <a:lnTo>
                    <a:pt x="15657" y="5040"/>
                  </a:lnTo>
                  <a:lnTo>
                    <a:pt x="15657" y="4978"/>
                  </a:lnTo>
                  <a:lnTo>
                    <a:pt x="15657" y="1258"/>
                  </a:lnTo>
                  <a:cubicBezTo>
                    <a:pt x="15657" y="562"/>
                    <a:pt x="15095" y="0"/>
                    <a:pt x="143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70"/>
            <p:cNvSpPr/>
            <p:nvPr/>
          </p:nvSpPr>
          <p:spPr>
            <a:xfrm>
              <a:off x="7097725" y="1762300"/>
              <a:ext cx="123800" cy="63150"/>
            </a:xfrm>
            <a:custGeom>
              <a:avLst/>
              <a:gdLst/>
              <a:ahLst/>
              <a:cxnLst/>
              <a:rect l="l" t="t" r="r" b="b"/>
              <a:pathLst>
                <a:path w="4952" h="2526" extrusionOk="0">
                  <a:moveTo>
                    <a:pt x="322" y="1"/>
                  </a:moveTo>
                  <a:cubicBezTo>
                    <a:pt x="143" y="1"/>
                    <a:pt x="1" y="144"/>
                    <a:pt x="1" y="313"/>
                  </a:cubicBezTo>
                  <a:lnTo>
                    <a:pt x="1" y="2204"/>
                  </a:lnTo>
                  <a:cubicBezTo>
                    <a:pt x="1" y="2383"/>
                    <a:pt x="143" y="2526"/>
                    <a:pt x="322" y="2526"/>
                  </a:cubicBezTo>
                  <a:lnTo>
                    <a:pt x="4640" y="2526"/>
                  </a:lnTo>
                  <a:cubicBezTo>
                    <a:pt x="4809" y="2526"/>
                    <a:pt x="4952" y="2383"/>
                    <a:pt x="4952" y="2204"/>
                  </a:cubicBezTo>
                  <a:lnTo>
                    <a:pt x="4952" y="313"/>
                  </a:lnTo>
                  <a:cubicBezTo>
                    <a:pt x="4952" y="144"/>
                    <a:pt x="4809" y="1"/>
                    <a:pt x="4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70"/>
            <p:cNvSpPr/>
            <p:nvPr/>
          </p:nvSpPr>
          <p:spPr>
            <a:xfrm>
              <a:off x="6861550" y="1855975"/>
              <a:ext cx="391425" cy="145900"/>
            </a:xfrm>
            <a:custGeom>
              <a:avLst/>
              <a:gdLst/>
              <a:ahLst/>
              <a:cxnLst/>
              <a:rect l="l" t="t" r="r" b="b"/>
              <a:pathLst>
                <a:path w="15657" h="5836" extrusionOk="0">
                  <a:moveTo>
                    <a:pt x="0" y="1"/>
                  </a:moveTo>
                  <a:lnTo>
                    <a:pt x="0" y="4568"/>
                  </a:lnTo>
                  <a:cubicBezTo>
                    <a:pt x="0" y="5273"/>
                    <a:pt x="562" y="5835"/>
                    <a:pt x="1258" y="5835"/>
                  </a:cubicBezTo>
                  <a:lnTo>
                    <a:pt x="14399" y="5835"/>
                  </a:lnTo>
                  <a:cubicBezTo>
                    <a:pt x="15095" y="5835"/>
                    <a:pt x="15657" y="5273"/>
                    <a:pt x="15657" y="4568"/>
                  </a:cubicBezTo>
                  <a:lnTo>
                    <a:pt x="156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70"/>
            <p:cNvSpPr/>
            <p:nvPr/>
          </p:nvSpPr>
          <p:spPr>
            <a:xfrm>
              <a:off x="6963700" y="1645675"/>
              <a:ext cx="186475" cy="85225"/>
            </a:xfrm>
            <a:custGeom>
              <a:avLst/>
              <a:gdLst/>
              <a:ahLst/>
              <a:cxnLst/>
              <a:rect l="l" t="t" r="r" b="b"/>
              <a:pathLst>
                <a:path w="7459" h="3409" extrusionOk="0">
                  <a:moveTo>
                    <a:pt x="2667" y="0"/>
                  </a:moveTo>
                  <a:cubicBezTo>
                    <a:pt x="1865" y="0"/>
                    <a:pt x="1151" y="482"/>
                    <a:pt x="856" y="1231"/>
                  </a:cubicBezTo>
                  <a:lnTo>
                    <a:pt x="0" y="3408"/>
                  </a:lnTo>
                  <a:lnTo>
                    <a:pt x="7458" y="3408"/>
                  </a:lnTo>
                  <a:lnTo>
                    <a:pt x="6602" y="1231"/>
                  </a:lnTo>
                  <a:cubicBezTo>
                    <a:pt x="6298" y="482"/>
                    <a:pt x="5585" y="0"/>
                    <a:pt x="47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70"/>
            <p:cNvSpPr/>
            <p:nvPr/>
          </p:nvSpPr>
          <p:spPr>
            <a:xfrm>
              <a:off x="6999825" y="1678000"/>
              <a:ext cx="114425" cy="52900"/>
            </a:xfrm>
            <a:custGeom>
              <a:avLst/>
              <a:gdLst/>
              <a:ahLst/>
              <a:cxnLst/>
              <a:rect l="l" t="t" r="r" b="b"/>
              <a:pathLst>
                <a:path w="4577" h="2116" extrusionOk="0">
                  <a:moveTo>
                    <a:pt x="1401" y="1"/>
                  </a:moveTo>
                  <a:cubicBezTo>
                    <a:pt x="1053" y="1"/>
                    <a:pt x="741" y="215"/>
                    <a:pt x="616" y="536"/>
                  </a:cubicBezTo>
                  <a:lnTo>
                    <a:pt x="0" y="2115"/>
                  </a:lnTo>
                  <a:lnTo>
                    <a:pt x="4577" y="2115"/>
                  </a:lnTo>
                  <a:lnTo>
                    <a:pt x="3952" y="536"/>
                  </a:lnTo>
                  <a:cubicBezTo>
                    <a:pt x="3818" y="215"/>
                    <a:pt x="3506" y="1"/>
                    <a:pt x="31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70"/>
            <p:cNvSpPr/>
            <p:nvPr/>
          </p:nvSpPr>
          <p:spPr>
            <a:xfrm>
              <a:off x="6927125" y="1778150"/>
              <a:ext cx="259400" cy="259175"/>
            </a:xfrm>
            <a:custGeom>
              <a:avLst/>
              <a:gdLst/>
              <a:ahLst/>
              <a:cxnLst/>
              <a:rect l="l" t="t" r="r" b="b"/>
              <a:pathLst>
                <a:path w="10376" h="10367" extrusionOk="0">
                  <a:moveTo>
                    <a:pt x="5192" y="0"/>
                  </a:moveTo>
                  <a:cubicBezTo>
                    <a:pt x="2328" y="0"/>
                    <a:pt x="0" y="2320"/>
                    <a:pt x="0" y="5183"/>
                  </a:cubicBezTo>
                  <a:cubicBezTo>
                    <a:pt x="0" y="8047"/>
                    <a:pt x="2328" y="10367"/>
                    <a:pt x="5192" y="10367"/>
                  </a:cubicBezTo>
                  <a:cubicBezTo>
                    <a:pt x="8056" y="10367"/>
                    <a:pt x="10375" y="8047"/>
                    <a:pt x="10375" y="5183"/>
                  </a:cubicBezTo>
                  <a:cubicBezTo>
                    <a:pt x="10375" y="2320"/>
                    <a:pt x="8056" y="0"/>
                    <a:pt x="5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70"/>
            <p:cNvSpPr/>
            <p:nvPr/>
          </p:nvSpPr>
          <p:spPr>
            <a:xfrm>
              <a:off x="6961675" y="1812725"/>
              <a:ext cx="190275" cy="190250"/>
            </a:xfrm>
            <a:custGeom>
              <a:avLst/>
              <a:gdLst/>
              <a:ahLst/>
              <a:cxnLst/>
              <a:rect l="l" t="t" r="r" b="b"/>
              <a:pathLst>
                <a:path w="7611" h="7610" extrusionOk="0">
                  <a:moveTo>
                    <a:pt x="3810" y="0"/>
                  </a:moveTo>
                  <a:cubicBezTo>
                    <a:pt x="1705" y="0"/>
                    <a:pt x="1" y="1695"/>
                    <a:pt x="1" y="3800"/>
                  </a:cubicBezTo>
                  <a:cubicBezTo>
                    <a:pt x="1" y="5906"/>
                    <a:pt x="1705" y="7610"/>
                    <a:pt x="3810" y="7610"/>
                  </a:cubicBezTo>
                  <a:cubicBezTo>
                    <a:pt x="5906" y="7610"/>
                    <a:pt x="7610" y="5906"/>
                    <a:pt x="7610" y="3800"/>
                  </a:cubicBezTo>
                  <a:cubicBezTo>
                    <a:pt x="7610" y="1695"/>
                    <a:pt x="5906" y="0"/>
                    <a:pt x="38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70"/>
            <p:cNvSpPr/>
            <p:nvPr/>
          </p:nvSpPr>
          <p:spPr>
            <a:xfrm>
              <a:off x="6855075" y="1640325"/>
              <a:ext cx="403475" cy="403025"/>
            </a:xfrm>
            <a:custGeom>
              <a:avLst/>
              <a:gdLst/>
              <a:ahLst/>
              <a:cxnLst/>
              <a:rect l="l" t="t" r="r" b="b"/>
              <a:pathLst>
                <a:path w="16139" h="16121" extrusionOk="0">
                  <a:moveTo>
                    <a:pt x="8957" y="1758"/>
                  </a:moveTo>
                  <a:cubicBezTo>
                    <a:pt x="9207" y="1758"/>
                    <a:pt x="9430" y="1909"/>
                    <a:pt x="9519" y="2141"/>
                  </a:cubicBezTo>
                  <a:lnTo>
                    <a:pt x="10019" y="3399"/>
                  </a:lnTo>
                  <a:lnTo>
                    <a:pt x="6138" y="3399"/>
                  </a:lnTo>
                  <a:lnTo>
                    <a:pt x="6620" y="2141"/>
                  </a:lnTo>
                  <a:cubicBezTo>
                    <a:pt x="6718" y="1909"/>
                    <a:pt x="6941" y="1758"/>
                    <a:pt x="7191" y="1758"/>
                  </a:cubicBezTo>
                  <a:close/>
                  <a:moveTo>
                    <a:pt x="9127" y="464"/>
                  </a:moveTo>
                  <a:cubicBezTo>
                    <a:pt x="9840" y="464"/>
                    <a:pt x="10465" y="892"/>
                    <a:pt x="10724" y="1552"/>
                  </a:cubicBezTo>
                  <a:lnTo>
                    <a:pt x="11455" y="3399"/>
                  </a:lnTo>
                  <a:lnTo>
                    <a:pt x="10518" y="3399"/>
                  </a:lnTo>
                  <a:lnTo>
                    <a:pt x="9956" y="1972"/>
                  </a:lnTo>
                  <a:cubicBezTo>
                    <a:pt x="9787" y="1552"/>
                    <a:pt x="9394" y="1285"/>
                    <a:pt x="8948" y="1285"/>
                  </a:cubicBezTo>
                  <a:lnTo>
                    <a:pt x="7191" y="1285"/>
                  </a:lnTo>
                  <a:cubicBezTo>
                    <a:pt x="6745" y="1285"/>
                    <a:pt x="6352" y="1552"/>
                    <a:pt x="6183" y="1972"/>
                  </a:cubicBezTo>
                  <a:lnTo>
                    <a:pt x="5630" y="3399"/>
                  </a:lnTo>
                  <a:lnTo>
                    <a:pt x="4684" y="3399"/>
                  </a:lnTo>
                  <a:lnTo>
                    <a:pt x="5416" y="1552"/>
                  </a:lnTo>
                  <a:cubicBezTo>
                    <a:pt x="5674" y="892"/>
                    <a:pt x="6308" y="464"/>
                    <a:pt x="7012" y="464"/>
                  </a:cubicBezTo>
                  <a:close/>
                  <a:moveTo>
                    <a:pt x="14354" y="5130"/>
                  </a:moveTo>
                  <a:cubicBezTo>
                    <a:pt x="14399" y="5130"/>
                    <a:pt x="14435" y="5165"/>
                    <a:pt x="14435" y="5210"/>
                  </a:cubicBezTo>
                  <a:lnTo>
                    <a:pt x="14435" y="7101"/>
                  </a:lnTo>
                  <a:cubicBezTo>
                    <a:pt x="14435" y="7146"/>
                    <a:pt x="14399" y="7182"/>
                    <a:pt x="14354" y="7182"/>
                  </a:cubicBezTo>
                  <a:lnTo>
                    <a:pt x="12187" y="7182"/>
                  </a:lnTo>
                  <a:cubicBezTo>
                    <a:pt x="11598" y="6486"/>
                    <a:pt x="10831" y="5950"/>
                    <a:pt x="9965" y="5620"/>
                  </a:cubicBezTo>
                  <a:lnTo>
                    <a:pt x="9965" y="5210"/>
                  </a:lnTo>
                  <a:cubicBezTo>
                    <a:pt x="9965" y="5165"/>
                    <a:pt x="10001" y="5130"/>
                    <a:pt x="10037" y="5130"/>
                  </a:cubicBezTo>
                  <a:close/>
                  <a:moveTo>
                    <a:pt x="2971" y="8850"/>
                  </a:moveTo>
                  <a:cubicBezTo>
                    <a:pt x="2757" y="9430"/>
                    <a:pt x="2650" y="10054"/>
                    <a:pt x="2650" y="10688"/>
                  </a:cubicBezTo>
                  <a:cubicBezTo>
                    <a:pt x="2650" y="12035"/>
                    <a:pt x="3141" y="13257"/>
                    <a:pt x="3944" y="14211"/>
                  </a:cubicBezTo>
                  <a:lnTo>
                    <a:pt x="1499" y="14211"/>
                  </a:lnTo>
                  <a:cubicBezTo>
                    <a:pt x="937" y="14211"/>
                    <a:pt x="473" y="13747"/>
                    <a:pt x="473" y="13185"/>
                  </a:cubicBezTo>
                  <a:lnTo>
                    <a:pt x="473" y="8850"/>
                  </a:lnTo>
                  <a:close/>
                  <a:moveTo>
                    <a:pt x="14640" y="3872"/>
                  </a:moveTo>
                  <a:cubicBezTo>
                    <a:pt x="15211" y="3872"/>
                    <a:pt x="15666" y="4327"/>
                    <a:pt x="15666" y="4898"/>
                  </a:cubicBezTo>
                  <a:lnTo>
                    <a:pt x="15666" y="8377"/>
                  </a:lnTo>
                  <a:lnTo>
                    <a:pt x="12972" y="8377"/>
                  </a:lnTo>
                  <a:cubicBezTo>
                    <a:pt x="12856" y="8109"/>
                    <a:pt x="12713" y="7860"/>
                    <a:pt x="12552" y="7619"/>
                  </a:cubicBezTo>
                  <a:lnTo>
                    <a:pt x="14354" y="7619"/>
                  </a:lnTo>
                  <a:cubicBezTo>
                    <a:pt x="14658" y="7619"/>
                    <a:pt x="14908" y="7378"/>
                    <a:pt x="14908" y="7066"/>
                  </a:cubicBezTo>
                  <a:lnTo>
                    <a:pt x="14908" y="5183"/>
                  </a:lnTo>
                  <a:cubicBezTo>
                    <a:pt x="14908" y="4871"/>
                    <a:pt x="14658" y="4630"/>
                    <a:pt x="14354" y="4630"/>
                  </a:cubicBezTo>
                  <a:lnTo>
                    <a:pt x="10037" y="4630"/>
                  </a:lnTo>
                  <a:cubicBezTo>
                    <a:pt x="9733" y="4630"/>
                    <a:pt x="9492" y="4871"/>
                    <a:pt x="9492" y="5183"/>
                  </a:cubicBezTo>
                  <a:lnTo>
                    <a:pt x="9492" y="5442"/>
                  </a:lnTo>
                  <a:cubicBezTo>
                    <a:pt x="9038" y="5326"/>
                    <a:pt x="8565" y="5255"/>
                    <a:pt x="8074" y="5255"/>
                  </a:cubicBezTo>
                  <a:cubicBezTo>
                    <a:pt x="7066" y="5255"/>
                    <a:pt x="6076" y="5540"/>
                    <a:pt x="5219" y="6075"/>
                  </a:cubicBezTo>
                  <a:cubicBezTo>
                    <a:pt x="5002" y="6210"/>
                    <a:pt x="5143" y="6514"/>
                    <a:pt x="5347" y="6514"/>
                  </a:cubicBezTo>
                  <a:cubicBezTo>
                    <a:pt x="5386" y="6514"/>
                    <a:pt x="5427" y="6503"/>
                    <a:pt x="5469" y="6477"/>
                  </a:cubicBezTo>
                  <a:cubicBezTo>
                    <a:pt x="6245" y="5986"/>
                    <a:pt x="7155" y="5727"/>
                    <a:pt x="8074" y="5727"/>
                  </a:cubicBezTo>
                  <a:cubicBezTo>
                    <a:pt x="10857" y="5727"/>
                    <a:pt x="13106" y="8047"/>
                    <a:pt x="13016" y="10857"/>
                  </a:cubicBezTo>
                  <a:cubicBezTo>
                    <a:pt x="12936" y="13471"/>
                    <a:pt x="10831" y="15585"/>
                    <a:pt x="8217" y="15657"/>
                  </a:cubicBezTo>
                  <a:cubicBezTo>
                    <a:pt x="8169" y="15658"/>
                    <a:pt x="8120" y="15659"/>
                    <a:pt x="8072" y="15659"/>
                  </a:cubicBezTo>
                  <a:cubicBezTo>
                    <a:pt x="5346" y="15659"/>
                    <a:pt x="3132" y="13432"/>
                    <a:pt x="3132" y="10696"/>
                  </a:cubicBezTo>
                  <a:cubicBezTo>
                    <a:pt x="3132" y="10010"/>
                    <a:pt x="3266" y="9340"/>
                    <a:pt x="3533" y="8725"/>
                  </a:cubicBezTo>
                  <a:cubicBezTo>
                    <a:pt x="3542" y="8716"/>
                    <a:pt x="3542" y="8707"/>
                    <a:pt x="3551" y="8689"/>
                  </a:cubicBezTo>
                  <a:cubicBezTo>
                    <a:pt x="3783" y="8154"/>
                    <a:pt x="4122" y="7654"/>
                    <a:pt x="4541" y="7226"/>
                  </a:cubicBezTo>
                  <a:cubicBezTo>
                    <a:pt x="4707" y="7054"/>
                    <a:pt x="4542" y="6818"/>
                    <a:pt x="4360" y="6818"/>
                  </a:cubicBezTo>
                  <a:cubicBezTo>
                    <a:pt x="4306" y="6818"/>
                    <a:pt x="4251" y="6838"/>
                    <a:pt x="4202" y="6887"/>
                  </a:cubicBezTo>
                  <a:cubicBezTo>
                    <a:pt x="3774" y="7333"/>
                    <a:pt x="3426" y="7833"/>
                    <a:pt x="3176" y="8377"/>
                  </a:cubicBezTo>
                  <a:lnTo>
                    <a:pt x="473" y="8377"/>
                  </a:lnTo>
                  <a:lnTo>
                    <a:pt x="473" y="4898"/>
                  </a:lnTo>
                  <a:cubicBezTo>
                    <a:pt x="473" y="4327"/>
                    <a:pt x="937" y="3872"/>
                    <a:pt x="1499" y="3872"/>
                  </a:cubicBezTo>
                  <a:close/>
                  <a:moveTo>
                    <a:pt x="7012" y="0"/>
                  </a:moveTo>
                  <a:cubicBezTo>
                    <a:pt x="6111" y="0"/>
                    <a:pt x="5309" y="535"/>
                    <a:pt x="4970" y="1374"/>
                  </a:cubicBezTo>
                  <a:lnTo>
                    <a:pt x="4176" y="3399"/>
                  </a:lnTo>
                  <a:lnTo>
                    <a:pt x="1499" y="3399"/>
                  </a:lnTo>
                  <a:cubicBezTo>
                    <a:pt x="679" y="3399"/>
                    <a:pt x="1" y="4068"/>
                    <a:pt x="1" y="4898"/>
                  </a:cubicBezTo>
                  <a:lnTo>
                    <a:pt x="1" y="13185"/>
                  </a:lnTo>
                  <a:cubicBezTo>
                    <a:pt x="1" y="14006"/>
                    <a:pt x="679" y="14684"/>
                    <a:pt x="1499" y="14684"/>
                  </a:cubicBezTo>
                  <a:lnTo>
                    <a:pt x="4399" y="14684"/>
                  </a:lnTo>
                  <a:cubicBezTo>
                    <a:pt x="5362" y="15567"/>
                    <a:pt x="6656" y="16120"/>
                    <a:pt x="8074" y="16120"/>
                  </a:cubicBezTo>
                  <a:cubicBezTo>
                    <a:pt x="9484" y="16120"/>
                    <a:pt x="10777" y="15567"/>
                    <a:pt x="11750" y="14684"/>
                  </a:cubicBezTo>
                  <a:lnTo>
                    <a:pt x="14640" y="14684"/>
                  </a:lnTo>
                  <a:cubicBezTo>
                    <a:pt x="15470" y="14684"/>
                    <a:pt x="16139" y="14006"/>
                    <a:pt x="16139" y="13185"/>
                  </a:cubicBezTo>
                  <a:lnTo>
                    <a:pt x="16139" y="12240"/>
                  </a:lnTo>
                  <a:cubicBezTo>
                    <a:pt x="16139" y="12088"/>
                    <a:pt x="16020" y="12012"/>
                    <a:pt x="15902" y="12012"/>
                  </a:cubicBezTo>
                  <a:cubicBezTo>
                    <a:pt x="15784" y="12012"/>
                    <a:pt x="15666" y="12088"/>
                    <a:pt x="15666" y="12240"/>
                  </a:cubicBezTo>
                  <a:lnTo>
                    <a:pt x="15666" y="13185"/>
                  </a:lnTo>
                  <a:cubicBezTo>
                    <a:pt x="15666" y="13747"/>
                    <a:pt x="15211" y="14211"/>
                    <a:pt x="14640" y="14211"/>
                  </a:cubicBezTo>
                  <a:lnTo>
                    <a:pt x="12196" y="14211"/>
                  </a:lnTo>
                  <a:cubicBezTo>
                    <a:pt x="13007" y="13257"/>
                    <a:pt x="13489" y="12035"/>
                    <a:pt x="13489" y="10688"/>
                  </a:cubicBezTo>
                  <a:cubicBezTo>
                    <a:pt x="13489" y="10045"/>
                    <a:pt x="13382" y="9430"/>
                    <a:pt x="13168" y="8850"/>
                  </a:cubicBezTo>
                  <a:lnTo>
                    <a:pt x="15666" y="8850"/>
                  </a:lnTo>
                  <a:lnTo>
                    <a:pt x="15666" y="11000"/>
                  </a:lnTo>
                  <a:cubicBezTo>
                    <a:pt x="15666" y="11151"/>
                    <a:pt x="15784" y="11227"/>
                    <a:pt x="15902" y="11227"/>
                  </a:cubicBezTo>
                  <a:cubicBezTo>
                    <a:pt x="16020" y="11227"/>
                    <a:pt x="16139" y="11151"/>
                    <a:pt x="16139" y="11000"/>
                  </a:cubicBezTo>
                  <a:lnTo>
                    <a:pt x="16139" y="4898"/>
                  </a:lnTo>
                  <a:cubicBezTo>
                    <a:pt x="16139" y="4068"/>
                    <a:pt x="15470" y="3399"/>
                    <a:pt x="14640" y="3399"/>
                  </a:cubicBezTo>
                  <a:lnTo>
                    <a:pt x="11964" y="3399"/>
                  </a:lnTo>
                  <a:lnTo>
                    <a:pt x="11170" y="1374"/>
                  </a:lnTo>
                  <a:cubicBezTo>
                    <a:pt x="10831" y="535"/>
                    <a:pt x="10037" y="0"/>
                    <a:pt x="9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70"/>
            <p:cNvSpPr/>
            <p:nvPr/>
          </p:nvSpPr>
          <p:spPr>
            <a:xfrm>
              <a:off x="6955875" y="1806700"/>
              <a:ext cx="202100" cy="202075"/>
            </a:xfrm>
            <a:custGeom>
              <a:avLst/>
              <a:gdLst/>
              <a:ahLst/>
              <a:cxnLst/>
              <a:rect l="l" t="t" r="r" b="b"/>
              <a:pathLst>
                <a:path w="8084" h="8083" extrusionOk="0">
                  <a:moveTo>
                    <a:pt x="4042" y="473"/>
                  </a:moveTo>
                  <a:cubicBezTo>
                    <a:pt x="6005" y="473"/>
                    <a:pt x="7610" y="2070"/>
                    <a:pt x="7610" y="4041"/>
                  </a:cubicBezTo>
                  <a:cubicBezTo>
                    <a:pt x="7610" y="6013"/>
                    <a:pt x="6005" y="7610"/>
                    <a:pt x="4042" y="7610"/>
                  </a:cubicBezTo>
                  <a:cubicBezTo>
                    <a:pt x="2071" y="7610"/>
                    <a:pt x="474" y="6013"/>
                    <a:pt x="474" y="4041"/>
                  </a:cubicBezTo>
                  <a:cubicBezTo>
                    <a:pt x="474" y="2070"/>
                    <a:pt x="2071" y="473"/>
                    <a:pt x="4042" y="473"/>
                  </a:cubicBezTo>
                  <a:close/>
                  <a:moveTo>
                    <a:pt x="4042" y="0"/>
                  </a:moveTo>
                  <a:cubicBezTo>
                    <a:pt x="1812" y="0"/>
                    <a:pt x="1" y="1811"/>
                    <a:pt x="1" y="4041"/>
                  </a:cubicBezTo>
                  <a:cubicBezTo>
                    <a:pt x="1" y="6272"/>
                    <a:pt x="1812" y="8083"/>
                    <a:pt x="4042" y="8083"/>
                  </a:cubicBezTo>
                  <a:cubicBezTo>
                    <a:pt x="6263" y="8083"/>
                    <a:pt x="8083" y="6272"/>
                    <a:pt x="8083" y="4041"/>
                  </a:cubicBezTo>
                  <a:cubicBezTo>
                    <a:pt x="8083" y="1811"/>
                    <a:pt x="6263" y="0"/>
                    <a:pt x="40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4" name="Google Shape;4394;p70"/>
          <p:cNvGrpSpPr/>
          <p:nvPr/>
        </p:nvGrpSpPr>
        <p:grpSpPr>
          <a:xfrm>
            <a:off x="4618673" y="2173064"/>
            <a:ext cx="343199" cy="359272"/>
            <a:chOff x="4440825" y="1681150"/>
            <a:chExt cx="385400" cy="403450"/>
          </a:xfrm>
        </p:grpSpPr>
        <p:sp>
          <p:nvSpPr>
            <p:cNvPr id="4395" name="Google Shape;4395;p70"/>
            <p:cNvSpPr/>
            <p:nvPr/>
          </p:nvSpPr>
          <p:spPr>
            <a:xfrm>
              <a:off x="4447275" y="1816050"/>
              <a:ext cx="314275" cy="262300"/>
            </a:xfrm>
            <a:custGeom>
              <a:avLst/>
              <a:gdLst/>
              <a:ahLst/>
              <a:cxnLst/>
              <a:rect l="l" t="t" r="r" b="b"/>
              <a:pathLst>
                <a:path w="12571" h="10492" extrusionOk="0">
                  <a:moveTo>
                    <a:pt x="1848" y="1"/>
                  </a:moveTo>
                  <a:cubicBezTo>
                    <a:pt x="831" y="1"/>
                    <a:pt x="1" y="831"/>
                    <a:pt x="1" y="1865"/>
                  </a:cubicBezTo>
                  <a:lnTo>
                    <a:pt x="1" y="6701"/>
                  </a:lnTo>
                  <a:cubicBezTo>
                    <a:pt x="1" y="7735"/>
                    <a:pt x="831" y="8565"/>
                    <a:pt x="1848" y="8565"/>
                  </a:cubicBezTo>
                  <a:lnTo>
                    <a:pt x="2490" y="8565"/>
                  </a:lnTo>
                  <a:lnTo>
                    <a:pt x="2490" y="10492"/>
                  </a:lnTo>
                  <a:lnTo>
                    <a:pt x="4408" y="8565"/>
                  </a:lnTo>
                  <a:lnTo>
                    <a:pt x="10715" y="8565"/>
                  </a:lnTo>
                  <a:cubicBezTo>
                    <a:pt x="11741" y="8565"/>
                    <a:pt x="12571" y="7735"/>
                    <a:pt x="12571" y="6701"/>
                  </a:cubicBezTo>
                  <a:lnTo>
                    <a:pt x="12571" y="1865"/>
                  </a:lnTo>
                  <a:cubicBezTo>
                    <a:pt x="12571" y="831"/>
                    <a:pt x="11741" y="1"/>
                    <a:pt x="10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70"/>
            <p:cNvSpPr/>
            <p:nvPr/>
          </p:nvSpPr>
          <p:spPr>
            <a:xfrm>
              <a:off x="4491450" y="1881400"/>
              <a:ext cx="84550" cy="84325"/>
            </a:xfrm>
            <a:custGeom>
              <a:avLst/>
              <a:gdLst/>
              <a:ahLst/>
              <a:cxnLst/>
              <a:rect l="l" t="t" r="r" b="b"/>
              <a:pathLst>
                <a:path w="3382" h="3373" extrusionOk="0">
                  <a:moveTo>
                    <a:pt x="1695" y="1"/>
                  </a:moveTo>
                  <a:cubicBezTo>
                    <a:pt x="759" y="1"/>
                    <a:pt x="0" y="759"/>
                    <a:pt x="0" y="1687"/>
                  </a:cubicBezTo>
                  <a:cubicBezTo>
                    <a:pt x="0" y="2624"/>
                    <a:pt x="759" y="3373"/>
                    <a:pt x="1695" y="3373"/>
                  </a:cubicBezTo>
                  <a:cubicBezTo>
                    <a:pt x="2623" y="3373"/>
                    <a:pt x="3381" y="2624"/>
                    <a:pt x="3381" y="1687"/>
                  </a:cubicBezTo>
                  <a:cubicBezTo>
                    <a:pt x="3381" y="759"/>
                    <a:pt x="2623" y="1"/>
                    <a:pt x="1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70"/>
            <p:cNvSpPr/>
            <p:nvPr/>
          </p:nvSpPr>
          <p:spPr>
            <a:xfrm>
              <a:off x="4616550" y="1884075"/>
              <a:ext cx="33925" cy="78975"/>
            </a:xfrm>
            <a:custGeom>
              <a:avLst/>
              <a:gdLst/>
              <a:ahLst/>
              <a:cxnLst/>
              <a:rect l="l" t="t" r="r" b="b"/>
              <a:pathLst>
                <a:path w="1357" h="3159" extrusionOk="0">
                  <a:moveTo>
                    <a:pt x="679" y="1"/>
                  </a:moveTo>
                  <a:cubicBezTo>
                    <a:pt x="304" y="1"/>
                    <a:pt x="1" y="304"/>
                    <a:pt x="1" y="679"/>
                  </a:cubicBezTo>
                  <a:lnTo>
                    <a:pt x="1" y="2481"/>
                  </a:lnTo>
                  <a:cubicBezTo>
                    <a:pt x="1" y="2856"/>
                    <a:pt x="304" y="3159"/>
                    <a:pt x="679" y="3159"/>
                  </a:cubicBezTo>
                  <a:cubicBezTo>
                    <a:pt x="1054" y="3159"/>
                    <a:pt x="1357" y="2856"/>
                    <a:pt x="1357" y="2481"/>
                  </a:cubicBezTo>
                  <a:lnTo>
                    <a:pt x="1357" y="679"/>
                  </a:lnTo>
                  <a:cubicBezTo>
                    <a:pt x="1357" y="304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70"/>
            <p:cNvSpPr/>
            <p:nvPr/>
          </p:nvSpPr>
          <p:spPr>
            <a:xfrm>
              <a:off x="4678775" y="1884075"/>
              <a:ext cx="33925" cy="78975"/>
            </a:xfrm>
            <a:custGeom>
              <a:avLst/>
              <a:gdLst/>
              <a:ahLst/>
              <a:cxnLst/>
              <a:rect l="l" t="t" r="r" b="b"/>
              <a:pathLst>
                <a:path w="1357" h="3159" extrusionOk="0">
                  <a:moveTo>
                    <a:pt x="679" y="1"/>
                  </a:moveTo>
                  <a:cubicBezTo>
                    <a:pt x="304" y="1"/>
                    <a:pt x="1" y="304"/>
                    <a:pt x="1" y="679"/>
                  </a:cubicBezTo>
                  <a:lnTo>
                    <a:pt x="1" y="2481"/>
                  </a:lnTo>
                  <a:cubicBezTo>
                    <a:pt x="1" y="2856"/>
                    <a:pt x="304" y="3159"/>
                    <a:pt x="679" y="3159"/>
                  </a:cubicBezTo>
                  <a:cubicBezTo>
                    <a:pt x="1054" y="3159"/>
                    <a:pt x="1357" y="2856"/>
                    <a:pt x="1357" y="2481"/>
                  </a:cubicBezTo>
                  <a:lnTo>
                    <a:pt x="1357" y="679"/>
                  </a:lnTo>
                  <a:cubicBezTo>
                    <a:pt x="1357" y="304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70"/>
            <p:cNvSpPr/>
            <p:nvPr/>
          </p:nvSpPr>
          <p:spPr>
            <a:xfrm>
              <a:off x="4516425" y="1747150"/>
              <a:ext cx="33925" cy="190475"/>
            </a:xfrm>
            <a:custGeom>
              <a:avLst/>
              <a:gdLst/>
              <a:ahLst/>
              <a:cxnLst/>
              <a:rect l="l" t="t" r="r" b="b"/>
              <a:pathLst>
                <a:path w="1357" h="7619" extrusionOk="0">
                  <a:moveTo>
                    <a:pt x="678" y="0"/>
                  </a:moveTo>
                  <a:cubicBezTo>
                    <a:pt x="304" y="0"/>
                    <a:pt x="0" y="304"/>
                    <a:pt x="0" y="678"/>
                  </a:cubicBezTo>
                  <a:lnTo>
                    <a:pt x="0" y="6941"/>
                  </a:lnTo>
                  <a:cubicBezTo>
                    <a:pt x="0" y="7316"/>
                    <a:pt x="304" y="7619"/>
                    <a:pt x="678" y="7619"/>
                  </a:cubicBezTo>
                  <a:cubicBezTo>
                    <a:pt x="1053" y="7619"/>
                    <a:pt x="1356" y="7316"/>
                    <a:pt x="1356" y="6941"/>
                  </a:cubicBezTo>
                  <a:lnTo>
                    <a:pt x="1356" y="678"/>
                  </a:lnTo>
                  <a:cubicBezTo>
                    <a:pt x="1356" y="304"/>
                    <a:pt x="1053" y="0"/>
                    <a:pt x="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70"/>
            <p:cNvSpPr/>
            <p:nvPr/>
          </p:nvSpPr>
          <p:spPr>
            <a:xfrm>
              <a:off x="4480750" y="1686700"/>
              <a:ext cx="105950" cy="106200"/>
            </a:xfrm>
            <a:custGeom>
              <a:avLst/>
              <a:gdLst/>
              <a:ahLst/>
              <a:cxnLst/>
              <a:rect l="l" t="t" r="r" b="b"/>
              <a:pathLst>
                <a:path w="4238" h="4248" extrusionOk="0">
                  <a:moveTo>
                    <a:pt x="2123" y="1"/>
                  </a:moveTo>
                  <a:cubicBezTo>
                    <a:pt x="946" y="1"/>
                    <a:pt x="0" y="955"/>
                    <a:pt x="0" y="2124"/>
                  </a:cubicBezTo>
                  <a:cubicBezTo>
                    <a:pt x="0" y="3302"/>
                    <a:pt x="946" y="4247"/>
                    <a:pt x="2123" y="4247"/>
                  </a:cubicBezTo>
                  <a:cubicBezTo>
                    <a:pt x="3292" y="4247"/>
                    <a:pt x="4238" y="3302"/>
                    <a:pt x="4238" y="2124"/>
                  </a:cubicBezTo>
                  <a:cubicBezTo>
                    <a:pt x="4238" y="955"/>
                    <a:pt x="3292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70"/>
            <p:cNvSpPr/>
            <p:nvPr/>
          </p:nvSpPr>
          <p:spPr>
            <a:xfrm>
              <a:off x="4723825" y="1781950"/>
              <a:ext cx="71625" cy="69875"/>
            </a:xfrm>
            <a:custGeom>
              <a:avLst/>
              <a:gdLst/>
              <a:ahLst/>
              <a:cxnLst/>
              <a:rect l="l" t="t" r="r" b="b"/>
              <a:pathLst>
                <a:path w="2865" h="2795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cubicBezTo>
                    <a:pt x="1455" y="473"/>
                    <a:pt x="2401" y="1410"/>
                    <a:pt x="2401" y="2560"/>
                  </a:cubicBezTo>
                  <a:cubicBezTo>
                    <a:pt x="2401" y="2716"/>
                    <a:pt x="2517" y="2795"/>
                    <a:pt x="2633" y="2795"/>
                  </a:cubicBezTo>
                  <a:cubicBezTo>
                    <a:pt x="2749" y="2795"/>
                    <a:pt x="2865" y="2716"/>
                    <a:pt x="2865" y="2560"/>
                  </a:cubicBezTo>
                  <a:cubicBezTo>
                    <a:pt x="2865" y="1151"/>
                    <a:pt x="1723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70"/>
            <p:cNvSpPr/>
            <p:nvPr/>
          </p:nvSpPr>
          <p:spPr>
            <a:xfrm>
              <a:off x="4730750" y="1751150"/>
              <a:ext cx="95475" cy="93750"/>
            </a:xfrm>
            <a:custGeom>
              <a:avLst/>
              <a:gdLst/>
              <a:ahLst/>
              <a:cxnLst/>
              <a:rect l="l" t="t" r="r" b="b"/>
              <a:pathLst>
                <a:path w="3819" h="3750" extrusionOk="0">
                  <a:moveTo>
                    <a:pt x="304" y="1"/>
                  </a:moveTo>
                  <a:cubicBezTo>
                    <a:pt x="1" y="1"/>
                    <a:pt x="1" y="474"/>
                    <a:pt x="304" y="474"/>
                  </a:cubicBezTo>
                  <a:cubicBezTo>
                    <a:pt x="1981" y="474"/>
                    <a:pt x="3346" y="1839"/>
                    <a:pt x="3346" y="3516"/>
                  </a:cubicBezTo>
                  <a:cubicBezTo>
                    <a:pt x="3346" y="3672"/>
                    <a:pt x="3464" y="3750"/>
                    <a:pt x="3582" y="3750"/>
                  </a:cubicBezTo>
                  <a:cubicBezTo>
                    <a:pt x="3701" y="3750"/>
                    <a:pt x="3819" y="3672"/>
                    <a:pt x="3819" y="3516"/>
                  </a:cubicBezTo>
                  <a:cubicBezTo>
                    <a:pt x="3819" y="1580"/>
                    <a:pt x="2240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70"/>
            <p:cNvSpPr/>
            <p:nvPr/>
          </p:nvSpPr>
          <p:spPr>
            <a:xfrm>
              <a:off x="4440825" y="1681150"/>
              <a:ext cx="326975" cy="403450"/>
            </a:xfrm>
            <a:custGeom>
              <a:avLst/>
              <a:gdLst/>
              <a:ahLst/>
              <a:cxnLst/>
              <a:rect l="l" t="t" r="r" b="b"/>
              <a:pathLst>
                <a:path w="13079" h="16138" extrusionOk="0">
                  <a:moveTo>
                    <a:pt x="4166" y="4710"/>
                  </a:moveTo>
                  <a:lnTo>
                    <a:pt x="4166" y="9581"/>
                  </a:lnTo>
                  <a:cubicBezTo>
                    <a:pt x="4166" y="9822"/>
                    <a:pt x="3961" y="10018"/>
                    <a:pt x="3720" y="10018"/>
                  </a:cubicBezTo>
                  <a:cubicBezTo>
                    <a:pt x="3479" y="10018"/>
                    <a:pt x="3283" y="9822"/>
                    <a:pt x="3283" y="9581"/>
                  </a:cubicBezTo>
                  <a:lnTo>
                    <a:pt x="3283" y="4710"/>
                  </a:lnTo>
                  <a:cubicBezTo>
                    <a:pt x="3426" y="4737"/>
                    <a:pt x="3569" y="4755"/>
                    <a:pt x="3720" y="4755"/>
                  </a:cubicBezTo>
                  <a:cubicBezTo>
                    <a:pt x="3872" y="4755"/>
                    <a:pt x="4015" y="4737"/>
                    <a:pt x="4166" y="4710"/>
                  </a:cubicBezTo>
                  <a:close/>
                  <a:moveTo>
                    <a:pt x="4639" y="8591"/>
                  </a:moveTo>
                  <a:cubicBezTo>
                    <a:pt x="4960" y="8858"/>
                    <a:pt x="5157" y="9260"/>
                    <a:pt x="5157" y="9697"/>
                  </a:cubicBezTo>
                  <a:cubicBezTo>
                    <a:pt x="5157" y="10491"/>
                    <a:pt x="4514" y="11133"/>
                    <a:pt x="3720" y="11133"/>
                  </a:cubicBezTo>
                  <a:cubicBezTo>
                    <a:pt x="2926" y="11133"/>
                    <a:pt x="2284" y="10491"/>
                    <a:pt x="2284" y="9697"/>
                  </a:cubicBezTo>
                  <a:cubicBezTo>
                    <a:pt x="2284" y="9260"/>
                    <a:pt x="2480" y="8858"/>
                    <a:pt x="2810" y="8591"/>
                  </a:cubicBezTo>
                  <a:lnTo>
                    <a:pt x="2810" y="9617"/>
                  </a:lnTo>
                  <a:cubicBezTo>
                    <a:pt x="2810" y="10125"/>
                    <a:pt x="3221" y="10535"/>
                    <a:pt x="3720" y="10535"/>
                  </a:cubicBezTo>
                  <a:cubicBezTo>
                    <a:pt x="4229" y="10535"/>
                    <a:pt x="4639" y="10125"/>
                    <a:pt x="4639" y="9617"/>
                  </a:cubicBezTo>
                  <a:lnTo>
                    <a:pt x="4639" y="8591"/>
                  </a:lnTo>
                  <a:close/>
                  <a:moveTo>
                    <a:pt x="3707" y="0"/>
                  </a:moveTo>
                  <a:cubicBezTo>
                    <a:pt x="3612" y="0"/>
                    <a:pt x="3515" y="6"/>
                    <a:pt x="3417" y="18"/>
                  </a:cubicBezTo>
                  <a:cubicBezTo>
                    <a:pt x="2320" y="142"/>
                    <a:pt x="1445" y="1026"/>
                    <a:pt x="1338" y="2123"/>
                  </a:cubicBezTo>
                  <a:cubicBezTo>
                    <a:pt x="1231" y="3193"/>
                    <a:pt x="1856" y="4139"/>
                    <a:pt x="2775" y="4523"/>
                  </a:cubicBezTo>
                  <a:lnTo>
                    <a:pt x="2775" y="5174"/>
                  </a:lnTo>
                  <a:lnTo>
                    <a:pt x="2088" y="5174"/>
                  </a:lnTo>
                  <a:cubicBezTo>
                    <a:pt x="937" y="5174"/>
                    <a:pt x="0" y="6111"/>
                    <a:pt x="0" y="7270"/>
                  </a:cubicBezTo>
                  <a:lnTo>
                    <a:pt x="0" y="12114"/>
                  </a:lnTo>
                  <a:cubicBezTo>
                    <a:pt x="0" y="13274"/>
                    <a:pt x="937" y="14220"/>
                    <a:pt x="2097" y="14220"/>
                  </a:cubicBezTo>
                  <a:lnTo>
                    <a:pt x="2489" y="14220"/>
                  </a:lnTo>
                  <a:lnTo>
                    <a:pt x="2489" y="15906"/>
                  </a:lnTo>
                  <a:cubicBezTo>
                    <a:pt x="2489" y="16044"/>
                    <a:pt x="2607" y="16138"/>
                    <a:pt x="2730" y="16138"/>
                  </a:cubicBezTo>
                  <a:cubicBezTo>
                    <a:pt x="2789" y="16138"/>
                    <a:pt x="2850" y="16116"/>
                    <a:pt x="2900" y="16066"/>
                  </a:cubicBezTo>
                  <a:lnTo>
                    <a:pt x="4737" y="14220"/>
                  </a:lnTo>
                  <a:lnTo>
                    <a:pt x="9456" y="14220"/>
                  </a:lnTo>
                  <a:cubicBezTo>
                    <a:pt x="9760" y="14220"/>
                    <a:pt x="9760" y="13747"/>
                    <a:pt x="9456" y="13747"/>
                  </a:cubicBezTo>
                  <a:lnTo>
                    <a:pt x="4648" y="13747"/>
                  </a:lnTo>
                  <a:cubicBezTo>
                    <a:pt x="4586" y="13747"/>
                    <a:pt x="4523" y="13765"/>
                    <a:pt x="4479" y="13809"/>
                  </a:cubicBezTo>
                  <a:lnTo>
                    <a:pt x="2962" y="15335"/>
                  </a:lnTo>
                  <a:lnTo>
                    <a:pt x="2962" y="13979"/>
                  </a:lnTo>
                  <a:cubicBezTo>
                    <a:pt x="2962" y="13854"/>
                    <a:pt x="2864" y="13747"/>
                    <a:pt x="2730" y="13747"/>
                  </a:cubicBezTo>
                  <a:lnTo>
                    <a:pt x="2097" y="13747"/>
                  </a:lnTo>
                  <a:cubicBezTo>
                    <a:pt x="1205" y="13747"/>
                    <a:pt x="473" y="13015"/>
                    <a:pt x="473" y="12114"/>
                  </a:cubicBezTo>
                  <a:lnTo>
                    <a:pt x="473" y="7270"/>
                  </a:lnTo>
                  <a:cubicBezTo>
                    <a:pt x="473" y="6378"/>
                    <a:pt x="1205" y="5647"/>
                    <a:pt x="2097" y="5647"/>
                  </a:cubicBezTo>
                  <a:lnTo>
                    <a:pt x="2810" y="5647"/>
                  </a:lnTo>
                  <a:lnTo>
                    <a:pt x="2810" y="8020"/>
                  </a:lnTo>
                  <a:cubicBezTo>
                    <a:pt x="2204" y="8350"/>
                    <a:pt x="1811" y="9001"/>
                    <a:pt x="1811" y="9706"/>
                  </a:cubicBezTo>
                  <a:cubicBezTo>
                    <a:pt x="1811" y="10762"/>
                    <a:pt x="2670" y="11628"/>
                    <a:pt x="3721" y="11628"/>
                  </a:cubicBezTo>
                  <a:cubicBezTo>
                    <a:pt x="3762" y="11628"/>
                    <a:pt x="3804" y="11626"/>
                    <a:pt x="3845" y="11624"/>
                  </a:cubicBezTo>
                  <a:cubicBezTo>
                    <a:pt x="4764" y="11561"/>
                    <a:pt x="5513" y="10848"/>
                    <a:pt x="5612" y="9929"/>
                  </a:cubicBezTo>
                  <a:cubicBezTo>
                    <a:pt x="5710" y="9135"/>
                    <a:pt x="5317" y="8394"/>
                    <a:pt x="4639" y="8020"/>
                  </a:cubicBezTo>
                  <a:lnTo>
                    <a:pt x="4639" y="5647"/>
                  </a:lnTo>
                  <a:lnTo>
                    <a:pt x="10982" y="5647"/>
                  </a:lnTo>
                  <a:cubicBezTo>
                    <a:pt x="11883" y="5647"/>
                    <a:pt x="12606" y="6378"/>
                    <a:pt x="12606" y="7270"/>
                  </a:cubicBezTo>
                  <a:lnTo>
                    <a:pt x="12606" y="12106"/>
                  </a:lnTo>
                  <a:cubicBezTo>
                    <a:pt x="12606" y="13007"/>
                    <a:pt x="11883" y="13738"/>
                    <a:pt x="10982" y="13738"/>
                  </a:cubicBezTo>
                  <a:cubicBezTo>
                    <a:pt x="10679" y="13738"/>
                    <a:pt x="10679" y="14211"/>
                    <a:pt x="10982" y="14211"/>
                  </a:cubicBezTo>
                  <a:cubicBezTo>
                    <a:pt x="12142" y="14211"/>
                    <a:pt x="13078" y="13265"/>
                    <a:pt x="13078" y="12106"/>
                  </a:cubicBezTo>
                  <a:lnTo>
                    <a:pt x="13078" y="7270"/>
                  </a:lnTo>
                  <a:cubicBezTo>
                    <a:pt x="13078" y="6111"/>
                    <a:pt x="12142" y="5174"/>
                    <a:pt x="10982" y="5174"/>
                  </a:cubicBezTo>
                  <a:lnTo>
                    <a:pt x="4639" y="5174"/>
                  </a:lnTo>
                  <a:lnTo>
                    <a:pt x="4639" y="4532"/>
                  </a:lnTo>
                  <a:cubicBezTo>
                    <a:pt x="4826" y="4451"/>
                    <a:pt x="5005" y="4344"/>
                    <a:pt x="5165" y="4219"/>
                  </a:cubicBezTo>
                  <a:cubicBezTo>
                    <a:pt x="5367" y="4061"/>
                    <a:pt x="5215" y="3793"/>
                    <a:pt x="5017" y="3793"/>
                  </a:cubicBezTo>
                  <a:cubicBezTo>
                    <a:pt x="4970" y="3793"/>
                    <a:pt x="4920" y="3808"/>
                    <a:pt x="4871" y="3845"/>
                  </a:cubicBezTo>
                  <a:cubicBezTo>
                    <a:pt x="4534" y="4104"/>
                    <a:pt x="4130" y="4238"/>
                    <a:pt x="3708" y="4238"/>
                  </a:cubicBezTo>
                  <a:cubicBezTo>
                    <a:pt x="3694" y="4238"/>
                    <a:pt x="3680" y="4237"/>
                    <a:pt x="3667" y="4237"/>
                  </a:cubicBezTo>
                  <a:cubicBezTo>
                    <a:pt x="2712" y="4219"/>
                    <a:pt x="1909" y="3497"/>
                    <a:pt x="1811" y="2542"/>
                  </a:cubicBezTo>
                  <a:cubicBezTo>
                    <a:pt x="1704" y="1418"/>
                    <a:pt x="2596" y="473"/>
                    <a:pt x="3702" y="473"/>
                  </a:cubicBezTo>
                  <a:cubicBezTo>
                    <a:pt x="4755" y="473"/>
                    <a:pt x="5612" y="1320"/>
                    <a:pt x="5612" y="2355"/>
                  </a:cubicBezTo>
                  <a:cubicBezTo>
                    <a:pt x="5612" y="2560"/>
                    <a:pt x="5576" y="2756"/>
                    <a:pt x="5513" y="2953"/>
                  </a:cubicBezTo>
                  <a:cubicBezTo>
                    <a:pt x="5453" y="3129"/>
                    <a:pt x="5604" y="3255"/>
                    <a:pt x="5749" y="3255"/>
                  </a:cubicBezTo>
                  <a:cubicBezTo>
                    <a:pt x="5838" y="3255"/>
                    <a:pt x="5925" y="3207"/>
                    <a:pt x="5959" y="3095"/>
                  </a:cubicBezTo>
                  <a:cubicBezTo>
                    <a:pt x="6049" y="2863"/>
                    <a:pt x="6084" y="2605"/>
                    <a:pt x="6084" y="2355"/>
                  </a:cubicBezTo>
                  <a:cubicBezTo>
                    <a:pt x="6084" y="1058"/>
                    <a:pt x="5022" y="0"/>
                    <a:pt x="37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70"/>
            <p:cNvSpPr/>
            <p:nvPr/>
          </p:nvSpPr>
          <p:spPr>
            <a:xfrm>
              <a:off x="4610325" y="1878050"/>
              <a:ext cx="45725" cy="91025"/>
            </a:xfrm>
            <a:custGeom>
              <a:avLst/>
              <a:gdLst/>
              <a:ahLst/>
              <a:cxnLst/>
              <a:rect l="l" t="t" r="r" b="b"/>
              <a:pathLst>
                <a:path w="1829" h="3641" extrusionOk="0">
                  <a:moveTo>
                    <a:pt x="910" y="483"/>
                  </a:moveTo>
                  <a:cubicBezTo>
                    <a:pt x="1151" y="483"/>
                    <a:pt x="1356" y="679"/>
                    <a:pt x="1356" y="929"/>
                  </a:cubicBezTo>
                  <a:lnTo>
                    <a:pt x="1356" y="2713"/>
                  </a:lnTo>
                  <a:cubicBezTo>
                    <a:pt x="1356" y="2963"/>
                    <a:pt x="1151" y="3159"/>
                    <a:pt x="910" y="3159"/>
                  </a:cubicBezTo>
                  <a:cubicBezTo>
                    <a:pt x="669" y="3159"/>
                    <a:pt x="473" y="2963"/>
                    <a:pt x="473" y="2713"/>
                  </a:cubicBezTo>
                  <a:lnTo>
                    <a:pt x="473" y="929"/>
                  </a:lnTo>
                  <a:cubicBezTo>
                    <a:pt x="473" y="679"/>
                    <a:pt x="669" y="483"/>
                    <a:pt x="910" y="483"/>
                  </a:cubicBezTo>
                  <a:close/>
                  <a:moveTo>
                    <a:pt x="910" y="1"/>
                  </a:moveTo>
                  <a:cubicBezTo>
                    <a:pt x="411" y="1"/>
                    <a:pt x="0" y="411"/>
                    <a:pt x="0" y="920"/>
                  </a:cubicBezTo>
                  <a:lnTo>
                    <a:pt x="0" y="2722"/>
                  </a:lnTo>
                  <a:cubicBezTo>
                    <a:pt x="0" y="3230"/>
                    <a:pt x="411" y="3641"/>
                    <a:pt x="910" y="3641"/>
                  </a:cubicBezTo>
                  <a:cubicBezTo>
                    <a:pt x="1419" y="3641"/>
                    <a:pt x="1829" y="3230"/>
                    <a:pt x="1829" y="2722"/>
                  </a:cubicBezTo>
                  <a:lnTo>
                    <a:pt x="1829" y="920"/>
                  </a:lnTo>
                  <a:cubicBezTo>
                    <a:pt x="1829" y="411"/>
                    <a:pt x="1419" y="1"/>
                    <a:pt x="9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70"/>
            <p:cNvSpPr/>
            <p:nvPr/>
          </p:nvSpPr>
          <p:spPr>
            <a:xfrm>
              <a:off x="4672550" y="1878050"/>
              <a:ext cx="45725" cy="91025"/>
            </a:xfrm>
            <a:custGeom>
              <a:avLst/>
              <a:gdLst/>
              <a:ahLst/>
              <a:cxnLst/>
              <a:rect l="l" t="t" r="r" b="b"/>
              <a:pathLst>
                <a:path w="1829" h="3641" extrusionOk="0">
                  <a:moveTo>
                    <a:pt x="910" y="483"/>
                  </a:moveTo>
                  <a:cubicBezTo>
                    <a:pt x="1160" y="483"/>
                    <a:pt x="1356" y="679"/>
                    <a:pt x="1356" y="929"/>
                  </a:cubicBezTo>
                  <a:lnTo>
                    <a:pt x="1356" y="2713"/>
                  </a:lnTo>
                  <a:cubicBezTo>
                    <a:pt x="1356" y="2963"/>
                    <a:pt x="1160" y="3159"/>
                    <a:pt x="910" y="3159"/>
                  </a:cubicBezTo>
                  <a:cubicBezTo>
                    <a:pt x="669" y="3159"/>
                    <a:pt x="473" y="2963"/>
                    <a:pt x="473" y="2713"/>
                  </a:cubicBezTo>
                  <a:lnTo>
                    <a:pt x="473" y="929"/>
                  </a:lnTo>
                  <a:cubicBezTo>
                    <a:pt x="473" y="679"/>
                    <a:pt x="669" y="483"/>
                    <a:pt x="910" y="483"/>
                  </a:cubicBezTo>
                  <a:close/>
                  <a:moveTo>
                    <a:pt x="910" y="1"/>
                  </a:moveTo>
                  <a:cubicBezTo>
                    <a:pt x="411" y="1"/>
                    <a:pt x="0" y="411"/>
                    <a:pt x="0" y="920"/>
                  </a:cubicBezTo>
                  <a:lnTo>
                    <a:pt x="0" y="2722"/>
                  </a:lnTo>
                  <a:cubicBezTo>
                    <a:pt x="0" y="3230"/>
                    <a:pt x="411" y="3641"/>
                    <a:pt x="910" y="3641"/>
                  </a:cubicBezTo>
                  <a:cubicBezTo>
                    <a:pt x="1419" y="3641"/>
                    <a:pt x="1829" y="3230"/>
                    <a:pt x="1829" y="2722"/>
                  </a:cubicBezTo>
                  <a:lnTo>
                    <a:pt x="1829" y="920"/>
                  </a:lnTo>
                  <a:cubicBezTo>
                    <a:pt x="1829" y="411"/>
                    <a:pt x="1419" y="1"/>
                    <a:pt x="9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70"/>
            <p:cNvSpPr/>
            <p:nvPr/>
          </p:nvSpPr>
          <p:spPr>
            <a:xfrm>
              <a:off x="4502375" y="1709450"/>
              <a:ext cx="39050" cy="39050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330" y="1"/>
                  </a:moveTo>
                  <a:cubicBezTo>
                    <a:pt x="598" y="1"/>
                    <a:pt x="0" y="598"/>
                    <a:pt x="0" y="1330"/>
                  </a:cubicBezTo>
                  <a:cubicBezTo>
                    <a:pt x="0" y="1455"/>
                    <a:pt x="107" y="1562"/>
                    <a:pt x="241" y="1562"/>
                  </a:cubicBezTo>
                  <a:cubicBezTo>
                    <a:pt x="366" y="1562"/>
                    <a:pt x="473" y="1455"/>
                    <a:pt x="473" y="1330"/>
                  </a:cubicBezTo>
                  <a:cubicBezTo>
                    <a:pt x="473" y="857"/>
                    <a:pt x="857" y="473"/>
                    <a:pt x="1330" y="473"/>
                  </a:cubicBezTo>
                  <a:cubicBezTo>
                    <a:pt x="1455" y="473"/>
                    <a:pt x="1562" y="366"/>
                    <a:pt x="1562" y="233"/>
                  </a:cubicBezTo>
                  <a:cubicBezTo>
                    <a:pt x="1562" y="108"/>
                    <a:pt x="1455" y="1"/>
                    <a:pt x="1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7" name="Google Shape;4407;p70"/>
          <p:cNvGrpSpPr/>
          <p:nvPr/>
        </p:nvGrpSpPr>
        <p:grpSpPr>
          <a:xfrm>
            <a:off x="5110537" y="1635264"/>
            <a:ext cx="400723" cy="386452"/>
            <a:chOff x="7167282" y="3795080"/>
            <a:chExt cx="314935" cy="303719"/>
          </a:xfrm>
        </p:grpSpPr>
        <p:grpSp>
          <p:nvGrpSpPr>
            <p:cNvPr id="4408" name="Google Shape;4408;p70"/>
            <p:cNvGrpSpPr/>
            <p:nvPr/>
          </p:nvGrpSpPr>
          <p:grpSpPr>
            <a:xfrm>
              <a:off x="7167282" y="3799814"/>
              <a:ext cx="310257" cy="294306"/>
              <a:chOff x="4999950" y="1087700"/>
              <a:chExt cx="412850" cy="391625"/>
            </a:xfrm>
          </p:grpSpPr>
          <p:sp>
            <p:nvSpPr>
              <p:cNvPr id="4409" name="Google Shape;4409;p70"/>
              <p:cNvSpPr/>
              <p:nvPr/>
            </p:nvSpPr>
            <p:spPr>
              <a:xfrm>
                <a:off x="5203125" y="1322500"/>
                <a:ext cx="209675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8387" h="6273" extrusionOk="0">
                    <a:moveTo>
                      <a:pt x="536" y="1"/>
                    </a:moveTo>
                    <a:cubicBezTo>
                      <a:pt x="241" y="1"/>
                      <a:pt x="0" y="242"/>
                      <a:pt x="0" y="536"/>
                    </a:cubicBezTo>
                    <a:lnTo>
                      <a:pt x="0" y="5728"/>
                    </a:lnTo>
                    <a:cubicBezTo>
                      <a:pt x="0" y="6031"/>
                      <a:pt x="241" y="6272"/>
                      <a:pt x="536" y="6272"/>
                    </a:cubicBezTo>
                    <a:lnTo>
                      <a:pt x="7842" y="6272"/>
                    </a:lnTo>
                    <a:cubicBezTo>
                      <a:pt x="8145" y="6272"/>
                      <a:pt x="8386" y="6031"/>
                      <a:pt x="8386" y="5728"/>
                    </a:cubicBezTo>
                    <a:lnTo>
                      <a:pt x="8386" y="536"/>
                    </a:lnTo>
                    <a:cubicBezTo>
                      <a:pt x="8386" y="242"/>
                      <a:pt x="8145" y="1"/>
                      <a:pt x="78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70"/>
              <p:cNvSpPr/>
              <p:nvPr/>
            </p:nvSpPr>
            <p:spPr>
              <a:xfrm>
                <a:off x="5203125" y="1363325"/>
                <a:ext cx="209675" cy="116000"/>
              </a:xfrm>
              <a:custGeom>
                <a:avLst/>
                <a:gdLst/>
                <a:ahLst/>
                <a:cxnLst/>
                <a:rect l="l" t="t" r="r" b="b"/>
                <a:pathLst>
                  <a:path w="8387" h="4640" extrusionOk="0">
                    <a:moveTo>
                      <a:pt x="0" y="0"/>
                    </a:moveTo>
                    <a:lnTo>
                      <a:pt x="0" y="4095"/>
                    </a:lnTo>
                    <a:cubicBezTo>
                      <a:pt x="0" y="4398"/>
                      <a:pt x="241" y="4639"/>
                      <a:pt x="536" y="4639"/>
                    </a:cubicBezTo>
                    <a:lnTo>
                      <a:pt x="7842" y="4639"/>
                    </a:lnTo>
                    <a:cubicBezTo>
                      <a:pt x="8145" y="4639"/>
                      <a:pt x="8386" y="4398"/>
                      <a:pt x="8386" y="4095"/>
                    </a:cubicBezTo>
                    <a:lnTo>
                      <a:pt x="838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70"/>
              <p:cNvSpPr/>
              <p:nvPr/>
            </p:nvSpPr>
            <p:spPr>
              <a:xfrm>
                <a:off x="4999950" y="1179950"/>
                <a:ext cx="299325" cy="299300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72" extrusionOk="0">
                    <a:moveTo>
                      <a:pt x="8074" y="2215"/>
                    </a:moveTo>
                    <a:lnTo>
                      <a:pt x="8074" y="2215"/>
                    </a:lnTo>
                    <a:cubicBezTo>
                      <a:pt x="8071" y="2228"/>
                      <a:pt x="8066" y="2247"/>
                      <a:pt x="8061" y="2272"/>
                    </a:cubicBezTo>
                    <a:lnTo>
                      <a:pt x="8061" y="2272"/>
                    </a:lnTo>
                    <a:cubicBezTo>
                      <a:pt x="8079" y="2251"/>
                      <a:pt x="8092" y="2235"/>
                      <a:pt x="8101" y="2224"/>
                    </a:cubicBezTo>
                    <a:lnTo>
                      <a:pt x="8092" y="2224"/>
                    </a:lnTo>
                    <a:lnTo>
                      <a:pt x="8074" y="2215"/>
                    </a:lnTo>
                    <a:close/>
                    <a:moveTo>
                      <a:pt x="3676" y="11377"/>
                    </a:moveTo>
                    <a:cubicBezTo>
                      <a:pt x="3682" y="11379"/>
                      <a:pt x="3688" y="11382"/>
                      <a:pt x="3695" y="11385"/>
                    </a:cubicBezTo>
                    <a:lnTo>
                      <a:pt x="3694" y="11385"/>
                    </a:lnTo>
                    <a:lnTo>
                      <a:pt x="3676" y="11377"/>
                    </a:lnTo>
                    <a:close/>
                    <a:moveTo>
                      <a:pt x="5102" y="0"/>
                    </a:moveTo>
                    <a:cubicBezTo>
                      <a:pt x="5061" y="0"/>
                      <a:pt x="5020" y="4"/>
                      <a:pt x="4978" y="11"/>
                    </a:cubicBezTo>
                    <a:lnTo>
                      <a:pt x="4960" y="11"/>
                    </a:lnTo>
                    <a:cubicBezTo>
                      <a:pt x="4586" y="74"/>
                      <a:pt x="4327" y="430"/>
                      <a:pt x="4380" y="805"/>
                    </a:cubicBezTo>
                    <a:cubicBezTo>
                      <a:pt x="4425" y="1207"/>
                      <a:pt x="5157" y="2152"/>
                      <a:pt x="4389" y="3258"/>
                    </a:cubicBezTo>
                    <a:cubicBezTo>
                      <a:pt x="3355" y="4739"/>
                      <a:pt x="2248" y="4846"/>
                      <a:pt x="1401" y="6095"/>
                    </a:cubicBezTo>
                    <a:cubicBezTo>
                      <a:pt x="0" y="8138"/>
                      <a:pt x="1481" y="10342"/>
                      <a:pt x="3711" y="11394"/>
                    </a:cubicBezTo>
                    <a:lnTo>
                      <a:pt x="3709" y="11392"/>
                    </a:lnTo>
                    <a:lnTo>
                      <a:pt x="3709" y="11392"/>
                    </a:lnTo>
                    <a:cubicBezTo>
                      <a:pt x="4511" y="11765"/>
                      <a:pt x="5367" y="11971"/>
                      <a:pt x="6167" y="11971"/>
                    </a:cubicBezTo>
                    <a:cubicBezTo>
                      <a:pt x="7584" y="11971"/>
                      <a:pt x="8824" y="11325"/>
                      <a:pt x="9278" y="9815"/>
                    </a:cubicBezTo>
                    <a:cubicBezTo>
                      <a:pt x="9715" y="8370"/>
                      <a:pt x="9100" y="7451"/>
                      <a:pt x="9608" y="5721"/>
                    </a:cubicBezTo>
                    <a:cubicBezTo>
                      <a:pt x="9983" y="4427"/>
                      <a:pt x="11187" y="4400"/>
                      <a:pt x="11535" y="4186"/>
                    </a:cubicBezTo>
                    <a:cubicBezTo>
                      <a:pt x="11856" y="3981"/>
                      <a:pt x="11972" y="3562"/>
                      <a:pt x="11785" y="3232"/>
                    </a:cubicBezTo>
                    <a:lnTo>
                      <a:pt x="11776" y="3223"/>
                    </a:lnTo>
                    <a:cubicBezTo>
                      <a:pt x="11646" y="2993"/>
                      <a:pt x="11409" y="2870"/>
                      <a:pt x="11168" y="2870"/>
                    </a:cubicBezTo>
                    <a:cubicBezTo>
                      <a:pt x="10997" y="2870"/>
                      <a:pt x="10825" y="2932"/>
                      <a:pt x="10688" y="3062"/>
                    </a:cubicBezTo>
                    <a:cubicBezTo>
                      <a:pt x="10298" y="3423"/>
                      <a:pt x="9757" y="3796"/>
                      <a:pt x="9202" y="3796"/>
                    </a:cubicBezTo>
                    <a:cubicBezTo>
                      <a:pt x="9058" y="3796"/>
                      <a:pt x="8913" y="3770"/>
                      <a:pt x="8770" y="3713"/>
                    </a:cubicBezTo>
                    <a:cubicBezTo>
                      <a:pt x="7906" y="3371"/>
                      <a:pt x="8010" y="2531"/>
                      <a:pt x="8061" y="2272"/>
                    </a:cubicBezTo>
                    <a:lnTo>
                      <a:pt x="8061" y="2272"/>
                    </a:lnTo>
                    <a:cubicBezTo>
                      <a:pt x="7933" y="2425"/>
                      <a:pt x="7575" y="2795"/>
                      <a:pt x="7069" y="2795"/>
                    </a:cubicBezTo>
                    <a:cubicBezTo>
                      <a:pt x="6892" y="2795"/>
                      <a:pt x="6696" y="2750"/>
                      <a:pt x="6486" y="2634"/>
                    </a:cubicBezTo>
                    <a:cubicBezTo>
                      <a:pt x="5835" y="2277"/>
                      <a:pt x="5745" y="1412"/>
                      <a:pt x="5790" y="743"/>
                    </a:cubicBezTo>
                    <a:cubicBezTo>
                      <a:pt x="5814" y="338"/>
                      <a:pt x="5494" y="0"/>
                      <a:pt x="51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70"/>
              <p:cNvSpPr/>
              <p:nvPr/>
            </p:nvSpPr>
            <p:spPr>
              <a:xfrm>
                <a:off x="5201325" y="1235300"/>
                <a:ext cx="1150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64" extrusionOk="0">
                    <a:moveTo>
                      <a:pt x="19" y="1"/>
                    </a:moveTo>
                    <a:cubicBezTo>
                      <a:pt x="19" y="10"/>
                      <a:pt x="10" y="36"/>
                      <a:pt x="1" y="63"/>
                    </a:cubicBezTo>
                    <a:cubicBezTo>
                      <a:pt x="19" y="36"/>
                      <a:pt x="37" y="18"/>
                      <a:pt x="46" y="10"/>
                    </a:cubicBezTo>
                    <a:lnTo>
                      <a:pt x="37" y="10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rgbClr val="FF5E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70"/>
              <p:cNvSpPr/>
              <p:nvPr/>
            </p:nvSpPr>
            <p:spPr>
              <a:xfrm>
                <a:off x="5202225" y="1234850"/>
                <a:ext cx="2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0" h="28" extrusionOk="0">
                    <a:moveTo>
                      <a:pt x="1" y="1"/>
                    </a:moveTo>
                    <a:cubicBezTo>
                      <a:pt x="1" y="1"/>
                      <a:pt x="1" y="10"/>
                      <a:pt x="1" y="28"/>
                    </a:cubicBezTo>
                    <a:cubicBezTo>
                      <a:pt x="10" y="10"/>
                      <a:pt x="10" y="10"/>
                      <a:pt x="10" y="1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78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70"/>
              <p:cNvSpPr/>
              <p:nvPr/>
            </p:nvSpPr>
            <p:spPr>
              <a:xfrm>
                <a:off x="5115700" y="1107725"/>
                <a:ext cx="160150" cy="281925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11277" extrusionOk="0">
                    <a:moveTo>
                      <a:pt x="5103" y="1"/>
                    </a:moveTo>
                    <a:lnTo>
                      <a:pt x="0" y="10661"/>
                    </a:lnTo>
                    <a:lnTo>
                      <a:pt x="1303" y="11277"/>
                    </a:lnTo>
                    <a:lnTo>
                      <a:pt x="6406" y="616"/>
                    </a:lnTo>
                    <a:lnTo>
                      <a:pt x="510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70"/>
              <p:cNvSpPr/>
              <p:nvPr/>
            </p:nvSpPr>
            <p:spPr>
              <a:xfrm>
                <a:off x="5089825" y="1369150"/>
                <a:ext cx="74725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1810" extrusionOk="0">
                    <a:moveTo>
                      <a:pt x="503" y="0"/>
                    </a:moveTo>
                    <a:cubicBezTo>
                      <a:pt x="341" y="0"/>
                      <a:pt x="185" y="94"/>
                      <a:pt x="107" y="249"/>
                    </a:cubicBezTo>
                    <a:cubicBezTo>
                      <a:pt x="0" y="463"/>
                      <a:pt x="99" y="722"/>
                      <a:pt x="313" y="829"/>
                    </a:cubicBezTo>
                    <a:lnTo>
                      <a:pt x="2302" y="1766"/>
                    </a:lnTo>
                    <a:cubicBezTo>
                      <a:pt x="2364" y="1795"/>
                      <a:pt x="2429" y="1809"/>
                      <a:pt x="2492" y="1809"/>
                    </a:cubicBezTo>
                    <a:cubicBezTo>
                      <a:pt x="2656" y="1809"/>
                      <a:pt x="2811" y="1715"/>
                      <a:pt x="2882" y="1560"/>
                    </a:cubicBezTo>
                    <a:lnTo>
                      <a:pt x="2891" y="1560"/>
                    </a:lnTo>
                    <a:cubicBezTo>
                      <a:pt x="2989" y="1346"/>
                      <a:pt x="2900" y="1088"/>
                      <a:pt x="2677" y="981"/>
                    </a:cubicBezTo>
                    <a:lnTo>
                      <a:pt x="687" y="44"/>
                    </a:lnTo>
                    <a:cubicBezTo>
                      <a:pt x="628" y="14"/>
                      <a:pt x="565" y="0"/>
                      <a:pt x="5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70"/>
              <p:cNvSpPr/>
              <p:nvPr/>
            </p:nvSpPr>
            <p:spPr>
              <a:xfrm>
                <a:off x="5207575" y="1087700"/>
                <a:ext cx="86350" cy="92150"/>
              </a:xfrm>
              <a:custGeom>
                <a:avLst/>
                <a:gdLst/>
                <a:ahLst/>
                <a:cxnLst/>
                <a:rect l="l" t="t" r="r" b="b"/>
                <a:pathLst>
                  <a:path w="3454" h="3686" extrusionOk="0">
                    <a:moveTo>
                      <a:pt x="1687" y="1"/>
                    </a:moveTo>
                    <a:cubicBezTo>
                      <a:pt x="1415" y="1"/>
                      <a:pt x="1158" y="152"/>
                      <a:pt x="1036" y="409"/>
                    </a:cubicBezTo>
                    <a:lnTo>
                      <a:pt x="170" y="2211"/>
                    </a:lnTo>
                    <a:cubicBezTo>
                      <a:pt x="1" y="2568"/>
                      <a:pt x="152" y="2996"/>
                      <a:pt x="518" y="3166"/>
                    </a:cubicBezTo>
                    <a:lnTo>
                      <a:pt x="1464" y="3612"/>
                    </a:lnTo>
                    <a:cubicBezTo>
                      <a:pt x="1564" y="3662"/>
                      <a:pt x="1669" y="3685"/>
                      <a:pt x="1773" y="3685"/>
                    </a:cubicBezTo>
                    <a:cubicBezTo>
                      <a:pt x="2041" y="3685"/>
                      <a:pt x="2299" y="3530"/>
                      <a:pt x="2427" y="3273"/>
                    </a:cubicBezTo>
                    <a:lnTo>
                      <a:pt x="3284" y="1480"/>
                    </a:lnTo>
                    <a:cubicBezTo>
                      <a:pt x="3453" y="1114"/>
                      <a:pt x="3302" y="686"/>
                      <a:pt x="2945" y="516"/>
                    </a:cubicBezTo>
                    <a:lnTo>
                      <a:pt x="1999" y="70"/>
                    </a:lnTo>
                    <a:cubicBezTo>
                      <a:pt x="1897" y="23"/>
                      <a:pt x="1791" y="1"/>
                      <a:pt x="16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70"/>
              <p:cNvSpPr/>
              <p:nvPr/>
            </p:nvSpPr>
            <p:spPr>
              <a:xfrm>
                <a:off x="5324900" y="1447625"/>
                <a:ext cx="154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74" extrusionOk="0">
                    <a:moveTo>
                      <a:pt x="312" y="0"/>
                    </a:moveTo>
                    <a:cubicBezTo>
                      <a:pt x="0" y="0"/>
                      <a:pt x="0" y="473"/>
                      <a:pt x="312" y="473"/>
                    </a:cubicBezTo>
                    <a:cubicBezTo>
                      <a:pt x="616" y="473"/>
                      <a:pt x="616" y="0"/>
                      <a:pt x="3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70"/>
              <p:cNvSpPr/>
              <p:nvPr/>
            </p:nvSpPr>
            <p:spPr>
              <a:xfrm>
                <a:off x="5351875" y="1447625"/>
                <a:ext cx="152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74" extrusionOk="0">
                    <a:moveTo>
                      <a:pt x="304" y="0"/>
                    </a:moveTo>
                    <a:cubicBezTo>
                      <a:pt x="1" y="0"/>
                      <a:pt x="1" y="473"/>
                      <a:pt x="304" y="473"/>
                    </a:cubicBezTo>
                    <a:cubicBezTo>
                      <a:pt x="607" y="473"/>
                      <a:pt x="607" y="0"/>
                      <a:pt x="3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70"/>
              <p:cNvSpPr/>
              <p:nvPr/>
            </p:nvSpPr>
            <p:spPr>
              <a:xfrm>
                <a:off x="5378875" y="1447625"/>
                <a:ext cx="1517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74" extrusionOk="0">
                    <a:moveTo>
                      <a:pt x="303" y="0"/>
                    </a:moveTo>
                    <a:cubicBezTo>
                      <a:pt x="0" y="0"/>
                      <a:pt x="0" y="473"/>
                      <a:pt x="303" y="473"/>
                    </a:cubicBezTo>
                    <a:cubicBezTo>
                      <a:pt x="607" y="473"/>
                      <a:pt x="607" y="0"/>
                      <a:pt x="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70"/>
              <p:cNvSpPr/>
              <p:nvPr/>
            </p:nvSpPr>
            <p:spPr>
              <a:xfrm>
                <a:off x="5351875" y="1420625"/>
                <a:ext cx="1520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74" extrusionOk="0">
                    <a:moveTo>
                      <a:pt x="304" y="1"/>
                    </a:moveTo>
                    <a:cubicBezTo>
                      <a:pt x="1" y="1"/>
                      <a:pt x="1" y="474"/>
                      <a:pt x="304" y="474"/>
                    </a:cubicBezTo>
                    <a:cubicBezTo>
                      <a:pt x="607" y="474"/>
                      <a:pt x="607" y="1"/>
                      <a:pt x="3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70"/>
              <p:cNvSpPr/>
              <p:nvPr/>
            </p:nvSpPr>
            <p:spPr>
              <a:xfrm>
                <a:off x="5378875" y="1420625"/>
                <a:ext cx="1517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74" extrusionOk="0">
                    <a:moveTo>
                      <a:pt x="303" y="1"/>
                    </a:moveTo>
                    <a:cubicBezTo>
                      <a:pt x="0" y="1"/>
                      <a:pt x="0" y="474"/>
                      <a:pt x="303" y="474"/>
                    </a:cubicBezTo>
                    <a:cubicBezTo>
                      <a:pt x="607" y="474"/>
                      <a:pt x="607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70"/>
              <p:cNvSpPr/>
              <p:nvPr/>
            </p:nvSpPr>
            <p:spPr>
              <a:xfrm>
                <a:off x="5378875" y="1393650"/>
                <a:ext cx="1517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74" extrusionOk="0">
                    <a:moveTo>
                      <a:pt x="303" y="1"/>
                    </a:moveTo>
                    <a:cubicBezTo>
                      <a:pt x="0" y="1"/>
                      <a:pt x="0" y="473"/>
                      <a:pt x="303" y="473"/>
                    </a:cubicBezTo>
                    <a:cubicBezTo>
                      <a:pt x="607" y="473"/>
                      <a:pt x="607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23" name="Google Shape;4423;p70"/>
            <p:cNvSpPr/>
            <p:nvPr/>
          </p:nvSpPr>
          <p:spPr>
            <a:xfrm>
              <a:off x="7175999" y="3795080"/>
              <a:ext cx="306217" cy="303719"/>
            </a:xfrm>
            <a:custGeom>
              <a:avLst/>
              <a:gdLst/>
              <a:ahLst/>
              <a:cxnLst/>
              <a:rect l="l" t="t" r="r" b="b"/>
              <a:pathLst>
                <a:path w="16299" h="16166" extrusionOk="0">
                  <a:moveTo>
                    <a:pt x="9531" y="489"/>
                  </a:moveTo>
                  <a:cubicBezTo>
                    <a:pt x="9600" y="489"/>
                    <a:pt x="9669" y="505"/>
                    <a:pt x="9733" y="536"/>
                  </a:cubicBezTo>
                  <a:lnTo>
                    <a:pt x="10688" y="982"/>
                  </a:lnTo>
                  <a:cubicBezTo>
                    <a:pt x="10919" y="1098"/>
                    <a:pt x="11027" y="1384"/>
                    <a:pt x="10911" y="1625"/>
                  </a:cubicBezTo>
                  <a:lnTo>
                    <a:pt x="10054" y="3427"/>
                  </a:lnTo>
                  <a:cubicBezTo>
                    <a:pt x="9971" y="3599"/>
                    <a:pt x="9797" y="3698"/>
                    <a:pt x="9616" y="3698"/>
                  </a:cubicBezTo>
                  <a:cubicBezTo>
                    <a:pt x="9544" y="3698"/>
                    <a:pt x="9471" y="3683"/>
                    <a:pt x="9403" y="3650"/>
                  </a:cubicBezTo>
                  <a:lnTo>
                    <a:pt x="8457" y="3204"/>
                  </a:lnTo>
                  <a:cubicBezTo>
                    <a:pt x="8216" y="3097"/>
                    <a:pt x="8109" y="2802"/>
                    <a:pt x="8225" y="2561"/>
                  </a:cubicBezTo>
                  <a:lnTo>
                    <a:pt x="9091" y="768"/>
                  </a:lnTo>
                  <a:cubicBezTo>
                    <a:pt x="9168" y="594"/>
                    <a:pt x="9349" y="489"/>
                    <a:pt x="9531" y="489"/>
                  </a:cubicBezTo>
                  <a:close/>
                  <a:moveTo>
                    <a:pt x="8288" y="3650"/>
                  </a:moveTo>
                  <a:lnTo>
                    <a:pt x="9171" y="4069"/>
                  </a:lnTo>
                  <a:lnTo>
                    <a:pt x="7637" y="7263"/>
                  </a:lnTo>
                  <a:lnTo>
                    <a:pt x="6798" y="9011"/>
                  </a:lnTo>
                  <a:lnTo>
                    <a:pt x="5915" y="8601"/>
                  </a:lnTo>
                  <a:lnTo>
                    <a:pt x="6753" y="6844"/>
                  </a:lnTo>
                  <a:cubicBezTo>
                    <a:pt x="6753" y="6844"/>
                    <a:pt x="6753" y="6844"/>
                    <a:pt x="6762" y="6835"/>
                  </a:cubicBezTo>
                  <a:lnTo>
                    <a:pt x="8288" y="3650"/>
                  </a:lnTo>
                  <a:close/>
                  <a:moveTo>
                    <a:pt x="5710" y="9020"/>
                  </a:moveTo>
                  <a:lnTo>
                    <a:pt x="6593" y="9440"/>
                  </a:lnTo>
                  <a:lnTo>
                    <a:pt x="6218" y="10216"/>
                  </a:lnTo>
                  <a:lnTo>
                    <a:pt x="5344" y="9796"/>
                  </a:lnTo>
                  <a:lnTo>
                    <a:pt x="5710" y="9020"/>
                  </a:lnTo>
                  <a:close/>
                  <a:moveTo>
                    <a:pt x="5139" y="10225"/>
                  </a:moveTo>
                  <a:lnTo>
                    <a:pt x="6022" y="10644"/>
                  </a:lnTo>
                  <a:lnTo>
                    <a:pt x="5362" y="12018"/>
                  </a:lnTo>
                  <a:lnTo>
                    <a:pt x="4479" y="11598"/>
                  </a:lnTo>
                  <a:lnTo>
                    <a:pt x="5139" y="10225"/>
                  </a:lnTo>
                  <a:close/>
                  <a:moveTo>
                    <a:pt x="3630" y="11745"/>
                  </a:moveTo>
                  <a:cubicBezTo>
                    <a:pt x="3661" y="11745"/>
                    <a:pt x="3692" y="11752"/>
                    <a:pt x="3720" y="11768"/>
                  </a:cubicBezTo>
                  <a:lnTo>
                    <a:pt x="5710" y="12705"/>
                  </a:lnTo>
                  <a:cubicBezTo>
                    <a:pt x="5817" y="12767"/>
                    <a:pt x="5843" y="12856"/>
                    <a:pt x="5808" y="12972"/>
                  </a:cubicBezTo>
                  <a:cubicBezTo>
                    <a:pt x="5761" y="13032"/>
                    <a:pt x="5696" y="13081"/>
                    <a:pt x="5621" y="13081"/>
                  </a:cubicBezTo>
                  <a:cubicBezTo>
                    <a:pt x="5595" y="13081"/>
                    <a:pt x="5568" y="13075"/>
                    <a:pt x="5540" y="13061"/>
                  </a:cubicBezTo>
                  <a:lnTo>
                    <a:pt x="3551" y="12125"/>
                  </a:lnTo>
                  <a:cubicBezTo>
                    <a:pt x="3435" y="12071"/>
                    <a:pt x="3426" y="11955"/>
                    <a:pt x="3453" y="11857"/>
                  </a:cubicBezTo>
                  <a:cubicBezTo>
                    <a:pt x="3484" y="11788"/>
                    <a:pt x="3556" y="11745"/>
                    <a:pt x="3630" y="11745"/>
                  </a:cubicBezTo>
                  <a:close/>
                  <a:moveTo>
                    <a:pt x="15523" y="9895"/>
                  </a:moveTo>
                  <a:cubicBezTo>
                    <a:pt x="15692" y="9895"/>
                    <a:pt x="15826" y="10028"/>
                    <a:pt x="15826" y="10198"/>
                  </a:cubicBezTo>
                  <a:lnTo>
                    <a:pt x="15826" y="11063"/>
                  </a:lnTo>
                  <a:lnTo>
                    <a:pt x="15014" y="11063"/>
                  </a:lnTo>
                  <a:cubicBezTo>
                    <a:pt x="14898" y="11063"/>
                    <a:pt x="14791" y="11143"/>
                    <a:pt x="14773" y="11268"/>
                  </a:cubicBezTo>
                  <a:cubicBezTo>
                    <a:pt x="14756" y="11411"/>
                    <a:pt x="14863" y="11536"/>
                    <a:pt x="15005" y="11536"/>
                  </a:cubicBezTo>
                  <a:lnTo>
                    <a:pt x="15826" y="11536"/>
                  </a:lnTo>
                  <a:lnTo>
                    <a:pt x="15826" y="15390"/>
                  </a:lnTo>
                  <a:cubicBezTo>
                    <a:pt x="15826" y="15559"/>
                    <a:pt x="15692" y="15693"/>
                    <a:pt x="15523" y="15693"/>
                  </a:cubicBezTo>
                  <a:lnTo>
                    <a:pt x="8199" y="15693"/>
                  </a:lnTo>
                  <a:cubicBezTo>
                    <a:pt x="8065" y="15693"/>
                    <a:pt x="7958" y="15613"/>
                    <a:pt x="7913" y="15497"/>
                  </a:cubicBezTo>
                  <a:cubicBezTo>
                    <a:pt x="8448" y="15104"/>
                    <a:pt x="8832" y="14542"/>
                    <a:pt x="9037" y="13838"/>
                  </a:cubicBezTo>
                  <a:cubicBezTo>
                    <a:pt x="9269" y="13097"/>
                    <a:pt x="9233" y="12482"/>
                    <a:pt x="9198" y="11884"/>
                  </a:cubicBezTo>
                  <a:cubicBezTo>
                    <a:pt x="9189" y="11768"/>
                    <a:pt x="9180" y="11652"/>
                    <a:pt x="9180" y="11536"/>
                  </a:cubicBezTo>
                  <a:lnTo>
                    <a:pt x="13596" y="11536"/>
                  </a:lnTo>
                  <a:cubicBezTo>
                    <a:pt x="13712" y="11536"/>
                    <a:pt x="13828" y="11447"/>
                    <a:pt x="13837" y="11322"/>
                  </a:cubicBezTo>
                  <a:cubicBezTo>
                    <a:pt x="13855" y="11179"/>
                    <a:pt x="13747" y="11063"/>
                    <a:pt x="13605" y="11063"/>
                  </a:cubicBezTo>
                  <a:lnTo>
                    <a:pt x="9144" y="11063"/>
                  </a:lnTo>
                  <a:cubicBezTo>
                    <a:pt x="9153" y="10706"/>
                    <a:pt x="9198" y="10323"/>
                    <a:pt x="9305" y="9895"/>
                  </a:cubicBezTo>
                  <a:close/>
                  <a:moveTo>
                    <a:pt x="9530" y="0"/>
                  </a:moveTo>
                  <a:cubicBezTo>
                    <a:pt x="9168" y="0"/>
                    <a:pt x="8822" y="202"/>
                    <a:pt x="8654" y="545"/>
                  </a:cubicBezTo>
                  <a:lnTo>
                    <a:pt x="8547" y="786"/>
                  </a:lnTo>
                  <a:lnTo>
                    <a:pt x="8100" y="572"/>
                  </a:lnTo>
                  <a:cubicBezTo>
                    <a:pt x="8064" y="554"/>
                    <a:pt x="8028" y="547"/>
                    <a:pt x="7995" y="547"/>
                  </a:cubicBezTo>
                  <a:cubicBezTo>
                    <a:pt x="7778" y="547"/>
                    <a:pt x="7655" y="884"/>
                    <a:pt x="7895" y="1000"/>
                  </a:cubicBezTo>
                  <a:lnTo>
                    <a:pt x="8341" y="1214"/>
                  </a:lnTo>
                  <a:lnTo>
                    <a:pt x="8109" y="1687"/>
                  </a:lnTo>
                  <a:lnTo>
                    <a:pt x="7663" y="1473"/>
                  </a:lnTo>
                  <a:cubicBezTo>
                    <a:pt x="7629" y="1458"/>
                    <a:pt x="7595" y="1451"/>
                    <a:pt x="7564" y="1451"/>
                  </a:cubicBezTo>
                  <a:cubicBezTo>
                    <a:pt x="7343" y="1451"/>
                    <a:pt x="7216" y="1792"/>
                    <a:pt x="7458" y="1901"/>
                  </a:cubicBezTo>
                  <a:lnTo>
                    <a:pt x="7904" y="2115"/>
                  </a:lnTo>
                  <a:lnTo>
                    <a:pt x="7797" y="2347"/>
                  </a:lnTo>
                  <a:cubicBezTo>
                    <a:pt x="7645" y="2669"/>
                    <a:pt x="7681" y="3061"/>
                    <a:pt x="7895" y="3347"/>
                  </a:cubicBezTo>
                  <a:lnTo>
                    <a:pt x="6397" y="6478"/>
                  </a:lnTo>
                  <a:cubicBezTo>
                    <a:pt x="6307" y="6451"/>
                    <a:pt x="6218" y="6415"/>
                    <a:pt x="6129" y="6371"/>
                  </a:cubicBezTo>
                  <a:cubicBezTo>
                    <a:pt x="5576" y="6059"/>
                    <a:pt x="5513" y="5291"/>
                    <a:pt x="5549" y="4694"/>
                  </a:cubicBezTo>
                  <a:cubicBezTo>
                    <a:pt x="5590" y="4137"/>
                    <a:pt x="5121" y="3701"/>
                    <a:pt x="4589" y="3701"/>
                  </a:cubicBezTo>
                  <a:cubicBezTo>
                    <a:pt x="4541" y="3701"/>
                    <a:pt x="4492" y="3705"/>
                    <a:pt x="4443" y="3712"/>
                  </a:cubicBezTo>
                  <a:cubicBezTo>
                    <a:pt x="3943" y="3793"/>
                    <a:pt x="3595" y="4256"/>
                    <a:pt x="3667" y="4774"/>
                  </a:cubicBezTo>
                  <a:cubicBezTo>
                    <a:pt x="3702" y="5059"/>
                    <a:pt x="3872" y="5327"/>
                    <a:pt x="3943" y="5612"/>
                  </a:cubicBezTo>
                  <a:cubicBezTo>
                    <a:pt x="3923" y="5443"/>
                    <a:pt x="4058" y="5342"/>
                    <a:pt x="4189" y="5342"/>
                  </a:cubicBezTo>
                  <a:cubicBezTo>
                    <a:pt x="4286" y="5342"/>
                    <a:pt x="4381" y="5398"/>
                    <a:pt x="4407" y="5523"/>
                  </a:cubicBezTo>
                  <a:cubicBezTo>
                    <a:pt x="4363" y="5265"/>
                    <a:pt x="4175" y="4988"/>
                    <a:pt x="4140" y="4711"/>
                  </a:cubicBezTo>
                  <a:cubicBezTo>
                    <a:pt x="4104" y="4453"/>
                    <a:pt x="4273" y="4221"/>
                    <a:pt x="4523" y="4176"/>
                  </a:cubicBezTo>
                  <a:cubicBezTo>
                    <a:pt x="4545" y="4174"/>
                    <a:pt x="4566" y="4172"/>
                    <a:pt x="4587" y="4172"/>
                  </a:cubicBezTo>
                  <a:cubicBezTo>
                    <a:pt x="4856" y="4172"/>
                    <a:pt x="5093" y="4377"/>
                    <a:pt x="5076" y="4667"/>
                  </a:cubicBezTo>
                  <a:cubicBezTo>
                    <a:pt x="5005" y="5711"/>
                    <a:pt x="5290" y="6442"/>
                    <a:pt x="5906" y="6781"/>
                  </a:cubicBezTo>
                  <a:cubicBezTo>
                    <a:pt x="5995" y="6835"/>
                    <a:pt x="6093" y="6879"/>
                    <a:pt x="6191" y="6906"/>
                  </a:cubicBezTo>
                  <a:lnTo>
                    <a:pt x="5478" y="8396"/>
                  </a:lnTo>
                  <a:lnTo>
                    <a:pt x="5094" y="8208"/>
                  </a:lnTo>
                  <a:cubicBezTo>
                    <a:pt x="5061" y="8194"/>
                    <a:pt x="5027" y="8188"/>
                    <a:pt x="4993" y="8188"/>
                  </a:cubicBezTo>
                  <a:cubicBezTo>
                    <a:pt x="4900" y="8188"/>
                    <a:pt x="4812" y="8239"/>
                    <a:pt x="4773" y="8324"/>
                  </a:cubicBezTo>
                  <a:cubicBezTo>
                    <a:pt x="4719" y="8440"/>
                    <a:pt x="4773" y="8583"/>
                    <a:pt x="4889" y="8637"/>
                  </a:cubicBezTo>
                  <a:lnTo>
                    <a:pt x="5272" y="8824"/>
                  </a:lnTo>
                  <a:lnTo>
                    <a:pt x="4907" y="9600"/>
                  </a:lnTo>
                  <a:lnTo>
                    <a:pt x="4523" y="9422"/>
                  </a:lnTo>
                  <a:cubicBezTo>
                    <a:pt x="4486" y="9403"/>
                    <a:pt x="4447" y="9394"/>
                    <a:pt x="4409" y="9394"/>
                  </a:cubicBezTo>
                  <a:cubicBezTo>
                    <a:pt x="4337" y="9394"/>
                    <a:pt x="4270" y="9426"/>
                    <a:pt x="4229" y="9484"/>
                  </a:cubicBezTo>
                  <a:cubicBezTo>
                    <a:pt x="4131" y="9609"/>
                    <a:pt x="4175" y="9779"/>
                    <a:pt x="4309" y="9841"/>
                  </a:cubicBezTo>
                  <a:lnTo>
                    <a:pt x="4702" y="10028"/>
                  </a:lnTo>
                  <a:lnTo>
                    <a:pt x="4041" y="11402"/>
                  </a:lnTo>
                  <a:lnTo>
                    <a:pt x="3908" y="11340"/>
                  </a:lnTo>
                  <a:cubicBezTo>
                    <a:pt x="3818" y="11299"/>
                    <a:pt x="3723" y="11279"/>
                    <a:pt x="3630" y="11279"/>
                  </a:cubicBezTo>
                  <a:cubicBezTo>
                    <a:pt x="3378" y="11279"/>
                    <a:pt x="3133" y="11420"/>
                    <a:pt x="3015" y="11661"/>
                  </a:cubicBezTo>
                  <a:cubicBezTo>
                    <a:pt x="2873" y="12000"/>
                    <a:pt x="2989" y="12401"/>
                    <a:pt x="3328" y="12562"/>
                  </a:cubicBezTo>
                  <a:lnTo>
                    <a:pt x="5326" y="13499"/>
                  </a:lnTo>
                  <a:cubicBezTo>
                    <a:pt x="5416" y="13542"/>
                    <a:pt x="5512" y="13563"/>
                    <a:pt x="5608" y="13563"/>
                  </a:cubicBezTo>
                  <a:cubicBezTo>
                    <a:pt x="5862" y="13563"/>
                    <a:pt x="6110" y="13417"/>
                    <a:pt x="6227" y="13177"/>
                  </a:cubicBezTo>
                  <a:cubicBezTo>
                    <a:pt x="6379" y="12847"/>
                    <a:pt x="6227" y="12437"/>
                    <a:pt x="5906" y="12285"/>
                  </a:cubicBezTo>
                  <a:lnTo>
                    <a:pt x="5781" y="12223"/>
                  </a:lnTo>
                  <a:lnTo>
                    <a:pt x="6441" y="10849"/>
                  </a:lnTo>
                  <a:lnTo>
                    <a:pt x="6771" y="11001"/>
                  </a:lnTo>
                  <a:cubicBezTo>
                    <a:pt x="6805" y="11017"/>
                    <a:pt x="6838" y="11024"/>
                    <a:pt x="6869" y="11024"/>
                  </a:cubicBezTo>
                  <a:cubicBezTo>
                    <a:pt x="7083" y="11024"/>
                    <a:pt x="7209" y="10689"/>
                    <a:pt x="6967" y="10573"/>
                  </a:cubicBezTo>
                  <a:lnTo>
                    <a:pt x="6646" y="10421"/>
                  </a:lnTo>
                  <a:lnTo>
                    <a:pt x="7012" y="9645"/>
                  </a:lnTo>
                  <a:lnTo>
                    <a:pt x="7342" y="9796"/>
                  </a:lnTo>
                  <a:cubicBezTo>
                    <a:pt x="7376" y="9812"/>
                    <a:pt x="7409" y="9819"/>
                    <a:pt x="7441" y="9819"/>
                  </a:cubicBezTo>
                  <a:cubicBezTo>
                    <a:pt x="7656" y="9819"/>
                    <a:pt x="7789" y="9485"/>
                    <a:pt x="7547" y="9368"/>
                  </a:cubicBezTo>
                  <a:lnTo>
                    <a:pt x="7217" y="9217"/>
                  </a:lnTo>
                  <a:lnTo>
                    <a:pt x="7931" y="7727"/>
                  </a:lnTo>
                  <a:cubicBezTo>
                    <a:pt x="8020" y="7780"/>
                    <a:pt x="8109" y="7834"/>
                    <a:pt x="8208" y="7869"/>
                  </a:cubicBezTo>
                  <a:cubicBezTo>
                    <a:pt x="8377" y="7937"/>
                    <a:pt x="8554" y="7970"/>
                    <a:pt x="8736" y="7970"/>
                  </a:cubicBezTo>
                  <a:cubicBezTo>
                    <a:pt x="9251" y="7970"/>
                    <a:pt x="9810" y="7701"/>
                    <a:pt x="10384" y="7174"/>
                  </a:cubicBezTo>
                  <a:cubicBezTo>
                    <a:pt x="10476" y="7089"/>
                    <a:pt x="10585" y="7050"/>
                    <a:pt x="10693" y="7050"/>
                  </a:cubicBezTo>
                  <a:cubicBezTo>
                    <a:pt x="10857" y="7050"/>
                    <a:pt x="11019" y="7139"/>
                    <a:pt x="11116" y="7290"/>
                  </a:cubicBezTo>
                  <a:cubicBezTo>
                    <a:pt x="11241" y="7513"/>
                    <a:pt x="11169" y="7789"/>
                    <a:pt x="10946" y="7923"/>
                  </a:cubicBezTo>
                  <a:cubicBezTo>
                    <a:pt x="10893" y="7959"/>
                    <a:pt x="10768" y="7994"/>
                    <a:pt x="10643" y="8039"/>
                  </a:cubicBezTo>
                  <a:cubicBezTo>
                    <a:pt x="10126" y="8200"/>
                    <a:pt x="9287" y="8476"/>
                    <a:pt x="8930" y="9538"/>
                  </a:cubicBezTo>
                  <a:cubicBezTo>
                    <a:pt x="8636" y="10439"/>
                    <a:pt x="8680" y="11215"/>
                    <a:pt x="8716" y="11902"/>
                  </a:cubicBezTo>
                  <a:cubicBezTo>
                    <a:pt x="8752" y="12491"/>
                    <a:pt x="8787" y="13044"/>
                    <a:pt x="8582" y="13704"/>
                  </a:cubicBezTo>
                  <a:cubicBezTo>
                    <a:pt x="8359" y="14462"/>
                    <a:pt x="7851" y="15087"/>
                    <a:pt x="7119" y="15408"/>
                  </a:cubicBezTo>
                  <a:cubicBezTo>
                    <a:pt x="6696" y="15599"/>
                    <a:pt x="6205" y="15693"/>
                    <a:pt x="5680" y="15693"/>
                  </a:cubicBezTo>
                  <a:cubicBezTo>
                    <a:pt x="4932" y="15693"/>
                    <a:pt x="4115" y="15503"/>
                    <a:pt x="3319" y="15131"/>
                  </a:cubicBezTo>
                  <a:cubicBezTo>
                    <a:pt x="1972" y="14489"/>
                    <a:pt x="990" y="13463"/>
                    <a:pt x="696" y="12383"/>
                  </a:cubicBezTo>
                  <a:cubicBezTo>
                    <a:pt x="491" y="11616"/>
                    <a:pt x="634" y="10876"/>
                    <a:pt x="1106" y="10171"/>
                  </a:cubicBezTo>
                  <a:cubicBezTo>
                    <a:pt x="1499" y="9600"/>
                    <a:pt x="1954" y="9279"/>
                    <a:pt x="2427" y="8940"/>
                  </a:cubicBezTo>
                  <a:cubicBezTo>
                    <a:pt x="2980" y="8539"/>
                    <a:pt x="3551" y="8137"/>
                    <a:pt x="4104" y="7334"/>
                  </a:cubicBezTo>
                  <a:cubicBezTo>
                    <a:pt x="4229" y="7165"/>
                    <a:pt x="4318" y="6977"/>
                    <a:pt x="4389" y="6799"/>
                  </a:cubicBezTo>
                  <a:cubicBezTo>
                    <a:pt x="4451" y="6619"/>
                    <a:pt x="4296" y="6488"/>
                    <a:pt x="4149" y="6488"/>
                  </a:cubicBezTo>
                  <a:cubicBezTo>
                    <a:pt x="4063" y="6488"/>
                    <a:pt x="3979" y="6533"/>
                    <a:pt x="3943" y="6638"/>
                  </a:cubicBezTo>
                  <a:cubicBezTo>
                    <a:pt x="3890" y="6781"/>
                    <a:pt x="3809" y="6924"/>
                    <a:pt x="3720" y="7058"/>
                  </a:cubicBezTo>
                  <a:cubicBezTo>
                    <a:pt x="3203" y="7798"/>
                    <a:pt x="2668" y="8182"/>
                    <a:pt x="2150" y="8547"/>
                  </a:cubicBezTo>
                  <a:cubicBezTo>
                    <a:pt x="1659" y="8904"/>
                    <a:pt x="1160" y="9270"/>
                    <a:pt x="723" y="9903"/>
                  </a:cubicBezTo>
                  <a:cubicBezTo>
                    <a:pt x="170" y="10715"/>
                    <a:pt x="0" y="11616"/>
                    <a:pt x="241" y="12508"/>
                  </a:cubicBezTo>
                  <a:cubicBezTo>
                    <a:pt x="571" y="13713"/>
                    <a:pt x="1633" y="14846"/>
                    <a:pt x="3096" y="15542"/>
                  </a:cubicBezTo>
                  <a:cubicBezTo>
                    <a:pt x="4015" y="15979"/>
                    <a:pt x="4871" y="16166"/>
                    <a:pt x="5683" y="16166"/>
                  </a:cubicBezTo>
                  <a:cubicBezTo>
                    <a:pt x="6316" y="16166"/>
                    <a:pt x="6950" y="16041"/>
                    <a:pt x="7503" y="15747"/>
                  </a:cubicBezTo>
                  <a:cubicBezTo>
                    <a:pt x="7637" y="15996"/>
                    <a:pt x="7895" y="16166"/>
                    <a:pt x="8190" y="16166"/>
                  </a:cubicBezTo>
                  <a:lnTo>
                    <a:pt x="15523" y="16166"/>
                  </a:lnTo>
                  <a:cubicBezTo>
                    <a:pt x="15951" y="16166"/>
                    <a:pt x="16299" y="15818"/>
                    <a:pt x="16299" y="15390"/>
                  </a:cubicBezTo>
                  <a:lnTo>
                    <a:pt x="16299" y="11295"/>
                  </a:lnTo>
                  <a:lnTo>
                    <a:pt x="16299" y="10198"/>
                  </a:lnTo>
                  <a:cubicBezTo>
                    <a:pt x="16299" y="9770"/>
                    <a:pt x="15951" y="9422"/>
                    <a:pt x="15523" y="9422"/>
                  </a:cubicBezTo>
                  <a:lnTo>
                    <a:pt x="9492" y="9422"/>
                  </a:lnTo>
                  <a:cubicBezTo>
                    <a:pt x="9795" y="8806"/>
                    <a:pt x="10357" y="8619"/>
                    <a:pt x="10786" y="8485"/>
                  </a:cubicBezTo>
                  <a:cubicBezTo>
                    <a:pt x="10946" y="8431"/>
                    <a:pt x="11089" y="8387"/>
                    <a:pt x="11196" y="8324"/>
                  </a:cubicBezTo>
                  <a:cubicBezTo>
                    <a:pt x="11633" y="8057"/>
                    <a:pt x="11776" y="7495"/>
                    <a:pt x="11526" y="7058"/>
                  </a:cubicBezTo>
                  <a:cubicBezTo>
                    <a:pt x="11340" y="6750"/>
                    <a:pt x="11016" y="6581"/>
                    <a:pt x="10689" y="6581"/>
                  </a:cubicBezTo>
                  <a:cubicBezTo>
                    <a:pt x="10467" y="6581"/>
                    <a:pt x="10244" y="6659"/>
                    <a:pt x="10063" y="6826"/>
                  </a:cubicBezTo>
                  <a:cubicBezTo>
                    <a:pt x="9711" y="7156"/>
                    <a:pt x="9221" y="7498"/>
                    <a:pt x="8736" y="7498"/>
                  </a:cubicBezTo>
                  <a:cubicBezTo>
                    <a:pt x="8618" y="7498"/>
                    <a:pt x="8501" y="7478"/>
                    <a:pt x="8386" y="7432"/>
                  </a:cubicBezTo>
                  <a:cubicBezTo>
                    <a:pt x="8297" y="7397"/>
                    <a:pt x="8208" y="7352"/>
                    <a:pt x="8136" y="7299"/>
                  </a:cubicBezTo>
                  <a:lnTo>
                    <a:pt x="9635" y="4167"/>
                  </a:lnTo>
                  <a:cubicBezTo>
                    <a:pt x="9983" y="4149"/>
                    <a:pt x="10322" y="3953"/>
                    <a:pt x="10473" y="3623"/>
                  </a:cubicBezTo>
                  <a:lnTo>
                    <a:pt x="10589" y="3382"/>
                  </a:lnTo>
                  <a:lnTo>
                    <a:pt x="11035" y="3596"/>
                  </a:lnTo>
                  <a:cubicBezTo>
                    <a:pt x="11069" y="3612"/>
                    <a:pt x="11102" y="3619"/>
                    <a:pt x="11132" y="3619"/>
                  </a:cubicBezTo>
                  <a:cubicBezTo>
                    <a:pt x="11349" y="3619"/>
                    <a:pt x="11483" y="3277"/>
                    <a:pt x="11241" y="3168"/>
                  </a:cubicBezTo>
                  <a:lnTo>
                    <a:pt x="10795" y="2954"/>
                  </a:lnTo>
                  <a:lnTo>
                    <a:pt x="11027" y="2481"/>
                  </a:lnTo>
                  <a:lnTo>
                    <a:pt x="11473" y="2686"/>
                  </a:lnTo>
                  <a:cubicBezTo>
                    <a:pt x="11508" y="2704"/>
                    <a:pt x="11542" y="2712"/>
                    <a:pt x="11575" y="2712"/>
                  </a:cubicBezTo>
                  <a:cubicBezTo>
                    <a:pt x="11786" y="2712"/>
                    <a:pt x="11909" y="2374"/>
                    <a:pt x="11669" y="2258"/>
                  </a:cubicBezTo>
                  <a:lnTo>
                    <a:pt x="11232" y="2053"/>
                  </a:lnTo>
                  <a:lnTo>
                    <a:pt x="11330" y="1830"/>
                  </a:lnTo>
                  <a:cubicBezTo>
                    <a:pt x="11437" y="1625"/>
                    <a:pt x="11464" y="1384"/>
                    <a:pt x="11401" y="1161"/>
                  </a:cubicBezTo>
                  <a:cubicBezTo>
                    <a:pt x="11330" y="884"/>
                    <a:pt x="11143" y="661"/>
                    <a:pt x="10884" y="545"/>
                  </a:cubicBezTo>
                  <a:lnTo>
                    <a:pt x="9938" y="90"/>
                  </a:lnTo>
                  <a:cubicBezTo>
                    <a:pt x="9806" y="29"/>
                    <a:pt x="9667" y="0"/>
                    <a:pt x="95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4" name="Google Shape;4424;p70"/>
          <p:cNvGrpSpPr/>
          <p:nvPr/>
        </p:nvGrpSpPr>
        <p:grpSpPr>
          <a:xfrm>
            <a:off x="4098468" y="2741623"/>
            <a:ext cx="343206" cy="343206"/>
            <a:chOff x="3767275" y="2333700"/>
            <a:chExt cx="403250" cy="403250"/>
          </a:xfrm>
        </p:grpSpPr>
        <p:sp>
          <p:nvSpPr>
            <p:cNvPr id="4425" name="Google Shape;4425;p70"/>
            <p:cNvSpPr/>
            <p:nvPr/>
          </p:nvSpPr>
          <p:spPr>
            <a:xfrm>
              <a:off x="3772850" y="2339275"/>
              <a:ext cx="391450" cy="391425"/>
            </a:xfrm>
            <a:custGeom>
              <a:avLst/>
              <a:gdLst/>
              <a:ahLst/>
              <a:cxnLst/>
              <a:rect l="l" t="t" r="r" b="b"/>
              <a:pathLst>
                <a:path w="15658" h="15657" extrusionOk="0">
                  <a:moveTo>
                    <a:pt x="1856" y="1"/>
                  </a:moveTo>
                  <a:cubicBezTo>
                    <a:pt x="830" y="1"/>
                    <a:pt x="1" y="830"/>
                    <a:pt x="1" y="1856"/>
                  </a:cubicBezTo>
                  <a:lnTo>
                    <a:pt x="1" y="13801"/>
                  </a:lnTo>
                  <a:cubicBezTo>
                    <a:pt x="1" y="14827"/>
                    <a:pt x="830" y="15657"/>
                    <a:pt x="1856" y="15657"/>
                  </a:cubicBezTo>
                  <a:lnTo>
                    <a:pt x="13802" y="15657"/>
                  </a:lnTo>
                  <a:cubicBezTo>
                    <a:pt x="14827" y="15657"/>
                    <a:pt x="15657" y="14827"/>
                    <a:pt x="15657" y="13801"/>
                  </a:cubicBezTo>
                  <a:lnTo>
                    <a:pt x="15657" y="1856"/>
                  </a:lnTo>
                  <a:cubicBezTo>
                    <a:pt x="15657" y="830"/>
                    <a:pt x="14827" y="1"/>
                    <a:pt x="138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70"/>
            <p:cNvSpPr/>
            <p:nvPr/>
          </p:nvSpPr>
          <p:spPr>
            <a:xfrm>
              <a:off x="3772850" y="2339275"/>
              <a:ext cx="391450" cy="94375"/>
            </a:xfrm>
            <a:custGeom>
              <a:avLst/>
              <a:gdLst/>
              <a:ahLst/>
              <a:cxnLst/>
              <a:rect l="l" t="t" r="r" b="b"/>
              <a:pathLst>
                <a:path w="15658" h="3775" extrusionOk="0">
                  <a:moveTo>
                    <a:pt x="1856" y="1"/>
                  </a:moveTo>
                  <a:cubicBezTo>
                    <a:pt x="830" y="1"/>
                    <a:pt x="1" y="830"/>
                    <a:pt x="1" y="1856"/>
                  </a:cubicBezTo>
                  <a:lnTo>
                    <a:pt x="1" y="3774"/>
                  </a:lnTo>
                  <a:lnTo>
                    <a:pt x="15657" y="3774"/>
                  </a:lnTo>
                  <a:lnTo>
                    <a:pt x="15657" y="1856"/>
                  </a:lnTo>
                  <a:cubicBezTo>
                    <a:pt x="15657" y="830"/>
                    <a:pt x="14827" y="1"/>
                    <a:pt x="138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70"/>
            <p:cNvSpPr/>
            <p:nvPr/>
          </p:nvSpPr>
          <p:spPr>
            <a:xfrm>
              <a:off x="4035125" y="2369825"/>
              <a:ext cx="92150" cy="33250"/>
            </a:xfrm>
            <a:custGeom>
              <a:avLst/>
              <a:gdLst/>
              <a:ahLst/>
              <a:cxnLst/>
              <a:rect l="l" t="t" r="r" b="b"/>
              <a:pathLst>
                <a:path w="3686" h="1330" extrusionOk="0">
                  <a:moveTo>
                    <a:pt x="661" y="1"/>
                  </a:moveTo>
                  <a:cubicBezTo>
                    <a:pt x="295" y="1"/>
                    <a:pt x="1" y="295"/>
                    <a:pt x="1" y="661"/>
                  </a:cubicBezTo>
                  <a:lnTo>
                    <a:pt x="1" y="670"/>
                  </a:lnTo>
                  <a:cubicBezTo>
                    <a:pt x="1" y="1036"/>
                    <a:pt x="295" y="1330"/>
                    <a:pt x="661" y="1330"/>
                  </a:cubicBezTo>
                  <a:lnTo>
                    <a:pt x="3025" y="1330"/>
                  </a:lnTo>
                  <a:cubicBezTo>
                    <a:pt x="3391" y="1330"/>
                    <a:pt x="3685" y="1036"/>
                    <a:pt x="3685" y="670"/>
                  </a:cubicBezTo>
                  <a:lnTo>
                    <a:pt x="3685" y="661"/>
                  </a:lnTo>
                  <a:cubicBezTo>
                    <a:pt x="3685" y="295"/>
                    <a:pt x="3391" y="1"/>
                    <a:pt x="30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70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70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rgbClr val="59A1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70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70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rgbClr val="59A1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70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70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70"/>
            <p:cNvSpPr/>
            <p:nvPr/>
          </p:nvSpPr>
          <p:spPr>
            <a:xfrm>
              <a:off x="3912925" y="2519475"/>
              <a:ext cx="111525" cy="89900"/>
            </a:xfrm>
            <a:custGeom>
              <a:avLst/>
              <a:gdLst/>
              <a:ahLst/>
              <a:cxnLst/>
              <a:rect l="l" t="t" r="r" b="b"/>
              <a:pathLst>
                <a:path w="4461" h="3596" extrusionOk="0">
                  <a:moveTo>
                    <a:pt x="1267" y="1"/>
                  </a:moveTo>
                  <a:cubicBezTo>
                    <a:pt x="571" y="1"/>
                    <a:pt x="0" y="572"/>
                    <a:pt x="0" y="1268"/>
                  </a:cubicBezTo>
                  <a:cubicBezTo>
                    <a:pt x="0" y="2775"/>
                    <a:pt x="2230" y="3596"/>
                    <a:pt x="2230" y="3596"/>
                  </a:cubicBezTo>
                  <a:cubicBezTo>
                    <a:pt x="2230" y="3596"/>
                    <a:pt x="4461" y="2775"/>
                    <a:pt x="4461" y="1268"/>
                  </a:cubicBezTo>
                  <a:cubicBezTo>
                    <a:pt x="4461" y="572"/>
                    <a:pt x="3890" y="1"/>
                    <a:pt x="3194" y="1"/>
                  </a:cubicBezTo>
                  <a:cubicBezTo>
                    <a:pt x="2810" y="1"/>
                    <a:pt x="2462" y="179"/>
                    <a:pt x="2230" y="447"/>
                  </a:cubicBezTo>
                  <a:cubicBezTo>
                    <a:pt x="1998" y="179"/>
                    <a:pt x="1650" y="1"/>
                    <a:pt x="12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70"/>
            <p:cNvSpPr/>
            <p:nvPr/>
          </p:nvSpPr>
          <p:spPr>
            <a:xfrm>
              <a:off x="3767275" y="2333700"/>
              <a:ext cx="403250" cy="403250"/>
            </a:xfrm>
            <a:custGeom>
              <a:avLst/>
              <a:gdLst/>
              <a:ahLst/>
              <a:cxnLst/>
              <a:rect l="l" t="t" r="r" b="b"/>
              <a:pathLst>
                <a:path w="16130" h="16130" extrusionOk="0">
                  <a:moveTo>
                    <a:pt x="2097" y="1"/>
                  </a:moveTo>
                  <a:cubicBezTo>
                    <a:pt x="1593" y="1"/>
                    <a:pt x="1130" y="178"/>
                    <a:pt x="769" y="473"/>
                  </a:cubicBezTo>
                  <a:lnTo>
                    <a:pt x="3221" y="473"/>
                  </a:lnTo>
                  <a:cubicBezTo>
                    <a:pt x="3230" y="473"/>
                    <a:pt x="3239" y="464"/>
                    <a:pt x="3248" y="464"/>
                  </a:cubicBezTo>
                  <a:cubicBezTo>
                    <a:pt x="3471" y="259"/>
                    <a:pt x="3328" y="1"/>
                    <a:pt x="3123" y="1"/>
                  </a:cubicBezTo>
                  <a:close/>
                  <a:moveTo>
                    <a:pt x="723" y="473"/>
                  </a:moveTo>
                  <a:cubicBezTo>
                    <a:pt x="580" y="473"/>
                    <a:pt x="473" y="580"/>
                    <a:pt x="473" y="723"/>
                  </a:cubicBezTo>
                  <a:lnTo>
                    <a:pt x="473" y="769"/>
                  </a:lnTo>
                  <a:lnTo>
                    <a:pt x="473" y="769"/>
                  </a:lnTo>
                  <a:cubicBezTo>
                    <a:pt x="562" y="661"/>
                    <a:pt x="661" y="562"/>
                    <a:pt x="769" y="473"/>
                  </a:cubicBezTo>
                  <a:close/>
                  <a:moveTo>
                    <a:pt x="8056" y="3551"/>
                  </a:moveTo>
                  <a:cubicBezTo>
                    <a:pt x="11063" y="3551"/>
                    <a:pt x="13507" y="5995"/>
                    <a:pt x="13507" y="8993"/>
                  </a:cubicBezTo>
                  <a:cubicBezTo>
                    <a:pt x="13507" y="11999"/>
                    <a:pt x="11063" y="14444"/>
                    <a:pt x="8056" y="14444"/>
                  </a:cubicBezTo>
                  <a:cubicBezTo>
                    <a:pt x="5050" y="14444"/>
                    <a:pt x="2606" y="11999"/>
                    <a:pt x="2606" y="8993"/>
                  </a:cubicBezTo>
                  <a:cubicBezTo>
                    <a:pt x="2606" y="5995"/>
                    <a:pt x="5050" y="3551"/>
                    <a:pt x="8056" y="3551"/>
                  </a:cubicBezTo>
                  <a:close/>
                  <a:moveTo>
                    <a:pt x="15657" y="4193"/>
                  </a:moveTo>
                  <a:lnTo>
                    <a:pt x="15657" y="14033"/>
                  </a:lnTo>
                  <a:cubicBezTo>
                    <a:pt x="15657" y="14934"/>
                    <a:pt x="14934" y="15657"/>
                    <a:pt x="14033" y="15657"/>
                  </a:cubicBezTo>
                  <a:lnTo>
                    <a:pt x="2097" y="15657"/>
                  </a:lnTo>
                  <a:cubicBezTo>
                    <a:pt x="1196" y="15657"/>
                    <a:pt x="473" y="14934"/>
                    <a:pt x="473" y="14033"/>
                  </a:cubicBezTo>
                  <a:lnTo>
                    <a:pt x="473" y="4193"/>
                  </a:lnTo>
                  <a:lnTo>
                    <a:pt x="4613" y="4193"/>
                  </a:lnTo>
                  <a:cubicBezTo>
                    <a:pt x="3025" y="5335"/>
                    <a:pt x="2026" y="7253"/>
                    <a:pt x="2160" y="9385"/>
                  </a:cubicBezTo>
                  <a:cubicBezTo>
                    <a:pt x="2347" y="12365"/>
                    <a:pt x="4747" y="14756"/>
                    <a:pt x="7726" y="14925"/>
                  </a:cubicBezTo>
                  <a:cubicBezTo>
                    <a:pt x="7842" y="14932"/>
                    <a:pt x="7957" y="14935"/>
                    <a:pt x="8072" y="14935"/>
                  </a:cubicBezTo>
                  <a:cubicBezTo>
                    <a:pt x="11333" y="14935"/>
                    <a:pt x="13989" y="12268"/>
                    <a:pt x="13989" y="9002"/>
                  </a:cubicBezTo>
                  <a:cubicBezTo>
                    <a:pt x="13989" y="7021"/>
                    <a:pt x="13016" y="5264"/>
                    <a:pt x="11527" y="4193"/>
                  </a:cubicBezTo>
                  <a:close/>
                  <a:moveTo>
                    <a:pt x="4363" y="1"/>
                  </a:moveTo>
                  <a:cubicBezTo>
                    <a:pt x="4238" y="1"/>
                    <a:pt x="4140" y="90"/>
                    <a:pt x="4131" y="215"/>
                  </a:cubicBezTo>
                  <a:cubicBezTo>
                    <a:pt x="4131" y="340"/>
                    <a:pt x="4229" y="438"/>
                    <a:pt x="4354" y="438"/>
                  </a:cubicBezTo>
                  <a:lnTo>
                    <a:pt x="14033" y="438"/>
                  </a:lnTo>
                  <a:cubicBezTo>
                    <a:pt x="14934" y="438"/>
                    <a:pt x="15657" y="1169"/>
                    <a:pt x="15657" y="2061"/>
                  </a:cubicBezTo>
                  <a:lnTo>
                    <a:pt x="15657" y="3721"/>
                  </a:lnTo>
                  <a:lnTo>
                    <a:pt x="10750" y="3721"/>
                  </a:lnTo>
                  <a:cubicBezTo>
                    <a:pt x="9948" y="3301"/>
                    <a:pt x="9029" y="3069"/>
                    <a:pt x="8065" y="3069"/>
                  </a:cubicBezTo>
                  <a:cubicBezTo>
                    <a:pt x="7102" y="3069"/>
                    <a:pt x="6192" y="3301"/>
                    <a:pt x="5380" y="3721"/>
                  </a:cubicBezTo>
                  <a:lnTo>
                    <a:pt x="473" y="3721"/>
                  </a:lnTo>
                  <a:lnTo>
                    <a:pt x="473" y="769"/>
                  </a:lnTo>
                  <a:lnTo>
                    <a:pt x="473" y="769"/>
                  </a:lnTo>
                  <a:cubicBezTo>
                    <a:pt x="178" y="1130"/>
                    <a:pt x="1" y="1593"/>
                    <a:pt x="1" y="2097"/>
                  </a:cubicBezTo>
                  <a:lnTo>
                    <a:pt x="1" y="14033"/>
                  </a:lnTo>
                  <a:cubicBezTo>
                    <a:pt x="1" y="15193"/>
                    <a:pt x="937" y="16130"/>
                    <a:pt x="2097" y="16130"/>
                  </a:cubicBezTo>
                  <a:lnTo>
                    <a:pt x="14033" y="16130"/>
                  </a:lnTo>
                  <a:cubicBezTo>
                    <a:pt x="15193" y="16130"/>
                    <a:pt x="16130" y="15193"/>
                    <a:pt x="16130" y="14033"/>
                  </a:cubicBezTo>
                  <a:lnTo>
                    <a:pt x="16130" y="2097"/>
                  </a:lnTo>
                  <a:cubicBezTo>
                    <a:pt x="16130" y="937"/>
                    <a:pt x="15193" y="1"/>
                    <a:pt x="140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70"/>
            <p:cNvSpPr/>
            <p:nvPr/>
          </p:nvSpPr>
          <p:spPr>
            <a:xfrm>
              <a:off x="4029550" y="2364475"/>
              <a:ext cx="103950" cy="44850"/>
            </a:xfrm>
            <a:custGeom>
              <a:avLst/>
              <a:gdLst/>
              <a:ahLst/>
              <a:cxnLst/>
              <a:rect l="l" t="t" r="r" b="b"/>
              <a:pathLst>
                <a:path w="4158" h="1794" extrusionOk="0">
                  <a:moveTo>
                    <a:pt x="3266" y="473"/>
                  </a:moveTo>
                  <a:cubicBezTo>
                    <a:pt x="3498" y="473"/>
                    <a:pt x="3685" y="661"/>
                    <a:pt x="3685" y="893"/>
                  </a:cubicBezTo>
                  <a:lnTo>
                    <a:pt x="3685" y="902"/>
                  </a:lnTo>
                  <a:cubicBezTo>
                    <a:pt x="3685" y="1134"/>
                    <a:pt x="3498" y="1321"/>
                    <a:pt x="3266" y="1321"/>
                  </a:cubicBezTo>
                  <a:lnTo>
                    <a:pt x="902" y="1321"/>
                  </a:lnTo>
                  <a:cubicBezTo>
                    <a:pt x="670" y="1321"/>
                    <a:pt x="474" y="1134"/>
                    <a:pt x="474" y="902"/>
                  </a:cubicBezTo>
                  <a:lnTo>
                    <a:pt x="474" y="893"/>
                  </a:lnTo>
                  <a:cubicBezTo>
                    <a:pt x="474" y="661"/>
                    <a:pt x="661" y="473"/>
                    <a:pt x="902" y="473"/>
                  </a:cubicBezTo>
                  <a:close/>
                  <a:moveTo>
                    <a:pt x="902" y="1"/>
                  </a:moveTo>
                  <a:cubicBezTo>
                    <a:pt x="402" y="1"/>
                    <a:pt x="1" y="402"/>
                    <a:pt x="1" y="893"/>
                  </a:cubicBezTo>
                  <a:lnTo>
                    <a:pt x="1" y="902"/>
                  </a:lnTo>
                  <a:cubicBezTo>
                    <a:pt x="1" y="1392"/>
                    <a:pt x="402" y="1794"/>
                    <a:pt x="902" y="1794"/>
                  </a:cubicBezTo>
                  <a:lnTo>
                    <a:pt x="3266" y="1794"/>
                  </a:lnTo>
                  <a:cubicBezTo>
                    <a:pt x="3757" y="1794"/>
                    <a:pt x="4158" y="1392"/>
                    <a:pt x="4158" y="902"/>
                  </a:cubicBezTo>
                  <a:lnTo>
                    <a:pt x="4158" y="893"/>
                  </a:lnTo>
                  <a:cubicBezTo>
                    <a:pt x="4158" y="402"/>
                    <a:pt x="3757" y="1"/>
                    <a:pt x="3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70"/>
            <p:cNvSpPr/>
            <p:nvPr/>
          </p:nvSpPr>
          <p:spPr>
            <a:xfrm>
              <a:off x="3865850" y="2455700"/>
              <a:ext cx="205650" cy="205650"/>
            </a:xfrm>
            <a:custGeom>
              <a:avLst/>
              <a:gdLst/>
              <a:ahLst/>
              <a:cxnLst/>
              <a:rect l="l" t="t" r="r" b="b"/>
              <a:pathLst>
                <a:path w="8226" h="8226" extrusionOk="0">
                  <a:moveTo>
                    <a:pt x="4113" y="473"/>
                  </a:moveTo>
                  <a:cubicBezTo>
                    <a:pt x="6121" y="473"/>
                    <a:pt x="7753" y="2106"/>
                    <a:pt x="7753" y="4113"/>
                  </a:cubicBezTo>
                  <a:cubicBezTo>
                    <a:pt x="7753" y="6120"/>
                    <a:pt x="6121" y="7753"/>
                    <a:pt x="4113" y="7753"/>
                  </a:cubicBezTo>
                  <a:cubicBezTo>
                    <a:pt x="2106" y="7753"/>
                    <a:pt x="474" y="6120"/>
                    <a:pt x="474" y="4113"/>
                  </a:cubicBezTo>
                  <a:cubicBezTo>
                    <a:pt x="474" y="2106"/>
                    <a:pt x="2106" y="473"/>
                    <a:pt x="4113" y="473"/>
                  </a:cubicBezTo>
                  <a:close/>
                  <a:moveTo>
                    <a:pt x="4113" y="0"/>
                  </a:moveTo>
                  <a:cubicBezTo>
                    <a:pt x="1847" y="0"/>
                    <a:pt x="1" y="1847"/>
                    <a:pt x="1" y="4113"/>
                  </a:cubicBezTo>
                  <a:cubicBezTo>
                    <a:pt x="1" y="6388"/>
                    <a:pt x="1847" y="8225"/>
                    <a:pt x="4113" y="8225"/>
                  </a:cubicBezTo>
                  <a:cubicBezTo>
                    <a:pt x="6379" y="8225"/>
                    <a:pt x="8226" y="6388"/>
                    <a:pt x="8226" y="4113"/>
                  </a:cubicBezTo>
                  <a:cubicBezTo>
                    <a:pt x="8226" y="1847"/>
                    <a:pt x="6379" y="0"/>
                    <a:pt x="4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70"/>
            <p:cNvSpPr/>
            <p:nvPr/>
          </p:nvSpPr>
          <p:spPr>
            <a:xfrm>
              <a:off x="3907125" y="2513675"/>
              <a:ext cx="123125" cy="101625"/>
            </a:xfrm>
            <a:custGeom>
              <a:avLst/>
              <a:gdLst/>
              <a:ahLst/>
              <a:cxnLst/>
              <a:rect l="l" t="t" r="r" b="b"/>
              <a:pathLst>
                <a:path w="4925" h="4065" extrusionOk="0">
                  <a:moveTo>
                    <a:pt x="1499" y="1"/>
                  </a:moveTo>
                  <a:cubicBezTo>
                    <a:pt x="669" y="1"/>
                    <a:pt x="0" y="670"/>
                    <a:pt x="0" y="1500"/>
                  </a:cubicBezTo>
                  <a:cubicBezTo>
                    <a:pt x="0" y="2195"/>
                    <a:pt x="419" y="2864"/>
                    <a:pt x="1213" y="3426"/>
                  </a:cubicBezTo>
                  <a:cubicBezTo>
                    <a:pt x="1784" y="3828"/>
                    <a:pt x="2355" y="4042"/>
                    <a:pt x="2382" y="4051"/>
                  </a:cubicBezTo>
                  <a:cubicBezTo>
                    <a:pt x="2409" y="4060"/>
                    <a:pt x="2436" y="4064"/>
                    <a:pt x="2462" y="4064"/>
                  </a:cubicBezTo>
                  <a:cubicBezTo>
                    <a:pt x="2489" y="4064"/>
                    <a:pt x="2516" y="4060"/>
                    <a:pt x="2543" y="4051"/>
                  </a:cubicBezTo>
                  <a:cubicBezTo>
                    <a:pt x="2569" y="4042"/>
                    <a:pt x="3221" y="3801"/>
                    <a:pt x="3827" y="3337"/>
                  </a:cubicBezTo>
                  <a:cubicBezTo>
                    <a:pt x="4022" y="3186"/>
                    <a:pt x="3872" y="2912"/>
                    <a:pt x="3681" y="2912"/>
                  </a:cubicBezTo>
                  <a:cubicBezTo>
                    <a:pt x="3635" y="2912"/>
                    <a:pt x="3588" y="2927"/>
                    <a:pt x="3542" y="2963"/>
                  </a:cubicBezTo>
                  <a:cubicBezTo>
                    <a:pt x="3114" y="3284"/>
                    <a:pt x="2650" y="3498"/>
                    <a:pt x="2462" y="3578"/>
                  </a:cubicBezTo>
                  <a:cubicBezTo>
                    <a:pt x="2293" y="3507"/>
                    <a:pt x="1891" y="3319"/>
                    <a:pt x="1490" y="3034"/>
                  </a:cubicBezTo>
                  <a:cubicBezTo>
                    <a:pt x="651" y="2445"/>
                    <a:pt x="473" y="1874"/>
                    <a:pt x="473" y="1500"/>
                  </a:cubicBezTo>
                  <a:cubicBezTo>
                    <a:pt x="473" y="937"/>
                    <a:pt x="937" y="474"/>
                    <a:pt x="1499" y="474"/>
                  </a:cubicBezTo>
                  <a:cubicBezTo>
                    <a:pt x="1802" y="474"/>
                    <a:pt x="2088" y="607"/>
                    <a:pt x="2284" y="830"/>
                  </a:cubicBezTo>
                  <a:cubicBezTo>
                    <a:pt x="2342" y="884"/>
                    <a:pt x="2402" y="911"/>
                    <a:pt x="2462" y="911"/>
                  </a:cubicBezTo>
                  <a:cubicBezTo>
                    <a:pt x="2523" y="911"/>
                    <a:pt x="2583" y="884"/>
                    <a:pt x="2641" y="830"/>
                  </a:cubicBezTo>
                  <a:cubicBezTo>
                    <a:pt x="2837" y="607"/>
                    <a:pt x="3122" y="474"/>
                    <a:pt x="3426" y="474"/>
                  </a:cubicBezTo>
                  <a:cubicBezTo>
                    <a:pt x="3988" y="474"/>
                    <a:pt x="4452" y="937"/>
                    <a:pt x="4452" y="1500"/>
                  </a:cubicBezTo>
                  <a:cubicBezTo>
                    <a:pt x="4452" y="1705"/>
                    <a:pt x="4398" y="1910"/>
                    <a:pt x="4300" y="2106"/>
                  </a:cubicBezTo>
                  <a:cubicBezTo>
                    <a:pt x="4210" y="2292"/>
                    <a:pt x="4369" y="2449"/>
                    <a:pt x="4527" y="2449"/>
                  </a:cubicBezTo>
                  <a:cubicBezTo>
                    <a:pt x="4604" y="2449"/>
                    <a:pt x="4681" y="2411"/>
                    <a:pt x="4728" y="2320"/>
                  </a:cubicBezTo>
                  <a:cubicBezTo>
                    <a:pt x="4862" y="2053"/>
                    <a:pt x="4925" y="1785"/>
                    <a:pt x="4925" y="1500"/>
                  </a:cubicBezTo>
                  <a:cubicBezTo>
                    <a:pt x="4925" y="670"/>
                    <a:pt x="4255" y="1"/>
                    <a:pt x="3426" y="1"/>
                  </a:cubicBezTo>
                  <a:cubicBezTo>
                    <a:pt x="3069" y="1"/>
                    <a:pt x="2730" y="126"/>
                    <a:pt x="2462" y="349"/>
                  </a:cubicBezTo>
                  <a:cubicBezTo>
                    <a:pt x="2195" y="126"/>
                    <a:pt x="1856" y="1"/>
                    <a:pt x="14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9" name="Google Shape;4439;p70"/>
          <p:cNvGrpSpPr/>
          <p:nvPr/>
        </p:nvGrpSpPr>
        <p:grpSpPr>
          <a:xfrm>
            <a:off x="4613477" y="2738051"/>
            <a:ext cx="353338" cy="350257"/>
            <a:chOff x="4384850" y="2333250"/>
            <a:chExt cx="407025" cy="403475"/>
          </a:xfrm>
        </p:grpSpPr>
        <p:sp>
          <p:nvSpPr>
            <p:cNvPr id="4440" name="Google Shape;4440;p70"/>
            <p:cNvSpPr/>
            <p:nvPr/>
          </p:nvSpPr>
          <p:spPr>
            <a:xfrm>
              <a:off x="4601400" y="2553100"/>
              <a:ext cx="184250" cy="177675"/>
            </a:xfrm>
            <a:custGeom>
              <a:avLst/>
              <a:gdLst/>
              <a:ahLst/>
              <a:cxnLst/>
              <a:rect l="l" t="t" r="r" b="b"/>
              <a:pathLst>
                <a:path w="7370" h="7107" extrusionOk="0">
                  <a:moveTo>
                    <a:pt x="1481" y="1"/>
                  </a:moveTo>
                  <a:cubicBezTo>
                    <a:pt x="1136" y="1"/>
                    <a:pt x="790" y="132"/>
                    <a:pt x="527" y="395"/>
                  </a:cubicBezTo>
                  <a:cubicBezTo>
                    <a:pt x="0" y="922"/>
                    <a:pt x="0" y="1778"/>
                    <a:pt x="527" y="2304"/>
                  </a:cubicBezTo>
                  <a:lnTo>
                    <a:pt x="4934" y="6711"/>
                  </a:lnTo>
                  <a:cubicBezTo>
                    <a:pt x="5197" y="6975"/>
                    <a:pt x="5543" y="7106"/>
                    <a:pt x="5888" y="7106"/>
                  </a:cubicBezTo>
                  <a:cubicBezTo>
                    <a:pt x="6234" y="7106"/>
                    <a:pt x="6580" y="6975"/>
                    <a:pt x="6843" y="6711"/>
                  </a:cubicBezTo>
                  <a:cubicBezTo>
                    <a:pt x="7369" y="6185"/>
                    <a:pt x="7369" y="5329"/>
                    <a:pt x="6843" y="4802"/>
                  </a:cubicBezTo>
                  <a:lnTo>
                    <a:pt x="2436" y="395"/>
                  </a:lnTo>
                  <a:cubicBezTo>
                    <a:pt x="2173" y="132"/>
                    <a:pt x="1827" y="1"/>
                    <a:pt x="14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70"/>
            <p:cNvSpPr/>
            <p:nvPr/>
          </p:nvSpPr>
          <p:spPr>
            <a:xfrm>
              <a:off x="4612775" y="2563475"/>
              <a:ext cx="91450" cy="86900"/>
            </a:xfrm>
            <a:custGeom>
              <a:avLst/>
              <a:gdLst/>
              <a:ahLst/>
              <a:cxnLst/>
              <a:rect l="l" t="t" r="r" b="b"/>
              <a:pathLst>
                <a:path w="3658" h="3476" extrusionOk="0">
                  <a:moveTo>
                    <a:pt x="2623" y="0"/>
                  </a:moveTo>
                  <a:cubicBezTo>
                    <a:pt x="2382" y="0"/>
                    <a:pt x="2141" y="92"/>
                    <a:pt x="1954" y="275"/>
                  </a:cubicBezTo>
                  <a:lnTo>
                    <a:pt x="366" y="1863"/>
                  </a:lnTo>
                  <a:cubicBezTo>
                    <a:pt x="0" y="2237"/>
                    <a:pt x="0" y="2826"/>
                    <a:pt x="366" y="3201"/>
                  </a:cubicBezTo>
                  <a:cubicBezTo>
                    <a:pt x="553" y="3384"/>
                    <a:pt x="794" y="3475"/>
                    <a:pt x="1035" y="3475"/>
                  </a:cubicBezTo>
                  <a:cubicBezTo>
                    <a:pt x="1276" y="3475"/>
                    <a:pt x="1517" y="3384"/>
                    <a:pt x="1704" y="3201"/>
                  </a:cubicBezTo>
                  <a:lnTo>
                    <a:pt x="3292" y="1613"/>
                  </a:lnTo>
                  <a:cubicBezTo>
                    <a:pt x="3658" y="1238"/>
                    <a:pt x="3658" y="649"/>
                    <a:pt x="3292" y="275"/>
                  </a:cubicBezTo>
                  <a:cubicBezTo>
                    <a:pt x="3105" y="92"/>
                    <a:pt x="2864" y="0"/>
                    <a:pt x="26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70"/>
            <p:cNvSpPr/>
            <p:nvPr/>
          </p:nvSpPr>
          <p:spPr>
            <a:xfrm>
              <a:off x="4390850" y="2339275"/>
              <a:ext cx="307150" cy="307125"/>
            </a:xfrm>
            <a:custGeom>
              <a:avLst/>
              <a:gdLst/>
              <a:ahLst/>
              <a:cxnLst/>
              <a:rect l="l" t="t" r="r" b="b"/>
              <a:pathLst>
                <a:path w="12286" h="12285" extrusionOk="0">
                  <a:moveTo>
                    <a:pt x="6139" y="1"/>
                  </a:moveTo>
                  <a:cubicBezTo>
                    <a:pt x="2749" y="1"/>
                    <a:pt x="1" y="2748"/>
                    <a:pt x="1" y="6138"/>
                  </a:cubicBezTo>
                  <a:cubicBezTo>
                    <a:pt x="1" y="9528"/>
                    <a:pt x="2749" y="12285"/>
                    <a:pt x="6139" y="12285"/>
                  </a:cubicBezTo>
                  <a:cubicBezTo>
                    <a:pt x="9529" y="12285"/>
                    <a:pt x="12285" y="9528"/>
                    <a:pt x="12285" y="6138"/>
                  </a:cubicBezTo>
                  <a:cubicBezTo>
                    <a:pt x="12285" y="2748"/>
                    <a:pt x="9529" y="1"/>
                    <a:pt x="6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70"/>
            <p:cNvSpPr/>
            <p:nvPr/>
          </p:nvSpPr>
          <p:spPr>
            <a:xfrm>
              <a:off x="4430100" y="2378525"/>
              <a:ext cx="228425" cy="228400"/>
            </a:xfrm>
            <a:custGeom>
              <a:avLst/>
              <a:gdLst/>
              <a:ahLst/>
              <a:cxnLst/>
              <a:rect l="l" t="t" r="r" b="b"/>
              <a:pathLst>
                <a:path w="9137" h="9136" extrusionOk="0">
                  <a:moveTo>
                    <a:pt x="4569" y="1"/>
                  </a:moveTo>
                  <a:cubicBezTo>
                    <a:pt x="2053" y="1"/>
                    <a:pt x="1" y="2052"/>
                    <a:pt x="1" y="4568"/>
                  </a:cubicBezTo>
                  <a:cubicBezTo>
                    <a:pt x="1" y="7093"/>
                    <a:pt x="2053" y="9136"/>
                    <a:pt x="4569" y="9136"/>
                  </a:cubicBezTo>
                  <a:cubicBezTo>
                    <a:pt x="7093" y="9136"/>
                    <a:pt x="9136" y="7093"/>
                    <a:pt x="9136" y="4568"/>
                  </a:cubicBezTo>
                  <a:cubicBezTo>
                    <a:pt x="9136" y="2052"/>
                    <a:pt x="7093" y="1"/>
                    <a:pt x="45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70"/>
            <p:cNvSpPr/>
            <p:nvPr/>
          </p:nvSpPr>
          <p:spPr>
            <a:xfrm>
              <a:off x="4474275" y="2476425"/>
              <a:ext cx="32800" cy="32825"/>
            </a:xfrm>
            <a:custGeom>
              <a:avLst/>
              <a:gdLst/>
              <a:ahLst/>
              <a:cxnLst/>
              <a:rect l="l" t="t" r="r" b="b"/>
              <a:pathLst>
                <a:path w="1312" h="1313" extrusionOk="0">
                  <a:moveTo>
                    <a:pt x="660" y="1"/>
                  </a:moveTo>
                  <a:cubicBezTo>
                    <a:pt x="295" y="1"/>
                    <a:pt x="0" y="295"/>
                    <a:pt x="0" y="652"/>
                  </a:cubicBezTo>
                  <a:cubicBezTo>
                    <a:pt x="0" y="1018"/>
                    <a:pt x="295" y="1312"/>
                    <a:pt x="660" y="1312"/>
                  </a:cubicBezTo>
                  <a:cubicBezTo>
                    <a:pt x="1017" y="1312"/>
                    <a:pt x="1312" y="1018"/>
                    <a:pt x="1312" y="652"/>
                  </a:cubicBezTo>
                  <a:cubicBezTo>
                    <a:pt x="1312" y="295"/>
                    <a:pt x="1017" y="1"/>
                    <a:pt x="6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70"/>
            <p:cNvSpPr/>
            <p:nvPr/>
          </p:nvSpPr>
          <p:spPr>
            <a:xfrm>
              <a:off x="4528025" y="2476425"/>
              <a:ext cx="32800" cy="32825"/>
            </a:xfrm>
            <a:custGeom>
              <a:avLst/>
              <a:gdLst/>
              <a:ahLst/>
              <a:cxnLst/>
              <a:rect l="l" t="t" r="r" b="b"/>
              <a:pathLst>
                <a:path w="1312" h="1313" extrusionOk="0">
                  <a:moveTo>
                    <a:pt x="652" y="1"/>
                  </a:moveTo>
                  <a:cubicBezTo>
                    <a:pt x="295" y="1"/>
                    <a:pt x="0" y="295"/>
                    <a:pt x="0" y="652"/>
                  </a:cubicBezTo>
                  <a:cubicBezTo>
                    <a:pt x="0" y="1018"/>
                    <a:pt x="295" y="1312"/>
                    <a:pt x="652" y="1312"/>
                  </a:cubicBezTo>
                  <a:cubicBezTo>
                    <a:pt x="1017" y="1312"/>
                    <a:pt x="1312" y="1018"/>
                    <a:pt x="1312" y="652"/>
                  </a:cubicBezTo>
                  <a:cubicBezTo>
                    <a:pt x="1312" y="295"/>
                    <a:pt x="1017" y="1"/>
                    <a:pt x="6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70"/>
            <p:cNvSpPr/>
            <p:nvPr/>
          </p:nvSpPr>
          <p:spPr>
            <a:xfrm>
              <a:off x="4581775" y="2476425"/>
              <a:ext cx="32575" cy="32825"/>
            </a:xfrm>
            <a:custGeom>
              <a:avLst/>
              <a:gdLst/>
              <a:ahLst/>
              <a:cxnLst/>
              <a:rect l="l" t="t" r="r" b="b"/>
              <a:pathLst>
                <a:path w="1303" h="1313" extrusionOk="0">
                  <a:moveTo>
                    <a:pt x="652" y="1"/>
                  </a:moveTo>
                  <a:cubicBezTo>
                    <a:pt x="286" y="1"/>
                    <a:pt x="0" y="295"/>
                    <a:pt x="0" y="652"/>
                  </a:cubicBezTo>
                  <a:cubicBezTo>
                    <a:pt x="0" y="1018"/>
                    <a:pt x="286" y="1312"/>
                    <a:pt x="652" y="1312"/>
                  </a:cubicBezTo>
                  <a:cubicBezTo>
                    <a:pt x="1008" y="1312"/>
                    <a:pt x="1303" y="1018"/>
                    <a:pt x="1303" y="652"/>
                  </a:cubicBezTo>
                  <a:cubicBezTo>
                    <a:pt x="1303" y="295"/>
                    <a:pt x="1008" y="1"/>
                    <a:pt x="6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70"/>
            <p:cNvSpPr/>
            <p:nvPr/>
          </p:nvSpPr>
          <p:spPr>
            <a:xfrm>
              <a:off x="4384850" y="2333250"/>
              <a:ext cx="407025" cy="403475"/>
            </a:xfrm>
            <a:custGeom>
              <a:avLst/>
              <a:gdLst/>
              <a:ahLst/>
              <a:cxnLst/>
              <a:rect l="l" t="t" r="r" b="b"/>
              <a:pathLst>
                <a:path w="16281" h="16139" extrusionOk="0">
                  <a:moveTo>
                    <a:pt x="11954" y="9484"/>
                  </a:moveTo>
                  <a:cubicBezTo>
                    <a:pt x="12061" y="9510"/>
                    <a:pt x="12159" y="9573"/>
                    <a:pt x="12240" y="9653"/>
                  </a:cubicBezTo>
                  <a:cubicBezTo>
                    <a:pt x="12516" y="9930"/>
                    <a:pt x="12516" y="10376"/>
                    <a:pt x="12240" y="10652"/>
                  </a:cubicBezTo>
                  <a:lnTo>
                    <a:pt x="10652" y="12240"/>
                  </a:lnTo>
                  <a:cubicBezTo>
                    <a:pt x="10513" y="12379"/>
                    <a:pt x="10333" y="12448"/>
                    <a:pt x="10152" y="12448"/>
                  </a:cubicBezTo>
                  <a:cubicBezTo>
                    <a:pt x="9972" y="12448"/>
                    <a:pt x="9791" y="12379"/>
                    <a:pt x="9653" y="12240"/>
                  </a:cubicBezTo>
                  <a:cubicBezTo>
                    <a:pt x="9572" y="12160"/>
                    <a:pt x="9519" y="12062"/>
                    <a:pt x="9483" y="11955"/>
                  </a:cubicBezTo>
                  <a:cubicBezTo>
                    <a:pt x="10518" y="11375"/>
                    <a:pt x="11374" y="10519"/>
                    <a:pt x="11954" y="9484"/>
                  </a:cubicBezTo>
                  <a:close/>
                  <a:moveTo>
                    <a:pt x="6379" y="1"/>
                  </a:moveTo>
                  <a:cubicBezTo>
                    <a:pt x="5005" y="1"/>
                    <a:pt x="3693" y="438"/>
                    <a:pt x="2596" y="1250"/>
                  </a:cubicBezTo>
                  <a:cubicBezTo>
                    <a:pt x="2391" y="1396"/>
                    <a:pt x="2546" y="1679"/>
                    <a:pt x="2741" y="1679"/>
                  </a:cubicBezTo>
                  <a:cubicBezTo>
                    <a:pt x="2784" y="1679"/>
                    <a:pt x="2829" y="1666"/>
                    <a:pt x="2873" y="1633"/>
                  </a:cubicBezTo>
                  <a:cubicBezTo>
                    <a:pt x="3898" y="875"/>
                    <a:pt x="5112" y="474"/>
                    <a:pt x="6379" y="474"/>
                  </a:cubicBezTo>
                  <a:cubicBezTo>
                    <a:pt x="9635" y="474"/>
                    <a:pt x="12284" y="3123"/>
                    <a:pt x="12284" y="6379"/>
                  </a:cubicBezTo>
                  <a:cubicBezTo>
                    <a:pt x="12284" y="9635"/>
                    <a:pt x="9635" y="12285"/>
                    <a:pt x="6379" y="12285"/>
                  </a:cubicBezTo>
                  <a:cubicBezTo>
                    <a:pt x="3122" y="12285"/>
                    <a:pt x="473" y="9635"/>
                    <a:pt x="473" y="6379"/>
                  </a:cubicBezTo>
                  <a:cubicBezTo>
                    <a:pt x="473" y="4916"/>
                    <a:pt x="1017" y="3516"/>
                    <a:pt x="1989" y="2427"/>
                  </a:cubicBezTo>
                  <a:cubicBezTo>
                    <a:pt x="2145" y="2258"/>
                    <a:pt x="1983" y="2038"/>
                    <a:pt x="1806" y="2038"/>
                  </a:cubicBezTo>
                  <a:cubicBezTo>
                    <a:pt x="1749" y="2038"/>
                    <a:pt x="1691" y="2061"/>
                    <a:pt x="1641" y="2115"/>
                  </a:cubicBezTo>
                  <a:cubicBezTo>
                    <a:pt x="589" y="3284"/>
                    <a:pt x="0" y="4800"/>
                    <a:pt x="0" y="6379"/>
                  </a:cubicBezTo>
                  <a:cubicBezTo>
                    <a:pt x="0" y="9894"/>
                    <a:pt x="2864" y="12758"/>
                    <a:pt x="6379" y="12758"/>
                  </a:cubicBezTo>
                  <a:cubicBezTo>
                    <a:pt x="7333" y="12758"/>
                    <a:pt x="8243" y="12544"/>
                    <a:pt x="9055" y="12169"/>
                  </a:cubicBezTo>
                  <a:cubicBezTo>
                    <a:pt x="9117" y="12321"/>
                    <a:pt x="9207" y="12454"/>
                    <a:pt x="9322" y="12570"/>
                  </a:cubicBezTo>
                  <a:cubicBezTo>
                    <a:pt x="9546" y="12802"/>
                    <a:pt x="9849" y="12918"/>
                    <a:pt x="10152" y="12918"/>
                  </a:cubicBezTo>
                  <a:cubicBezTo>
                    <a:pt x="10304" y="12918"/>
                    <a:pt x="10447" y="12892"/>
                    <a:pt x="10589" y="12838"/>
                  </a:cubicBezTo>
                  <a:lnTo>
                    <a:pt x="13426" y="15675"/>
                  </a:lnTo>
                  <a:cubicBezTo>
                    <a:pt x="13738" y="15978"/>
                    <a:pt x="14140" y="16139"/>
                    <a:pt x="14550" y="16139"/>
                  </a:cubicBezTo>
                  <a:cubicBezTo>
                    <a:pt x="14961" y="16139"/>
                    <a:pt x="15362" y="15978"/>
                    <a:pt x="15674" y="15675"/>
                  </a:cubicBezTo>
                  <a:cubicBezTo>
                    <a:pt x="16281" y="15059"/>
                    <a:pt x="16281" y="14042"/>
                    <a:pt x="15674" y="13427"/>
                  </a:cubicBezTo>
                  <a:lnTo>
                    <a:pt x="14292" y="12053"/>
                  </a:lnTo>
                  <a:cubicBezTo>
                    <a:pt x="14242" y="12001"/>
                    <a:pt x="14186" y="11980"/>
                    <a:pt x="14133" y="11980"/>
                  </a:cubicBezTo>
                  <a:cubicBezTo>
                    <a:pt x="13954" y="11980"/>
                    <a:pt x="13797" y="12218"/>
                    <a:pt x="13961" y="12383"/>
                  </a:cubicBezTo>
                  <a:lnTo>
                    <a:pt x="15335" y="13766"/>
                  </a:lnTo>
                  <a:cubicBezTo>
                    <a:pt x="15763" y="14194"/>
                    <a:pt x="15763" y="14908"/>
                    <a:pt x="15335" y="15336"/>
                  </a:cubicBezTo>
                  <a:cubicBezTo>
                    <a:pt x="15121" y="15554"/>
                    <a:pt x="14836" y="15664"/>
                    <a:pt x="14550" y="15664"/>
                  </a:cubicBezTo>
                  <a:cubicBezTo>
                    <a:pt x="14265" y="15664"/>
                    <a:pt x="13979" y="15554"/>
                    <a:pt x="13765" y="15336"/>
                  </a:cubicBezTo>
                  <a:lnTo>
                    <a:pt x="10991" y="12570"/>
                  </a:lnTo>
                  <a:lnTo>
                    <a:pt x="12570" y="10991"/>
                  </a:lnTo>
                  <a:lnTo>
                    <a:pt x="13060" y="11482"/>
                  </a:lnTo>
                  <a:cubicBezTo>
                    <a:pt x="13110" y="11534"/>
                    <a:pt x="13166" y="11555"/>
                    <a:pt x="13220" y="11555"/>
                  </a:cubicBezTo>
                  <a:cubicBezTo>
                    <a:pt x="13401" y="11555"/>
                    <a:pt x="13562" y="11317"/>
                    <a:pt x="13390" y="11152"/>
                  </a:cubicBezTo>
                  <a:lnTo>
                    <a:pt x="12837" y="10590"/>
                  </a:lnTo>
                  <a:cubicBezTo>
                    <a:pt x="12998" y="10162"/>
                    <a:pt x="12918" y="9662"/>
                    <a:pt x="12570" y="9323"/>
                  </a:cubicBezTo>
                  <a:cubicBezTo>
                    <a:pt x="12454" y="9207"/>
                    <a:pt x="12320" y="9118"/>
                    <a:pt x="12168" y="9056"/>
                  </a:cubicBezTo>
                  <a:cubicBezTo>
                    <a:pt x="12543" y="8244"/>
                    <a:pt x="12757" y="7334"/>
                    <a:pt x="12757" y="6379"/>
                  </a:cubicBezTo>
                  <a:cubicBezTo>
                    <a:pt x="12757" y="2864"/>
                    <a:pt x="9893" y="1"/>
                    <a:pt x="6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70"/>
            <p:cNvSpPr/>
            <p:nvPr/>
          </p:nvSpPr>
          <p:spPr>
            <a:xfrm>
              <a:off x="4424325" y="2372725"/>
              <a:ext cx="240200" cy="240000"/>
            </a:xfrm>
            <a:custGeom>
              <a:avLst/>
              <a:gdLst/>
              <a:ahLst/>
              <a:cxnLst/>
              <a:rect l="l" t="t" r="r" b="b"/>
              <a:pathLst>
                <a:path w="9608" h="9600" extrusionOk="0">
                  <a:moveTo>
                    <a:pt x="4800" y="474"/>
                  </a:moveTo>
                  <a:cubicBezTo>
                    <a:pt x="7190" y="474"/>
                    <a:pt x="9135" y="2418"/>
                    <a:pt x="9135" y="4800"/>
                  </a:cubicBezTo>
                  <a:cubicBezTo>
                    <a:pt x="9135" y="7191"/>
                    <a:pt x="7190" y="9127"/>
                    <a:pt x="4800" y="9127"/>
                  </a:cubicBezTo>
                  <a:cubicBezTo>
                    <a:pt x="2418" y="9127"/>
                    <a:pt x="473" y="7191"/>
                    <a:pt x="473" y="4800"/>
                  </a:cubicBezTo>
                  <a:cubicBezTo>
                    <a:pt x="473" y="2418"/>
                    <a:pt x="2418" y="474"/>
                    <a:pt x="4800" y="474"/>
                  </a:cubicBezTo>
                  <a:close/>
                  <a:moveTo>
                    <a:pt x="4800" y="1"/>
                  </a:moveTo>
                  <a:cubicBezTo>
                    <a:pt x="2150" y="1"/>
                    <a:pt x="0" y="2151"/>
                    <a:pt x="0" y="4800"/>
                  </a:cubicBezTo>
                  <a:cubicBezTo>
                    <a:pt x="0" y="7450"/>
                    <a:pt x="2150" y="9600"/>
                    <a:pt x="4800" y="9600"/>
                  </a:cubicBezTo>
                  <a:cubicBezTo>
                    <a:pt x="7449" y="9600"/>
                    <a:pt x="9608" y="7450"/>
                    <a:pt x="9608" y="4800"/>
                  </a:cubicBezTo>
                  <a:cubicBezTo>
                    <a:pt x="9608" y="2151"/>
                    <a:pt x="7449" y="1"/>
                    <a:pt x="4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70"/>
            <p:cNvSpPr/>
            <p:nvPr/>
          </p:nvSpPr>
          <p:spPr>
            <a:xfrm>
              <a:off x="4468475" y="2470425"/>
              <a:ext cx="44400" cy="44625"/>
            </a:xfrm>
            <a:custGeom>
              <a:avLst/>
              <a:gdLst/>
              <a:ahLst/>
              <a:cxnLst/>
              <a:rect l="l" t="t" r="r" b="b"/>
              <a:pathLst>
                <a:path w="1776" h="1785" extrusionOk="0">
                  <a:moveTo>
                    <a:pt x="892" y="473"/>
                  </a:moveTo>
                  <a:cubicBezTo>
                    <a:pt x="1124" y="473"/>
                    <a:pt x="1312" y="660"/>
                    <a:pt x="1312" y="892"/>
                  </a:cubicBezTo>
                  <a:cubicBezTo>
                    <a:pt x="1312" y="1124"/>
                    <a:pt x="1124" y="1312"/>
                    <a:pt x="892" y="1312"/>
                  </a:cubicBezTo>
                  <a:cubicBezTo>
                    <a:pt x="661" y="1312"/>
                    <a:pt x="473" y="1124"/>
                    <a:pt x="473" y="892"/>
                  </a:cubicBezTo>
                  <a:cubicBezTo>
                    <a:pt x="473" y="660"/>
                    <a:pt x="661" y="473"/>
                    <a:pt x="892" y="473"/>
                  </a:cubicBezTo>
                  <a:close/>
                  <a:moveTo>
                    <a:pt x="892" y="0"/>
                  </a:moveTo>
                  <a:cubicBezTo>
                    <a:pt x="402" y="0"/>
                    <a:pt x="0" y="402"/>
                    <a:pt x="0" y="892"/>
                  </a:cubicBezTo>
                  <a:cubicBezTo>
                    <a:pt x="0" y="1383"/>
                    <a:pt x="402" y="1784"/>
                    <a:pt x="892" y="1784"/>
                  </a:cubicBezTo>
                  <a:cubicBezTo>
                    <a:pt x="1383" y="1784"/>
                    <a:pt x="1776" y="1383"/>
                    <a:pt x="1776" y="892"/>
                  </a:cubicBezTo>
                  <a:cubicBezTo>
                    <a:pt x="1776" y="402"/>
                    <a:pt x="1383" y="0"/>
                    <a:pt x="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70"/>
            <p:cNvSpPr/>
            <p:nvPr/>
          </p:nvSpPr>
          <p:spPr>
            <a:xfrm>
              <a:off x="4522000" y="2470425"/>
              <a:ext cx="44625" cy="44625"/>
            </a:xfrm>
            <a:custGeom>
              <a:avLst/>
              <a:gdLst/>
              <a:ahLst/>
              <a:cxnLst/>
              <a:rect l="l" t="t" r="r" b="b"/>
              <a:pathLst>
                <a:path w="1785" h="1785" extrusionOk="0">
                  <a:moveTo>
                    <a:pt x="893" y="473"/>
                  </a:moveTo>
                  <a:cubicBezTo>
                    <a:pt x="1124" y="473"/>
                    <a:pt x="1312" y="660"/>
                    <a:pt x="1312" y="892"/>
                  </a:cubicBezTo>
                  <a:cubicBezTo>
                    <a:pt x="1312" y="1124"/>
                    <a:pt x="1124" y="1312"/>
                    <a:pt x="893" y="1312"/>
                  </a:cubicBezTo>
                  <a:cubicBezTo>
                    <a:pt x="661" y="1312"/>
                    <a:pt x="473" y="1124"/>
                    <a:pt x="473" y="892"/>
                  </a:cubicBezTo>
                  <a:cubicBezTo>
                    <a:pt x="473" y="660"/>
                    <a:pt x="661" y="473"/>
                    <a:pt x="893" y="473"/>
                  </a:cubicBezTo>
                  <a:close/>
                  <a:moveTo>
                    <a:pt x="893" y="0"/>
                  </a:moveTo>
                  <a:cubicBezTo>
                    <a:pt x="402" y="0"/>
                    <a:pt x="0" y="402"/>
                    <a:pt x="0" y="892"/>
                  </a:cubicBezTo>
                  <a:cubicBezTo>
                    <a:pt x="0" y="1383"/>
                    <a:pt x="402" y="1784"/>
                    <a:pt x="893" y="1784"/>
                  </a:cubicBezTo>
                  <a:cubicBezTo>
                    <a:pt x="1383" y="1784"/>
                    <a:pt x="1785" y="1383"/>
                    <a:pt x="1785" y="892"/>
                  </a:cubicBezTo>
                  <a:cubicBezTo>
                    <a:pt x="1785" y="402"/>
                    <a:pt x="1383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70"/>
            <p:cNvSpPr/>
            <p:nvPr/>
          </p:nvSpPr>
          <p:spPr>
            <a:xfrm>
              <a:off x="4575750" y="2470425"/>
              <a:ext cx="44625" cy="44625"/>
            </a:xfrm>
            <a:custGeom>
              <a:avLst/>
              <a:gdLst/>
              <a:ahLst/>
              <a:cxnLst/>
              <a:rect l="l" t="t" r="r" b="b"/>
              <a:pathLst>
                <a:path w="1785" h="1785" extrusionOk="0">
                  <a:moveTo>
                    <a:pt x="893" y="473"/>
                  </a:moveTo>
                  <a:cubicBezTo>
                    <a:pt x="1124" y="473"/>
                    <a:pt x="1312" y="660"/>
                    <a:pt x="1312" y="892"/>
                  </a:cubicBezTo>
                  <a:cubicBezTo>
                    <a:pt x="1312" y="1124"/>
                    <a:pt x="1124" y="1312"/>
                    <a:pt x="893" y="1312"/>
                  </a:cubicBezTo>
                  <a:cubicBezTo>
                    <a:pt x="661" y="1312"/>
                    <a:pt x="473" y="1124"/>
                    <a:pt x="473" y="892"/>
                  </a:cubicBezTo>
                  <a:cubicBezTo>
                    <a:pt x="473" y="660"/>
                    <a:pt x="661" y="473"/>
                    <a:pt x="893" y="473"/>
                  </a:cubicBezTo>
                  <a:close/>
                  <a:moveTo>
                    <a:pt x="893" y="0"/>
                  </a:moveTo>
                  <a:cubicBezTo>
                    <a:pt x="402" y="0"/>
                    <a:pt x="0" y="402"/>
                    <a:pt x="0" y="892"/>
                  </a:cubicBezTo>
                  <a:cubicBezTo>
                    <a:pt x="0" y="1383"/>
                    <a:pt x="402" y="1784"/>
                    <a:pt x="893" y="1784"/>
                  </a:cubicBezTo>
                  <a:cubicBezTo>
                    <a:pt x="1383" y="1784"/>
                    <a:pt x="1785" y="1383"/>
                    <a:pt x="1785" y="892"/>
                  </a:cubicBezTo>
                  <a:cubicBezTo>
                    <a:pt x="1785" y="402"/>
                    <a:pt x="1383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52" name="Google Shape;4452;p70"/>
          <p:cNvGrpSpPr/>
          <p:nvPr/>
        </p:nvGrpSpPr>
        <p:grpSpPr>
          <a:xfrm>
            <a:off x="2546057" y="2751704"/>
            <a:ext cx="323221" cy="322861"/>
            <a:chOff x="2029225" y="2333250"/>
            <a:chExt cx="403925" cy="403475"/>
          </a:xfrm>
        </p:grpSpPr>
        <p:sp>
          <p:nvSpPr>
            <p:cNvPr id="4453" name="Google Shape;4453;p70"/>
            <p:cNvSpPr/>
            <p:nvPr/>
          </p:nvSpPr>
          <p:spPr>
            <a:xfrm>
              <a:off x="2035025" y="2339250"/>
              <a:ext cx="260750" cy="263000"/>
            </a:xfrm>
            <a:custGeom>
              <a:avLst/>
              <a:gdLst/>
              <a:ahLst/>
              <a:cxnLst/>
              <a:rect l="l" t="t" r="r" b="b"/>
              <a:pathLst>
                <a:path w="10430" h="10520" extrusionOk="0">
                  <a:moveTo>
                    <a:pt x="5226" y="0"/>
                  </a:moveTo>
                  <a:cubicBezTo>
                    <a:pt x="5188" y="0"/>
                    <a:pt x="5150" y="1"/>
                    <a:pt x="5113" y="2"/>
                  </a:cubicBezTo>
                  <a:cubicBezTo>
                    <a:pt x="2267" y="64"/>
                    <a:pt x="1" y="2419"/>
                    <a:pt x="1" y="5265"/>
                  </a:cubicBezTo>
                  <a:lnTo>
                    <a:pt x="1" y="5301"/>
                  </a:lnTo>
                  <a:cubicBezTo>
                    <a:pt x="1" y="8182"/>
                    <a:pt x="2338" y="10519"/>
                    <a:pt x="5220" y="10519"/>
                  </a:cubicBezTo>
                  <a:cubicBezTo>
                    <a:pt x="8101" y="10519"/>
                    <a:pt x="10430" y="8182"/>
                    <a:pt x="10430" y="5301"/>
                  </a:cubicBezTo>
                  <a:lnTo>
                    <a:pt x="10430" y="5220"/>
                  </a:lnTo>
                  <a:cubicBezTo>
                    <a:pt x="10430" y="2341"/>
                    <a:pt x="8100" y="0"/>
                    <a:pt x="5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70"/>
            <p:cNvSpPr/>
            <p:nvPr/>
          </p:nvSpPr>
          <p:spPr>
            <a:xfrm>
              <a:off x="2165950" y="2467750"/>
              <a:ext cx="260750" cy="262975"/>
            </a:xfrm>
            <a:custGeom>
              <a:avLst/>
              <a:gdLst/>
              <a:ahLst/>
              <a:cxnLst/>
              <a:rect l="l" t="t" r="r" b="b"/>
              <a:pathLst>
                <a:path w="10430" h="10519" extrusionOk="0">
                  <a:moveTo>
                    <a:pt x="5216" y="0"/>
                  </a:moveTo>
                  <a:cubicBezTo>
                    <a:pt x="5073" y="0"/>
                    <a:pt x="4928" y="6"/>
                    <a:pt x="4782" y="18"/>
                  </a:cubicBezTo>
                  <a:cubicBezTo>
                    <a:pt x="2070" y="241"/>
                    <a:pt x="1" y="2534"/>
                    <a:pt x="1" y="5255"/>
                  </a:cubicBezTo>
                  <a:cubicBezTo>
                    <a:pt x="1" y="8100"/>
                    <a:pt x="2258" y="10455"/>
                    <a:pt x="5103" y="10518"/>
                  </a:cubicBezTo>
                  <a:cubicBezTo>
                    <a:pt x="5136" y="10519"/>
                    <a:pt x="5169" y="10519"/>
                    <a:pt x="5201" y="10519"/>
                  </a:cubicBezTo>
                  <a:cubicBezTo>
                    <a:pt x="8091" y="10519"/>
                    <a:pt x="10429" y="8184"/>
                    <a:pt x="10429" y="5299"/>
                  </a:cubicBezTo>
                  <a:lnTo>
                    <a:pt x="10429" y="5219"/>
                  </a:lnTo>
                  <a:cubicBezTo>
                    <a:pt x="10429" y="2338"/>
                    <a:pt x="8090" y="0"/>
                    <a:pt x="52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70"/>
            <p:cNvSpPr/>
            <p:nvPr/>
          </p:nvSpPr>
          <p:spPr>
            <a:xfrm>
              <a:off x="2100375" y="2403725"/>
              <a:ext cx="260975" cy="263200"/>
            </a:xfrm>
            <a:custGeom>
              <a:avLst/>
              <a:gdLst/>
              <a:ahLst/>
              <a:cxnLst/>
              <a:rect l="l" t="t" r="r" b="b"/>
              <a:pathLst>
                <a:path w="10439" h="10528" extrusionOk="0">
                  <a:moveTo>
                    <a:pt x="1678" y="1"/>
                  </a:moveTo>
                  <a:cubicBezTo>
                    <a:pt x="759" y="1"/>
                    <a:pt x="1" y="750"/>
                    <a:pt x="1" y="1678"/>
                  </a:cubicBezTo>
                  <a:lnTo>
                    <a:pt x="1" y="8850"/>
                  </a:lnTo>
                  <a:cubicBezTo>
                    <a:pt x="1" y="9778"/>
                    <a:pt x="759" y="10528"/>
                    <a:pt x="1678" y="10528"/>
                  </a:cubicBezTo>
                  <a:lnTo>
                    <a:pt x="8761" y="10528"/>
                  </a:lnTo>
                  <a:cubicBezTo>
                    <a:pt x="9689" y="10528"/>
                    <a:pt x="10438" y="9778"/>
                    <a:pt x="10438" y="8850"/>
                  </a:cubicBezTo>
                  <a:lnTo>
                    <a:pt x="10438" y="1678"/>
                  </a:lnTo>
                  <a:cubicBezTo>
                    <a:pt x="10438" y="750"/>
                    <a:pt x="9689" y="1"/>
                    <a:pt x="8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70"/>
            <p:cNvSpPr/>
            <p:nvPr/>
          </p:nvSpPr>
          <p:spPr>
            <a:xfrm>
              <a:off x="2350850" y="2339225"/>
              <a:ext cx="76950" cy="86375"/>
            </a:xfrm>
            <a:custGeom>
              <a:avLst/>
              <a:gdLst/>
              <a:ahLst/>
              <a:cxnLst/>
              <a:rect l="l" t="t" r="r" b="b"/>
              <a:pathLst>
                <a:path w="3078" h="3455" extrusionOk="0">
                  <a:moveTo>
                    <a:pt x="1539" y="0"/>
                  </a:moveTo>
                  <a:cubicBezTo>
                    <a:pt x="1463" y="0"/>
                    <a:pt x="1387" y="43"/>
                    <a:pt x="1356" y="127"/>
                  </a:cubicBezTo>
                  <a:lnTo>
                    <a:pt x="999" y="1153"/>
                  </a:lnTo>
                  <a:cubicBezTo>
                    <a:pt x="981" y="1207"/>
                    <a:pt x="937" y="1252"/>
                    <a:pt x="883" y="1269"/>
                  </a:cubicBezTo>
                  <a:lnTo>
                    <a:pt x="170" y="1546"/>
                  </a:lnTo>
                  <a:cubicBezTo>
                    <a:pt x="0" y="1608"/>
                    <a:pt x="0" y="1840"/>
                    <a:pt x="170" y="1903"/>
                  </a:cubicBezTo>
                  <a:lnTo>
                    <a:pt x="883" y="2179"/>
                  </a:lnTo>
                  <a:cubicBezTo>
                    <a:pt x="937" y="2206"/>
                    <a:pt x="981" y="2242"/>
                    <a:pt x="999" y="2295"/>
                  </a:cubicBezTo>
                  <a:lnTo>
                    <a:pt x="1356" y="3321"/>
                  </a:lnTo>
                  <a:cubicBezTo>
                    <a:pt x="1387" y="3410"/>
                    <a:pt x="1463" y="3455"/>
                    <a:pt x="1539" y="3455"/>
                  </a:cubicBezTo>
                  <a:cubicBezTo>
                    <a:pt x="1615" y="3455"/>
                    <a:pt x="1691" y="3410"/>
                    <a:pt x="1722" y="3321"/>
                  </a:cubicBezTo>
                  <a:lnTo>
                    <a:pt x="2079" y="2295"/>
                  </a:lnTo>
                  <a:cubicBezTo>
                    <a:pt x="2097" y="2242"/>
                    <a:pt x="2141" y="2206"/>
                    <a:pt x="2195" y="2179"/>
                  </a:cubicBezTo>
                  <a:lnTo>
                    <a:pt x="2908" y="1903"/>
                  </a:lnTo>
                  <a:cubicBezTo>
                    <a:pt x="3078" y="1840"/>
                    <a:pt x="3078" y="1608"/>
                    <a:pt x="2908" y="1546"/>
                  </a:cubicBezTo>
                  <a:lnTo>
                    <a:pt x="2195" y="1269"/>
                  </a:lnTo>
                  <a:cubicBezTo>
                    <a:pt x="2141" y="1252"/>
                    <a:pt x="2097" y="1207"/>
                    <a:pt x="2079" y="1153"/>
                  </a:cubicBezTo>
                  <a:lnTo>
                    <a:pt x="1722" y="127"/>
                  </a:lnTo>
                  <a:cubicBezTo>
                    <a:pt x="1691" y="43"/>
                    <a:pt x="1615" y="0"/>
                    <a:pt x="15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70"/>
            <p:cNvSpPr/>
            <p:nvPr/>
          </p:nvSpPr>
          <p:spPr>
            <a:xfrm>
              <a:off x="2034150" y="2644375"/>
              <a:ext cx="76950" cy="86400"/>
            </a:xfrm>
            <a:custGeom>
              <a:avLst/>
              <a:gdLst/>
              <a:ahLst/>
              <a:cxnLst/>
              <a:rect l="l" t="t" r="r" b="b"/>
              <a:pathLst>
                <a:path w="3078" h="3456" extrusionOk="0">
                  <a:moveTo>
                    <a:pt x="1539" y="0"/>
                  </a:moveTo>
                  <a:cubicBezTo>
                    <a:pt x="1463" y="0"/>
                    <a:pt x="1387" y="45"/>
                    <a:pt x="1356" y="134"/>
                  </a:cubicBezTo>
                  <a:lnTo>
                    <a:pt x="999" y="1160"/>
                  </a:lnTo>
                  <a:cubicBezTo>
                    <a:pt x="981" y="1214"/>
                    <a:pt x="937" y="1249"/>
                    <a:pt x="883" y="1276"/>
                  </a:cubicBezTo>
                  <a:lnTo>
                    <a:pt x="170" y="1553"/>
                  </a:lnTo>
                  <a:cubicBezTo>
                    <a:pt x="0" y="1615"/>
                    <a:pt x="0" y="1847"/>
                    <a:pt x="170" y="1910"/>
                  </a:cubicBezTo>
                  <a:lnTo>
                    <a:pt x="883" y="2186"/>
                  </a:lnTo>
                  <a:cubicBezTo>
                    <a:pt x="937" y="2204"/>
                    <a:pt x="981" y="2249"/>
                    <a:pt x="999" y="2302"/>
                  </a:cubicBezTo>
                  <a:lnTo>
                    <a:pt x="1356" y="3328"/>
                  </a:lnTo>
                  <a:cubicBezTo>
                    <a:pt x="1387" y="3413"/>
                    <a:pt x="1463" y="3455"/>
                    <a:pt x="1539" y="3455"/>
                  </a:cubicBezTo>
                  <a:cubicBezTo>
                    <a:pt x="1615" y="3455"/>
                    <a:pt x="1691" y="3413"/>
                    <a:pt x="1722" y="3328"/>
                  </a:cubicBezTo>
                  <a:lnTo>
                    <a:pt x="2079" y="2302"/>
                  </a:lnTo>
                  <a:cubicBezTo>
                    <a:pt x="2097" y="2249"/>
                    <a:pt x="2141" y="2204"/>
                    <a:pt x="2195" y="2186"/>
                  </a:cubicBezTo>
                  <a:lnTo>
                    <a:pt x="2908" y="1910"/>
                  </a:lnTo>
                  <a:cubicBezTo>
                    <a:pt x="3078" y="1847"/>
                    <a:pt x="3078" y="1615"/>
                    <a:pt x="2908" y="1553"/>
                  </a:cubicBezTo>
                  <a:lnTo>
                    <a:pt x="2195" y="1276"/>
                  </a:lnTo>
                  <a:cubicBezTo>
                    <a:pt x="2141" y="1249"/>
                    <a:pt x="2097" y="1214"/>
                    <a:pt x="2079" y="1160"/>
                  </a:cubicBezTo>
                  <a:lnTo>
                    <a:pt x="1722" y="134"/>
                  </a:lnTo>
                  <a:cubicBezTo>
                    <a:pt x="1691" y="45"/>
                    <a:pt x="1615" y="0"/>
                    <a:pt x="15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70"/>
            <p:cNvSpPr/>
            <p:nvPr/>
          </p:nvSpPr>
          <p:spPr>
            <a:xfrm>
              <a:off x="2029450" y="2333475"/>
              <a:ext cx="403700" cy="403250"/>
            </a:xfrm>
            <a:custGeom>
              <a:avLst/>
              <a:gdLst/>
              <a:ahLst/>
              <a:cxnLst/>
              <a:rect l="l" t="t" r="r" b="b"/>
              <a:pathLst>
                <a:path w="16148" h="16130" extrusionOk="0">
                  <a:moveTo>
                    <a:pt x="5461" y="465"/>
                  </a:moveTo>
                  <a:cubicBezTo>
                    <a:pt x="6335" y="465"/>
                    <a:pt x="7200" y="696"/>
                    <a:pt x="7949" y="1125"/>
                  </a:cubicBezTo>
                  <a:cubicBezTo>
                    <a:pt x="8574" y="1490"/>
                    <a:pt x="9109" y="1981"/>
                    <a:pt x="9520" y="2561"/>
                  </a:cubicBezTo>
                  <a:lnTo>
                    <a:pt x="3382" y="2561"/>
                  </a:lnTo>
                  <a:cubicBezTo>
                    <a:pt x="2963" y="2561"/>
                    <a:pt x="2624" y="2900"/>
                    <a:pt x="2624" y="3328"/>
                  </a:cubicBezTo>
                  <a:lnTo>
                    <a:pt x="2624" y="5095"/>
                  </a:lnTo>
                  <a:cubicBezTo>
                    <a:pt x="2624" y="5251"/>
                    <a:pt x="2742" y="5329"/>
                    <a:pt x="2860" y="5329"/>
                  </a:cubicBezTo>
                  <a:cubicBezTo>
                    <a:pt x="2978" y="5329"/>
                    <a:pt x="3096" y="5251"/>
                    <a:pt x="3096" y="5095"/>
                  </a:cubicBezTo>
                  <a:lnTo>
                    <a:pt x="3096" y="4470"/>
                  </a:lnTo>
                  <a:cubicBezTo>
                    <a:pt x="3096" y="3676"/>
                    <a:pt x="3739" y="3034"/>
                    <a:pt x="4533" y="3034"/>
                  </a:cubicBezTo>
                  <a:lnTo>
                    <a:pt x="11616" y="3034"/>
                  </a:lnTo>
                  <a:cubicBezTo>
                    <a:pt x="12410" y="3034"/>
                    <a:pt x="13052" y="3676"/>
                    <a:pt x="13052" y="4470"/>
                  </a:cubicBezTo>
                  <a:lnTo>
                    <a:pt x="13052" y="11651"/>
                  </a:lnTo>
                  <a:cubicBezTo>
                    <a:pt x="13052" y="12436"/>
                    <a:pt x="12410" y="13088"/>
                    <a:pt x="11616" y="13088"/>
                  </a:cubicBezTo>
                  <a:lnTo>
                    <a:pt x="3667" y="13088"/>
                  </a:lnTo>
                  <a:cubicBezTo>
                    <a:pt x="3355" y="13088"/>
                    <a:pt x="3096" y="12829"/>
                    <a:pt x="3096" y="12508"/>
                  </a:cubicBezTo>
                  <a:lnTo>
                    <a:pt x="3096" y="6352"/>
                  </a:lnTo>
                  <a:cubicBezTo>
                    <a:pt x="3096" y="6201"/>
                    <a:pt x="2978" y="6125"/>
                    <a:pt x="2860" y="6125"/>
                  </a:cubicBezTo>
                  <a:cubicBezTo>
                    <a:pt x="2742" y="6125"/>
                    <a:pt x="2624" y="6201"/>
                    <a:pt x="2624" y="6352"/>
                  </a:cubicBezTo>
                  <a:lnTo>
                    <a:pt x="2624" y="9626"/>
                  </a:lnTo>
                  <a:cubicBezTo>
                    <a:pt x="2026" y="9216"/>
                    <a:pt x="1526" y="8672"/>
                    <a:pt x="1161" y="8047"/>
                  </a:cubicBezTo>
                  <a:cubicBezTo>
                    <a:pt x="697" y="7262"/>
                    <a:pt x="474" y="6361"/>
                    <a:pt x="483" y="5442"/>
                  </a:cubicBezTo>
                  <a:cubicBezTo>
                    <a:pt x="483" y="2695"/>
                    <a:pt x="2713" y="465"/>
                    <a:pt x="5461" y="465"/>
                  </a:cubicBezTo>
                  <a:close/>
                  <a:moveTo>
                    <a:pt x="5461" y="1"/>
                  </a:moveTo>
                  <a:cubicBezTo>
                    <a:pt x="2454" y="1"/>
                    <a:pt x="10" y="2436"/>
                    <a:pt x="10" y="5434"/>
                  </a:cubicBezTo>
                  <a:cubicBezTo>
                    <a:pt x="1" y="6433"/>
                    <a:pt x="251" y="7414"/>
                    <a:pt x="759" y="8270"/>
                  </a:cubicBezTo>
                  <a:cubicBezTo>
                    <a:pt x="1214" y="9047"/>
                    <a:pt x="1856" y="9698"/>
                    <a:pt x="2624" y="10171"/>
                  </a:cubicBezTo>
                  <a:lnTo>
                    <a:pt x="2624" y="11616"/>
                  </a:lnTo>
                  <a:cubicBezTo>
                    <a:pt x="2624" y="12668"/>
                    <a:pt x="3480" y="13525"/>
                    <a:pt x="4533" y="13525"/>
                  </a:cubicBezTo>
                  <a:lnTo>
                    <a:pt x="6049" y="13525"/>
                  </a:lnTo>
                  <a:cubicBezTo>
                    <a:pt x="6049" y="13525"/>
                    <a:pt x="7164" y="14943"/>
                    <a:pt x="7932" y="15389"/>
                  </a:cubicBezTo>
                  <a:cubicBezTo>
                    <a:pt x="8761" y="15871"/>
                    <a:pt x="9707" y="16130"/>
                    <a:pt x="10679" y="16130"/>
                  </a:cubicBezTo>
                  <a:cubicBezTo>
                    <a:pt x="11768" y="16130"/>
                    <a:pt x="12820" y="15809"/>
                    <a:pt x="13721" y="15193"/>
                  </a:cubicBezTo>
                  <a:cubicBezTo>
                    <a:pt x="13936" y="15053"/>
                    <a:pt x="13789" y="14759"/>
                    <a:pt x="13590" y="14759"/>
                  </a:cubicBezTo>
                  <a:cubicBezTo>
                    <a:pt x="13549" y="14759"/>
                    <a:pt x="13505" y="14772"/>
                    <a:pt x="13463" y="14801"/>
                  </a:cubicBezTo>
                  <a:cubicBezTo>
                    <a:pt x="12633" y="15363"/>
                    <a:pt x="11670" y="15657"/>
                    <a:pt x="10679" y="15657"/>
                  </a:cubicBezTo>
                  <a:cubicBezTo>
                    <a:pt x="9796" y="15657"/>
                    <a:pt x="8922" y="15425"/>
                    <a:pt x="8173" y="14979"/>
                  </a:cubicBezTo>
                  <a:cubicBezTo>
                    <a:pt x="7557" y="14622"/>
                    <a:pt x="7022" y="14131"/>
                    <a:pt x="6611" y="13561"/>
                  </a:cubicBezTo>
                  <a:lnTo>
                    <a:pt x="11607" y="13561"/>
                  </a:lnTo>
                  <a:cubicBezTo>
                    <a:pt x="12660" y="13561"/>
                    <a:pt x="13516" y="12695"/>
                    <a:pt x="13489" y="11643"/>
                  </a:cubicBezTo>
                  <a:lnTo>
                    <a:pt x="13489" y="6495"/>
                  </a:lnTo>
                  <a:cubicBezTo>
                    <a:pt x="14105" y="6905"/>
                    <a:pt x="14605" y="7441"/>
                    <a:pt x="14970" y="8065"/>
                  </a:cubicBezTo>
                  <a:cubicBezTo>
                    <a:pt x="15416" y="8823"/>
                    <a:pt x="15657" y="9698"/>
                    <a:pt x="15657" y="10590"/>
                  </a:cubicBezTo>
                  <a:cubicBezTo>
                    <a:pt x="15666" y="11848"/>
                    <a:pt x="15220" y="13070"/>
                    <a:pt x="14373" y="14007"/>
                  </a:cubicBezTo>
                  <a:cubicBezTo>
                    <a:pt x="14224" y="14175"/>
                    <a:pt x="14386" y="14399"/>
                    <a:pt x="14563" y="14399"/>
                  </a:cubicBezTo>
                  <a:cubicBezTo>
                    <a:pt x="14620" y="14399"/>
                    <a:pt x="14679" y="14376"/>
                    <a:pt x="14729" y="14319"/>
                  </a:cubicBezTo>
                  <a:cubicBezTo>
                    <a:pt x="15648" y="13302"/>
                    <a:pt x="16148" y="11955"/>
                    <a:pt x="16130" y="10590"/>
                  </a:cubicBezTo>
                  <a:cubicBezTo>
                    <a:pt x="16130" y="9617"/>
                    <a:pt x="15871" y="8654"/>
                    <a:pt x="15372" y="7824"/>
                  </a:cubicBezTo>
                  <a:cubicBezTo>
                    <a:pt x="14917" y="7048"/>
                    <a:pt x="14275" y="6397"/>
                    <a:pt x="13516" y="5933"/>
                  </a:cubicBezTo>
                  <a:lnTo>
                    <a:pt x="13525" y="5933"/>
                  </a:lnTo>
                  <a:lnTo>
                    <a:pt x="13525" y="4470"/>
                  </a:lnTo>
                  <a:cubicBezTo>
                    <a:pt x="13525" y="3417"/>
                    <a:pt x="12669" y="2561"/>
                    <a:pt x="11616" y="2561"/>
                  </a:cubicBezTo>
                  <a:lnTo>
                    <a:pt x="10091" y="2561"/>
                  </a:lnTo>
                  <a:cubicBezTo>
                    <a:pt x="9618" y="1803"/>
                    <a:pt x="8958" y="1169"/>
                    <a:pt x="8190" y="723"/>
                  </a:cubicBezTo>
                  <a:cubicBezTo>
                    <a:pt x="7361" y="250"/>
                    <a:pt x="6415" y="1"/>
                    <a:pt x="54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70"/>
            <p:cNvSpPr/>
            <p:nvPr/>
          </p:nvSpPr>
          <p:spPr>
            <a:xfrm>
              <a:off x="2168850" y="2472825"/>
              <a:ext cx="124025" cy="124125"/>
            </a:xfrm>
            <a:custGeom>
              <a:avLst/>
              <a:gdLst/>
              <a:ahLst/>
              <a:cxnLst/>
              <a:rect l="l" t="t" r="r" b="b"/>
              <a:pathLst>
                <a:path w="4961" h="4965" extrusionOk="0">
                  <a:moveTo>
                    <a:pt x="2478" y="0"/>
                  </a:moveTo>
                  <a:cubicBezTo>
                    <a:pt x="2349" y="0"/>
                    <a:pt x="2249" y="110"/>
                    <a:pt x="2249" y="243"/>
                  </a:cubicBezTo>
                  <a:lnTo>
                    <a:pt x="2249" y="2250"/>
                  </a:lnTo>
                  <a:lnTo>
                    <a:pt x="259" y="2250"/>
                  </a:lnTo>
                  <a:cubicBezTo>
                    <a:pt x="143" y="2250"/>
                    <a:pt x="36" y="2340"/>
                    <a:pt x="18" y="2456"/>
                  </a:cubicBezTo>
                  <a:cubicBezTo>
                    <a:pt x="0" y="2598"/>
                    <a:pt x="116" y="2723"/>
                    <a:pt x="250" y="2723"/>
                  </a:cubicBezTo>
                  <a:lnTo>
                    <a:pt x="2249" y="2723"/>
                  </a:lnTo>
                  <a:lnTo>
                    <a:pt x="2249" y="4721"/>
                  </a:lnTo>
                  <a:cubicBezTo>
                    <a:pt x="2249" y="4846"/>
                    <a:pt x="2329" y="4953"/>
                    <a:pt x="2454" y="4962"/>
                  </a:cubicBezTo>
                  <a:cubicBezTo>
                    <a:pt x="2464" y="4964"/>
                    <a:pt x="2475" y="4964"/>
                    <a:pt x="2485" y="4964"/>
                  </a:cubicBezTo>
                  <a:cubicBezTo>
                    <a:pt x="2614" y="4964"/>
                    <a:pt x="2721" y="4863"/>
                    <a:pt x="2721" y="4730"/>
                  </a:cubicBezTo>
                  <a:lnTo>
                    <a:pt x="2721" y="2723"/>
                  </a:lnTo>
                  <a:lnTo>
                    <a:pt x="4711" y="2723"/>
                  </a:lnTo>
                  <a:cubicBezTo>
                    <a:pt x="4854" y="2723"/>
                    <a:pt x="4961" y="2598"/>
                    <a:pt x="4943" y="2456"/>
                  </a:cubicBezTo>
                  <a:cubicBezTo>
                    <a:pt x="4925" y="2340"/>
                    <a:pt x="4818" y="2250"/>
                    <a:pt x="4702" y="2250"/>
                  </a:cubicBezTo>
                  <a:lnTo>
                    <a:pt x="2721" y="2250"/>
                  </a:lnTo>
                  <a:lnTo>
                    <a:pt x="2721" y="252"/>
                  </a:lnTo>
                  <a:cubicBezTo>
                    <a:pt x="2721" y="127"/>
                    <a:pt x="2632" y="20"/>
                    <a:pt x="2507" y="2"/>
                  </a:cubicBezTo>
                  <a:cubicBezTo>
                    <a:pt x="2498" y="1"/>
                    <a:pt x="2488" y="0"/>
                    <a:pt x="2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70"/>
            <p:cNvSpPr/>
            <p:nvPr/>
          </p:nvSpPr>
          <p:spPr>
            <a:xfrm>
              <a:off x="2345925" y="2333250"/>
              <a:ext cx="86800" cy="98150"/>
            </a:xfrm>
            <a:custGeom>
              <a:avLst/>
              <a:gdLst/>
              <a:ahLst/>
              <a:cxnLst/>
              <a:rect l="l" t="t" r="r" b="b"/>
              <a:pathLst>
                <a:path w="3472" h="3926" extrusionOk="0">
                  <a:moveTo>
                    <a:pt x="1740" y="563"/>
                  </a:moveTo>
                  <a:lnTo>
                    <a:pt x="2053" y="1473"/>
                  </a:lnTo>
                  <a:cubicBezTo>
                    <a:pt x="2097" y="1589"/>
                    <a:pt x="2186" y="1687"/>
                    <a:pt x="2302" y="1731"/>
                  </a:cubicBezTo>
                  <a:lnTo>
                    <a:pt x="2918" y="1963"/>
                  </a:lnTo>
                  <a:lnTo>
                    <a:pt x="2302" y="2195"/>
                  </a:lnTo>
                  <a:cubicBezTo>
                    <a:pt x="2186" y="2249"/>
                    <a:pt x="2097" y="2338"/>
                    <a:pt x="2053" y="2463"/>
                  </a:cubicBezTo>
                  <a:lnTo>
                    <a:pt x="1740" y="3364"/>
                  </a:lnTo>
                  <a:lnTo>
                    <a:pt x="1419" y="2463"/>
                  </a:lnTo>
                  <a:cubicBezTo>
                    <a:pt x="1375" y="2338"/>
                    <a:pt x="1285" y="2249"/>
                    <a:pt x="1169" y="2195"/>
                  </a:cubicBezTo>
                  <a:lnTo>
                    <a:pt x="554" y="1963"/>
                  </a:lnTo>
                  <a:lnTo>
                    <a:pt x="1169" y="1731"/>
                  </a:lnTo>
                  <a:cubicBezTo>
                    <a:pt x="1285" y="1687"/>
                    <a:pt x="1375" y="1589"/>
                    <a:pt x="1419" y="1473"/>
                  </a:cubicBezTo>
                  <a:lnTo>
                    <a:pt x="1740" y="563"/>
                  </a:lnTo>
                  <a:close/>
                  <a:moveTo>
                    <a:pt x="1740" y="1"/>
                  </a:moveTo>
                  <a:cubicBezTo>
                    <a:pt x="1553" y="1"/>
                    <a:pt x="1392" y="117"/>
                    <a:pt x="1330" y="295"/>
                  </a:cubicBezTo>
                  <a:lnTo>
                    <a:pt x="982" y="1294"/>
                  </a:lnTo>
                  <a:lnTo>
                    <a:pt x="277" y="1562"/>
                  </a:lnTo>
                  <a:cubicBezTo>
                    <a:pt x="117" y="1633"/>
                    <a:pt x="1" y="1785"/>
                    <a:pt x="1" y="1963"/>
                  </a:cubicBezTo>
                  <a:cubicBezTo>
                    <a:pt x="1" y="2142"/>
                    <a:pt x="117" y="2302"/>
                    <a:pt x="277" y="2365"/>
                  </a:cubicBezTo>
                  <a:lnTo>
                    <a:pt x="982" y="2632"/>
                  </a:lnTo>
                  <a:lnTo>
                    <a:pt x="1330" y="3640"/>
                  </a:lnTo>
                  <a:cubicBezTo>
                    <a:pt x="1392" y="3819"/>
                    <a:pt x="1553" y="3926"/>
                    <a:pt x="1740" y="3926"/>
                  </a:cubicBezTo>
                  <a:cubicBezTo>
                    <a:pt x="1919" y="3926"/>
                    <a:pt x="2079" y="3819"/>
                    <a:pt x="2142" y="3640"/>
                  </a:cubicBezTo>
                  <a:lnTo>
                    <a:pt x="2490" y="2632"/>
                  </a:lnTo>
                  <a:lnTo>
                    <a:pt x="3195" y="2365"/>
                  </a:lnTo>
                  <a:cubicBezTo>
                    <a:pt x="3364" y="2302"/>
                    <a:pt x="3471" y="2142"/>
                    <a:pt x="3471" y="1963"/>
                  </a:cubicBezTo>
                  <a:cubicBezTo>
                    <a:pt x="3471" y="1785"/>
                    <a:pt x="3364" y="1633"/>
                    <a:pt x="3195" y="1562"/>
                  </a:cubicBezTo>
                  <a:lnTo>
                    <a:pt x="2490" y="1294"/>
                  </a:lnTo>
                  <a:lnTo>
                    <a:pt x="2142" y="295"/>
                  </a:lnTo>
                  <a:cubicBezTo>
                    <a:pt x="2079" y="117"/>
                    <a:pt x="1919" y="1"/>
                    <a:pt x="1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70"/>
            <p:cNvSpPr/>
            <p:nvPr/>
          </p:nvSpPr>
          <p:spPr>
            <a:xfrm>
              <a:off x="2029225" y="2638575"/>
              <a:ext cx="86800" cy="98150"/>
            </a:xfrm>
            <a:custGeom>
              <a:avLst/>
              <a:gdLst/>
              <a:ahLst/>
              <a:cxnLst/>
              <a:rect l="l" t="t" r="r" b="b"/>
              <a:pathLst>
                <a:path w="3472" h="3926" extrusionOk="0">
                  <a:moveTo>
                    <a:pt x="1741" y="563"/>
                  </a:moveTo>
                  <a:lnTo>
                    <a:pt x="2053" y="1464"/>
                  </a:lnTo>
                  <a:cubicBezTo>
                    <a:pt x="2097" y="1588"/>
                    <a:pt x="2187" y="1678"/>
                    <a:pt x="2303" y="1731"/>
                  </a:cubicBezTo>
                  <a:lnTo>
                    <a:pt x="2918" y="1963"/>
                  </a:lnTo>
                  <a:lnTo>
                    <a:pt x="2303" y="2195"/>
                  </a:lnTo>
                  <a:cubicBezTo>
                    <a:pt x="2187" y="2240"/>
                    <a:pt x="2097" y="2338"/>
                    <a:pt x="2053" y="2454"/>
                  </a:cubicBezTo>
                  <a:lnTo>
                    <a:pt x="1741" y="3364"/>
                  </a:lnTo>
                  <a:lnTo>
                    <a:pt x="1419" y="2454"/>
                  </a:lnTo>
                  <a:cubicBezTo>
                    <a:pt x="1375" y="2338"/>
                    <a:pt x="1286" y="2240"/>
                    <a:pt x="1170" y="2195"/>
                  </a:cubicBezTo>
                  <a:lnTo>
                    <a:pt x="554" y="1963"/>
                  </a:lnTo>
                  <a:lnTo>
                    <a:pt x="1170" y="1731"/>
                  </a:lnTo>
                  <a:cubicBezTo>
                    <a:pt x="1286" y="1678"/>
                    <a:pt x="1375" y="1588"/>
                    <a:pt x="1419" y="1464"/>
                  </a:cubicBezTo>
                  <a:lnTo>
                    <a:pt x="1741" y="563"/>
                  </a:lnTo>
                  <a:close/>
                  <a:moveTo>
                    <a:pt x="1741" y="1"/>
                  </a:moveTo>
                  <a:cubicBezTo>
                    <a:pt x="1553" y="1"/>
                    <a:pt x="1393" y="108"/>
                    <a:pt x="1330" y="286"/>
                  </a:cubicBezTo>
                  <a:lnTo>
                    <a:pt x="982" y="1294"/>
                  </a:lnTo>
                  <a:lnTo>
                    <a:pt x="277" y="1562"/>
                  </a:lnTo>
                  <a:cubicBezTo>
                    <a:pt x="117" y="1624"/>
                    <a:pt x="1" y="1785"/>
                    <a:pt x="1" y="1963"/>
                  </a:cubicBezTo>
                  <a:cubicBezTo>
                    <a:pt x="1" y="2142"/>
                    <a:pt x="117" y="2293"/>
                    <a:pt x="277" y="2365"/>
                  </a:cubicBezTo>
                  <a:lnTo>
                    <a:pt x="982" y="2632"/>
                  </a:lnTo>
                  <a:lnTo>
                    <a:pt x="1330" y="3631"/>
                  </a:lnTo>
                  <a:cubicBezTo>
                    <a:pt x="1393" y="3810"/>
                    <a:pt x="1553" y="3926"/>
                    <a:pt x="1741" y="3926"/>
                  </a:cubicBezTo>
                  <a:cubicBezTo>
                    <a:pt x="1919" y="3926"/>
                    <a:pt x="2080" y="3810"/>
                    <a:pt x="2142" y="3631"/>
                  </a:cubicBezTo>
                  <a:lnTo>
                    <a:pt x="2490" y="2632"/>
                  </a:lnTo>
                  <a:lnTo>
                    <a:pt x="3195" y="2365"/>
                  </a:lnTo>
                  <a:cubicBezTo>
                    <a:pt x="3364" y="2293"/>
                    <a:pt x="3471" y="2142"/>
                    <a:pt x="3471" y="1963"/>
                  </a:cubicBezTo>
                  <a:cubicBezTo>
                    <a:pt x="3471" y="1785"/>
                    <a:pt x="3364" y="1624"/>
                    <a:pt x="3195" y="1562"/>
                  </a:cubicBezTo>
                  <a:lnTo>
                    <a:pt x="2490" y="1294"/>
                  </a:lnTo>
                  <a:lnTo>
                    <a:pt x="2142" y="286"/>
                  </a:lnTo>
                  <a:cubicBezTo>
                    <a:pt x="2080" y="108"/>
                    <a:pt x="1919" y="1"/>
                    <a:pt x="1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2" name="Google Shape;4462;p70"/>
          <p:cNvGrpSpPr/>
          <p:nvPr/>
        </p:nvGrpSpPr>
        <p:grpSpPr>
          <a:xfrm>
            <a:off x="1580257" y="2739716"/>
            <a:ext cx="346956" cy="347150"/>
            <a:chOff x="1053950" y="2333250"/>
            <a:chExt cx="403250" cy="403475"/>
          </a:xfrm>
        </p:grpSpPr>
        <p:sp>
          <p:nvSpPr>
            <p:cNvPr id="4463" name="Google Shape;4463;p70"/>
            <p:cNvSpPr/>
            <p:nvPr/>
          </p:nvSpPr>
          <p:spPr>
            <a:xfrm>
              <a:off x="1059975" y="2437175"/>
              <a:ext cx="195825" cy="293525"/>
            </a:xfrm>
            <a:custGeom>
              <a:avLst/>
              <a:gdLst/>
              <a:ahLst/>
              <a:cxnLst/>
              <a:rect l="l" t="t" r="r" b="b"/>
              <a:pathLst>
                <a:path w="7833" h="11741" extrusionOk="0">
                  <a:moveTo>
                    <a:pt x="1053" y="1"/>
                  </a:moveTo>
                  <a:cubicBezTo>
                    <a:pt x="384" y="1152"/>
                    <a:pt x="0" y="2490"/>
                    <a:pt x="0" y="3917"/>
                  </a:cubicBezTo>
                  <a:cubicBezTo>
                    <a:pt x="0" y="8235"/>
                    <a:pt x="3506" y="11741"/>
                    <a:pt x="7833" y="11741"/>
                  </a:cubicBezTo>
                  <a:lnTo>
                    <a:pt x="7833" y="3917"/>
                  </a:lnTo>
                  <a:lnTo>
                    <a:pt x="10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70"/>
            <p:cNvSpPr/>
            <p:nvPr/>
          </p:nvSpPr>
          <p:spPr>
            <a:xfrm>
              <a:off x="1086050" y="2339275"/>
              <a:ext cx="339025" cy="195850"/>
            </a:xfrm>
            <a:custGeom>
              <a:avLst/>
              <a:gdLst/>
              <a:ahLst/>
              <a:cxnLst/>
              <a:rect l="l" t="t" r="r" b="b"/>
              <a:pathLst>
                <a:path w="13561" h="7834" extrusionOk="0">
                  <a:moveTo>
                    <a:pt x="6781" y="1"/>
                  </a:moveTo>
                  <a:cubicBezTo>
                    <a:pt x="3881" y="1"/>
                    <a:pt x="1348" y="1571"/>
                    <a:pt x="1" y="3917"/>
                  </a:cubicBezTo>
                  <a:lnTo>
                    <a:pt x="6781" y="7833"/>
                  </a:lnTo>
                  <a:lnTo>
                    <a:pt x="13561" y="3917"/>
                  </a:lnTo>
                  <a:cubicBezTo>
                    <a:pt x="12205" y="1571"/>
                    <a:pt x="9680" y="1"/>
                    <a:pt x="6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70"/>
            <p:cNvSpPr/>
            <p:nvPr/>
          </p:nvSpPr>
          <p:spPr>
            <a:xfrm>
              <a:off x="1255775" y="2437175"/>
              <a:ext cx="195850" cy="293525"/>
            </a:xfrm>
            <a:custGeom>
              <a:avLst/>
              <a:gdLst/>
              <a:ahLst/>
              <a:cxnLst/>
              <a:rect l="l" t="t" r="r" b="b"/>
              <a:pathLst>
                <a:path w="7834" h="11741" extrusionOk="0">
                  <a:moveTo>
                    <a:pt x="6781" y="1"/>
                  </a:moveTo>
                  <a:lnTo>
                    <a:pt x="1" y="3917"/>
                  </a:lnTo>
                  <a:lnTo>
                    <a:pt x="1" y="11741"/>
                  </a:lnTo>
                  <a:cubicBezTo>
                    <a:pt x="4327" y="11741"/>
                    <a:pt x="7833" y="8235"/>
                    <a:pt x="7833" y="3917"/>
                  </a:cubicBezTo>
                  <a:cubicBezTo>
                    <a:pt x="7833" y="2490"/>
                    <a:pt x="7450" y="1152"/>
                    <a:pt x="67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70"/>
            <p:cNvSpPr/>
            <p:nvPr/>
          </p:nvSpPr>
          <p:spPr>
            <a:xfrm>
              <a:off x="1137125" y="2416675"/>
              <a:ext cx="236875" cy="236650"/>
            </a:xfrm>
            <a:custGeom>
              <a:avLst/>
              <a:gdLst/>
              <a:ahLst/>
              <a:cxnLst/>
              <a:rect l="l" t="t" r="r" b="b"/>
              <a:pathLst>
                <a:path w="9475" h="9466" extrusionOk="0">
                  <a:moveTo>
                    <a:pt x="4738" y="0"/>
                  </a:moveTo>
                  <a:cubicBezTo>
                    <a:pt x="2124" y="0"/>
                    <a:pt x="1" y="2114"/>
                    <a:pt x="1" y="4737"/>
                  </a:cubicBezTo>
                  <a:cubicBezTo>
                    <a:pt x="1" y="7351"/>
                    <a:pt x="2124" y="9465"/>
                    <a:pt x="4738" y="9465"/>
                  </a:cubicBezTo>
                  <a:cubicBezTo>
                    <a:pt x="7352" y="9465"/>
                    <a:pt x="9475" y="7351"/>
                    <a:pt x="9475" y="4737"/>
                  </a:cubicBezTo>
                  <a:cubicBezTo>
                    <a:pt x="9475" y="2114"/>
                    <a:pt x="7352" y="0"/>
                    <a:pt x="47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70"/>
            <p:cNvSpPr/>
            <p:nvPr/>
          </p:nvSpPr>
          <p:spPr>
            <a:xfrm>
              <a:off x="1179950" y="2455025"/>
              <a:ext cx="151250" cy="159925"/>
            </a:xfrm>
            <a:custGeom>
              <a:avLst/>
              <a:gdLst/>
              <a:ahLst/>
              <a:cxnLst/>
              <a:rect l="l" t="t" r="r" b="b"/>
              <a:pathLst>
                <a:path w="6050" h="6397" extrusionOk="0">
                  <a:moveTo>
                    <a:pt x="3025" y="2035"/>
                  </a:moveTo>
                  <a:cubicBezTo>
                    <a:pt x="3667" y="2035"/>
                    <a:pt x="4185" y="2552"/>
                    <a:pt x="4185" y="3203"/>
                  </a:cubicBezTo>
                  <a:cubicBezTo>
                    <a:pt x="4185" y="3846"/>
                    <a:pt x="3667" y="4363"/>
                    <a:pt x="3025" y="4363"/>
                  </a:cubicBezTo>
                  <a:cubicBezTo>
                    <a:pt x="2382" y="4363"/>
                    <a:pt x="1856" y="3846"/>
                    <a:pt x="1856" y="3203"/>
                  </a:cubicBezTo>
                  <a:cubicBezTo>
                    <a:pt x="1856" y="2552"/>
                    <a:pt x="2382" y="2035"/>
                    <a:pt x="3025" y="2035"/>
                  </a:cubicBezTo>
                  <a:close/>
                  <a:moveTo>
                    <a:pt x="2516" y="1"/>
                  </a:moveTo>
                  <a:lnTo>
                    <a:pt x="2249" y="857"/>
                  </a:lnTo>
                  <a:cubicBezTo>
                    <a:pt x="1928" y="964"/>
                    <a:pt x="1633" y="1134"/>
                    <a:pt x="1383" y="1357"/>
                  </a:cubicBezTo>
                  <a:lnTo>
                    <a:pt x="509" y="1160"/>
                  </a:lnTo>
                  <a:lnTo>
                    <a:pt x="1" y="2043"/>
                  </a:lnTo>
                  <a:lnTo>
                    <a:pt x="607" y="2704"/>
                  </a:lnTo>
                  <a:cubicBezTo>
                    <a:pt x="580" y="2864"/>
                    <a:pt x="563" y="3025"/>
                    <a:pt x="563" y="3194"/>
                  </a:cubicBezTo>
                  <a:cubicBezTo>
                    <a:pt x="563" y="3364"/>
                    <a:pt x="580" y="3533"/>
                    <a:pt x="607" y="3694"/>
                  </a:cubicBezTo>
                  <a:lnTo>
                    <a:pt x="1" y="4354"/>
                  </a:lnTo>
                  <a:lnTo>
                    <a:pt x="509" y="5237"/>
                  </a:lnTo>
                  <a:lnTo>
                    <a:pt x="1383" y="5041"/>
                  </a:lnTo>
                  <a:cubicBezTo>
                    <a:pt x="1633" y="5255"/>
                    <a:pt x="1928" y="5425"/>
                    <a:pt x="2249" y="5532"/>
                  </a:cubicBezTo>
                  <a:lnTo>
                    <a:pt x="2516" y="6397"/>
                  </a:lnTo>
                  <a:lnTo>
                    <a:pt x="3533" y="6397"/>
                  </a:lnTo>
                  <a:lnTo>
                    <a:pt x="3801" y="5532"/>
                  </a:lnTo>
                  <a:cubicBezTo>
                    <a:pt x="4122" y="5425"/>
                    <a:pt x="4408" y="5255"/>
                    <a:pt x="4657" y="5041"/>
                  </a:cubicBezTo>
                  <a:lnTo>
                    <a:pt x="5541" y="5237"/>
                  </a:lnTo>
                  <a:lnTo>
                    <a:pt x="6049" y="4354"/>
                  </a:lnTo>
                  <a:lnTo>
                    <a:pt x="5433" y="3694"/>
                  </a:lnTo>
                  <a:cubicBezTo>
                    <a:pt x="5469" y="3533"/>
                    <a:pt x="5487" y="3364"/>
                    <a:pt x="5487" y="3194"/>
                  </a:cubicBezTo>
                  <a:cubicBezTo>
                    <a:pt x="5487" y="3025"/>
                    <a:pt x="5469" y="2864"/>
                    <a:pt x="5433" y="2704"/>
                  </a:cubicBezTo>
                  <a:lnTo>
                    <a:pt x="6049" y="2043"/>
                  </a:lnTo>
                  <a:lnTo>
                    <a:pt x="5541" y="1160"/>
                  </a:lnTo>
                  <a:lnTo>
                    <a:pt x="4657" y="1357"/>
                  </a:lnTo>
                  <a:cubicBezTo>
                    <a:pt x="4408" y="1134"/>
                    <a:pt x="4122" y="964"/>
                    <a:pt x="3801" y="857"/>
                  </a:cubicBezTo>
                  <a:lnTo>
                    <a:pt x="353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70"/>
            <p:cNvSpPr/>
            <p:nvPr/>
          </p:nvSpPr>
          <p:spPr>
            <a:xfrm>
              <a:off x="1053950" y="2333250"/>
              <a:ext cx="403250" cy="403475"/>
            </a:xfrm>
            <a:custGeom>
              <a:avLst/>
              <a:gdLst/>
              <a:ahLst/>
              <a:cxnLst/>
              <a:rect l="l" t="t" r="r" b="b"/>
              <a:pathLst>
                <a:path w="16130" h="16139" extrusionOk="0">
                  <a:moveTo>
                    <a:pt x="8065" y="3560"/>
                  </a:moveTo>
                  <a:cubicBezTo>
                    <a:pt x="10545" y="3560"/>
                    <a:pt x="12561" y="5576"/>
                    <a:pt x="12561" y="8056"/>
                  </a:cubicBezTo>
                  <a:cubicBezTo>
                    <a:pt x="12561" y="10536"/>
                    <a:pt x="10545" y="12561"/>
                    <a:pt x="8065" y="12561"/>
                  </a:cubicBezTo>
                  <a:cubicBezTo>
                    <a:pt x="5585" y="12561"/>
                    <a:pt x="3560" y="10536"/>
                    <a:pt x="3560" y="8056"/>
                  </a:cubicBezTo>
                  <a:cubicBezTo>
                    <a:pt x="3560" y="5576"/>
                    <a:pt x="5585" y="3560"/>
                    <a:pt x="8065" y="3560"/>
                  </a:cubicBezTo>
                  <a:close/>
                  <a:moveTo>
                    <a:pt x="1365" y="4479"/>
                  </a:moveTo>
                  <a:lnTo>
                    <a:pt x="3640" y="5790"/>
                  </a:lnTo>
                  <a:cubicBezTo>
                    <a:pt x="3283" y="6477"/>
                    <a:pt x="3087" y="7253"/>
                    <a:pt x="3087" y="8074"/>
                  </a:cubicBezTo>
                  <a:cubicBezTo>
                    <a:pt x="3087" y="10733"/>
                    <a:pt x="5192" y="12909"/>
                    <a:pt x="7824" y="13034"/>
                  </a:cubicBezTo>
                  <a:lnTo>
                    <a:pt x="7824" y="15657"/>
                  </a:lnTo>
                  <a:cubicBezTo>
                    <a:pt x="5879" y="15604"/>
                    <a:pt x="4068" y="14818"/>
                    <a:pt x="2685" y="13436"/>
                  </a:cubicBezTo>
                  <a:cubicBezTo>
                    <a:pt x="1249" y="12008"/>
                    <a:pt x="464" y="10099"/>
                    <a:pt x="464" y="8074"/>
                  </a:cubicBezTo>
                  <a:cubicBezTo>
                    <a:pt x="464" y="6816"/>
                    <a:pt x="776" y="5576"/>
                    <a:pt x="1365" y="4479"/>
                  </a:cubicBezTo>
                  <a:close/>
                  <a:moveTo>
                    <a:pt x="14747" y="4479"/>
                  </a:moveTo>
                  <a:cubicBezTo>
                    <a:pt x="15344" y="5576"/>
                    <a:pt x="15648" y="6816"/>
                    <a:pt x="15648" y="8074"/>
                  </a:cubicBezTo>
                  <a:cubicBezTo>
                    <a:pt x="15648" y="10099"/>
                    <a:pt x="14863" y="12008"/>
                    <a:pt x="13426" y="13436"/>
                  </a:cubicBezTo>
                  <a:cubicBezTo>
                    <a:pt x="12053" y="14818"/>
                    <a:pt x="10233" y="15604"/>
                    <a:pt x="8297" y="15657"/>
                  </a:cubicBezTo>
                  <a:lnTo>
                    <a:pt x="8297" y="13034"/>
                  </a:lnTo>
                  <a:cubicBezTo>
                    <a:pt x="10928" y="12909"/>
                    <a:pt x="13034" y="10733"/>
                    <a:pt x="13034" y="8074"/>
                  </a:cubicBezTo>
                  <a:cubicBezTo>
                    <a:pt x="13034" y="7253"/>
                    <a:pt x="12829" y="6477"/>
                    <a:pt x="12481" y="5790"/>
                  </a:cubicBezTo>
                  <a:lnTo>
                    <a:pt x="14747" y="4479"/>
                  </a:lnTo>
                  <a:close/>
                  <a:moveTo>
                    <a:pt x="8065" y="1"/>
                  </a:moveTo>
                  <a:cubicBezTo>
                    <a:pt x="6548" y="1"/>
                    <a:pt x="5076" y="420"/>
                    <a:pt x="3801" y="1214"/>
                  </a:cubicBezTo>
                  <a:cubicBezTo>
                    <a:pt x="3585" y="1355"/>
                    <a:pt x="3722" y="1656"/>
                    <a:pt x="3923" y="1656"/>
                  </a:cubicBezTo>
                  <a:cubicBezTo>
                    <a:pt x="3963" y="1656"/>
                    <a:pt x="4007" y="1644"/>
                    <a:pt x="4050" y="1615"/>
                  </a:cubicBezTo>
                  <a:cubicBezTo>
                    <a:pt x="5255" y="875"/>
                    <a:pt x="6637" y="474"/>
                    <a:pt x="8065" y="474"/>
                  </a:cubicBezTo>
                  <a:cubicBezTo>
                    <a:pt x="9421" y="474"/>
                    <a:pt x="10750" y="839"/>
                    <a:pt x="11910" y="1526"/>
                  </a:cubicBezTo>
                  <a:cubicBezTo>
                    <a:pt x="12971" y="2151"/>
                    <a:pt x="13872" y="3025"/>
                    <a:pt x="14515" y="4069"/>
                  </a:cubicBezTo>
                  <a:lnTo>
                    <a:pt x="12249" y="5380"/>
                  </a:lnTo>
                  <a:cubicBezTo>
                    <a:pt x="11357" y="4006"/>
                    <a:pt x="9813" y="3096"/>
                    <a:pt x="8065" y="3096"/>
                  </a:cubicBezTo>
                  <a:cubicBezTo>
                    <a:pt x="6307" y="3096"/>
                    <a:pt x="4764" y="4006"/>
                    <a:pt x="3881" y="5380"/>
                  </a:cubicBezTo>
                  <a:lnTo>
                    <a:pt x="1606" y="4069"/>
                  </a:lnTo>
                  <a:cubicBezTo>
                    <a:pt x="1990" y="3462"/>
                    <a:pt x="2453" y="2909"/>
                    <a:pt x="2989" y="2418"/>
                  </a:cubicBezTo>
                  <a:cubicBezTo>
                    <a:pt x="3164" y="2257"/>
                    <a:pt x="3009" y="2008"/>
                    <a:pt x="2822" y="2008"/>
                  </a:cubicBezTo>
                  <a:cubicBezTo>
                    <a:pt x="2771" y="2008"/>
                    <a:pt x="2717" y="2026"/>
                    <a:pt x="2668" y="2070"/>
                  </a:cubicBezTo>
                  <a:cubicBezTo>
                    <a:pt x="2034" y="2641"/>
                    <a:pt x="1499" y="3301"/>
                    <a:pt x="1080" y="4033"/>
                  </a:cubicBezTo>
                  <a:cubicBezTo>
                    <a:pt x="366" y="5255"/>
                    <a:pt x="0" y="6656"/>
                    <a:pt x="0" y="8074"/>
                  </a:cubicBezTo>
                  <a:cubicBezTo>
                    <a:pt x="0" y="10224"/>
                    <a:pt x="839" y="12249"/>
                    <a:pt x="2355" y="13775"/>
                  </a:cubicBezTo>
                  <a:cubicBezTo>
                    <a:pt x="3881" y="15300"/>
                    <a:pt x="5906" y="16139"/>
                    <a:pt x="8065" y="16139"/>
                  </a:cubicBezTo>
                  <a:cubicBezTo>
                    <a:pt x="10215" y="16139"/>
                    <a:pt x="12240" y="15300"/>
                    <a:pt x="13765" y="13775"/>
                  </a:cubicBezTo>
                  <a:cubicBezTo>
                    <a:pt x="15291" y="12249"/>
                    <a:pt x="16129" y="10224"/>
                    <a:pt x="16129" y="8074"/>
                  </a:cubicBezTo>
                  <a:cubicBezTo>
                    <a:pt x="16129" y="6656"/>
                    <a:pt x="15755" y="5255"/>
                    <a:pt x="15050" y="4033"/>
                  </a:cubicBezTo>
                  <a:cubicBezTo>
                    <a:pt x="14354" y="2829"/>
                    <a:pt x="13355" y="1821"/>
                    <a:pt x="12151" y="1116"/>
                  </a:cubicBezTo>
                  <a:cubicBezTo>
                    <a:pt x="10920" y="384"/>
                    <a:pt x="9501" y="1"/>
                    <a:pt x="8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70"/>
            <p:cNvSpPr/>
            <p:nvPr/>
          </p:nvSpPr>
          <p:spPr>
            <a:xfrm>
              <a:off x="1220550" y="2499850"/>
              <a:ext cx="74725" cy="70275"/>
            </a:xfrm>
            <a:custGeom>
              <a:avLst/>
              <a:gdLst/>
              <a:ahLst/>
              <a:cxnLst/>
              <a:rect l="l" t="t" r="r" b="b"/>
              <a:pathLst>
                <a:path w="2989" h="2811" extrusionOk="0">
                  <a:moveTo>
                    <a:pt x="1401" y="1"/>
                  </a:moveTo>
                  <a:cubicBezTo>
                    <a:pt x="625" y="1"/>
                    <a:pt x="0" y="634"/>
                    <a:pt x="0" y="1410"/>
                  </a:cubicBezTo>
                  <a:cubicBezTo>
                    <a:pt x="0" y="2177"/>
                    <a:pt x="625" y="2811"/>
                    <a:pt x="1401" y="2811"/>
                  </a:cubicBezTo>
                  <a:cubicBezTo>
                    <a:pt x="1499" y="2811"/>
                    <a:pt x="1606" y="2793"/>
                    <a:pt x="1704" y="2775"/>
                  </a:cubicBezTo>
                  <a:cubicBezTo>
                    <a:pt x="1988" y="2708"/>
                    <a:pt x="1912" y="2305"/>
                    <a:pt x="1660" y="2305"/>
                  </a:cubicBezTo>
                  <a:cubicBezTo>
                    <a:pt x="1643" y="2305"/>
                    <a:pt x="1625" y="2307"/>
                    <a:pt x="1606" y="2311"/>
                  </a:cubicBezTo>
                  <a:cubicBezTo>
                    <a:pt x="1541" y="2326"/>
                    <a:pt x="1475" y="2332"/>
                    <a:pt x="1411" y="2332"/>
                  </a:cubicBezTo>
                  <a:cubicBezTo>
                    <a:pt x="914" y="2332"/>
                    <a:pt x="473" y="1924"/>
                    <a:pt x="473" y="1410"/>
                  </a:cubicBezTo>
                  <a:cubicBezTo>
                    <a:pt x="473" y="893"/>
                    <a:pt x="883" y="474"/>
                    <a:pt x="1401" y="474"/>
                  </a:cubicBezTo>
                  <a:cubicBezTo>
                    <a:pt x="1999" y="474"/>
                    <a:pt x="2453" y="1071"/>
                    <a:pt x="2293" y="1651"/>
                  </a:cubicBezTo>
                  <a:cubicBezTo>
                    <a:pt x="2245" y="1828"/>
                    <a:pt x="2390" y="1944"/>
                    <a:pt x="2531" y="1944"/>
                  </a:cubicBezTo>
                  <a:cubicBezTo>
                    <a:pt x="2624" y="1944"/>
                    <a:pt x="2716" y="1893"/>
                    <a:pt x="2748" y="1776"/>
                  </a:cubicBezTo>
                  <a:cubicBezTo>
                    <a:pt x="2989" y="902"/>
                    <a:pt x="2311" y="1"/>
                    <a:pt x="14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70"/>
            <p:cNvSpPr/>
            <p:nvPr/>
          </p:nvSpPr>
          <p:spPr>
            <a:xfrm>
              <a:off x="1173475" y="2449450"/>
              <a:ext cx="164175" cy="171750"/>
            </a:xfrm>
            <a:custGeom>
              <a:avLst/>
              <a:gdLst/>
              <a:ahLst/>
              <a:cxnLst/>
              <a:rect l="l" t="t" r="r" b="b"/>
              <a:pathLst>
                <a:path w="6567" h="6870" extrusionOk="0">
                  <a:moveTo>
                    <a:pt x="3614" y="473"/>
                  </a:moveTo>
                  <a:lnTo>
                    <a:pt x="3828" y="1169"/>
                  </a:lnTo>
                  <a:cubicBezTo>
                    <a:pt x="3855" y="1241"/>
                    <a:pt x="3908" y="1303"/>
                    <a:pt x="3980" y="1321"/>
                  </a:cubicBezTo>
                  <a:cubicBezTo>
                    <a:pt x="4274" y="1419"/>
                    <a:pt x="4533" y="1571"/>
                    <a:pt x="4756" y="1776"/>
                  </a:cubicBezTo>
                  <a:cubicBezTo>
                    <a:pt x="4805" y="1811"/>
                    <a:pt x="4865" y="1835"/>
                    <a:pt x="4923" y="1835"/>
                  </a:cubicBezTo>
                  <a:cubicBezTo>
                    <a:pt x="4939" y="1835"/>
                    <a:pt x="4955" y="1833"/>
                    <a:pt x="4970" y="1829"/>
                  </a:cubicBezTo>
                  <a:lnTo>
                    <a:pt x="5684" y="1669"/>
                  </a:lnTo>
                  <a:lnTo>
                    <a:pt x="6014" y="2249"/>
                  </a:lnTo>
                  <a:lnTo>
                    <a:pt x="5523" y="2775"/>
                  </a:lnTo>
                  <a:cubicBezTo>
                    <a:pt x="5469" y="2837"/>
                    <a:pt x="5443" y="2909"/>
                    <a:pt x="5461" y="2989"/>
                  </a:cubicBezTo>
                  <a:cubicBezTo>
                    <a:pt x="5523" y="3283"/>
                    <a:pt x="5523" y="3587"/>
                    <a:pt x="5461" y="3881"/>
                  </a:cubicBezTo>
                  <a:cubicBezTo>
                    <a:pt x="5443" y="3961"/>
                    <a:pt x="5469" y="4042"/>
                    <a:pt x="5523" y="4095"/>
                  </a:cubicBezTo>
                  <a:lnTo>
                    <a:pt x="6014" y="4631"/>
                  </a:lnTo>
                  <a:lnTo>
                    <a:pt x="5684" y="5210"/>
                  </a:lnTo>
                  <a:lnTo>
                    <a:pt x="4970" y="5041"/>
                  </a:lnTo>
                  <a:cubicBezTo>
                    <a:pt x="4958" y="5039"/>
                    <a:pt x="4946" y="5039"/>
                    <a:pt x="4935" y="5039"/>
                  </a:cubicBezTo>
                  <a:cubicBezTo>
                    <a:pt x="4873" y="5039"/>
                    <a:pt x="4808" y="5059"/>
                    <a:pt x="4756" y="5103"/>
                  </a:cubicBezTo>
                  <a:cubicBezTo>
                    <a:pt x="4533" y="5300"/>
                    <a:pt x="4274" y="5451"/>
                    <a:pt x="3980" y="5549"/>
                  </a:cubicBezTo>
                  <a:cubicBezTo>
                    <a:pt x="3908" y="5576"/>
                    <a:pt x="3855" y="5630"/>
                    <a:pt x="3828" y="5701"/>
                  </a:cubicBezTo>
                  <a:lnTo>
                    <a:pt x="3614" y="6397"/>
                  </a:lnTo>
                  <a:lnTo>
                    <a:pt x="2945" y="6397"/>
                  </a:lnTo>
                  <a:lnTo>
                    <a:pt x="2731" y="5701"/>
                  </a:lnTo>
                  <a:cubicBezTo>
                    <a:pt x="2713" y="5630"/>
                    <a:pt x="2650" y="5576"/>
                    <a:pt x="2579" y="5549"/>
                  </a:cubicBezTo>
                  <a:cubicBezTo>
                    <a:pt x="2294" y="5451"/>
                    <a:pt x="2035" y="5300"/>
                    <a:pt x="1803" y="5103"/>
                  </a:cubicBezTo>
                  <a:cubicBezTo>
                    <a:pt x="1758" y="5059"/>
                    <a:pt x="1694" y="5039"/>
                    <a:pt x="1633" y="5039"/>
                  </a:cubicBezTo>
                  <a:cubicBezTo>
                    <a:pt x="1621" y="5039"/>
                    <a:pt x="1609" y="5039"/>
                    <a:pt x="1598" y="5041"/>
                  </a:cubicBezTo>
                  <a:lnTo>
                    <a:pt x="884" y="5210"/>
                  </a:lnTo>
                  <a:lnTo>
                    <a:pt x="545" y="4631"/>
                  </a:lnTo>
                  <a:lnTo>
                    <a:pt x="1045" y="4095"/>
                  </a:lnTo>
                  <a:cubicBezTo>
                    <a:pt x="1098" y="4042"/>
                    <a:pt x="1116" y="3961"/>
                    <a:pt x="1098" y="3881"/>
                  </a:cubicBezTo>
                  <a:cubicBezTo>
                    <a:pt x="1045" y="3587"/>
                    <a:pt x="1045" y="3283"/>
                    <a:pt x="1098" y="2989"/>
                  </a:cubicBezTo>
                  <a:cubicBezTo>
                    <a:pt x="1116" y="2909"/>
                    <a:pt x="1098" y="2837"/>
                    <a:pt x="1045" y="2775"/>
                  </a:cubicBezTo>
                  <a:lnTo>
                    <a:pt x="545" y="2249"/>
                  </a:lnTo>
                  <a:lnTo>
                    <a:pt x="884" y="1669"/>
                  </a:lnTo>
                  <a:lnTo>
                    <a:pt x="1589" y="1829"/>
                  </a:lnTo>
                  <a:cubicBezTo>
                    <a:pt x="1606" y="1833"/>
                    <a:pt x="1623" y="1835"/>
                    <a:pt x="1640" y="1835"/>
                  </a:cubicBezTo>
                  <a:cubicBezTo>
                    <a:pt x="1702" y="1835"/>
                    <a:pt x="1761" y="1811"/>
                    <a:pt x="1803" y="1776"/>
                  </a:cubicBezTo>
                  <a:cubicBezTo>
                    <a:pt x="2035" y="1571"/>
                    <a:pt x="2294" y="1419"/>
                    <a:pt x="2579" y="1321"/>
                  </a:cubicBezTo>
                  <a:cubicBezTo>
                    <a:pt x="2650" y="1303"/>
                    <a:pt x="2713" y="1241"/>
                    <a:pt x="2731" y="1169"/>
                  </a:cubicBezTo>
                  <a:lnTo>
                    <a:pt x="2945" y="473"/>
                  </a:lnTo>
                  <a:close/>
                  <a:moveTo>
                    <a:pt x="2775" y="1"/>
                  </a:moveTo>
                  <a:cubicBezTo>
                    <a:pt x="2668" y="1"/>
                    <a:pt x="2579" y="72"/>
                    <a:pt x="2543" y="170"/>
                  </a:cubicBezTo>
                  <a:lnTo>
                    <a:pt x="2311" y="919"/>
                  </a:lnTo>
                  <a:cubicBezTo>
                    <a:pt x="2053" y="1018"/>
                    <a:pt x="1803" y="1160"/>
                    <a:pt x="1580" y="1339"/>
                  </a:cubicBezTo>
                  <a:lnTo>
                    <a:pt x="822" y="1169"/>
                  </a:lnTo>
                  <a:cubicBezTo>
                    <a:pt x="801" y="1164"/>
                    <a:pt x="780" y="1161"/>
                    <a:pt x="760" y="1161"/>
                  </a:cubicBezTo>
                  <a:cubicBezTo>
                    <a:pt x="678" y="1161"/>
                    <a:pt x="606" y="1204"/>
                    <a:pt x="563" y="1276"/>
                  </a:cubicBezTo>
                  <a:lnTo>
                    <a:pt x="54" y="2159"/>
                  </a:lnTo>
                  <a:cubicBezTo>
                    <a:pt x="1" y="2249"/>
                    <a:pt x="10" y="2365"/>
                    <a:pt x="81" y="2436"/>
                  </a:cubicBezTo>
                  <a:lnTo>
                    <a:pt x="616" y="3016"/>
                  </a:lnTo>
                  <a:cubicBezTo>
                    <a:pt x="572" y="3292"/>
                    <a:pt x="572" y="3578"/>
                    <a:pt x="616" y="3863"/>
                  </a:cubicBezTo>
                  <a:lnTo>
                    <a:pt x="81" y="4434"/>
                  </a:lnTo>
                  <a:cubicBezTo>
                    <a:pt x="10" y="4506"/>
                    <a:pt x="1" y="4622"/>
                    <a:pt x="54" y="4711"/>
                  </a:cubicBezTo>
                  <a:lnTo>
                    <a:pt x="563" y="5594"/>
                  </a:lnTo>
                  <a:cubicBezTo>
                    <a:pt x="609" y="5670"/>
                    <a:pt x="687" y="5714"/>
                    <a:pt x="775" y="5714"/>
                  </a:cubicBezTo>
                  <a:cubicBezTo>
                    <a:pt x="791" y="5714"/>
                    <a:pt x="806" y="5713"/>
                    <a:pt x="822" y="5710"/>
                  </a:cubicBezTo>
                  <a:lnTo>
                    <a:pt x="1580" y="5532"/>
                  </a:lnTo>
                  <a:cubicBezTo>
                    <a:pt x="1803" y="5710"/>
                    <a:pt x="2053" y="5853"/>
                    <a:pt x="2311" y="5960"/>
                  </a:cubicBezTo>
                  <a:lnTo>
                    <a:pt x="2543" y="6700"/>
                  </a:lnTo>
                  <a:cubicBezTo>
                    <a:pt x="2579" y="6807"/>
                    <a:pt x="2668" y="6870"/>
                    <a:pt x="2775" y="6870"/>
                  </a:cubicBezTo>
                  <a:lnTo>
                    <a:pt x="3792" y="6870"/>
                  </a:lnTo>
                  <a:cubicBezTo>
                    <a:pt x="3899" y="6870"/>
                    <a:pt x="3989" y="6807"/>
                    <a:pt x="4015" y="6700"/>
                  </a:cubicBezTo>
                  <a:lnTo>
                    <a:pt x="4247" y="5960"/>
                  </a:lnTo>
                  <a:cubicBezTo>
                    <a:pt x="4515" y="5853"/>
                    <a:pt x="4756" y="5710"/>
                    <a:pt x="4979" y="5532"/>
                  </a:cubicBezTo>
                  <a:lnTo>
                    <a:pt x="5746" y="5710"/>
                  </a:lnTo>
                  <a:cubicBezTo>
                    <a:pt x="5760" y="5713"/>
                    <a:pt x="5775" y="5714"/>
                    <a:pt x="5789" y="5714"/>
                  </a:cubicBezTo>
                  <a:cubicBezTo>
                    <a:pt x="5874" y="5714"/>
                    <a:pt x="5959" y="5670"/>
                    <a:pt x="6005" y="5594"/>
                  </a:cubicBezTo>
                  <a:lnTo>
                    <a:pt x="6513" y="4711"/>
                  </a:lnTo>
                  <a:cubicBezTo>
                    <a:pt x="6567" y="4622"/>
                    <a:pt x="6549" y="4506"/>
                    <a:pt x="6478" y="4434"/>
                  </a:cubicBezTo>
                  <a:lnTo>
                    <a:pt x="5942" y="3863"/>
                  </a:lnTo>
                  <a:cubicBezTo>
                    <a:pt x="5987" y="3578"/>
                    <a:pt x="5987" y="3292"/>
                    <a:pt x="5942" y="3016"/>
                  </a:cubicBezTo>
                  <a:lnTo>
                    <a:pt x="6478" y="2436"/>
                  </a:lnTo>
                  <a:cubicBezTo>
                    <a:pt x="6549" y="2365"/>
                    <a:pt x="6567" y="2249"/>
                    <a:pt x="6513" y="2159"/>
                  </a:cubicBezTo>
                  <a:lnTo>
                    <a:pt x="6005" y="1276"/>
                  </a:lnTo>
                  <a:cubicBezTo>
                    <a:pt x="5962" y="1204"/>
                    <a:pt x="5884" y="1161"/>
                    <a:pt x="5804" y="1161"/>
                  </a:cubicBezTo>
                  <a:cubicBezTo>
                    <a:pt x="5785" y="1161"/>
                    <a:pt x="5765" y="1164"/>
                    <a:pt x="5746" y="1169"/>
                  </a:cubicBezTo>
                  <a:lnTo>
                    <a:pt x="4979" y="1339"/>
                  </a:lnTo>
                  <a:cubicBezTo>
                    <a:pt x="4756" y="1160"/>
                    <a:pt x="4515" y="1018"/>
                    <a:pt x="4247" y="919"/>
                  </a:cubicBezTo>
                  <a:lnTo>
                    <a:pt x="4015" y="170"/>
                  </a:lnTo>
                  <a:cubicBezTo>
                    <a:pt x="3989" y="72"/>
                    <a:pt x="3899" y="1"/>
                    <a:pt x="37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1" name="Google Shape;4471;p70"/>
          <p:cNvGrpSpPr/>
          <p:nvPr/>
        </p:nvGrpSpPr>
        <p:grpSpPr>
          <a:xfrm>
            <a:off x="1078394" y="2739795"/>
            <a:ext cx="334540" cy="346903"/>
            <a:chOff x="498600" y="2333250"/>
            <a:chExt cx="389000" cy="403375"/>
          </a:xfrm>
        </p:grpSpPr>
        <p:sp>
          <p:nvSpPr>
            <p:cNvPr id="4472" name="Google Shape;4472;p70"/>
            <p:cNvSpPr/>
            <p:nvPr/>
          </p:nvSpPr>
          <p:spPr>
            <a:xfrm>
              <a:off x="504850" y="2369825"/>
              <a:ext cx="343700" cy="360875"/>
            </a:xfrm>
            <a:custGeom>
              <a:avLst/>
              <a:gdLst/>
              <a:ahLst/>
              <a:cxnLst/>
              <a:rect l="l" t="t" r="r" b="b"/>
              <a:pathLst>
                <a:path w="13748" h="14435" extrusionOk="0">
                  <a:moveTo>
                    <a:pt x="6870" y="1"/>
                  </a:moveTo>
                  <a:cubicBezTo>
                    <a:pt x="3078" y="1"/>
                    <a:pt x="1" y="3096"/>
                    <a:pt x="1" y="6906"/>
                  </a:cubicBezTo>
                  <a:cubicBezTo>
                    <a:pt x="1" y="9047"/>
                    <a:pt x="973" y="10965"/>
                    <a:pt x="2507" y="12231"/>
                  </a:cubicBezTo>
                  <a:lnTo>
                    <a:pt x="2507" y="14435"/>
                  </a:lnTo>
                  <a:lnTo>
                    <a:pt x="4604" y="13418"/>
                  </a:lnTo>
                  <a:cubicBezTo>
                    <a:pt x="5309" y="13668"/>
                    <a:pt x="6076" y="13802"/>
                    <a:pt x="6870" y="13802"/>
                  </a:cubicBezTo>
                  <a:cubicBezTo>
                    <a:pt x="10670" y="13802"/>
                    <a:pt x="13748" y="10715"/>
                    <a:pt x="13748" y="6906"/>
                  </a:cubicBezTo>
                  <a:cubicBezTo>
                    <a:pt x="13748" y="3096"/>
                    <a:pt x="10670" y="1"/>
                    <a:pt x="68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70"/>
            <p:cNvSpPr/>
            <p:nvPr/>
          </p:nvSpPr>
          <p:spPr>
            <a:xfrm>
              <a:off x="501500" y="2365825"/>
              <a:ext cx="352425" cy="322300"/>
            </a:xfrm>
            <a:custGeom>
              <a:avLst/>
              <a:gdLst/>
              <a:ahLst/>
              <a:cxnLst/>
              <a:rect l="l" t="t" r="r" b="b"/>
              <a:pathLst>
                <a:path w="14097" h="12892" extrusionOk="0">
                  <a:moveTo>
                    <a:pt x="2302" y="0"/>
                  </a:moveTo>
                  <a:lnTo>
                    <a:pt x="2302" y="0"/>
                  </a:lnTo>
                  <a:cubicBezTo>
                    <a:pt x="1036" y="1267"/>
                    <a:pt x="1" y="5228"/>
                    <a:pt x="4435" y="9662"/>
                  </a:cubicBezTo>
                  <a:cubicBezTo>
                    <a:pt x="6880" y="12108"/>
                    <a:pt x="9173" y="12892"/>
                    <a:pt x="10952" y="12892"/>
                  </a:cubicBezTo>
                  <a:cubicBezTo>
                    <a:pt x="12411" y="12892"/>
                    <a:pt x="13525" y="12364"/>
                    <a:pt x="14096" y="11794"/>
                  </a:cubicBezTo>
                  <a:lnTo>
                    <a:pt x="9511" y="7217"/>
                  </a:lnTo>
                  <a:cubicBezTo>
                    <a:pt x="8966" y="7761"/>
                    <a:pt x="8654" y="8466"/>
                    <a:pt x="8583" y="9180"/>
                  </a:cubicBezTo>
                  <a:cubicBezTo>
                    <a:pt x="7825" y="8894"/>
                    <a:pt x="7093" y="8439"/>
                    <a:pt x="6379" y="7717"/>
                  </a:cubicBezTo>
                  <a:cubicBezTo>
                    <a:pt x="5683" y="7021"/>
                    <a:pt x="5228" y="6289"/>
                    <a:pt x="4934" y="5513"/>
                  </a:cubicBezTo>
                  <a:cubicBezTo>
                    <a:pt x="5648" y="5442"/>
                    <a:pt x="6344" y="5130"/>
                    <a:pt x="6888" y="4586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70"/>
            <p:cNvSpPr/>
            <p:nvPr/>
          </p:nvSpPr>
          <p:spPr>
            <a:xfrm>
              <a:off x="554800" y="2339175"/>
              <a:ext cx="147225" cy="143925"/>
            </a:xfrm>
            <a:custGeom>
              <a:avLst/>
              <a:gdLst/>
              <a:ahLst/>
              <a:cxnLst/>
              <a:rect l="l" t="t" r="r" b="b"/>
              <a:pathLst>
                <a:path w="5889" h="5757" extrusionOk="0">
                  <a:moveTo>
                    <a:pt x="741" y="0"/>
                  </a:moveTo>
                  <a:cubicBezTo>
                    <a:pt x="567" y="0"/>
                    <a:pt x="393" y="67"/>
                    <a:pt x="260" y="201"/>
                  </a:cubicBezTo>
                  <a:cubicBezTo>
                    <a:pt x="1" y="468"/>
                    <a:pt x="1" y="897"/>
                    <a:pt x="260" y="1164"/>
                  </a:cubicBezTo>
                  <a:lnTo>
                    <a:pt x="4667" y="5562"/>
                  </a:lnTo>
                  <a:cubicBezTo>
                    <a:pt x="4796" y="5692"/>
                    <a:pt x="4968" y="5756"/>
                    <a:pt x="5141" y="5756"/>
                  </a:cubicBezTo>
                  <a:cubicBezTo>
                    <a:pt x="5313" y="5756"/>
                    <a:pt x="5487" y="5692"/>
                    <a:pt x="5621" y="5562"/>
                  </a:cubicBezTo>
                  <a:cubicBezTo>
                    <a:pt x="5889" y="5295"/>
                    <a:pt x="5889" y="4867"/>
                    <a:pt x="5621" y="4599"/>
                  </a:cubicBezTo>
                  <a:lnTo>
                    <a:pt x="1223" y="201"/>
                  </a:lnTo>
                  <a:cubicBezTo>
                    <a:pt x="1089" y="67"/>
                    <a:pt x="915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70"/>
            <p:cNvSpPr/>
            <p:nvPr/>
          </p:nvSpPr>
          <p:spPr>
            <a:xfrm>
              <a:off x="734125" y="2518650"/>
              <a:ext cx="147225" cy="143925"/>
            </a:xfrm>
            <a:custGeom>
              <a:avLst/>
              <a:gdLst/>
              <a:ahLst/>
              <a:cxnLst/>
              <a:rect l="l" t="t" r="r" b="b"/>
              <a:pathLst>
                <a:path w="5889" h="5757" extrusionOk="0">
                  <a:moveTo>
                    <a:pt x="749" y="0"/>
                  </a:moveTo>
                  <a:cubicBezTo>
                    <a:pt x="576" y="0"/>
                    <a:pt x="402" y="65"/>
                    <a:pt x="268" y="194"/>
                  </a:cubicBezTo>
                  <a:cubicBezTo>
                    <a:pt x="0" y="462"/>
                    <a:pt x="0" y="890"/>
                    <a:pt x="268" y="1158"/>
                  </a:cubicBezTo>
                  <a:lnTo>
                    <a:pt x="4666" y="5556"/>
                  </a:lnTo>
                  <a:cubicBezTo>
                    <a:pt x="4800" y="5690"/>
                    <a:pt x="4974" y="5757"/>
                    <a:pt x="5148" y="5757"/>
                  </a:cubicBezTo>
                  <a:cubicBezTo>
                    <a:pt x="5322" y="5757"/>
                    <a:pt x="5496" y="5690"/>
                    <a:pt x="5630" y="5556"/>
                  </a:cubicBezTo>
                  <a:cubicBezTo>
                    <a:pt x="5888" y="5288"/>
                    <a:pt x="5888" y="4860"/>
                    <a:pt x="5630" y="4601"/>
                  </a:cubicBezTo>
                  <a:lnTo>
                    <a:pt x="1223" y="194"/>
                  </a:lnTo>
                  <a:cubicBezTo>
                    <a:pt x="1093" y="65"/>
                    <a:pt x="922" y="0"/>
                    <a:pt x="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70"/>
            <p:cNvSpPr/>
            <p:nvPr/>
          </p:nvSpPr>
          <p:spPr>
            <a:xfrm>
              <a:off x="498600" y="2333250"/>
              <a:ext cx="389000" cy="403375"/>
            </a:xfrm>
            <a:custGeom>
              <a:avLst/>
              <a:gdLst/>
              <a:ahLst/>
              <a:cxnLst/>
              <a:rect l="l" t="t" r="r" b="b"/>
              <a:pathLst>
                <a:path w="15560" h="16135" extrusionOk="0">
                  <a:moveTo>
                    <a:pt x="7111" y="1705"/>
                  </a:moveTo>
                  <a:cubicBezTo>
                    <a:pt x="10768" y="1705"/>
                    <a:pt x="13748" y="4693"/>
                    <a:pt x="13748" y="8369"/>
                  </a:cubicBezTo>
                  <a:cubicBezTo>
                    <a:pt x="13748" y="8966"/>
                    <a:pt x="13668" y="9564"/>
                    <a:pt x="13507" y="10144"/>
                  </a:cubicBezTo>
                  <a:lnTo>
                    <a:pt x="10813" y="7450"/>
                  </a:lnTo>
                  <a:cubicBezTo>
                    <a:pt x="10635" y="7271"/>
                    <a:pt x="10400" y="7182"/>
                    <a:pt x="10166" y="7182"/>
                  </a:cubicBezTo>
                  <a:cubicBezTo>
                    <a:pt x="9932" y="7182"/>
                    <a:pt x="9698" y="7271"/>
                    <a:pt x="9520" y="7450"/>
                  </a:cubicBezTo>
                  <a:cubicBezTo>
                    <a:pt x="9252" y="7708"/>
                    <a:pt x="9181" y="8137"/>
                    <a:pt x="9341" y="8485"/>
                  </a:cubicBezTo>
                  <a:cubicBezTo>
                    <a:pt x="8913" y="8948"/>
                    <a:pt x="8627" y="9528"/>
                    <a:pt x="8503" y="10153"/>
                  </a:cubicBezTo>
                  <a:cubicBezTo>
                    <a:pt x="7842" y="9858"/>
                    <a:pt x="7236" y="9430"/>
                    <a:pt x="6665" y="8859"/>
                  </a:cubicBezTo>
                  <a:cubicBezTo>
                    <a:pt x="6103" y="8297"/>
                    <a:pt x="5683" y="7691"/>
                    <a:pt x="5389" y="7004"/>
                  </a:cubicBezTo>
                  <a:cubicBezTo>
                    <a:pt x="6005" y="6888"/>
                    <a:pt x="6585" y="6593"/>
                    <a:pt x="7048" y="6165"/>
                  </a:cubicBezTo>
                  <a:cubicBezTo>
                    <a:pt x="7154" y="6208"/>
                    <a:pt x="7269" y="6229"/>
                    <a:pt x="7383" y="6229"/>
                  </a:cubicBezTo>
                  <a:cubicBezTo>
                    <a:pt x="7625" y="6229"/>
                    <a:pt x="7869" y="6136"/>
                    <a:pt x="8039" y="5960"/>
                  </a:cubicBezTo>
                  <a:cubicBezTo>
                    <a:pt x="8387" y="5612"/>
                    <a:pt x="8387" y="5023"/>
                    <a:pt x="8039" y="4666"/>
                  </a:cubicBezTo>
                  <a:lnTo>
                    <a:pt x="5318" y="1945"/>
                  </a:lnTo>
                  <a:cubicBezTo>
                    <a:pt x="5898" y="1785"/>
                    <a:pt x="6495" y="1705"/>
                    <a:pt x="7111" y="1705"/>
                  </a:cubicBezTo>
                  <a:close/>
                  <a:moveTo>
                    <a:pt x="10171" y="7653"/>
                  </a:moveTo>
                  <a:cubicBezTo>
                    <a:pt x="10285" y="7653"/>
                    <a:pt x="10398" y="7695"/>
                    <a:pt x="10483" y="7780"/>
                  </a:cubicBezTo>
                  <a:lnTo>
                    <a:pt x="14881" y="12178"/>
                  </a:lnTo>
                  <a:cubicBezTo>
                    <a:pt x="15051" y="12347"/>
                    <a:pt x="15051" y="12633"/>
                    <a:pt x="14881" y="12802"/>
                  </a:cubicBezTo>
                  <a:cubicBezTo>
                    <a:pt x="14796" y="12892"/>
                    <a:pt x="14683" y="12936"/>
                    <a:pt x="14569" y="12936"/>
                  </a:cubicBezTo>
                  <a:cubicBezTo>
                    <a:pt x="14455" y="12936"/>
                    <a:pt x="14341" y="12892"/>
                    <a:pt x="14257" y="12802"/>
                  </a:cubicBezTo>
                  <a:lnTo>
                    <a:pt x="9859" y="8404"/>
                  </a:lnTo>
                  <a:cubicBezTo>
                    <a:pt x="9680" y="8235"/>
                    <a:pt x="9680" y="7949"/>
                    <a:pt x="9859" y="7780"/>
                  </a:cubicBezTo>
                  <a:cubicBezTo>
                    <a:pt x="9943" y="7695"/>
                    <a:pt x="10057" y="7653"/>
                    <a:pt x="10171" y="7653"/>
                  </a:cubicBezTo>
                  <a:close/>
                  <a:moveTo>
                    <a:pt x="2989" y="474"/>
                  </a:moveTo>
                  <a:cubicBezTo>
                    <a:pt x="3103" y="474"/>
                    <a:pt x="3217" y="518"/>
                    <a:pt x="3302" y="607"/>
                  </a:cubicBezTo>
                  <a:lnTo>
                    <a:pt x="7700" y="5005"/>
                  </a:lnTo>
                  <a:cubicBezTo>
                    <a:pt x="7878" y="5175"/>
                    <a:pt x="7878" y="5460"/>
                    <a:pt x="7700" y="5630"/>
                  </a:cubicBezTo>
                  <a:cubicBezTo>
                    <a:pt x="7615" y="5715"/>
                    <a:pt x="7503" y="5757"/>
                    <a:pt x="7391" y="5757"/>
                  </a:cubicBezTo>
                  <a:cubicBezTo>
                    <a:pt x="7278" y="5757"/>
                    <a:pt x="7164" y="5715"/>
                    <a:pt x="7075" y="5630"/>
                  </a:cubicBezTo>
                  <a:lnTo>
                    <a:pt x="4185" y="2739"/>
                  </a:lnTo>
                  <a:cubicBezTo>
                    <a:pt x="4136" y="2691"/>
                    <a:pt x="4081" y="2670"/>
                    <a:pt x="4028" y="2670"/>
                  </a:cubicBezTo>
                  <a:cubicBezTo>
                    <a:pt x="3849" y="2670"/>
                    <a:pt x="3689" y="2906"/>
                    <a:pt x="3855" y="3078"/>
                  </a:cubicBezTo>
                  <a:lnTo>
                    <a:pt x="6665" y="5880"/>
                  </a:lnTo>
                  <a:cubicBezTo>
                    <a:pt x="6201" y="6281"/>
                    <a:pt x="5639" y="6522"/>
                    <a:pt x="5032" y="6584"/>
                  </a:cubicBezTo>
                  <a:cubicBezTo>
                    <a:pt x="4863" y="6629"/>
                    <a:pt x="4791" y="6736"/>
                    <a:pt x="4836" y="6906"/>
                  </a:cubicBezTo>
                  <a:cubicBezTo>
                    <a:pt x="5157" y="7762"/>
                    <a:pt x="5648" y="8511"/>
                    <a:pt x="6326" y="9189"/>
                  </a:cubicBezTo>
                  <a:cubicBezTo>
                    <a:pt x="7031" y="9885"/>
                    <a:pt x="7771" y="10385"/>
                    <a:pt x="8610" y="10706"/>
                  </a:cubicBezTo>
                  <a:cubicBezTo>
                    <a:pt x="8635" y="10716"/>
                    <a:pt x="8661" y="10721"/>
                    <a:pt x="8688" y="10721"/>
                  </a:cubicBezTo>
                  <a:cubicBezTo>
                    <a:pt x="8802" y="10721"/>
                    <a:pt x="8916" y="10633"/>
                    <a:pt x="8931" y="10510"/>
                  </a:cubicBezTo>
                  <a:cubicBezTo>
                    <a:pt x="8993" y="9894"/>
                    <a:pt x="9243" y="9323"/>
                    <a:pt x="9636" y="8859"/>
                  </a:cubicBezTo>
                  <a:lnTo>
                    <a:pt x="13873" y="13088"/>
                  </a:lnTo>
                  <a:cubicBezTo>
                    <a:pt x="13101" y="13730"/>
                    <a:pt x="11961" y="13953"/>
                    <a:pt x="11039" y="13953"/>
                  </a:cubicBezTo>
                  <a:cubicBezTo>
                    <a:pt x="10886" y="13953"/>
                    <a:pt x="10738" y="13947"/>
                    <a:pt x="10599" y="13935"/>
                  </a:cubicBezTo>
                  <a:cubicBezTo>
                    <a:pt x="8137" y="13748"/>
                    <a:pt x="6040" y="12124"/>
                    <a:pt x="4720" y="10795"/>
                  </a:cubicBezTo>
                  <a:cubicBezTo>
                    <a:pt x="3400" y="9475"/>
                    <a:pt x="1785" y="7387"/>
                    <a:pt x="1580" y="4925"/>
                  </a:cubicBezTo>
                  <a:cubicBezTo>
                    <a:pt x="1508" y="3944"/>
                    <a:pt x="1687" y="2543"/>
                    <a:pt x="2427" y="1651"/>
                  </a:cubicBezTo>
                  <a:lnTo>
                    <a:pt x="2971" y="2186"/>
                  </a:lnTo>
                  <a:cubicBezTo>
                    <a:pt x="3021" y="2238"/>
                    <a:pt x="3077" y="2259"/>
                    <a:pt x="3130" y="2259"/>
                  </a:cubicBezTo>
                  <a:cubicBezTo>
                    <a:pt x="3309" y="2259"/>
                    <a:pt x="3466" y="2021"/>
                    <a:pt x="3302" y="1856"/>
                  </a:cubicBezTo>
                  <a:lnTo>
                    <a:pt x="2677" y="1232"/>
                  </a:lnTo>
                  <a:cubicBezTo>
                    <a:pt x="2508" y="1062"/>
                    <a:pt x="2508" y="777"/>
                    <a:pt x="2677" y="607"/>
                  </a:cubicBezTo>
                  <a:cubicBezTo>
                    <a:pt x="2762" y="518"/>
                    <a:pt x="2876" y="474"/>
                    <a:pt x="2989" y="474"/>
                  </a:cubicBezTo>
                  <a:close/>
                  <a:moveTo>
                    <a:pt x="2985" y="1"/>
                  </a:moveTo>
                  <a:cubicBezTo>
                    <a:pt x="2751" y="1"/>
                    <a:pt x="2517" y="90"/>
                    <a:pt x="2338" y="268"/>
                  </a:cubicBezTo>
                  <a:cubicBezTo>
                    <a:pt x="2088" y="527"/>
                    <a:pt x="2008" y="928"/>
                    <a:pt x="2142" y="1259"/>
                  </a:cubicBezTo>
                  <a:cubicBezTo>
                    <a:pt x="1580" y="1892"/>
                    <a:pt x="1062" y="3043"/>
                    <a:pt x="1089" y="4568"/>
                  </a:cubicBezTo>
                  <a:cubicBezTo>
                    <a:pt x="375" y="5701"/>
                    <a:pt x="1" y="7013"/>
                    <a:pt x="1" y="8369"/>
                  </a:cubicBezTo>
                  <a:cubicBezTo>
                    <a:pt x="1" y="10465"/>
                    <a:pt x="911" y="12445"/>
                    <a:pt x="2499" y="13801"/>
                  </a:cubicBezTo>
                  <a:lnTo>
                    <a:pt x="2499" y="15898"/>
                  </a:lnTo>
                  <a:cubicBezTo>
                    <a:pt x="2499" y="16038"/>
                    <a:pt x="2615" y="16134"/>
                    <a:pt x="2742" y="16134"/>
                  </a:cubicBezTo>
                  <a:cubicBezTo>
                    <a:pt x="2777" y="16134"/>
                    <a:pt x="2812" y="16127"/>
                    <a:pt x="2847" y="16112"/>
                  </a:cubicBezTo>
                  <a:lnTo>
                    <a:pt x="4854" y="15131"/>
                  </a:lnTo>
                  <a:cubicBezTo>
                    <a:pt x="5318" y="15291"/>
                    <a:pt x="5799" y="15398"/>
                    <a:pt x="6290" y="15452"/>
                  </a:cubicBezTo>
                  <a:cubicBezTo>
                    <a:pt x="6301" y="15453"/>
                    <a:pt x="6312" y="15454"/>
                    <a:pt x="6323" y="15454"/>
                  </a:cubicBezTo>
                  <a:cubicBezTo>
                    <a:pt x="6597" y="15454"/>
                    <a:pt x="6636" y="15022"/>
                    <a:pt x="6344" y="14988"/>
                  </a:cubicBezTo>
                  <a:cubicBezTo>
                    <a:pt x="5862" y="14926"/>
                    <a:pt x="5380" y="14818"/>
                    <a:pt x="4916" y="14658"/>
                  </a:cubicBezTo>
                  <a:cubicBezTo>
                    <a:pt x="4890" y="14647"/>
                    <a:pt x="4864" y="14642"/>
                    <a:pt x="4838" y="14642"/>
                  </a:cubicBezTo>
                  <a:cubicBezTo>
                    <a:pt x="4802" y="14642"/>
                    <a:pt x="4765" y="14651"/>
                    <a:pt x="4729" y="14667"/>
                  </a:cubicBezTo>
                  <a:lnTo>
                    <a:pt x="2971" y="15523"/>
                  </a:lnTo>
                  <a:lnTo>
                    <a:pt x="2971" y="13694"/>
                  </a:lnTo>
                  <a:cubicBezTo>
                    <a:pt x="2971" y="13623"/>
                    <a:pt x="2945" y="13552"/>
                    <a:pt x="2891" y="13507"/>
                  </a:cubicBezTo>
                  <a:cubicBezTo>
                    <a:pt x="1357" y="12240"/>
                    <a:pt x="474" y="10367"/>
                    <a:pt x="474" y="8369"/>
                  </a:cubicBezTo>
                  <a:cubicBezTo>
                    <a:pt x="474" y="7334"/>
                    <a:pt x="706" y="6326"/>
                    <a:pt x="1161" y="5407"/>
                  </a:cubicBezTo>
                  <a:cubicBezTo>
                    <a:pt x="1508" y="7815"/>
                    <a:pt x="3087" y="9832"/>
                    <a:pt x="4381" y="11134"/>
                  </a:cubicBezTo>
                  <a:cubicBezTo>
                    <a:pt x="5675" y="12419"/>
                    <a:pt x="7664" y="13980"/>
                    <a:pt x="10037" y="14346"/>
                  </a:cubicBezTo>
                  <a:cubicBezTo>
                    <a:pt x="9314" y="14703"/>
                    <a:pt x="8538" y="14926"/>
                    <a:pt x="7744" y="14997"/>
                  </a:cubicBezTo>
                  <a:cubicBezTo>
                    <a:pt x="7458" y="15023"/>
                    <a:pt x="7501" y="15471"/>
                    <a:pt x="7766" y="15471"/>
                  </a:cubicBezTo>
                  <a:cubicBezTo>
                    <a:pt x="7773" y="15471"/>
                    <a:pt x="7781" y="15470"/>
                    <a:pt x="7789" y="15470"/>
                  </a:cubicBezTo>
                  <a:cubicBezTo>
                    <a:pt x="8877" y="15363"/>
                    <a:pt x="9939" y="15006"/>
                    <a:pt x="10858" y="14426"/>
                  </a:cubicBezTo>
                  <a:cubicBezTo>
                    <a:pt x="10923" y="14428"/>
                    <a:pt x="10989" y="14429"/>
                    <a:pt x="11054" y="14429"/>
                  </a:cubicBezTo>
                  <a:cubicBezTo>
                    <a:pt x="12195" y="14429"/>
                    <a:pt x="13414" y="14132"/>
                    <a:pt x="14274" y="13364"/>
                  </a:cubicBezTo>
                  <a:cubicBezTo>
                    <a:pt x="14364" y="13391"/>
                    <a:pt x="14462" y="13409"/>
                    <a:pt x="14560" y="13409"/>
                  </a:cubicBezTo>
                  <a:cubicBezTo>
                    <a:pt x="14801" y="13409"/>
                    <a:pt x="15033" y="13320"/>
                    <a:pt x="15211" y="13141"/>
                  </a:cubicBezTo>
                  <a:cubicBezTo>
                    <a:pt x="15559" y="12793"/>
                    <a:pt x="15559" y="12196"/>
                    <a:pt x="15211" y="11848"/>
                  </a:cubicBezTo>
                  <a:lnTo>
                    <a:pt x="13882" y="10519"/>
                  </a:lnTo>
                  <a:cubicBezTo>
                    <a:pt x="13891" y="10510"/>
                    <a:pt x="13891" y="10501"/>
                    <a:pt x="13900" y="10492"/>
                  </a:cubicBezTo>
                  <a:cubicBezTo>
                    <a:pt x="14105" y="9805"/>
                    <a:pt x="14212" y="9091"/>
                    <a:pt x="14212" y="8369"/>
                  </a:cubicBezTo>
                  <a:cubicBezTo>
                    <a:pt x="14212" y="6460"/>
                    <a:pt x="13480" y="4666"/>
                    <a:pt x="12133" y="3319"/>
                  </a:cubicBezTo>
                  <a:cubicBezTo>
                    <a:pt x="10795" y="1972"/>
                    <a:pt x="9002" y="1232"/>
                    <a:pt x="7111" y="1232"/>
                  </a:cubicBezTo>
                  <a:cubicBezTo>
                    <a:pt x="6361" y="1232"/>
                    <a:pt x="5630" y="1348"/>
                    <a:pt x="4934" y="1571"/>
                  </a:cubicBezTo>
                  <a:lnTo>
                    <a:pt x="3632" y="268"/>
                  </a:lnTo>
                  <a:cubicBezTo>
                    <a:pt x="3453" y="90"/>
                    <a:pt x="3219" y="1"/>
                    <a:pt x="29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7" name="Google Shape;4477;p70"/>
          <p:cNvGrpSpPr/>
          <p:nvPr/>
        </p:nvGrpSpPr>
        <p:grpSpPr>
          <a:xfrm>
            <a:off x="4624720" y="3255598"/>
            <a:ext cx="331248" cy="365793"/>
            <a:chOff x="4343800" y="2929400"/>
            <a:chExt cx="365575" cy="403700"/>
          </a:xfrm>
        </p:grpSpPr>
        <p:sp>
          <p:nvSpPr>
            <p:cNvPr id="4478" name="Google Shape;4478;p70"/>
            <p:cNvSpPr/>
            <p:nvPr/>
          </p:nvSpPr>
          <p:spPr>
            <a:xfrm>
              <a:off x="4391075" y="3052500"/>
              <a:ext cx="271450" cy="32375"/>
            </a:xfrm>
            <a:custGeom>
              <a:avLst/>
              <a:gdLst/>
              <a:ahLst/>
              <a:cxnLst/>
              <a:rect l="l" t="t" r="r" b="b"/>
              <a:pathLst>
                <a:path w="10858" h="1295" extrusionOk="0">
                  <a:moveTo>
                    <a:pt x="1294" y="1"/>
                  </a:moveTo>
                  <a:cubicBezTo>
                    <a:pt x="581" y="1"/>
                    <a:pt x="1" y="581"/>
                    <a:pt x="1" y="1294"/>
                  </a:cubicBezTo>
                  <a:lnTo>
                    <a:pt x="10858" y="1294"/>
                  </a:lnTo>
                  <a:cubicBezTo>
                    <a:pt x="10858" y="581"/>
                    <a:pt x="10278" y="1"/>
                    <a:pt x="95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70"/>
            <p:cNvSpPr/>
            <p:nvPr/>
          </p:nvSpPr>
          <p:spPr>
            <a:xfrm>
              <a:off x="4385275" y="3140825"/>
              <a:ext cx="283725" cy="185800"/>
            </a:xfrm>
            <a:custGeom>
              <a:avLst/>
              <a:gdLst/>
              <a:ahLst/>
              <a:cxnLst/>
              <a:rect l="l" t="t" r="r" b="b"/>
              <a:pathLst>
                <a:path w="11349" h="7432" extrusionOk="0">
                  <a:moveTo>
                    <a:pt x="1" y="1"/>
                  </a:moveTo>
                  <a:lnTo>
                    <a:pt x="1" y="6763"/>
                  </a:lnTo>
                  <a:cubicBezTo>
                    <a:pt x="1" y="7137"/>
                    <a:pt x="304" y="7432"/>
                    <a:pt x="679" y="7432"/>
                  </a:cubicBezTo>
                  <a:lnTo>
                    <a:pt x="10679" y="7432"/>
                  </a:lnTo>
                  <a:cubicBezTo>
                    <a:pt x="11045" y="7432"/>
                    <a:pt x="11348" y="7137"/>
                    <a:pt x="11348" y="6763"/>
                  </a:cubicBezTo>
                  <a:lnTo>
                    <a:pt x="113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70"/>
            <p:cNvSpPr/>
            <p:nvPr/>
          </p:nvSpPr>
          <p:spPr>
            <a:xfrm>
              <a:off x="4350050" y="3084850"/>
              <a:ext cx="353525" cy="56000"/>
            </a:xfrm>
            <a:custGeom>
              <a:avLst/>
              <a:gdLst/>
              <a:ahLst/>
              <a:cxnLst/>
              <a:rect l="l" t="t" r="r" b="b"/>
              <a:pathLst>
                <a:path w="14141" h="2240" extrusionOk="0">
                  <a:moveTo>
                    <a:pt x="1642" y="0"/>
                  </a:moveTo>
                  <a:lnTo>
                    <a:pt x="0" y="2240"/>
                  </a:lnTo>
                  <a:lnTo>
                    <a:pt x="14140" y="2240"/>
                  </a:lnTo>
                  <a:lnTo>
                    <a:pt x="124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70"/>
            <p:cNvSpPr/>
            <p:nvPr/>
          </p:nvSpPr>
          <p:spPr>
            <a:xfrm>
              <a:off x="4350725" y="3140825"/>
              <a:ext cx="70925" cy="40175"/>
            </a:xfrm>
            <a:custGeom>
              <a:avLst/>
              <a:gdLst/>
              <a:ahLst/>
              <a:cxnLst/>
              <a:rect l="l" t="t" r="r" b="b"/>
              <a:pathLst>
                <a:path w="2837" h="1607" extrusionOk="0">
                  <a:moveTo>
                    <a:pt x="0" y="1"/>
                  </a:moveTo>
                  <a:lnTo>
                    <a:pt x="0" y="197"/>
                  </a:lnTo>
                  <a:cubicBezTo>
                    <a:pt x="0" y="973"/>
                    <a:pt x="633" y="1606"/>
                    <a:pt x="1410" y="1606"/>
                  </a:cubicBezTo>
                  <a:lnTo>
                    <a:pt x="1427" y="1606"/>
                  </a:lnTo>
                  <a:cubicBezTo>
                    <a:pt x="2204" y="1606"/>
                    <a:pt x="2837" y="973"/>
                    <a:pt x="2837" y="197"/>
                  </a:cubicBezTo>
                  <a:lnTo>
                    <a:pt x="28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70"/>
            <p:cNvSpPr/>
            <p:nvPr/>
          </p:nvSpPr>
          <p:spPr>
            <a:xfrm>
              <a:off x="4420750" y="3140825"/>
              <a:ext cx="70950" cy="40175"/>
            </a:xfrm>
            <a:custGeom>
              <a:avLst/>
              <a:gdLst/>
              <a:ahLst/>
              <a:cxnLst/>
              <a:rect l="l" t="t" r="r" b="b"/>
              <a:pathLst>
                <a:path w="2838" h="1607" extrusionOk="0">
                  <a:moveTo>
                    <a:pt x="0" y="1"/>
                  </a:moveTo>
                  <a:lnTo>
                    <a:pt x="0" y="804"/>
                  </a:lnTo>
                  <a:cubicBezTo>
                    <a:pt x="0" y="1241"/>
                    <a:pt x="366" y="1606"/>
                    <a:pt x="803" y="1606"/>
                  </a:cubicBezTo>
                  <a:lnTo>
                    <a:pt x="2034" y="1606"/>
                  </a:lnTo>
                  <a:cubicBezTo>
                    <a:pt x="2480" y="1606"/>
                    <a:pt x="2837" y="1241"/>
                    <a:pt x="2837" y="804"/>
                  </a:cubicBezTo>
                  <a:lnTo>
                    <a:pt x="2837" y="1"/>
                  </a:lnTo>
                  <a:close/>
                </a:path>
              </a:pathLst>
            </a:custGeom>
            <a:solidFill>
              <a:srgbClr val="FF9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70"/>
            <p:cNvSpPr/>
            <p:nvPr/>
          </p:nvSpPr>
          <p:spPr>
            <a:xfrm>
              <a:off x="4491675" y="3140825"/>
              <a:ext cx="70950" cy="40175"/>
            </a:xfrm>
            <a:custGeom>
              <a:avLst/>
              <a:gdLst/>
              <a:ahLst/>
              <a:cxnLst/>
              <a:rect l="l" t="t" r="r" b="b"/>
              <a:pathLst>
                <a:path w="2838" h="1607" extrusionOk="0">
                  <a:moveTo>
                    <a:pt x="0" y="1"/>
                  </a:moveTo>
                  <a:lnTo>
                    <a:pt x="0" y="804"/>
                  </a:lnTo>
                  <a:cubicBezTo>
                    <a:pt x="0" y="1241"/>
                    <a:pt x="366" y="1606"/>
                    <a:pt x="803" y="1606"/>
                  </a:cubicBezTo>
                  <a:lnTo>
                    <a:pt x="2034" y="1606"/>
                  </a:lnTo>
                  <a:cubicBezTo>
                    <a:pt x="2480" y="1606"/>
                    <a:pt x="2837" y="1241"/>
                    <a:pt x="2837" y="804"/>
                  </a:cubicBezTo>
                  <a:lnTo>
                    <a:pt x="28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70"/>
            <p:cNvSpPr/>
            <p:nvPr/>
          </p:nvSpPr>
          <p:spPr>
            <a:xfrm>
              <a:off x="4561925" y="3140825"/>
              <a:ext cx="70950" cy="40175"/>
            </a:xfrm>
            <a:custGeom>
              <a:avLst/>
              <a:gdLst/>
              <a:ahLst/>
              <a:cxnLst/>
              <a:rect l="l" t="t" r="r" b="b"/>
              <a:pathLst>
                <a:path w="2838" h="1607" extrusionOk="0">
                  <a:moveTo>
                    <a:pt x="0" y="1"/>
                  </a:moveTo>
                  <a:lnTo>
                    <a:pt x="0" y="804"/>
                  </a:lnTo>
                  <a:cubicBezTo>
                    <a:pt x="0" y="1241"/>
                    <a:pt x="357" y="1606"/>
                    <a:pt x="803" y="1606"/>
                  </a:cubicBezTo>
                  <a:lnTo>
                    <a:pt x="2025" y="1606"/>
                  </a:lnTo>
                  <a:cubicBezTo>
                    <a:pt x="2471" y="1606"/>
                    <a:pt x="2837" y="1241"/>
                    <a:pt x="2837" y="804"/>
                  </a:cubicBezTo>
                  <a:lnTo>
                    <a:pt x="2837" y="1"/>
                  </a:lnTo>
                  <a:close/>
                </a:path>
              </a:pathLst>
            </a:custGeom>
            <a:solidFill>
              <a:srgbClr val="FF9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70"/>
            <p:cNvSpPr/>
            <p:nvPr/>
          </p:nvSpPr>
          <p:spPr>
            <a:xfrm>
              <a:off x="4632850" y="3140825"/>
              <a:ext cx="70725" cy="40175"/>
            </a:xfrm>
            <a:custGeom>
              <a:avLst/>
              <a:gdLst/>
              <a:ahLst/>
              <a:cxnLst/>
              <a:rect l="l" t="t" r="r" b="b"/>
              <a:pathLst>
                <a:path w="2829" h="1607" extrusionOk="0">
                  <a:moveTo>
                    <a:pt x="0" y="1"/>
                  </a:moveTo>
                  <a:lnTo>
                    <a:pt x="0" y="804"/>
                  </a:lnTo>
                  <a:cubicBezTo>
                    <a:pt x="0" y="1241"/>
                    <a:pt x="357" y="1606"/>
                    <a:pt x="803" y="1606"/>
                  </a:cubicBezTo>
                  <a:lnTo>
                    <a:pt x="2025" y="1606"/>
                  </a:lnTo>
                  <a:cubicBezTo>
                    <a:pt x="2471" y="1606"/>
                    <a:pt x="2828" y="1241"/>
                    <a:pt x="2828" y="804"/>
                  </a:cubicBezTo>
                  <a:lnTo>
                    <a:pt x="28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70"/>
            <p:cNvSpPr/>
            <p:nvPr/>
          </p:nvSpPr>
          <p:spPr>
            <a:xfrm>
              <a:off x="4479850" y="3213975"/>
              <a:ext cx="94575" cy="112650"/>
            </a:xfrm>
            <a:custGeom>
              <a:avLst/>
              <a:gdLst/>
              <a:ahLst/>
              <a:cxnLst/>
              <a:rect l="l" t="t" r="r" b="b"/>
              <a:pathLst>
                <a:path w="3783" h="4506" extrusionOk="0">
                  <a:moveTo>
                    <a:pt x="1892" y="1"/>
                  </a:moveTo>
                  <a:cubicBezTo>
                    <a:pt x="848" y="1"/>
                    <a:pt x="0" y="848"/>
                    <a:pt x="0" y="1892"/>
                  </a:cubicBezTo>
                  <a:lnTo>
                    <a:pt x="0" y="4506"/>
                  </a:lnTo>
                  <a:lnTo>
                    <a:pt x="3783" y="4506"/>
                  </a:lnTo>
                  <a:lnTo>
                    <a:pt x="3783" y="1892"/>
                  </a:lnTo>
                  <a:cubicBezTo>
                    <a:pt x="3783" y="848"/>
                    <a:pt x="2935" y="1"/>
                    <a:pt x="1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70"/>
            <p:cNvSpPr/>
            <p:nvPr/>
          </p:nvSpPr>
          <p:spPr>
            <a:xfrm>
              <a:off x="4427000" y="2935025"/>
              <a:ext cx="199625" cy="186575"/>
            </a:xfrm>
            <a:custGeom>
              <a:avLst/>
              <a:gdLst/>
              <a:ahLst/>
              <a:cxnLst/>
              <a:rect l="l" t="t" r="r" b="b"/>
              <a:pathLst>
                <a:path w="7985" h="7463" extrusionOk="0">
                  <a:moveTo>
                    <a:pt x="3992" y="1"/>
                  </a:moveTo>
                  <a:cubicBezTo>
                    <a:pt x="3899" y="1"/>
                    <a:pt x="3805" y="48"/>
                    <a:pt x="3756" y="141"/>
                  </a:cubicBezTo>
                  <a:lnTo>
                    <a:pt x="2748" y="2184"/>
                  </a:lnTo>
                  <a:cubicBezTo>
                    <a:pt x="2712" y="2264"/>
                    <a:pt x="2641" y="2318"/>
                    <a:pt x="2551" y="2327"/>
                  </a:cubicBezTo>
                  <a:lnTo>
                    <a:pt x="294" y="2657"/>
                  </a:lnTo>
                  <a:cubicBezTo>
                    <a:pt x="80" y="2684"/>
                    <a:pt x="0" y="2951"/>
                    <a:pt x="152" y="3094"/>
                  </a:cubicBezTo>
                  <a:lnTo>
                    <a:pt x="1784" y="4682"/>
                  </a:lnTo>
                  <a:cubicBezTo>
                    <a:pt x="1847" y="4745"/>
                    <a:pt x="1873" y="4834"/>
                    <a:pt x="1865" y="4914"/>
                  </a:cubicBezTo>
                  <a:lnTo>
                    <a:pt x="1472" y="7162"/>
                  </a:lnTo>
                  <a:cubicBezTo>
                    <a:pt x="1444" y="7324"/>
                    <a:pt x="1576" y="7463"/>
                    <a:pt x="1729" y="7463"/>
                  </a:cubicBezTo>
                  <a:cubicBezTo>
                    <a:pt x="1771" y="7463"/>
                    <a:pt x="1814" y="7453"/>
                    <a:pt x="1856" y="7430"/>
                  </a:cubicBezTo>
                  <a:lnTo>
                    <a:pt x="3872" y="6377"/>
                  </a:lnTo>
                  <a:cubicBezTo>
                    <a:pt x="3907" y="6355"/>
                    <a:pt x="3950" y="6344"/>
                    <a:pt x="3992" y="6344"/>
                  </a:cubicBezTo>
                  <a:cubicBezTo>
                    <a:pt x="4035" y="6344"/>
                    <a:pt x="4077" y="6355"/>
                    <a:pt x="4113" y="6377"/>
                  </a:cubicBezTo>
                  <a:lnTo>
                    <a:pt x="6129" y="7430"/>
                  </a:lnTo>
                  <a:cubicBezTo>
                    <a:pt x="6171" y="7453"/>
                    <a:pt x="6214" y="7463"/>
                    <a:pt x="6255" y="7463"/>
                  </a:cubicBezTo>
                  <a:cubicBezTo>
                    <a:pt x="6408" y="7463"/>
                    <a:pt x="6541" y="7324"/>
                    <a:pt x="6512" y="7162"/>
                  </a:cubicBezTo>
                  <a:lnTo>
                    <a:pt x="6129" y="4914"/>
                  </a:lnTo>
                  <a:cubicBezTo>
                    <a:pt x="6111" y="4834"/>
                    <a:pt x="6138" y="4745"/>
                    <a:pt x="6200" y="4682"/>
                  </a:cubicBezTo>
                  <a:lnTo>
                    <a:pt x="7833" y="3094"/>
                  </a:lnTo>
                  <a:cubicBezTo>
                    <a:pt x="7984" y="2951"/>
                    <a:pt x="7904" y="2684"/>
                    <a:pt x="7690" y="2657"/>
                  </a:cubicBezTo>
                  <a:lnTo>
                    <a:pt x="5433" y="2327"/>
                  </a:lnTo>
                  <a:cubicBezTo>
                    <a:pt x="5344" y="2318"/>
                    <a:pt x="5272" y="2264"/>
                    <a:pt x="5237" y="2184"/>
                  </a:cubicBezTo>
                  <a:lnTo>
                    <a:pt x="4229" y="141"/>
                  </a:lnTo>
                  <a:cubicBezTo>
                    <a:pt x="4180" y="48"/>
                    <a:pt x="4086" y="1"/>
                    <a:pt x="39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70"/>
            <p:cNvSpPr/>
            <p:nvPr/>
          </p:nvSpPr>
          <p:spPr>
            <a:xfrm>
              <a:off x="4343800" y="2929400"/>
              <a:ext cx="365575" cy="403700"/>
            </a:xfrm>
            <a:custGeom>
              <a:avLst/>
              <a:gdLst/>
              <a:ahLst/>
              <a:cxnLst/>
              <a:rect l="l" t="t" r="r" b="b"/>
              <a:pathLst>
                <a:path w="14623" h="16148" extrusionOk="0">
                  <a:moveTo>
                    <a:pt x="4943" y="5175"/>
                  </a:moveTo>
                  <a:lnTo>
                    <a:pt x="4800" y="5995"/>
                  </a:lnTo>
                  <a:lnTo>
                    <a:pt x="2159" y="5995"/>
                  </a:lnTo>
                  <a:cubicBezTo>
                    <a:pt x="2266" y="5532"/>
                    <a:pt x="2686" y="5175"/>
                    <a:pt x="3185" y="5175"/>
                  </a:cubicBezTo>
                  <a:close/>
                  <a:moveTo>
                    <a:pt x="11455" y="5175"/>
                  </a:moveTo>
                  <a:cubicBezTo>
                    <a:pt x="11955" y="5175"/>
                    <a:pt x="12374" y="5532"/>
                    <a:pt x="12481" y="5995"/>
                  </a:cubicBezTo>
                  <a:lnTo>
                    <a:pt x="9840" y="5995"/>
                  </a:lnTo>
                  <a:lnTo>
                    <a:pt x="9698" y="5175"/>
                  </a:lnTo>
                  <a:close/>
                  <a:moveTo>
                    <a:pt x="12624" y="6468"/>
                  </a:moveTo>
                  <a:lnTo>
                    <a:pt x="13926" y="8235"/>
                  </a:lnTo>
                  <a:lnTo>
                    <a:pt x="714" y="8235"/>
                  </a:lnTo>
                  <a:lnTo>
                    <a:pt x="2017" y="6468"/>
                  </a:lnTo>
                  <a:lnTo>
                    <a:pt x="4720" y="6468"/>
                  </a:lnTo>
                  <a:lnTo>
                    <a:pt x="4568" y="7351"/>
                  </a:lnTo>
                  <a:cubicBezTo>
                    <a:pt x="4518" y="7663"/>
                    <a:pt x="4779" y="7925"/>
                    <a:pt x="5067" y="7925"/>
                  </a:cubicBezTo>
                  <a:cubicBezTo>
                    <a:pt x="5141" y="7925"/>
                    <a:pt x="5217" y="7907"/>
                    <a:pt x="5291" y="7869"/>
                  </a:cubicBezTo>
                  <a:lnTo>
                    <a:pt x="7307" y="6816"/>
                  </a:lnTo>
                  <a:cubicBezTo>
                    <a:pt x="7311" y="6812"/>
                    <a:pt x="7316" y="6809"/>
                    <a:pt x="7320" y="6809"/>
                  </a:cubicBezTo>
                  <a:cubicBezTo>
                    <a:pt x="7325" y="6809"/>
                    <a:pt x="7329" y="6812"/>
                    <a:pt x="7334" y="6816"/>
                  </a:cubicBezTo>
                  <a:lnTo>
                    <a:pt x="9350" y="7869"/>
                  </a:lnTo>
                  <a:cubicBezTo>
                    <a:pt x="9423" y="7907"/>
                    <a:pt x="9499" y="7925"/>
                    <a:pt x="9574" y="7925"/>
                  </a:cubicBezTo>
                  <a:cubicBezTo>
                    <a:pt x="9862" y="7925"/>
                    <a:pt x="10122" y="7663"/>
                    <a:pt x="10072" y="7351"/>
                  </a:cubicBezTo>
                  <a:lnTo>
                    <a:pt x="9921" y="6468"/>
                  </a:lnTo>
                  <a:close/>
                  <a:moveTo>
                    <a:pt x="2846" y="8707"/>
                  </a:moveTo>
                  <a:cubicBezTo>
                    <a:pt x="2829" y="9332"/>
                    <a:pt x="2320" y="9840"/>
                    <a:pt x="1687" y="9840"/>
                  </a:cubicBezTo>
                  <a:lnTo>
                    <a:pt x="1678" y="9840"/>
                  </a:lnTo>
                  <a:cubicBezTo>
                    <a:pt x="1044" y="9840"/>
                    <a:pt x="527" y="9332"/>
                    <a:pt x="518" y="8707"/>
                  </a:cubicBezTo>
                  <a:close/>
                  <a:moveTo>
                    <a:pt x="5674" y="8707"/>
                  </a:moveTo>
                  <a:cubicBezTo>
                    <a:pt x="5656" y="9332"/>
                    <a:pt x="5139" y="9840"/>
                    <a:pt x="4506" y="9840"/>
                  </a:cubicBezTo>
                  <a:cubicBezTo>
                    <a:pt x="3872" y="9840"/>
                    <a:pt x="3355" y="9332"/>
                    <a:pt x="3337" y="8707"/>
                  </a:cubicBezTo>
                  <a:close/>
                  <a:moveTo>
                    <a:pt x="8493" y="8707"/>
                  </a:moveTo>
                  <a:cubicBezTo>
                    <a:pt x="8476" y="9332"/>
                    <a:pt x="7967" y="9840"/>
                    <a:pt x="7334" y="9840"/>
                  </a:cubicBezTo>
                  <a:lnTo>
                    <a:pt x="7325" y="9840"/>
                  </a:lnTo>
                  <a:cubicBezTo>
                    <a:pt x="6691" y="9840"/>
                    <a:pt x="6183" y="9332"/>
                    <a:pt x="6165" y="8707"/>
                  </a:cubicBezTo>
                  <a:close/>
                  <a:moveTo>
                    <a:pt x="11321" y="8707"/>
                  </a:moveTo>
                  <a:cubicBezTo>
                    <a:pt x="11303" y="9332"/>
                    <a:pt x="10786" y="9840"/>
                    <a:pt x="10153" y="9840"/>
                  </a:cubicBezTo>
                  <a:cubicBezTo>
                    <a:pt x="9519" y="9840"/>
                    <a:pt x="9002" y="9332"/>
                    <a:pt x="8984" y="8707"/>
                  </a:cubicBezTo>
                  <a:close/>
                  <a:moveTo>
                    <a:pt x="14140" y="8707"/>
                  </a:moveTo>
                  <a:cubicBezTo>
                    <a:pt x="14131" y="9332"/>
                    <a:pt x="13614" y="9840"/>
                    <a:pt x="12981" y="9840"/>
                  </a:cubicBezTo>
                  <a:lnTo>
                    <a:pt x="12972" y="9840"/>
                  </a:lnTo>
                  <a:cubicBezTo>
                    <a:pt x="12338" y="9840"/>
                    <a:pt x="11830" y="9332"/>
                    <a:pt x="11812" y="8707"/>
                  </a:cubicBezTo>
                  <a:close/>
                  <a:moveTo>
                    <a:pt x="7325" y="11607"/>
                  </a:moveTo>
                  <a:cubicBezTo>
                    <a:pt x="8235" y="11607"/>
                    <a:pt x="8975" y="12347"/>
                    <a:pt x="8975" y="13257"/>
                  </a:cubicBezTo>
                  <a:lnTo>
                    <a:pt x="8975" y="15639"/>
                  </a:lnTo>
                  <a:lnTo>
                    <a:pt x="5665" y="15639"/>
                  </a:lnTo>
                  <a:lnTo>
                    <a:pt x="5665" y="13257"/>
                  </a:lnTo>
                  <a:cubicBezTo>
                    <a:pt x="5665" y="12347"/>
                    <a:pt x="6406" y="11607"/>
                    <a:pt x="7316" y="11607"/>
                  </a:cubicBezTo>
                  <a:close/>
                  <a:moveTo>
                    <a:pt x="7325" y="1"/>
                  </a:moveTo>
                  <a:cubicBezTo>
                    <a:pt x="7146" y="1"/>
                    <a:pt x="6968" y="90"/>
                    <a:pt x="6879" y="268"/>
                  </a:cubicBezTo>
                  <a:lnTo>
                    <a:pt x="5871" y="2311"/>
                  </a:lnTo>
                  <a:cubicBezTo>
                    <a:pt x="5862" y="2320"/>
                    <a:pt x="5862" y="2320"/>
                    <a:pt x="5853" y="2320"/>
                  </a:cubicBezTo>
                  <a:lnTo>
                    <a:pt x="3596" y="2650"/>
                  </a:lnTo>
                  <a:cubicBezTo>
                    <a:pt x="3203" y="2704"/>
                    <a:pt x="3034" y="3212"/>
                    <a:pt x="3319" y="3498"/>
                  </a:cubicBezTo>
                  <a:lnTo>
                    <a:pt x="4559" y="4702"/>
                  </a:lnTo>
                  <a:lnTo>
                    <a:pt x="3194" y="4702"/>
                  </a:lnTo>
                  <a:cubicBezTo>
                    <a:pt x="2374" y="4702"/>
                    <a:pt x="1704" y="5344"/>
                    <a:pt x="1669" y="6156"/>
                  </a:cubicBezTo>
                  <a:lnTo>
                    <a:pt x="63" y="8333"/>
                  </a:lnTo>
                  <a:cubicBezTo>
                    <a:pt x="1" y="8422"/>
                    <a:pt x="18" y="8574"/>
                    <a:pt x="36" y="8672"/>
                  </a:cubicBezTo>
                  <a:cubicBezTo>
                    <a:pt x="36" y="9492"/>
                    <a:pt x="634" y="10170"/>
                    <a:pt x="1410" y="10295"/>
                  </a:cubicBezTo>
                  <a:lnTo>
                    <a:pt x="1410" y="12874"/>
                  </a:lnTo>
                  <a:cubicBezTo>
                    <a:pt x="1410" y="13030"/>
                    <a:pt x="1528" y="13108"/>
                    <a:pt x="1646" y="13108"/>
                  </a:cubicBezTo>
                  <a:cubicBezTo>
                    <a:pt x="1765" y="13108"/>
                    <a:pt x="1883" y="13030"/>
                    <a:pt x="1883" y="12874"/>
                  </a:cubicBezTo>
                  <a:lnTo>
                    <a:pt x="1883" y="10304"/>
                  </a:lnTo>
                  <a:cubicBezTo>
                    <a:pt x="2400" y="10242"/>
                    <a:pt x="2837" y="9939"/>
                    <a:pt x="3096" y="9519"/>
                  </a:cubicBezTo>
                  <a:cubicBezTo>
                    <a:pt x="3382" y="9992"/>
                    <a:pt x="3908" y="10313"/>
                    <a:pt x="4506" y="10313"/>
                  </a:cubicBezTo>
                  <a:cubicBezTo>
                    <a:pt x="5103" y="10313"/>
                    <a:pt x="5630" y="9992"/>
                    <a:pt x="5915" y="9519"/>
                  </a:cubicBezTo>
                  <a:cubicBezTo>
                    <a:pt x="6210" y="9992"/>
                    <a:pt x="6727" y="10313"/>
                    <a:pt x="7325" y="10313"/>
                  </a:cubicBezTo>
                  <a:lnTo>
                    <a:pt x="7334" y="10313"/>
                  </a:lnTo>
                  <a:cubicBezTo>
                    <a:pt x="7922" y="10313"/>
                    <a:pt x="8449" y="9992"/>
                    <a:pt x="8734" y="9519"/>
                  </a:cubicBezTo>
                  <a:cubicBezTo>
                    <a:pt x="9029" y="9992"/>
                    <a:pt x="9546" y="10313"/>
                    <a:pt x="10144" y="10313"/>
                  </a:cubicBezTo>
                  <a:lnTo>
                    <a:pt x="10153" y="10313"/>
                  </a:lnTo>
                  <a:cubicBezTo>
                    <a:pt x="10750" y="10313"/>
                    <a:pt x="11268" y="9992"/>
                    <a:pt x="11562" y="9519"/>
                  </a:cubicBezTo>
                  <a:cubicBezTo>
                    <a:pt x="11812" y="9939"/>
                    <a:pt x="12249" y="10233"/>
                    <a:pt x="12758" y="10295"/>
                  </a:cubicBezTo>
                  <a:lnTo>
                    <a:pt x="12758" y="15211"/>
                  </a:lnTo>
                  <a:cubicBezTo>
                    <a:pt x="12758" y="15443"/>
                    <a:pt x="12561" y="15639"/>
                    <a:pt x="12320" y="15639"/>
                  </a:cubicBezTo>
                  <a:lnTo>
                    <a:pt x="9448" y="15639"/>
                  </a:lnTo>
                  <a:lnTo>
                    <a:pt x="9448" y="13257"/>
                  </a:lnTo>
                  <a:cubicBezTo>
                    <a:pt x="9448" y="12080"/>
                    <a:pt x="8493" y="11134"/>
                    <a:pt x="7325" y="11134"/>
                  </a:cubicBezTo>
                  <a:lnTo>
                    <a:pt x="7316" y="11134"/>
                  </a:lnTo>
                  <a:cubicBezTo>
                    <a:pt x="6147" y="11134"/>
                    <a:pt x="5193" y="12080"/>
                    <a:pt x="5193" y="13257"/>
                  </a:cubicBezTo>
                  <a:lnTo>
                    <a:pt x="5193" y="15639"/>
                  </a:lnTo>
                  <a:lnTo>
                    <a:pt x="2320" y="15639"/>
                  </a:lnTo>
                  <a:cubicBezTo>
                    <a:pt x="2079" y="15639"/>
                    <a:pt x="1883" y="15443"/>
                    <a:pt x="1883" y="15202"/>
                  </a:cubicBezTo>
                  <a:lnTo>
                    <a:pt x="1883" y="14122"/>
                  </a:lnTo>
                  <a:cubicBezTo>
                    <a:pt x="1883" y="13971"/>
                    <a:pt x="1765" y="13895"/>
                    <a:pt x="1646" y="13895"/>
                  </a:cubicBezTo>
                  <a:cubicBezTo>
                    <a:pt x="1528" y="13895"/>
                    <a:pt x="1410" y="13971"/>
                    <a:pt x="1410" y="14122"/>
                  </a:cubicBezTo>
                  <a:lnTo>
                    <a:pt x="1410" y="15238"/>
                  </a:lnTo>
                  <a:cubicBezTo>
                    <a:pt x="1410" y="15737"/>
                    <a:pt x="1820" y="16148"/>
                    <a:pt x="2320" y="16148"/>
                  </a:cubicBezTo>
                  <a:lnTo>
                    <a:pt x="12320" y="16148"/>
                  </a:lnTo>
                  <a:cubicBezTo>
                    <a:pt x="12820" y="16148"/>
                    <a:pt x="13230" y="15737"/>
                    <a:pt x="13230" y="15238"/>
                  </a:cubicBezTo>
                  <a:lnTo>
                    <a:pt x="13230" y="10304"/>
                  </a:lnTo>
                  <a:cubicBezTo>
                    <a:pt x="14015" y="10179"/>
                    <a:pt x="14613" y="9501"/>
                    <a:pt x="14613" y="8681"/>
                  </a:cubicBezTo>
                  <a:cubicBezTo>
                    <a:pt x="14622" y="8583"/>
                    <a:pt x="14622" y="8395"/>
                    <a:pt x="14578" y="8333"/>
                  </a:cubicBezTo>
                  <a:lnTo>
                    <a:pt x="12972" y="6156"/>
                  </a:lnTo>
                  <a:cubicBezTo>
                    <a:pt x="12927" y="5344"/>
                    <a:pt x="12267" y="4702"/>
                    <a:pt x="11446" y="4702"/>
                  </a:cubicBezTo>
                  <a:lnTo>
                    <a:pt x="10081" y="4702"/>
                  </a:lnTo>
                  <a:lnTo>
                    <a:pt x="11321" y="3498"/>
                  </a:lnTo>
                  <a:cubicBezTo>
                    <a:pt x="11607" y="3221"/>
                    <a:pt x="11446" y="2704"/>
                    <a:pt x="11054" y="2650"/>
                  </a:cubicBezTo>
                  <a:lnTo>
                    <a:pt x="10563" y="2579"/>
                  </a:lnTo>
                  <a:cubicBezTo>
                    <a:pt x="10549" y="2577"/>
                    <a:pt x="10536" y="2576"/>
                    <a:pt x="10524" y="2576"/>
                  </a:cubicBezTo>
                  <a:cubicBezTo>
                    <a:pt x="10255" y="2576"/>
                    <a:pt x="10211" y="3009"/>
                    <a:pt x="10501" y="3052"/>
                  </a:cubicBezTo>
                  <a:lnTo>
                    <a:pt x="10982" y="3114"/>
                  </a:lnTo>
                  <a:cubicBezTo>
                    <a:pt x="11000" y="3123"/>
                    <a:pt x="11009" y="3141"/>
                    <a:pt x="10991" y="3159"/>
                  </a:cubicBezTo>
                  <a:lnTo>
                    <a:pt x="9368" y="4746"/>
                  </a:lnTo>
                  <a:cubicBezTo>
                    <a:pt x="9243" y="4862"/>
                    <a:pt x="9189" y="5023"/>
                    <a:pt x="9225" y="5184"/>
                  </a:cubicBezTo>
                  <a:lnTo>
                    <a:pt x="9608" y="7432"/>
                  </a:lnTo>
                  <a:cubicBezTo>
                    <a:pt x="9608" y="7445"/>
                    <a:pt x="9599" y="7453"/>
                    <a:pt x="9587" y="7453"/>
                  </a:cubicBezTo>
                  <a:cubicBezTo>
                    <a:pt x="9582" y="7453"/>
                    <a:pt x="9578" y="7452"/>
                    <a:pt x="9573" y="7450"/>
                  </a:cubicBezTo>
                  <a:lnTo>
                    <a:pt x="7557" y="6397"/>
                  </a:lnTo>
                  <a:cubicBezTo>
                    <a:pt x="7485" y="6357"/>
                    <a:pt x="7405" y="6337"/>
                    <a:pt x="7325" y="6337"/>
                  </a:cubicBezTo>
                  <a:cubicBezTo>
                    <a:pt x="7244" y="6337"/>
                    <a:pt x="7164" y="6357"/>
                    <a:pt x="7093" y="6397"/>
                  </a:cubicBezTo>
                  <a:lnTo>
                    <a:pt x="5077" y="7450"/>
                  </a:lnTo>
                  <a:cubicBezTo>
                    <a:pt x="5069" y="7452"/>
                    <a:pt x="5064" y="7453"/>
                    <a:pt x="5059" y="7453"/>
                  </a:cubicBezTo>
                  <a:cubicBezTo>
                    <a:pt x="5046" y="7453"/>
                    <a:pt x="5041" y="7445"/>
                    <a:pt x="5041" y="7432"/>
                  </a:cubicBezTo>
                  <a:lnTo>
                    <a:pt x="5425" y="5184"/>
                  </a:lnTo>
                  <a:cubicBezTo>
                    <a:pt x="5451" y="5023"/>
                    <a:pt x="5398" y="4862"/>
                    <a:pt x="5282" y="4746"/>
                  </a:cubicBezTo>
                  <a:lnTo>
                    <a:pt x="3649" y="3159"/>
                  </a:lnTo>
                  <a:cubicBezTo>
                    <a:pt x="3640" y="3141"/>
                    <a:pt x="3640" y="3123"/>
                    <a:pt x="3667" y="3114"/>
                  </a:cubicBezTo>
                  <a:lnTo>
                    <a:pt x="5915" y="2793"/>
                  </a:lnTo>
                  <a:cubicBezTo>
                    <a:pt x="6085" y="2766"/>
                    <a:pt x="6218" y="2668"/>
                    <a:pt x="6290" y="2516"/>
                  </a:cubicBezTo>
                  <a:lnTo>
                    <a:pt x="7298" y="482"/>
                  </a:lnTo>
                  <a:cubicBezTo>
                    <a:pt x="7307" y="473"/>
                    <a:pt x="7316" y="469"/>
                    <a:pt x="7324" y="469"/>
                  </a:cubicBezTo>
                  <a:cubicBezTo>
                    <a:pt x="7331" y="469"/>
                    <a:pt x="7338" y="473"/>
                    <a:pt x="7343" y="482"/>
                  </a:cubicBezTo>
                  <a:lnTo>
                    <a:pt x="8351" y="2516"/>
                  </a:lnTo>
                  <a:cubicBezTo>
                    <a:pt x="8422" y="2668"/>
                    <a:pt x="8565" y="2766"/>
                    <a:pt x="8725" y="2793"/>
                  </a:cubicBezTo>
                  <a:lnTo>
                    <a:pt x="9243" y="2864"/>
                  </a:lnTo>
                  <a:cubicBezTo>
                    <a:pt x="9257" y="2866"/>
                    <a:pt x="9270" y="2867"/>
                    <a:pt x="9283" y="2867"/>
                  </a:cubicBezTo>
                  <a:cubicBezTo>
                    <a:pt x="9552" y="2867"/>
                    <a:pt x="9604" y="2443"/>
                    <a:pt x="9314" y="2400"/>
                  </a:cubicBezTo>
                  <a:lnTo>
                    <a:pt x="8797" y="2320"/>
                  </a:lnTo>
                  <a:cubicBezTo>
                    <a:pt x="8788" y="2320"/>
                    <a:pt x="8779" y="2320"/>
                    <a:pt x="8779" y="2311"/>
                  </a:cubicBezTo>
                  <a:lnTo>
                    <a:pt x="7771" y="268"/>
                  </a:lnTo>
                  <a:cubicBezTo>
                    <a:pt x="7682" y="90"/>
                    <a:pt x="7503" y="1"/>
                    <a:pt x="73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9" name="Google Shape;4489;p70"/>
          <p:cNvGrpSpPr/>
          <p:nvPr/>
        </p:nvGrpSpPr>
        <p:grpSpPr>
          <a:xfrm>
            <a:off x="3583035" y="2750172"/>
            <a:ext cx="315583" cy="326230"/>
            <a:chOff x="3266150" y="2333250"/>
            <a:chExt cx="390525" cy="403700"/>
          </a:xfrm>
        </p:grpSpPr>
        <p:sp>
          <p:nvSpPr>
            <p:cNvPr id="4490" name="Google Shape;4490;p70"/>
            <p:cNvSpPr/>
            <p:nvPr/>
          </p:nvSpPr>
          <p:spPr>
            <a:xfrm>
              <a:off x="3434750" y="2339275"/>
              <a:ext cx="143425" cy="145500"/>
            </a:xfrm>
            <a:custGeom>
              <a:avLst/>
              <a:gdLst/>
              <a:ahLst/>
              <a:cxnLst/>
              <a:rect l="l" t="t" r="r" b="b"/>
              <a:pathLst>
                <a:path w="5737" h="5820" extrusionOk="0">
                  <a:moveTo>
                    <a:pt x="2873" y="1"/>
                  </a:moveTo>
                  <a:cubicBezTo>
                    <a:pt x="1285" y="1"/>
                    <a:pt x="0" y="1285"/>
                    <a:pt x="0" y="2864"/>
                  </a:cubicBezTo>
                  <a:lnTo>
                    <a:pt x="0" y="5300"/>
                  </a:lnTo>
                  <a:cubicBezTo>
                    <a:pt x="0" y="5576"/>
                    <a:pt x="214" y="5799"/>
                    <a:pt x="473" y="5817"/>
                  </a:cubicBezTo>
                  <a:cubicBezTo>
                    <a:pt x="489" y="5818"/>
                    <a:pt x="504" y="5819"/>
                    <a:pt x="519" y="5819"/>
                  </a:cubicBezTo>
                  <a:cubicBezTo>
                    <a:pt x="810" y="5819"/>
                    <a:pt x="1044" y="5579"/>
                    <a:pt x="1044" y="5282"/>
                  </a:cubicBezTo>
                  <a:lnTo>
                    <a:pt x="1044" y="2873"/>
                  </a:lnTo>
                  <a:cubicBezTo>
                    <a:pt x="1044" y="1865"/>
                    <a:pt x="1856" y="1044"/>
                    <a:pt x="2873" y="1044"/>
                  </a:cubicBezTo>
                  <a:cubicBezTo>
                    <a:pt x="3881" y="1044"/>
                    <a:pt x="4693" y="1865"/>
                    <a:pt x="4693" y="2873"/>
                  </a:cubicBezTo>
                  <a:lnTo>
                    <a:pt x="4693" y="5282"/>
                  </a:lnTo>
                  <a:cubicBezTo>
                    <a:pt x="4693" y="5567"/>
                    <a:pt x="4916" y="5808"/>
                    <a:pt x="5192" y="5817"/>
                  </a:cubicBezTo>
                  <a:cubicBezTo>
                    <a:pt x="5203" y="5818"/>
                    <a:pt x="5213" y="5818"/>
                    <a:pt x="5223" y="5818"/>
                  </a:cubicBezTo>
                  <a:cubicBezTo>
                    <a:pt x="5504" y="5818"/>
                    <a:pt x="5737" y="5584"/>
                    <a:pt x="5737" y="5300"/>
                  </a:cubicBezTo>
                  <a:lnTo>
                    <a:pt x="5737" y="2864"/>
                  </a:lnTo>
                  <a:cubicBezTo>
                    <a:pt x="5737" y="1285"/>
                    <a:pt x="4452" y="1"/>
                    <a:pt x="28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70"/>
            <p:cNvSpPr/>
            <p:nvPr/>
          </p:nvSpPr>
          <p:spPr>
            <a:xfrm>
              <a:off x="3272600" y="2447225"/>
              <a:ext cx="354875" cy="283475"/>
            </a:xfrm>
            <a:custGeom>
              <a:avLst/>
              <a:gdLst/>
              <a:ahLst/>
              <a:cxnLst/>
              <a:rect l="l" t="t" r="r" b="b"/>
              <a:pathLst>
                <a:path w="14195" h="11339" extrusionOk="0">
                  <a:moveTo>
                    <a:pt x="1553" y="0"/>
                  </a:moveTo>
                  <a:lnTo>
                    <a:pt x="63" y="10367"/>
                  </a:lnTo>
                  <a:cubicBezTo>
                    <a:pt x="1" y="10884"/>
                    <a:pt x="402" y="11339"/>
                    <a:pt x="920" y="11339"/>
                  </a:cubicBezTo>
                  <a:lnTo>
                    <a:pt x="13275" y="11339"/>
                  </a:lnTo>
                  <a:cubicBezTo>
                    <a:pt x="13793" y="11339"/>
                    <a:pt x="14194" y="10884"/>
                    <a:pt x="14132" y="10367"/>
                  </a:cubicBezTo>
                  <a:lnTo>
                    <a:pt x="126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70"/>
            <p:cNvSpPr/>
            <p:nvPr/>
          </p:nvSpPr>
          <p:spPr>
            <a:xfrm>
              <a:off x="3516375" y="2447225"/>
              <a:ext cx="134725" cy="283475"/>
            </a:xfrm>
            <a:custGeom>
              <a:avLst/>
              <a:gdLst/>
              <a:ahLst/>
              <a:cxnLst/>
              <a:rect l="l" t="t" r="r" b="b"/>
              <a:pathLst>
                <a:path w="5389" h="11339" extrusionOk="0">
                  <a:moveTo>
                    <a:pt x="0" y="0"/>
                  </a:moveTo>
                  <a:lnTo>
                    <a:pt x="1499" y="10367"/>
                  </a:lnTo>
                  <a:cubicBezTo>
                    <a:pt x="1562" y="10884"/>
                    <a:pt x="1160" y="11339"/>
                    <a:pt x="643" y="11339"/>
                  </a:cubicBezTo>
                  <a:lnTo>
                    <a:pt x="4461" y="11339"/>
                  </a:lnTo>
                  <a:cubicBezTo>
                    <a:pt x="4978" y="11339"/>
                    <a:pt x="5389" y="10884"/>
                    <a:pt x="5317" y="10367"/>
                  </a:cubicBezTo>
                  <a:lnTo>
                    <a:pt x="3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70"/>
            <p:cNvSpPr/>
            <p:nvPr/>
          </p:nvSpPr>
          <p:spPr>
            <a:xfrm>
              <a:off x="3343300" y="2339275"/>
              <a:ext cx="143425" cy="145500"/>
            </a:xfrm>
            <a:custGeom>
              <a:avLst/>
              <a:gdLst/>
              <a:ahLst/>
              <a:cxnLst/>
              <a:rect l="l" t="t" r="r" b="b"/>
              <a:pathLst>
                <a:path w="5737" h="5820" extrusionOk="0">
                  <a:moveTo>
                    <a:pt x="2873" y="1"/>
                  </a:moveTo>
                  <a:cubicBezTo>
                    <a:pt x="1285" y="1"/>
                    <a:pt x="1" y="1285"/>
                    <a:pt x="1" y="2864"/>
                  </a:cubicBezTo>
                  <a:lnTo>
                    <a:pt x="1" y="5300"/>
                  </a:lnTo>
                  <a:cubicBezTo>
                    <a:pt x="1" y="5576"/>
                    <a:pt x="215" y="5799"/>
                    <a:pt x="482" y="5817"/>
                  </a:cubicBezTo>
                  <a:cubicBezTo>
                    <a:pt x="497" y="5818"/>
                    <a:pt x="512" y="5819"/>
                    <a:pt x="527" y="5819"/>
                  </a:cubicBezTo>
                  <a:cubicBezTo>
                    <a:pt x="811" y="5819"/>
                    <a:pt x="1044" y="5579"/>
                    <a:pt x="1044" y="5282"/>
                  </a:cubicBezTo>
                  <a:lnTo>
                    <a:pt x="1044" y="2873"/>
                  </a:lnTo>
                  <a:cubicBezTo>
                    <a:pt x="1044" y="1865"/>
                    <a:pt x="1865" y="1044"/>
                    <a:pt x="2873" y="1044"/>
                  </a:cubicBezTo>
                  <a:cubicBezTo>
                    <a:pt x="3881" y="1044"/>
                    <a:pt x="4702" y="1865"/>
                    <a:pt x="4702" y="2873"/>
                  </a:cubicBezTo>
                  <a:lnTo>
                    <a:pt x="4702" y="5282"/>
                  </a:lnTo>
                  <a:cubicBezTo>
                    <a:pt x="4702" y="5567"/>
                    <a:pt x="4916" y="5808"/>
                    <a:pt x="5193" y="5817"/>
                  </a:cubicBezTo>
                  <a:cubicBezTo>
                    <a:pt x="5203" y="5818"/>
                    <a:pt x="5214" y="5818"/>
                    <a:pt x="5224" y="5818"/>
                  </a:cubicBezTo>
                  <a:cubicBezTo>
                    <a:pt x="5513" y="5818"/>
                    <a:pt x="5737" y="5584"/>
                    <a:pt x="5737" y="5300"/>
                  </a:cubicBezTo>
                  <a:lnTo>
                    <a:pt x="5737" y="2864"/>
                  </a:lnTo>
                  <a:cubicBezTo>
                    <a:pt x="5737" y="1285"/>
                    <a:pt x="4452" y="1"/>
                    <a:pt x="28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70"/>
            <p:cNvSpPr/>
            <p:nvPr/>
          </p:nvSpPr>
          <p:spPr>
            <a:xfrm>
              <a:off x="3266150" y="2333250"/>
              <a:ext cx="390525" cy="403700"/>
            </a:xfrm>
            <a:custGeom>
              <a:avLst/>
              <a:gdLst/>
              <a:ahLst/>
              <a:cxnLst/>
              <a:rect l="l" t="t" r="r" b="b"/>
              <a:pathLst>
                <a:path w="15621" h="16148" extrusionOk="0">
                  <a:moveTo>
                    <a:pt x="5941" y="1517"/>
                  </a:moveTo>
                  <a:cubicBezTo>
                    <a:pt x="6254" y="1517"/>
                    <a:pt x="6548" y="1615"/>
                    <a:pt x="6798" y="1767"/>
                  </a:cubicBezTo>
                  <a:cubicBezTo>
                    <a:pt x="6602" y="2186"/>
                    <a:pt x="6495" y="2641"/>
                    <a:pt x="6495" y="3105"/>
                  </a:cubicBezTo>
                  <a:lnTo>
                    <a:pt x="6495" y="4336"/>
                  </a:lnTo>
                  <a:lnTo>
                    <a:pt x="4354" y="4336"/>
                  </a:lnTo>
                  <a:lnTo>
                    <a:pt x="4354" y="3105"/>
                  </a:lnTo>
                  <a:cubicBezTo>
                    <a:pt x="4354" y="2231"/>
                    <a:pt x="5067" y="1517"/>
                    <a:pt x="5941" y="1517"/>
                  </a:cubicBezTo>
                  <a:close/>
                  <a:moveTo>
                    <a:pt x="7164" y="2097"/>
                  </a:moveTo>
                  <a:cubicBezTo>
                    <a:pt x="7396" y="2374"/>
                    <a:pt x="7529" y="2722"/>
                    <a:pt x="7529" y="3105"/>
                  </a:cubicBezTo>
                  <a:lnTo>
                    <a:pt x="7529" y="4336"/>
                  </a:lnTo>
                  <a:lnTo>
                    <a:pt x="6967" y="4336"/>
                  </a:lnTo>
                  <a:lnTo>
                    <a:pt x="6967" y="3105"/>
                  </a:lnTo>
                  <a:cubicBezTo>
                    <a:pt x="6967" y="2757"/>
                    <a:pt x="7039" y="2418"/>
                    <a:pt x="7164" y="2097"/>
                  </a:cubicBezTo>
                  <a:close/>
                  <a:moveTo>
                    <a:pt x="9599" y="1517"/>
                  </a:moveTo>
                  <a:cubicBezTo>
                    <a:pt x="10473" y="1517"/>
                    <a:pt x="11187" y="2231"/>
                    <a:pt x="11187" y="3105"/>
                  </a:cubicBezTo>
                  <a:lnTo>
                    <a:pt x="11187" y="4336"/>
                  </a:lnTo>
                  <a:lnTo>
                    <a:pt x="9046" y="4336"/>
                  </a:lnTo>
                  <a:lnTo>
                    <a:pt x="9046" y="3105"/>
                  </a:lnTo>
                  <a:cubicBezTo>
                    <a:pt x="9046" y="2632"/>
                    <a:pt x="8939" y="2177"/>
                    <a:pt x="8743" y="1767"/>
                  </a:cubicBezTo>
                  <a:cubicBezTo>
                    <a:pt x="8992" y="1606"/>
                    <a:pt x="9296" y="1517"/>
                    <a:pt x="9599" y="1517"/>
                  </a:cubicBezTo>
                  <a:close/>
                  <a:moveTo>
                    <a:pt x="9626" y="474"/>
                  </a:moveTo>
                  <a:cubicBezTo>
                    <a:pt x="11062" y="474"/>
                    <a:pt x="12231" y="1660"/>
                    <a:pt x="12231" y="3105"/>
                  </a:cubicBezTo>
                  <a:lnTo>
                    <a:pt x="12231" y="4336"/>
                  </a:lnTo>
                  <a:lnTo>
                    <a:pt x="11660" y="4336"/>
                  </a:lnTo>
                  <a:lnTo>
                    <a:pt x="11660" y="3105"/>
                  </a:lnTo>
                  <a:cubicBezTo>
                    <a:pt x="11660" y="1972"/>
                    <a:pt x="10750" y="1044"/>
                    <a:pt x="9626" y="1044"/>
                  </a:cubicBezTo>
                  <a:cubicBezTo>
                    <a:pt x="9242" y="1044"/>
                    <a:pt x="8868" y="1160"/>
                    <a:pt x="8537" y="1366"/>
                  </a:cubicBezTo>
                  <a:cubicBezTo>
                    <a:pt x="8430" y="1205"/>
                    <a:pt x="8314" y="1053"/>
                    <a:pt x="8181" y="920"/>
                  </a:cubicBezTo>
                  <a:cubicBezTo>
                    <a:pt x="8609" y="625"/>
                    <a:pt x="9100" y="474"/>
                    <a:pt x="9626" y="474"/>
                  </a:cubicBezTo>
                  <a:close/>
                  <a:moveTo>
                    <a:pt x="13596" y="4809"/>
                  </a:moveTo>
                  <a:lnTo>
                    <a:pt x="15050" y="14979"/>
                  </a:lnTo>
                  <a:cubicBezTo>
                    <a:pt x="15077" y="15149"/>
                    <a:pt x="15023" y="15327"/>
                    <a:pt x="14898" y="15470"/>
                  </a:cubicBezTo>
                  <a:cubicBezTo>
                    <a:pt x="14782" y="15604"/>
                    <a:pt x="14613" y="15675"/>
                    <a:pt x="14434" y="15675"/>
                  </a:cubicBezTo>
                  <a:lnTo>
                    <a:pt x="11517" y="15675"/>
                  </a:lnTo>
                  <a:cubicBezTo>
                    <a:pt x="11660" y="15461"/>
                    <a:pt x="11740" y="15175"/>
                    <a:pt x="11696" y="14908"/>
                  </a:cubicBezTo>
                  <a:lnTo>
                    <a:pt x="11410" y="12865"/>
                  </a:lnTo>
                  <a:cubicBezTo>
                    <a:pt x="11394" y="12751"/>
                    <a:pt x="11288" y="12666"/>
                    <a:pt x="11174" y="12666"/>
                  </a:cubicBezTo>
                  <a:cubicBezTo>
                    <a:pt x="11164" y="12666"/>
                    <a:pt x="11153" y="12667"/>
                    <a:pt x="11142" y="12669"/>
                  </a:cubicBezTo>
                  <a:cubicBezTo>
                    <a:pt x="11009" y="12686"/>
                    <a:pt x="10919" y="12802"/>
                    <a:pt x="10937" y="12936"/>
                  </a:cubicBezTo>
                  <a:lnTo>
                    <a:pt x="11232" y="14970"/>
                  </a:lnTo>
                  <a:cubicBezTo>
                    <a:pt x="11285" y="15425"/>
                    <a:pt x="10910" y="15675"/>
                    <a:pt x="10509" y="15675"/>
                  </a:cubicBezTo>
                  <a:lnTo>
                    <a:pt x="1187" y="15675"/>
                  </a:lnTo>
                  <a:cubicBezTo>
                    <a:pt x="821" y="15675"/>
                    <a:pt x="526" y="15345"/>
                    <a:pt x="571" y="14970"/>
                  </a:cubicBezTo>
                  <a:lnTo>
                    <a:pt x="2025" y="4809"/>
                  </a:lnTo>
                  <a:lnTo>
                    <a:pt x="2837" y="4809"/>
                  </a:lnTo>
                  <a:lnTo>
                    <a:pt x="2837" y="5523"/>
                  </a:lnTo>
                  <a:cubicBezTo>
                    <a:pt x="2837" y="5897"/>
                    <a:pt x="3096" y="6228"/>
                    <a:pt x="3470" y="6290"/>
                  </a:cubicBezTo>
                  <a:cubicBezTo>
                    <a:pt x="3513" y="6297"/>
                    <a:pt x="3555" y="6301"/>
                    <a:pt x="3596" y="6301"/>
                  </a:cubicBezTo>
                  <a:cubicBezTo>
                    <a:pt x="4014" y="6301"/>
                    <a:pt x="4354" y="5945"/>
                    <a:pt x="4354" y="5523"/>
                  </a:cubicBezTo>
                  <a:lnTo>
                    <a:pt x="4354" y="4809"/>
                  </a:lnTo>
                  <a:lnTo>
                    <a:pt x="7529" y="4809"/>
                  </a:lnTo>
                  <a:lnTo>
                    <a:pt x="7529" y="5523"/>
                  </a:lnTo>
                  <a:cubicBezTo>
                    <a:pt x="7529" y="5942"/>
                    <a:pt x="7851" y="6281"/>
                    <a:pt x="8252" y="6299"/>
                  </a:cubicBezTo>
                  <a:cubicBezTo>
                    <a:pt x="8262" y="6299"/>
                    <a:pt x="8273" y="6300"/>
                    <a:pt x="8283" y="6300"/>
                  </a:cubicBezTo>
                  <a:cubicBezTo>
                    <a:pt x="8690" y="6300"/>
                    <a:pt x="9046" y="5958"/>
                    <a:pt x="9046" y="5541"/>
                  </a:cubicBezTo>
                  <a:lnTo>
                    <a:pt x="9046" y="4809"/>
                  </a:lnTo>
                  <a:lnTo>
                    <a:pt x="9795" y="4809"/>
                  </a:lnTo>
                  <a:lnTo>
                    <a:pt x="10777" y="11687"/>
                  </a:lnTo>
                  <a:cubicBezTo>
                    <a:pt x="10801" y="11810"/>
                    <a:pt x="10900" y="11895"/>
                    <a:pt x="11013" y="11895"/>
                  </a:cubicBezTo>
                  <a:cubicBezTo>
                    <a:pt x="11023" y="11895"/>
                    <a:pt x="11034" y="11894"/>
                    <a:pt x="11044" y="11892"/>
                  </a:cubicBezTo>
                  <a:cubicBezTo>
                    <a:pt x="11178" y="11875"/>
                    <a:pt x="11267" y="11750"/>
                    <a:pt x="11249" y="11625"/>
                  </a:cubicBezTo>
                  <a:lnTo>
                    <a:pt x="10268" y="4809"/>
                  </a:lnTo>
                  <a:close/>
                  <a:moveTo>
                    <a:pt x="5941" y="1"/>
                  </a:moveTo>
                  <a:cubicBezTo>
                    <a:pt x="5299" y="1"/>
                    <a:pt x="4684" y="188"/>
                    <a:pt x="4157" y="563"/>
                  </a:cubicBezTo>
                  <a:cubicBezTo>
                    <a:pt x="3953" y="709"/>
                    <a:pt x="4095" y="993"/>
                    <a:pt x="4291" y="993"/>
                  </a:cubicBezTo>
                  <a:cubicBezTo>
                    <a:pt x="4334" y="993"/>
                    <a:pt x="4380" y="979"/>
                    <a:pt x="4425" y="946"/>
                  </a:cubicBezTo>
                  <a:cubicBezTo>
                    <a:pt x="4871" y="634"/>
                    <a:pt x="5397" y="474"/>
                    <a:pt x="5941" y="474"/>
                  </a:cubicBezTo>
                  <a:cubicBezTo>
                    <a:pt x="7396" y="474"/>
                    <a:pt x="8573" y="1651"/>
                    <a:pt x="8573" y="3105"/>
                  </a:cubicBezTo>
                  <a:lnTo>
                    <a:pt x="8573" y="5541"/>
                  </a:lnTo>
                  <a:cubicBezTo>
                    <a:pt x="8555" y="5719"/>
                    <a:pt x="8457" y="5817"/>
                    <a:pt x="8279" y="5826"/>
                  </a:cubicBezTo>
                  <a:cubicBezTo>
                    <a:pt x="8127" y="5817"/>
                    <a:pt x="8002" y="5683"/>
                    <a:pt x="8002" y="5523"/>
                  </a:cubicBezTo>
                  <a:lnTo>
                    <a:pt x="8002" y="3114"/>
                  </a:lnTo>
                  <a:cubicBezTo>
                    <a:pt x="8002" y="1990"/>
                    <a:pt x="7066" y="1044"/>
                    <a:pt x="5941" y="1044"/>
                  </a:cubicBezTo>
                  <a:cubicBezTo>
                    <a:pt x="4800" y="1044"/>
                    <a:pt x="3881" y="1972"/>
                    <a:pt x="3881" y="3114"/>
                  </a:cubicBezTo>
                  <a:lnTo>
                    <a:pt x="3881" y="5523"/>
                  </a:lnTo>
                  <a:cubicBezTo>
                    <a:pt x="3881" y="5683"/>
                    <a:pt x="3756" y="5817"/>
                    <a:pt x="3604" y="5826"/>
                  </a:cubicBezTo>
                  <a:cubicBezTo>
                    <a:pt x="3426" y="5817"/>
                    <a:pt x="3328" y="5719"/>
                    <a:pt x="3310" y="5541"/>
                  </a:cubicBezTo>
                  <a:lnTo>
                    <a:pt x="3310" y="3105"/>
                  </a:lnTo>
                  <a:cubicBezTo>
                    <a:pt x="3310" y="2641"/>
                    <a:pt x="3435" y="2186"/>
                    <a:pt x="3658" y="1794"/>
                  </a:cubicBezTo>
                  <a:cubicBezTo>
                    <a:pt x="3763" y="1608"/>
                    <a:pt x="3602" y="1440"/>
                    <a:pt x="3441" y="1440"/>
                  </a:cubicBezTo>
                  <a:cubicBezTo>
                    <a:pt x="3369" y="1440"/>
                    <a:pt x="3297" y="1473"/>
                    <a:pt x="3247" y="1553"/>
                  </a:cubicBezTo>
                  <a:cubicBezTo>
                    <a:pt x="2980" y="2026"/>
                    <a:pt x="2837" y="2561"/>
                    <a:pt x="2837" y="3105"/>
                  </a:cubicBezTo>
                  <a:lnTo>
                    <a:pt x="2837" y="4336"/>
                  </a:lnTo>
                  <a:lnTo>
                    <a:pt x="1820" y="4336"/>
                  </a:lnTo>
                  <a:cubicBezTo>
                    <a:pt x="1704" y="4336"/>
                    <a:pt x="1606" y="4417"/>
                    <a:pt x="1588" y="4541"/>
                  </a:cubicBezTo>
                  <a:lnTo>
                    <a:pt x="89" y="14908"/>
                  </a:lnTo>
                  <a:cubicBezTo>
                    <a:pt x="0" y="15550"/>
                    <a:pt x="535" y="16148"/>
                    <a:pt x="1187" y="16148"/>
                  </a:cubicBezTo>
                  <a:lnTo>
                    <a:pt x="14452" y="16148"/>
                  </a:lnTo>
                  <a:cubicBezTo>
                    <a:pt x="15103" y="16148"/>
                    <a:pt x="15621" y="15559"/>
                    <a:pt x="15540" y="14917"/>
                  </a:cubicBezTo>
                  <a:cubicBezTo>
                    <a:pt x="15540" y="14908"/>
                    <a:pt x="15540" y="14908"/>
                    <a:pt x="15540" y="14908"/>
                  </a:cubicBezTo>
                  <a:lnTo>
                    <a:pt x="14051" y="4541"/>
                  </a:lnTo>
                  <a:cubicBezTo>
                    <a:pt x="14033" y="4417"/>
                    <a:pt x="13935" y="4336"/>
                    <a:pt x="13810" y="4336"/>
                  </a:cubicBezTo>
                  <a:lnTo>
                    <a:pt x="12704" y="4336"/>
                  </a:lnTo>
                  <a:lnTo>
                    <a:pt x="12704" y="3105"/>
                  </a:lnTo>
                  <a:cubicBezTo>
                    <a:pt x="12704" y="1392"/>
                    <a:pt x="11312" y="1"/>
                    <a:pt x="9599" y="1"/>
                  </a:cubicBezTo>
                  <a:cubicBezTo>
                    <a:pt x="8930" y="1"/>
                    <a:pt x="8306" y="206"/>
                    <a:pt x="7770" y="598"/>
                  </a:cubicBezTo>
                  <a:cubicBezTo>
                    <a:pt x="7253" y="215"/>
                    <a:pt x="6619" y="1"/>
                    <a:pt x="5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5" name="Google Shape;4495;p70"/>
          <p:cNvGrpSpPr/>
          <p:nvPr/>
        </p:nvGrpSpPr>
        <p:grpSpPr>
          <a:xfrm>
            <a:off x="5140232" y="3777646"/>
            <a:ext cx="340665" cy="373382"/>
            <a:chOff x="4929475" y="3509050"/>
            <a:chExt cx="369125" cy="404575"/>
          </a:xfrm>
        </p:grpSpPr>
        <p:sp>
          <p:nvSpPr>
            <p:cNvPr id="4496" name="Google Shape;4496;p70"/>
            <p:cNvSpPr/>
            <p:nvPr/>
          </p:nvSpPr>
          <p:spPr>
            <a:xfrm>
              <a:off x="5077550" y="3633500"/>
              <a:ext cx="94600" cy="94575"/>
            </a:xfrm>
            <a:custGeom>
              <a:avLst/>
              <a:gdLst/>
              <a:ahLst/>
              <a:cxnLst/>
              <a:rect l="l" t="t" r="r" b="b"/>
              <a:pathLst>
                <a:path w="3784" h="3783" extrusionOk="0">
                  <a:moveTo>
                    <a:pt x="500" y="0"/>
                  </a:moveTo>
                  <a:cubicBezTo>
                    <a:pt x="224" y="0"/>
                    <a:pt x="1" y="223"/>
                    <a:pt x="1" y="500"/>
                  </a:cubicBezTo>
                  <a:lnTo>
                    <a:pt x="1" y="3283"/>
                  </a:lnTo>
                  <a:cubicBezTo>
                    <a:pt x="1" y="3560"/>
                    <a:pt x="224" y="3783"/>
                    <a:pt x="500" y="3783"/>
                  </a:cubicBezTo>
                  <a:lnTo>
                    <a:pt x="3284" y="3783"/>
                  </a:lnTo>
                  <a:cubicBezTo>
                    <a:pt x="3551" y="3783"/>
                    <a:pt x="3783" y="3560"/>
                    <a:pt x="3783" y="3283"/>
                  </a:cubicBezTo>
                  <a:lnTo>
                    <a:pt x="3783" y="500"/>
                  </a:lnTo>
                  <a:cubicBezTo>
                    <a:pt x="3783" y="223"/>
                    <a:pt x="3551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70"/>
            <p:cNvSpPr/>
            <p:nvPr/>
          </p:nvSpPr>
          <p:spPr>
            <a:xfrm>
              <a:off x="4957800" y="3571275"/>
              <a:ext cx="94575" cy="94575"/>
            </a:xfrm>
            <a:custGeom>
              <a:avLst/>
              <a:gdLst/>
              <a:ahLst/>
              <a:cxnLst/>
              <a:rect l="l" t="t" r="r" b="b"/>
              <a:pathLst>
                <a:path w="3783" h="3783" extrusionOk="0">
                  <a:moveTo>
                    <a:pt x="500" y="0"/>
                  </a:moveTo>
                  <a:cubicBezTo>
                    <a:pt x="223" y="0"/>
                    <a:pt x="0" y="223"/>
                    <a:pt x="0" y="500"/>
                  </a:cubicBezTo>
                  <a:lnTo>
                    <a:pt x="0" y="3283"/>
                  </a:lnTo>
                  <a:cubicBezTo>
                    <a:pt x="0" y="3560"/>
                    <a:pt x="223" y="3783"/>
                    <a:pt x="500" y="3783"/>
                  </a:cubicBezTo>
                  <a:lnTo>
                    <a:pt x="3283" y="3783"/>
                  </a:lnTo>
                  <a:cubicBezTo>
                    <a:pt x="3560" y="3783"/>
                    <a:pt x="3783" y="3560"/>
                    <a:pt x="3783" y="3283"/>
                  </a:cubicBezTo>
                  <a:lnTo>
                    <a:pt x="3783" y="500"/>
                  </a:lnTo>
                  <a:cubicBezTo>
                    <a:pt x="3783" y="223"/>
                    <a:pt x="3560" y="0"/>
                    <a:pt x="3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70"/>
            <p:cNvSpPr/>
            <p:nvPr/>
          </p:nvSpPr>
          <p:spPr>
            <a:xfrm>
              <a:off x="5005075" y="3515500"/>
              <a:ext cx="94575" cy="94375"/>
            </a:xfrm>
            <a:custGeom>
              <a:avLst/>
              <a:gdLst/>
              <a:ahLst/>
              <a:cxnLst/>
              <a:rect l="l" t="t" r="r" b="b"/>
              <a:pathLst>
                <a:path w="3783" h="3775" extrusionOk="0">
                  <a:moveTo>
                    <a:pt x="500" y="1"/>
                  </a:moveTo>
                  <a:cubicBezTo>
                    <a:pt x="223" y="1"/>
                    <a:pt x="0" y="224"/>
                    <a:pt x="0" y="500"/>
                  </a:cubicBezTo>
                  <a:lnTo>
                    <a:pt x="0" y="3275"/>
                  </a:lnTo>
                  <a:cubicBezTo>
                    <a:pt x="0" y="3551"/>
                    <a:pt x="223" y="3774"/>
                    <a:pt x="500" y="3774"/>
                  </a:cubicBezTo>
                  <a:lnTo>
                    <a:pt x="3283" y="3774"/>
                  </a:lnTo>
                  <a:cubicBezTo>
                    <a:pt x="3551" y="3774"/>
                    <a:pt x="3783" y="3551"/>
                    <a:pt x="3783" y="3275"/>
                  </a:cubicBezTo>
                  <a:lnTo>
                    <a:pt x="3783" y="500"/>
                  </a:lnTo>
                  <a:cubicBezTo>
                    <a:pt x="3783" y="224"/>
                    <a:pt x="3551" y="1"/>
                    <a:pt x="32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70"/>
            <p:cNvSpPr/>
            <p:nvPr/>
          </p:nvSpPr>
          <p:spPr>
            <a:xfrm>
              <a:off x="4970950" y="3621675"/>
              <a:ext cx="321625" cy="260950"/>
            </a:xfrm>
            <a:custGeom>
              <a:avLst/>
              <a:gdLst/>
              <a:ahLst/>
              <a:cxnLst/>
              <a:rect l="l" t="t" r="r" b="b"/>
              <a:pathLst>
                <a:path w="12865" h="10438" extrusionOk="0">
                  <a:moveTo>
                    <a:pt x="10465" y="0"/>
                  </a:moveTo>
                  <a:cubicBezTo>
                    <a:pt x="10162" y="0"/>
                    <a:pt x="9903" y="214"/>
                    <a:pt x="9840" y="509"/>
                  </a:cubicBezTo>
                  <a:lnTo>
                    <a:pt x="7798" y="9109"/>
                  </a:lnTo>
                  <a:lnTo>
                    <a:pt x="723" y="9118"/>
                  </a:lnTo>
                  <a:cubicBezTo>
                    <a:pt x="313" y="9126"/>
                    <a:pt x="1" y="9528"/>
                    <a:pt x="99" y="9929"/>
                  </a:cubicBezTo>
                  <a:cubicBezTo>
                    <a:pt x="170" y="10224"/>
                    <a:pt x="429" y="10438"/>
                    <a:pt x="732" y="10438"/>
                  </a:cubicBezTo>
                  <a:lnTo>
                    <a:pt x="8226" y="10429"/>
                  </a:lnTo>
                  <a:cubicBezTo>
                    <a:pt x="8248" y="10431"/>
                    <a:pt x="8270" y="10433"/>
                    <a:pt x="8292" y="10433"/>
                  </a:cubicBezTo>
                  <a:cubicBezTo>
                    <a:pt x="8581" y="10433"/>
                    <a:pt x="8855" y="10220"/>
                    <a:pt x="8922" y="9929"/>
                  </a:cubicBezTo>
                  <a:lnTo>
                    <a:pt x="10973" y="1294"/>
                  </a:lnTo>
                  <a:lnTo>
                    <a:pt x="12231" y="1294"/>
                  </a:lnTo>
                  <a:cubicBezTo>
                    <a:pt x="12588" y="1294"/>
                    <a:pt x="12865" y="1008"/>
                    <a:pt x="12865" y="652"/>
                  </a:cubicBezTo>
                  <a:cubicBezTo>
                    <a:pt x="12865" y="295"/>
                    <a:pt x="12588" y="0"/>
                    <a:pt x="12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70"/>
            <p:cNvSpPr/>
            <p:nvPr/>
          </p:nvSpPr>
          <p:spPr>
            <a:xfrm>
              <a:off x="4933925" y="3697500"/>
              <a:ext cx="301325" cy="151900"/>
            </a:xfrm>
            <a:custGeom>
              <a:avLst/>
              <a:gdLst/>
              <a:ahLst/>
              <a:cxnLst/>
              <a:rect l="l" t="t" r="r" b="b"/>
              <a:pathLst>
                <a:path w="12053" h="6076" extrusionOk="0">
                  <a:moveTo>
                    <a:pt x="804" y="0"/>
                  </a:moveTo>
                  <a:cubicBezTo>
                    <a:pt x="340" y="0"/>
                    <a:pt x="1" y="438"/>
                    <a:pt x="117" y="893"/>
                  </a:cubicBezTo>
                  <a:lnTo>
                    <a:pt x="1143" y="4916"/>
                  </a:lnTo>
                  <a:cubicBezTo>
                    <a:pt x="1303" y="5594"/>
                    <a:pt x="1910" y="6076"/>
                    <a:pt x="2597" y="6076"/>
                  </a:cubicBezTo>
                  <a:lnTo>
                    <a:pt x="10599" y="6076"/>
                  </a:lnTo>
                  <a:lnTo>
                    <a:pt x="12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70"/>
            <p:cNvSpPr/>
            <p:nvPr/>
          </p:nvSpPr>
          <p:spPr>
            <a:xfrm>
              <a:off x="5004175" y="3827075"/>
              <a:ext cx="78750" cy="79875"/>
            </a:xfrm>
            <a:custGeom>
              <a:avLst/>
              <a:gdLst/>
              <a:ahLst/>
              <a:cxnLst/>
              <a:rect l="l" t="t" r="r" b="b"/>
              <a:pathLst>
                <a:path w="3150" h="3195" extrusionOk="0">
                  <a:moveTo>
                    <a:pt x="1580" y="1"/>
                  </a:moveTo>
                  <a:cubicBezTo>
                    <a:pt x="706" y="1"/>
                    <a:pt x="1" y="714"/>
                    <a:pt x="1" y="1597"/>
                  </a:cubicBezTo>
                  <a:cubicBezTo>
                    <a:pt x="1" y="2481"/>
                    <a:pt x="706" y="3194"/>
                    <a:pt x="1580" y="3194"/>
                  </a:cubicBezTo>
                  <a:cubicBezTo>
                    <a:pt x="2445" y="3194"/>
                    <a:pt x="3150" y="2481"/>
                    <a:pt x="3150" y="1597"/>
                  </a:cubicBezTo>
                  <a:cubicBezTo>
                    <a:pt x="3150" y="714"/>
                    <a:pt x="2445" y="1"/>
                    <a:pt x="1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70"/>
            <p:cNvSpPr/>
            <p:nvPr/>
          </p:nvSpPr>
          <p:spPr>
            <a:xfrm>
              <a:off x="5120375" y="3827075"/>
              <a:ext cx="78750" cy="79875"/>
            </a:xfrm>
            <a:custGeom>
              <a:avLst/>
              <a:gdLst/>
              <a:ahLst/>
              <a:cxnLst/>
              <a:rect l="l" t="t" r="r" b="b"/>
              <a:pathLst>
                <a:path w="3150" h="3195" extrusionOk="0">
                  <a:moveTo>
                    <a:pt x="1580" y="1"/>
                  </a:moveTo>
                  <a:cubicBezTo>
                    <a:pt x="705" y="1"/>
                    <a:pt x="1" y="714"/>
                    <a:pt x="1" y="1597"/>
                  </a:cubicBezTo>
                  <a:cubicBezTo>
                    <a:pt x="1" y="2481"/>
                    <a:pt x="705" y="3194"/>
                    <a:pt x="1580" y="3194"/>
                  </a:cubicBezTo>
                  <a:cubicBezTo>
                    <a:pt x="2445" y="3194"/>
                    <a:pt x="3150" y="2481"/>
                    <a:pt x="3150" y="1597"/>
                  </a:cubicBezTo>
                  <a:cubicBezTo>
                    <a:pt x="3150" y="714"/>
                    <a:pt x="2445" y="1"/>
                    <a:pt x="1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70"/>
            <p:cNvSpPr/>
            <p:nvPr/>
          </p:nvSpPr>
          <p:spPr>
            <a:xfrm>
              <a:off x="4952225" y="3509050"/>
              <a:ext cx="152800" cy="162375"/>
            </a:xfrm>
            <a:custGeom>
              <a:avLst/>
              <a:gdLst/>
              <a:ahLst/>
              <a:cxnLst/>
              <a:rect l="l" t="t" r="r" b="b"/>
              <a:pathLst>
                <a:path w="6112" h="6495" extrusionOk="0">
                  <a:moveTo>
                    <a:pt x="5380" y="473"/>
                  </a:moveTo>
                  <a:cubicBezTo>
                    <a:pt x="5522" y="473"/>
                    <a:pt x="5638" y="598"/>
                    <a:pt x="5638" y="741"/>
                  </a:cubicBezTo>
                  <a:lnTo>
                    <a:pt x="5638" y="3524"/>
                  </a:lnTo>
                  <a:cubicBezTo>
                    <a:pt x="5638" y="3667"/>
                    <a:pt x="5522" y="3783"/>
                    <a:pt x="5380" y="3783"/>
                  </a:cubicBezTo>
                  <a:lnTo>
                    <a:pt x="2596" y="3783"/>
                  </a:lnTo>
                  <a:cubicBezTo>
                    <a:pt x="2453" y="3783"/>
                    <a:pt x="2329" y="3667"/>
                    <a:pt x="2329" y="3524"/>
                  </a:cubicBezTo>
                  <a:lnTo>
                    <a:pt x="2329" y="741"/>
                  </a:lnTo>
                  <a:cubicBezTo>
                    <a:pt x="2329" y="598"/>
                    <a:pt x="2453" y="473"/>
                    <a:pt x="2596" y="473"/>
                  </a:cubicBezTo>
                  <a:close/>
                  <a:moveTo>
                    <a:pt x="2596" y="0"/>
                  </a:moveTo>
                  <a:cubicBezTo>
                    <a:pt x="2186" y="0"/>
                    <a:pt x="1856" y="330"/>
                    <a:pt x="1856" y="741"/>
                  </a:cubicBezTo>
                  <a:lnTo>
                    <a:pt x="1856" y="2239"/>
                  </a:lnTo>
                  <a:lnTo>
                    <a:pt x="741" y="2239"/>
                  </a:lnTo>
                  <a:cubicBezTo>
                    <a:pt x="330" y="2239"/>
                    <a:pt x="0" y="2569"/>
                    <a:pt x="0" y="2980"/>
                  </a:cubicBezTo>
                  <a:lnTo>
                    <a:pt x="0" y="3676"/>
                  </a:lnTo>
                  <a:cubicBezTo>
                    <a:pt x="0" y="3827"/>
                    <a:pt x="118" y="3903"/>
                    <a:pt x="237" y="3903"/>
                  </a:cubicBezTo>
                  <a:cubicBezTo>
                    <a:pt x="355" y="3903"/>
                    <a:pt x="473" y="3827"/>
                    <a:pt x="473" y="3676"/>
                  </a:cubicBezTo>
                  <a:lnTo>
                    <a:pt x="473" y="2980"/>
                  </a:lnTo>
                  <a:cubicBezTo>
                    <a:pt x="473" y="2828"/>
                    <a:pt x="589" y="2712"/>
                    <a:pt x="741" y="2712"/>
                  </a:cubicBezTo>
                  <a:lnTo>
                    <a:pt x="1856" y="2712"/>
                  </a:lnTo>
                  <a:lnTo>
                    <a:pt x="1856" y="3524"/>
                  </a:lnTo>
                  <a:cubicBezTo>
                    <a:pt x="1856" y="3925"/>
                    <a:pt x="2186" y="4256"/>
                    <a:pt x="2596" y="4256"/>
                  </a:cubicBezTo>
                  <a:lnTo>
                    <a:pt x="3747" y="4256"/>
                  </a:lnTo>
                  <a:lnTo>
                    <a:pt x="3747" y="5754"/>
                  </a:lnTo>
                  <a:cubicBezTo>
                    <a:pt x="3747" y="5906"/>
                    <a:pt x="3631" y="6022"/>
                    <a:pt x="3488" y="6022"/>
                  </a:cubicBezTo>
                  <a:lnTo>
                    <a:pt x="741" y="6022"/>
                  </a:lnTo>
                  <a:cubicBezTo>
                    <a:pt x="589" y="6022"/>
                    <a:pt x="473" y="5906"/>
                    <a:pt x="473" y="5754"/>
                  </a:cubicBezTo>
                  <a:lnTo>
                    <a:pt x="473" y="4996"/>
                  </a:lnTo>
                  <a:cubicBezTo>
                    <a:pt x="473" y="4844"/>
                    <a:pt x="355" y="4768"/>
                    <a:pt x="237" y="4768"/>
                  </a:cubicBezTo>
                  <a:cubicBezTo>
                    <a:pt x="118" y="4768"/>
                    <a:pt x="0" y="4844"/>
                    <a:pt x="0" y="4996"/>
                  </a:cubicBezTo>
                  <a:lnTo>
                    <a:pt x="0" y="5754"/>
                  </a:lnTo>
                  <a:cubicBezTo>
                    <a:pt x="0" y="6165"/>
                    <a:pt x="330" y="6495"/>
                    <a:pt x="741" y="6495"/>
                  </a:cubicBezTo>
                  <a:lnTo>
                    <a:pt x="3488" y="6495"/>
                  </a:lnTo>
                  <a:cubicBezTo>
                    <a:pt x="3890" y="6495"/>
                    <a:pt x="4220" y="6165"/>
                    <a:pt x="4220" y="5754"/>
                  </a:cubicBezTo>
                  <a:lnTo>
                    <a:pt x="4220" y="4256"/>
                  </a:lnTo>
                  <a:lnTo>
                    <a:pt x="5380" y="4256"/>
                  </a:lnTo>
                  <a:cubicBezTo>
                    <a:pt x="5781" y="4256"/>
                    <a:pt x="6111" y="3925"/>
                    <a:pt x="6111" y="3524"/>
                  </a:cubicBezTo>
                  <a:lnTo>
                    <a:pt x="6111" y="741"/>
                  </a:lnTo>
                  <a:cubicBezTo>
                    <a:pt x="6111" y="330"/>
                    <a:pt x="5781" y="0"/>
                    <a:pt x="5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70"/>
            <p:cNvSpPr/>
            <p:nvPr/>
          </p:nvSpPr>
          <p:spPr>
            <a:xfrm>
              <a:off x="4929475" y="3615425"/>
              <a:ext cx="369125" cy="298200"/>
            </a:xfrm>
            <a:custGeom>
              <a:avLst/>
              <a:gdLst/>
              <a:ahLst/>
              <a:cxnLst/>
              <a:rect l="l" t="t" r="r" b="b"/>
              <a:pathLst>
                <a:path w="14765" h="11928" extrusionOk="0">
                  <a:moveTo>
                    <a:pt x="9189" y="982"/>
                  </a:moveTo>
                  <a:cubicBezTo>
                    <a:pt x="9332" y="982"/>
                    <a:pt x="9448" y="1098"/>
                    <a:pt x="9448" y="1241"/>
                  </a:cubicBezTo>
                  <a:lnTo>
                    <a:pt x="9448" y="3060"/>
                  </a:lnTo>
                  <a:lnTo>
                    <a:pt x="6138" y="3060"/>
                  </a:lnTo>
                  <a:lnTo>
                    <a:pt x="6138" y="1241"/>
                  </a:lnTo>
                  <a:cubicBezTo>
                    <a:pt x="6138" y="1098"/>
                    <a:pt x="6263" y="982"/>
                    <a:pt x="6406" y="982"/>
                  </a:cubicBezTo>
                  <a:close/>
                  <a:moveTo>
                    <a:pt x="13890" y="473"/>
                  </a:moveTo>
                  <a:cubicBezTo>
                    <a:pt x="14113" y="473"/>
                    <a:pt x="14292" y="661"/>
                    <a:pt x="14292" y="884"/>
                  </a:cubicBezTo>
                  <a:cubicBezTo>
                    <a:pt x="14292" y="1107"/>
                    <a:pt x="14113" y="1294"/>
                    <a:pt x="13890" y="1294"/>
                  </a:cubicBezTo>
                  <a:lnTo>
                    <a:pt x="12632" y="1294"/>
                  </a:lnTo>
                  <a:cubicBezTo>
                    <a:pt x="12525" y="1294"/>
                    <a:pt x="12427" y="1365"/>
                    <a:pt x="12400" y="1472"/>
                  </a:cubicBezTo>
                  <a:lnTo>
                    <a:pt x="12026" y="3060"/>
                  </a:lnTo>
                  <a:lnTo>
                    <a:pt x="11196" y="3060"/>
                  </a:lnTo>
                  <a:lnTo>
                    <a:pt x="11731" y="794"/>
                  </a:lnTo>
                  <a:cubicBezTo>
                    <a:pt x="11776" y="607"/>
                    <a:pt x="11937" y="473"/>
                    <a:pt x="12124" y="473"/>
                  </a:cubicBezTo>
                  <a:close/>
                  <a:moveTo>
                    <a:pt x="11928" y="3533"/>
                  </a:moveTo>
                  <a:lnTo>
                    <a:pt x="10643" y="8939"/>
                  </a:lnTo>
                  <a:cubicBezTo>
                    <a:pt x="10304" y="8520"/>
                    <a:pt x="9796" y="8244"/>
                    <a:pt x="9225" y="8244"/>
                  </a:cubicBezTo>
                  <a:cubicBezTo>
                    <a:pt x="8564" y="8244"/>
                    <a:pt x="7985" y="8600"/>
                    <a:pt x="7663" y="9145"/>
                  </a:cubicBezTo>
                  <a:lnTo>
                    <a:pt x="6120" y="9145"/>
                  </a:lnTo>
                  <a:cubicBezTo>
                    <a:pt x="5799" y="8600"/>
                    <a:pt x="5219" y="8244"/>
                    <a:pt x="4559" y="8244"/>
                  </a:cubicBezTo>
                  <a:cubicBezTo>
                    <a:pt x="3899" y="8244"/>
                    <a:pt x="3310" y="8609"/>
                    <a:pt x="2998" y="9153"/>
                  </a:cubicBezTo>
                  <a:cubicBezTo>
                    <a:pt x="2329" y="9153"/>
                    <a:pt x="1713" y="8850"/>
                    <a:pt x="1544" y="8154"/>
                  </a:cubicBezTo>
                  <a:lnTo>
                    <a:pt x="518" y="4131"/>
                  </a:lnTo>
                  <a:cubicBezTo>
                    <a:pt x="482" y="3979"/>
                    <a:pt x="518" y="3828"/>
                    <a:pt x="607" y="3712"/>
                  </a:cubicBezTo>
                  <a:cubicBezTo>
                    <a:pt x="696" y="3596"/>
                    <a:pt x="830" y="3533"/>
                    <a:pt x="982" y="3533"/>
                  </a:cubicBezTo>
                  <a:close/>
                  <a:moveTo>
                    <a:pt x="7449" y="9608"/>
                  </a:moveTo>
                  <a:cubicBezTo>
                    <a:pt x="7414" y="9760"/>
                    <a:pt x="7396" y="9912"/>
                    <a:pt x="7396" y="10072"/>
                  </a:cubicBezTo>
                  <a:cubicBezTo>
                    <a:pt x="7396" y="10188"/>
                    <a:pt x="7405" y="10313"/>
                    <a:pt x="7431" y="10429"/>
                  </a:cubicBezTo>
                  <a:lnTo>
                    <a:pt x="6343" y="10429"/>
                  </a:lnTo>
                  <a:cubicBezTo>
                    <a:pt x="6370" y="10313"/>
                    <a:pt x="6388" y="10197"/>
                    <a:pt x="6388" y="10072"/>
                  </a:cubicBezTo>
                  <a:cubicBezTo>
                    <a:pt x="6388" y="9912"/>
                    <a:pt x="6361" y="9760"/>
                    <a:pt x="6325" y="9608"/>
                  </a:cubicBezTo>
                  <a:close/>
                  <a:moveTo>
                    <a:pt x="2810" y="9608"/>
                  </a:moveTo>
                  <a:cubicBezTo>
                    <a:pt x="2739" y="9876"/>
                    <a:pt x="2730" y="10162"/>
                    <a:pt x="2784" y="10429"/>
                  </a:cubicBezTo>
                  <a:lnTo>
                    <a:pt x="2391" y="10429"/>
                  </a:lnTo>
                  <a:cubicBezTo>
                    <a:pt x="2385" y="10429"/>
                    <a:pt x="2379" y="10430"/>
                    <a:pt x="2373" y="10430"/>
                  </a:cubicBezTo>
                  <a:cubicBezTo>
                    <a:pt x="2194" y="10430"/>
                    <a:pt x="2042" y="10298"/>
                    <a:pt x="1999" y="10117"/>
                  </a:cubicBezTo>
                  <a:cubicBezTo>
                    <a:pt x="1936" y="9885"/>
                    <a:pt x="2123" y="9617"/>
                    <a:pt x="2382" y="9608"/>
                  </a:cubicBezTo>
                  <a:close/>
                  <a:moveTo>
                    <a:pt x="4568" y="8698"/>
                  </a:moveTo>
                  <a:cubicBezTo>
                    <a:pt x="5299" y="8698"/>
                    <a:pt x="5906" y="9314"/>
                    <a:pt x="5906" y="10063"/>
                  </a:cubicBezTo>
                  <a:cubicBezTo>
                    <a:pt x="5906" y="10813"/>
                    <a:pt x="5299" y="11428"/>
                    <a:pt x="4568" y="11428"/>
                  </a:cubicBezTo>
                  <a:cubicBezTo>
                    <a:pt x="3827" y="11428"/>
                    <a:pt x="3230" y="10813"/>
                    <a:pt x="3230" y="10063"/>
                  </a:cubicBezTo>
                  <a:cubicBezTo>
                    <a:pt x="3230" y="9314"/>
                    <a:pt x="3827" y="8698"/>
                    <a:pt x="4568" y="8698"/>
                  </a:cubicBezTo>
                  <a:close/>
                  <a:moveTo>
                    <a:pt x="12124" y="1"/>
                  </a:moveTo>
                  <a:cubicBezTo>
                    <a:pt x="11714" y="1"/>
                    <a:pt x="11357" y="286"/>
                    <a:pt x="11267" y="687"/>
                  </a:cubicBezTo>
                  <a:lnTo>
                    <a:pt x="10705" y="3060"/>
                  </a:lnTo>
                  <a:lnTo>
                    <a:pt x="9920" y="3060"/>
                  </a:lnTo>
                  <a:lnTo>
                    <a:pt x="9920" y="1241"/>
                  </a:lnTo>
                  <a:cubicBezTo>
                    <a:pt x="9920" y="839"/>
                    <a:pt x="9590" y="509"/>
                    <a:pt x="9189" y="509"/>
                  </a:cubicBezTo>
                  <a:lnTo>
                    <a:pt x="6406" y="509"/>
                  </a:lnTo>
                  <a:cubicBezTo>
                    <a:pt x="5995" y="509"/>
                    <a:pt x="5665" y="839"/>
                    <a:pt x="5665" y="1241"/>
                  </a:cubicBezTo>
                  <a:lnTo>
                    <a:pt x="5665" y="3060"/>
                  </a:lnTo>
                  <a:lnTo>
                    <a:pt x="982" y="3060"/>
                  </a:lnTo>
                  <a:cubicBezTo>
                    <a:pt x="687" y="3060"/>
                    <a:pt x="419" y="3194"/>
                    <a:pt x="241" y="3426"/>
                  </a:cubicBezTo>
                  <a:cubicBezTo>
                    <a:pt x="63" y="3658"/>
                    <a:pt x="0" y="3953"/>
                    <a:pt x="72" y="4238"/>
                  </a:cubicBezTo>
                  <a:lnTo>
                    <a:pt x="1089" y="8252"/>
                  </a:lnTo>
                  <a:cubicBezTo>
                    <a:pt x="1196" y="8707"/>
                    <a:pt x="1472" y="9082"/>
                    <a:pt x="1847" y="9314"/>
                  </a:cubicBezTo>
                  <a:cubicBezTo>
                    <a:pt x="1579" y="9528"/>
                    <a:pt x="1436" y="9894"/>
                    <a:pt x="1517" y="10224"/>
                  </a:cubicBezTo>
                  <a:cubicBezTo>
                    <a:pt x="1615" y="10625"/>
                    <a:pt x="1963" y="10902"/>
                    <a:pt x="2373" y="10902"/>
                  </a:cubicBezTo>
                  <a:lnTo>
                    <a:pt x="2962" y="10902"/>
                  </a:lnTo>
                  <a:cubicBezTo>
                    <a:pt x="2962" y="10902"/>
                    <a:pt x="3872" y="11901"/>
                    <a:pt x="4568" y="11901"/>
                  </a:cubicBezTo>
                  <a:cubicBezTo>
                    <a:pt x="5264" y="11901"/>
                    <a:pt x="6174" y="10938"/>
                    <a:pt x="6174" y="10938"/>
                  </a:cubicBezTo>
                  <a:lnTo>
                    <a:pt x="7592" y="10938"/>
                  </a:lnTo>
                  <a:cubicBezTo>
                    <a:pt x="7895" y="11526"/>
                    <a:pt x="8511" y="11928"/>
                    <a:pt x="9207" y="11928"/>
                  </a:cubicBezTo>
                  <a:cubicBezTo>
                    <a:pt x="9448" y="11928"/>
                    <a:pt x="9688" y="11883"/>
                    <a:pt x="9911" y="11785"/>
                  </a:cubicBezTo>
                  <a:cubicBezTo>
                    <a:pt x="10164" y="11683"/>
                    <a:pt x="10047" y="11329"/>
                    <a:pt x="9818" y="11329"/>
                  </a:cubicBezTo>
                  <a:cubicBezTo>
                    <a:pt x="9789" y="11329"/>
                    <a:pt x="9757" y="11335"/>
                    <a:pt x="9724" y="11348"/>
                  </a:cubicBezTo>
                  <a:cubicBezTo>
                    <a:pt x="9564" y="11419"/>
                    <a:pt x="9385" y="11455"/>
                    <a:pt x="9207" y="11455"/>
                  </a:cubicBezTo>
                  <a:cubicBezTo>
                    <a:pt x="8466" y="11455"/>
                    <a:pt x="7869" y="10840"/>
                    <a:pt x="7869" y="10090"/>
                  </a:cubicBezTo>
                  <a:cubicBezTo>
                    <a:pt x="7869" y="9341"/>
                    <a:pt x="8466" y="8725"/>
                    <a:pt x="9207" y="8725"/>
                  </a:cubicBezTo>
                  <a:cubicBezTo>
                    <a:pt x="9947" y="8725"/>
                    <a:pt x="10554" y="9341"/>
                    <a:pt x="10554" y="10090"/>
                  </a:cubicBezTo>
                  <a:cubicBezTo>
                    <a:pt x="10554" y="10286"/>
                    <a:pt x="10509" y="10474"/>
                    <a:pt x="10438" y="10643"/>
                  </a:cubicBezTo>
                  <a:cubicBezTo>
                    <a:pt x="10356" y="10830"/>
                    <a:pt x="10515" y="10975"/>
                    <a:pt x="10668" y="10975"/>
                  </a:cubicBezTo>
                  <a:cubicBezTo>
                    <a:pt x="10748" y="10975"/>
                    <a:pt x="10826" y="10935"/>
                    <a:pt x="10866" y="10840"/>
                  </a:cubicBezTo>
                  <a:cubicBezTo>
                    <a:pt x="10973" y="10599"/>
                    <a:pt x="11027" y="10349"/>
                    <a:pt x="11027" y="10090"/>
                  </a:cubicBezTo>
                  <a:cubicBezTo>
                    <a:pt x="11027" y="9903"/>
                    <a:pt x="11000" y="9715"/>
                    <a:pt x="10946" y="9546"/>
                  </a:cubicBezTo>
                  <a:cubicBezTo>
                    <a:pt x="10973" y="9510"/>
                    <a:pt x="10991" y="9475"/>
                    <a:pt x="11000" y="9439"/>
                  </a:cubicBezTo>
                  <a:lnTo>
                    <a:pt x="12454" y="3346"/>
                  </a:lnTo>
                  <a:lnTo>
                    <a:pt x="12829" y="1767"/>
                  </a:lnTo>
                  <a:lnTo>
                    <a:pt x="13890" y="1767"/>
                  </a:lnTo>
                  <a:cubicBezTo>
                    <a:pt x="14372" y="1767"/>
                    <a:pt x="14765" y="1374"/>
                    <a:pt x="14765" y="884"/>
                  </a:cubicBezTo>
                  <a:cubicBezTo>
                    <a:pt x="14765" y="402"/>
                    <a:pt x="14372" y="1"/>
                    <a:pt x="138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70"/>
            <p:cNvSpPr/>
            <p:nvPr/>
          </p:nvSpPr>
          <p:spPr>
            <a:xfrm>
              <a:off x="5127075" y="3539050"/>
              <a:ext cx="11850" cy="71325"/>
            </a:xfrm>
            <a:custGeom>
              <a:avLst/>
              <a:gdLst/>
              <a:ahLst/>
              <a:cxnLst/>
              <a:rect l="l" t="t" r="r" b="b"/>
              <a:pathLst>
                <a:path w="474" h="2853" extrusionOk="0">
                  <a:moveTo>
                    <a:pt x="237" y="0"/>
                  </a:moveTo>
                  <a:cubicBezTo>
                    <a:pt x="118" y="0"/>
                    <a:pt x="0" y="76"/>
                    <a:pt x="0" y="228"/>
                  </a:cubicBezTo>
                  <a:lnTo>
                    <a:pt x="0" y="2618"/>
                  </a:lnTo>
                  <a:cubicBezTo>
                    <a:pt x="0" y="2751"/>
                    <a:pt x="107" y="2852"/>
                    <a:pt x="237" y="2852"/>
                  </a:cubicBezTo>
                  <a:cubicBezTo>
                    <a:pt x="247" y="2852"/>
                    <a:pt x="257" y="2852"/>
                    <a:pt x="268" y="2850"/>
                  </a:cubicBezTo>
                  <a:cubicBezTo>
                    <a:pt x="384" y="2841"/>
                    <a:pt x="473" y="2725"/>
                    <a:pt x="473" y="2609"/>
                  </a:cubicBezTo>
                  <a:lnTo>
                    <a:pt x="473" y="228"/>
                  </a:lnTo>
                  <a:cubicBezTo>
                    <a:pt x="473" y="76"/>
                    <a:pt x="355" y="0"/>
                    <a:pt x="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70"/>
            <p:cNvSpPr/>
            <p:nvPr/>
          </p:nvSpPr>
          <p:spPr>
            <a:xfrm>
              <a:off x="5155400" y="3565350"/>
              <a:ext cx="11850" cy="45025"/>
            </a:xfrm>
            <a:custGeom>
              <a:avLst/>
              <a:gdLst/>
              <a:ahLst/>
              <a:cxnLst/>
              <a:rect l="l" t="t" r="r" b="b"/>
              <a:pathLst>
                <a:path w="474" h="1801" extrusionOk="0">
                  <a:moveTo>
                    <a:pt x="237" y="1"/>
                  </a:moveTo>
                  <a:cubicBezTo>
                    <a:pt x="118" y="1"/>
                    <a:pt x="0" y="77"/>
                    <a:pt x="0" y="228"/>
                  </a:cubicBezTo>
                  <a:lnTo>
                    <a:pt x="0" y="1566"/>
                  </a:lnTo>
                  <a:cubicBezTo>
                    <a:pt x="0" y="1699"/>
                    <a:pt x="107" y="1800"/>
                    <a:pt x="237" y="1800"/>
                  </a:cubicBezTo>
                  <a:cubicBezTo>
                    <a:pt x="247" y="1800"/>
                    <a:pt x="257" y="1800"/>
                    <a:pt x="268" y="1798"/>
                  </a:cubicBezTo>
                  <a:cubicBezTo>
                    <a:pt x="393" y="1789"/>
                    <a:pt x="473" y="1673"/>
                    <a:pt x="473" y="1557"/>
                  </a:cubicBezTo>
                  <a:lnTo>
                    <a:pt x="473" y="228"/>
                  </a:lnTo>
                  <a:cubicBezTo>
                    <a:pt x="473" y="77"/>
                    <a:pt x="355" y="1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7" name="Google Shape;4507;p70"/>
          <p:cNvGrpSpPr/>
          <p:nvPr/>
        </p:nvGrpSpPr>
        <p:grpSpPr>
          <a:xfrm>
            <a:off x="3570513" y="3269463"/>
            <a:ext cx="340684" cy="338112"/>
            <a:chOff x="3212175" y="2928950"/>
            <a:chExt cx="407225" cy="404150"/>
          </a:xfrm>
        </p:grpSpPr>
        <p:sp>
          <p:nvSpPr>
            <p:cNvPr id="4508" name="Google Shape;4508;p70"/>
            <p:cNvSpPr/>
            <p:nvPr/>
          </p:nvSpPr>
          <p:spPr>
            <a:xfrm>
              <a:off x="3246300" y="2935200"/>
              <a:ext cx="331650" cy="331650"/>
            </a:xfrm>
            <a:custGeom>
              <a:avLst/>
              <a:gdLst/>
              <a:ahLst/>
              <a:cxnLst/>
              <a:rect l="l" t="t" r="r" b="b"/>
              <a:pathLst>
                <a:path w="13266" h="13266" extrusionOk="0">
                  <a:moveTo>
                    <a:pt x="6637" y="0"/>
                  </a:moveTo>
                  <a:cubicBezTo>
                    <a:pt x="2971" y="0"/>
                    <a:pt x="0" y="2971"/>
                    <a:pt x="0" y="6629"/>
                  </a:cubicBezTo>
                  <a:cubicBezTo>
                    <a:pt x="0" y="10295"/>
                    <a:pt x="2971" y="13266"/>
                    <a:pt x="6637" y="13266"/>
                  </a:cubicBezTo>
                  <a:cubicBezTo>
                    <a:pt x="10295" y="13266"/>
                    <a:pt x="13266" y="10295"/>
                    <a:pt x="13266" y="6629"/>
                  </a:cubicBezTo>
                  <a:cubicBezTo>
                    <a:pt x="13266" y="2971"/>
                    <a:pt x="10295" y="0"/>
                    <a:pt x="66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70"/>
            <p:cNvSpPr/>
            <p:nvPr/>
          </p:nvSpPr>
          <p:spPr>
            <a:xfrm>
              <a:off x="3257875" y="3044700"/>
              <a:ext cx="308700" cy="25"/>
            </a:xfrm>
            <a:custGeom>
              <a:avLst/>
              <a:gdLst/>
              <a:ahLst/>
              <a:cxnLst/>
              <a:rect l="l" t="t" r="r" b="b"/>
              <a:pathLst>
                <a:path w="12348" h="1" extrusionOk="0">
                  <a:moveTo>
                    <a:pt x="1" y="1"/>
                  </a:moveTo>
                  <a:lnTo>
                    <a:pt x="12348" y="1"/>
                  </a:lnTo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70"/>
            <p:cNvSpPr/>
            <p:nvPr/>
          </p:nvSpPr>
          <p:spPr>
            <a:xfrm>
              <a:off x="3522400" y="3181425"/>
              <a:ext cx="88975" cy="118675"/>
            </a:xfrm>
            <a:custGeom>
              <a:avLst/>
              <a:gdLst/>
              <a:ahLst/>
              <a:cxnLst/>
              <a:rect l="l" t="t" r="r" b="b"/>
              <a:pathLst>
                <a:path w="3559" h="4747" extrusionOk="0">
                  <a:moveTo>
                    <a:pt x="273" y="0"/>
                  </a:moveTo>
                  <a:cubicBezTo>
                    <a:pt x="134" y="0"/>
                    <a:pt x="0" y="106"/>
                    <a:pt x="0" y="268"/>
                  </a:cubicBezTo>
                  <a:lnTo>
                    <a:pt x="9" y="4479"/>
                  </a:lnTo>
                  <a:cubicBezTo>
                    <a:pt x="9" y="4644"/>
                    <a:pt x="143" y="4747"/>
                    <a:pt x="280" y="4747"/>
                  </a:cubicBezTo>
                  <a:cubicBezTo>
                    <a:pt x="358" y="4747"/>
                    <a:pt x="436" y="4714"/>
                    <a:pt x="491" y="4639"/>
                  </a:cubicBezTo>
                  <a:lnTo>
                    <a:pt x="1410" y="3435"/>
                  </a:lnTo>
                  <a:cubicBezTo>
                    <a:pt x="1454" y="3368"/>
                    <a:pt x="1530" y="3332"/>
                    <a:pt x="1610" y="3332"/>
                  </a:cubicBezTo>
                  <a:cubicBezTo>
                    <a:pt x="1626" y="3332"/>
                    <a:pt x="1643" y="3334"/>
                    <a:pt x="1660" y="3337"/>
                  </a:cubicBezTo>
                  <a:lnTo>
                    <a:pt x="3158" y="3569"/>
                  </a:lnTo>
                  <a:cubicBezTo>
                    <a:pt x="3172" y="3571"/>
                    <a:pt x="3185" y="3572"/>
                    <a:pt x="3198" y="3572"/>
                  </a:cubicBezTo>
                  <a:cubicBezTo>
                    <a:pt x="3425" y="3572"/>
                    <a:pt x="3559" y="3291"/>
                    <a:pt x="3390" y="3114"/>
                  </a:cubicBezTo>
                  <a:lnTo>
                    <a:pt x="464" y="81"/>
                  </a:lnTo>
                  <a:cubicBezTo>
                    <a:pt x="409" y="25"/>
                    <a:pt x="340" y="0"/>
                    <a:pt x="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70"/>
            <p:cNvSpPr/>
            <p:nvPr/>
          </p:nvSpPr>
          <p:spPr>
            <a:xfrm>
              <a:off x="3217525" y="3242300"/>
              <a:ext cx="249150" cy="84325"/>
            </a:xfrm>
            <a:custGeom>
              <a:avLst/>
              <a:gdLst/>
              <a:ahLst/>
              <a:cxnLst/>
              <a:rect l="l" t="t" r="r" b="b"/>
              <a:pathLst>
                <a:path w="9966" h="3373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lnTo>
                    <a:pt x="0" y="2793"/>
                  </a:lnTo>
                  <a:cubicBezTo>
                    <a:pt x="0" y="3114"/>
                    <a:pt x="259" y="3373"/>
                    <a:pt x="580" y="3373"/>
                  </a:cubicBezTo>
                  <a:lnTo>
                    <a:pt x="9385" y="3373"/>
                  </a:lnTo>
                  <a:cubicBezTo>
                    <a:pt x="9706" y="3373"/>
                    <a:pt x="9965" y="3114"/>
                    <a:pt x="9965" y="2793"/>
                  </a:cubicBezTo>
                  <a:lnTo>
                    <a:pt x="9965" y="581"/>
                  </a:lnTo>
                  <a:cubicBezTo>
                    <a:pt x="9965" y="259"/>
                    <a:pt x="9706" y="1"/>
                    <a:pt x="93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70"/>
            <p:cNvSpPr/>
            <p:nvPr/>
          </p:nvSpPr>
          <p:spPr>
            <a:xfrm>
              <a:off x="3212175" y="2928950"/>
              <a:ext cx="407225" cy="404150"/>
            </a:xfrm>
            <a:custGeom>
              <a:avLst/>
              <a:gdLst/>
              <a:ahLst/>
              <a:cxnLst/>
              <a:rect l="l" t="t" r="r" b="b"/>
              <a:pathLst>
                <a:path w="16289" h="16166" extrusionOk="0">
                  <a:moveTo>
                    <a:pt x="6727" y="598"/>
                  </a:moveTo>
                  <a:lnTo>
                    <a:pt x="6727" y="598"/>
                  </a:lnTo>
                  <a:cubicBezTo>
                    <a:pt x="6004" y="1330"/>
                    <a:pt x="5433" y="2686"/>
                    <a:pt x="5148" y="4372"/>
                  </a:cubicBezTo>
                  <a:lnTo>
                    <a:pt x="2106" y="4372"/>
                  </a:lnTo>
                  <a:cubicBezTo>
                    <a:pt x="2917" y="2463"/>
                    <a:pt x="4639" y="1018"/>
                    <a:pt x="6727" y="598"/>
                  </a:cubicBezTo>
                  <a:close/>
                  <a:moveTo>
                    <a:pt x="8002" y="473"/>
                  </a:moveTo>
                  <a:cubicBezTo>
                    <a:pt x="8645" y="473"/>
                    <a:pt x="9287" y="1125"/>
                    <a:pt x="9778" y="2276"/>
                  </a:cubicBezTo>
                  <a:cubicBezTo>
                    <a:pt x="10036" y="2882"/>
                    <a:pt x="10233" y="3596"/>
                    <a:pt x="10375" y="4372"/>
                  </a:cubicBezTo>
                  <a:lnTo>
                    <a:pt x="5629" y="4372"/>
                  </a:lnTo>
                  <a:cubicBezTo>
                    <a:pt x="5763" y="3596"/>
                    <a:pt x="5968" y="2882"/>
                    <a:pt x="6227" y="2276"/>
                  </a:cubicBezTo>
                  <a:cubicBezTo>
                    <a:pt x="6709" y="1125"/>
                    <a:pt x="7360" y="473"/>
                    <a:pt x="8002" y="473"/>
                  </a:cubicBezTo>
                  <a:close/>
                  <a:moveTo>
                    <a:pt x="5076" y="4845"/>
                  </a:moveTo>
                  <a:cubicBezTo>
                    <a:pt x="4987" y="5487"/>
                    <a:pt x="4942" y="6165"/>
                    <a:pt x="4942" y="6870"/>
                  </a:cubicBezTo>
                  <a:cubicBezTo>
                    <a:pt x="4942" y="7557"/>
                    <a:pt x="4987" y="8235"/>
                    <a:pt x="5076" y="8886"/>
                  </a:cubicBezTo>
                  <a:lnTo>
                    <a:pt x="1927" y="8886"/>
                  </a:lnTo>
                  <a:cubicBezTo>
                    <a:pt x="1713" y="8244"/>
                    <a:pt x="1606" y="7566"/>
                    <a:pt x="1606" y="6870"/>
                  </a:cubicBezTo>
                  <a:cubicBezTo>
                    <a:pt x="1606" y="6165"/>
                    <a:pt x="1722" y="5487"/>
                    <a:pt x="1927" y="4845"/>
                  </a:cubicBezTo>
                  <a:close/>
                  <a:moveTo>
                    <a:pt x="10447" y="4845"/>
                  </a:moveTo>
                  <a:cubicBezTo>
                    <a:pt x="10536" y="5487"/>
                    <a:pt x="10581" y="6174"/>
                    <a:pt x="10581" y="6870"/>
                  </a:cubicBezTo>
                  <a:cubicBezTo>
                    <a:pt x="10581" y="7566"/>
                    <a:pt x="10536" y="8244"/>
                    <a:pt x="10447" y="8886"/>
                  </a:cubicBezTo>
                  <a:lnTo>
                    <a:pt x="5558" y="8886"/>
                  </a:lnTo>
                  <a:cubicBezTo>
                    <a:pt x="5469" y="8244"/>
                    <a:pt x="5424" y="7566"/>
                    <a:pt x="5424" y="6870"/>
                  </a:cubicBezTo>
                  <a:cubicBezTo>
                    <a:pt x="5424" y="6174"/>
                    <a:pt x="5469" y="5487"/>
                    <a:pt x="5558" y="4845"/>
                  </a:cubicBezTo>
                  <a:close/>
                  <a:moveTo>
                    <a:pt x="14069" y="4845"/>
                  </a:moveTo>
                  <a:cubicBezTo>
                    <a:pt x="14283" y="5496"/>
                    <a:pt x="14399" y="6174"/>
                    <a:pt x="14399" y="6870"/>
                  </a:cubicBezTo>
                  <a:cubicBezTo>
                    <a:pt x="14399" y="7557"/>
                    <a:pt x="14283" y="8235"/>
                    <a:pt x="14069" y="8886"/>
                  </a:cubicBezTo>
                  <a:lnTo>
                    <a:pt x="10928" y="8886"/>
                  </a:lnTo>
                  <a:cubicBezTo>
                    <a:pt x="11009" y="8235"/>
                    <a:pt x="11053" y="7557"/>
                    <a:pt x="11053" y="6870"/>
                  </a:cubicBezTo>
                  <a:cubicBezTo>
                    <a:pt x="11053" y="6165"/>
                    <a:pt x="11009" y="5487"/>
                    <a:pt x="10928" y="4845"/>
                  </a:cubicBezTo>
                  <a:close/>
                  <a:moveTo>
                    <a:pt x="5148" y="9359"/>
                  </a:moveTo>
                  <a:cubicBezTo>
                    <a:pt x="5344" y="10501"/>
                    <a:pt x="5674" y="11518"/>
                    <a:pt x="6102" y="12285"/>
                  </a:cubicBezTo>
                  <a:lnTo>
                    <a:pt x="4594" y="12285"/>
                  </a:lnTo>
                  <a:cubicBezTo>
                    <a:pt x="4586" y="12276"/>
                    <a:pt x="4568" y="12267"/>
                    <a:pt x="4559" y="12258"/>
                  </a:cubicBezTo>
                  <a:cubicBezTo>
                    <a:pt x="3444" y="11544"/>
                    <a:pt x="2596" y="10527"/>
                    <a:pt x="2097" y="9359"/>
                  </a:cubicBezTo>
                  <a:close/>
                  <a:moveTo>
                    <a:pt x="10375" y="9359"/>
                  </a:moveTo>
                  <a:cubicBezTo>
                    <a:pt x="10170" y="10536"/>
                    <a:pt x="9822" y="11562"/>
                    <a:pt x="9349" y="12285"/>
                  </a:cubicBezTo>
                  <a:lnTo>
                    <a:pt x="6646" y="12285"/>
                  </a:lnTo>
                  <a:cubicBezTo>
                    <a:pt x="6182" y="11562"/>
                    <a:pt x="5826" y="10536"/>
                    <a:pt x="5620" y="9359"/>
                  </a:cubicBezTo>
                  <a:close/>
                  <a:moveTo>
                    <a:pt x="13899" y="9386"/>
                  </a:moveTo>
                  <a:cubicBezTo>
                    <a:pt x="13756" y="9725"/>
                    <a:pt x="13587" y="10055"/>
                    <a:pt x="13382" y="10367"/>
                  </a:cubicBezTo>
                  <a:lnTo>
                    <a:pt x="13061" y="10028"/>
                  </a:lnTo>
                  <a:cubicBezTo>
                    <a:pt x="12963" y="9927"/>
                    <a:pt x="12838" y="9882"/>
                    <a:pt x="12713" y="9882"/>
                  </a:cubicBezTo>
                  <a:cubicBezTo>
                    <a:pt x="12453" y="9882"/>
                    <a:pt x="12195" y="10080"/>
                    <a:pt x="12195" y="10376"/>
                  </a:cubicBezTo>
                  <a:lnTo>
                    <a:pt x="12195" y="11723"/>
                  </a:lnTo>
                  <a:cubicBezTo>
                    <a:pt x="11651" y="12205"/>
                    <a:pt x="11035" y="12570"/>
                    <a:pt x="10366" y="12838"/>
                  </a:cubicBezTo>
                  <a:cubicBezTo>
                    <a:pt x="10286" y="12615"/>
                    <a:pt x="10108" y="12437"/>
                    <a:pt x="9876" y="12356"/>
                  </a:cubicBezTo>
                  <a:cubicBezTo>
                    <a:pt x="10322" y="11589"/>
                    <a:pt x="10661" y="10554"/>
                    <a:pt x="10857" y="9386"/>
                  </a:cubicBezTo>
                  <a:close/>
                  <a:moveTo>
                    <a:pt x="12683" y="10331"/>
                  </a:moveTo>
                  <a:cubicBezTo>
                    <a:pt x="12691" y="10331"/>
                    <a:pt x="12701" y="10334"/>
                    <a:pt x="12713" y="10340"/>
                  </a:cubicBezTo>
                  <a:lnTo>
                    <a:pt x="15630" y="13382"/>
                  </a:lnTo>
                  <a:cubicBezTo>
                    <a:pt x="15639" y="13382"/>
                    <a:pt x="15648" y="13391"/>
                    <a:pt x="15639" y="13418"/>
                  </a:cubicBezTo>
                  <a:cubicBezTo>
                    <a:pt x="15630" y="13436"/>
                    <a:pt x="15612" y="13436"/>
                    <a:pt x="15603" y="13436"/>
                  </a:cubicBezTo>
                  <a:lnTo>
                    <a:pt x="14113" y="13195"/>
                  </a:lnTo>
                  <a:cubicBezTo>
                    <a:pt x="14087" y="13191"/>
                    <a:pt x="14062" y="13189"/>
                    <a:pt x="14036" y="13189"/>
                  </a:cubicBezTo>
                  <a:cubicBezTo>
                    <a:pt x="13878" y="13189"/>
                    <a:pt x="13731" y="13260"/>
                    <a:pt x="13632" y="13391"/>
                  </a:cubicBezTo>
                  <a:lnTo>
                    <a:pt x="12722" y="14595"/>
                  </a:lnTo>
                  <a:cubicBezTo>
                    <a:pt x="12711" y="14606"/>
                    <a:pt x="12702" y="14611"/>
                    <a:pt x="12694" y="14611"/>
                  </a:cubicBezTo>
                  <a:cubicBezTo>
                    <a:pt x="12682" y="14611"/>
                    <a:pt x="12673" y="14599"/>
                    <a:pt x="12668" y="14578"/>
                  </a:cubicBezTo>
                  <a:lnTo>
                    <a:pt x="12659" y="10367"/>
                  </a:lnTo>
                  <a:cubicBezTo>
                    <a:pt x="12659" y="10343"/>
                    <a:pt x="12667" y="10331"/>
                    <a:pt x="12683" y="10331"/>
                  </a:cubicBezTo>
                  <a:close/>
                  <a:moveTo>
                    <a:pt x="8002" y="1"/>
                  </a:moveTo>
                  <a:cubicBezTo>
                    <a:pt x="6174" y="1"/>
                    <a:pt x="4443" y="714"/>
                    <a:pt x="3149" y="2008"/>
                  </a:cubicBezTo>
                  <a:cubicBezTo>
                    <a:pt x="1856" y="3310"/>
                    <a:pt x="1142" y="5032"/>
                    <a:pt x="1142" y="6870"/>
                  </a:cubicBezTo>
                  <a:cubicBezTo>
                    <a:pt x="1142" y="9011"/>
                    <a:pt x="2114" y="10991"/>
                    <a:pt x="3783" y="12285"/>
                  </a:cubicBezTo>
                  <a:lnTo>
                    <a:pt x="812" y="12285"/>
                  </a:lnTo>
                  <a:cubicBezTo>
                    <a:pt x="366" y="12285"/>
                    <a:pt x="0" y="12651"/>
                    <a:pt x="0" y="13097"/>
                  </a:cubicBezTo>
                  <a:lnTo>
                    <a:pt x="0" y="15345"/>
                  </a:lnTo>
                  <a:cubicBezTo>
                    <a:pt x="0" y="15800"/>
                    <a:pt x="366" y="16166"/>
                    <a:pt x="812" y="16166"/>
                  </a:cubicBezTo>
                  <a:lnTo>
                    <a:pt x="1758" y="16166"/>
                  </a:lnTo>
                  <a:cubicBezTo>
                    <a:pt x="2070" y="16166"/>
                    <a:pt x="2070" y="15657"/>
                    <a:pt x="1758" y="15657"/>
                  </a:cubicBezTo>
                  <a:lnTo>
                    <a:pt x="812" y="15657"/>
                  </a:lnTo>
                  <a:cubicBezTo>
                    <a:pt x="625" y="15657"/>
                    <a:pt x="473" y="15505"/>
                    <a:pt x="473" y="15318"/>
                  </a:cubicBezTo>
                  <a:lnTo>
                    <a:pt x="473" y="13097"/>
                  </a:lnTo>
                  <a:cubicBezTo>
                    <a:pt x="473" y="12909"/>
                    <a:pt x="625" y="12758"/>
                    <a:pt x="812" y="12758"/>
                  </a:cubicBezTo>
                  <a:lnTo>
                    <a:pt x="9617" y="12758"/>
                  </a:lnTo>
                  <a:cubicBezTo>
                    <a:pt x="9804" y="12758"/>
                    <a:pt x="9956" y="12909"/>
                    <a:pt x="9956" y="13097"/>
                  </a:cubicBezTo>
                  <a:lnTo>
                    <a:pt x="9956" y="15318"/>
                  </a:lnTo>
                  <a:cubicBezTo>
                    <a:pt x="9956" y="15505"/>
                    <a:pt x="9804" y="15657"/>
                    <a:pt x="9617" y="15657"/>
                  </a:cubicBezTo>
                  <a:lnTo>
                    <a:pt x="3007" y="15657"/>
                  </a:lnTo>
                  <a:cubicBezTo>
                    <a:pt x="3007" y="15657"/>
                    <a:pt x="2703" y="16148"/>
                    <a:pt x="3007" y="16166"/>
                  </a:cubicBezTo>
                  <a:lnTo>
                    <a:pt x="9599" y="16166"/>
                  </a:lnTo>
                  <a:cubicBezTo>
                    <a:pt x="10045" y="16148"/>
                    <a:pt x="10411" y="15782"/>
                    <a:pt x="10429" y="15336"/>
                  </a:cubicBezTo>
                  <a:lnTo>
                    <a:pt x="10429" y="13311"/>
                  </a:lnTo>
                  <a:cubicBezTo>
                    <a:pt x="11053" y="13070"/>
                    <a:pt x="12195" y="12321"/>
                    <a:pt x="12195" y="12321"/>
                  </a:cubicBezTo>
                  <a:lnTo>
                    <a:pt x="12195" y="14569"/>
                  </a:lnTo>
                  <a:cubicBezTo>
                    <a:pt x="12195" y="14872"/>
                    <a:pt x="12453" y="15066"/>
                    <a:pt x="12713" y="15066"/>
                  </a:cubicBezTo>
                  <a:cubicBezTo>
                    <a:pt x="12858" y="15066"/>
                    <a:pt x="13003" y="15006"/>
                    <a:pt x="13105" y="14872"/>
                  </a:cubicBezTo>
                  <a:lnTo>
                    <a:pt x="14015" y="13668"/>
                  </a:lnTo>
                  <a:cubicBezTo>
                    <a:pt x="14021" y="13661"/>
                    <a:pt x="14028" y="13655"/>
                    <a:pt x="14034" y="13655"/>
                  </a:cubicBezTo>
                  <a:cubicBezTo>
                    <a:pt x="14037" y="13655"/>
                    <a:pt x="14039" y="13656"/>
                    <a:pt x="14042" y="13659"/>
                  </a:cubicBezTo>
                  <a:lnTo>
                    <a:pt x="15532" y="13891"/>
                  </a:lnTo>
                  <a:cubicBezTo>
                    <a:pt x="15558" y="13895"/>
                    <a:pt x="15584" y="13897"/>
                    <a:pt x="15609" y="13897"/>
                  </a:cubicBezTo>
                  <a:cubicBezTo>
                    <a:pt x="16029" y="13897"/>
                    <a:pt x="16289" y="13363"/>
                    <a:pt x="15978" y="13043"/>
                  </a:cubicBezTo>
                  <a:lnTo>
                    <a:pt x="13712" y="10688"/>
                  </a:lnTo>
                  <a:cubicBezTo>
                    <a:pt x="14470" y="9555"/>
                    <a:pt x="14872" y="8244"/>
                    <a:pt x="14872" y="6870"/>
                  </a:cubicBezTo>
                  <a:cubicBezTo>
                    <a:pt x="14872" y="4934"/>
                    <a:pt x="14042" y="3078"/>
                    <a:pt x="12606" y="1776"/>
                  </a:cubicBezTo>
                  <a:cubicBezTo>
                    <a:pt x="12558" y="1732"/>
                    <a:pt x="12505" y="1713"/>
                    <a:pt x="12455" y="1713"/>
                  </a:cubicBezTo>
                  <a:cubicBezTo>
                    <a:pt x="12270" y="1713"/>
                    <a:pt x="12111" y="1963"/>
                    <a:pt x="12293" y="2124"/>
                  </a:cubicBezTo>
                  <a:cubicBezTo>
                    <a:pt x="12989" y="2757"/>
                    <a:pt x="13533" y="3524"/>
                    <a:pt x="13890" y="4372"/>
                  </a:cubicBezTo>
                  <a:lnTo>
                    <a:pt x="10857" y="4372"/>
                  </a:lnTo>
                  <a:cubicBezTo>
                    <a:pt x="10572" y="2686"/>
                    <a:pt x="10001" y="1330"/>
                    <a:pt x="9278" y="598"/>
                  </a:cubicBezTo>
                  <a:lnTo>
                    <a:pt x="9278" y="598"/>
                  </a:lnTo>
                  <a:cubicBezTo>
                    <a:pt x="9938" y="732"/>
                    <a:pt x="10581" y="973"/>
                    <a:pt x="11169" y="1312"/>
                  </a:cubicBezTo>
                  <a:cubicBezTo>
                    <a:pt x="11210" y="1335"/>
                    <a:pt x="11250" y="1345"/>
                    <a:pt x="11287" y="1345"/>
                  </a:cubicBezTo>
                  <a:cubicBezTo>
                    <a:pt x="11496" y="1345"/>
                    <a:pt x="11630" y="1030"/>
                    <a:pt x="11410" y="902"/>
                  </a:cubicBezTo>
                  <a:cubicBezTo>
                    <a:pt x="10375" y="313"/>
                    <a:pt x="9198" y="1"/>
                    <a:pt x="8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70"/>
            <p:cNvSpPr/>
            <p:nvPr/>
          </p:nvSpPr>
          <p:spPr>
            <a:xfrm>
              <a:off x="3238225" y="3259625"/>
              <a:ext cx="66475" cy="49800"/>
            </a:xfrm>
            <a:custGeom>
              <a:avLst/>
              <a:gdLst/>
              <a:ahLst/>
              <a:cxnLst/>
              <a:rect l="l" t="t" r="r" b="b"/>
              <a:pathLst>
                <a:path w="2659" h="1992" extrusionOk="0">
                  <a:moveTo>
                    <a:pt x="294" y="0"/>
                  </a:moveTo>
                  <a:cubicBezTo>
                    <a:pt x="151" y="0"/>
                    <a:pt x="0" y="124"/>
                    <a:pt x="55" y="307"/>
                  </a:cubicBezTo>
                  <a:lnTo>
                    <a:pt x="555" y="1832"/>
                  </a:lnTo>
                  <a:cubicBezTo>
                    <a:pt x="587" y="1938"/>
                    <a:pt x="681" y="1992"/>
                    <a:pt x="776" y="1992"/>
                  </a:cubicBezTo>
                  <a:cubicBezTo>
                    <a:pt x="865" y="1992"/>
                    <a:pt x="953" y="1945"/>
                    <a:pt x="992" y="1850"/>
                  </a:cubicBezTo>
                  <a:lnTo>
                    <a:pt x="1331" y="1038"/>
                  </a:lnTo>
                  <a:lnTo>
                    <a:pt x="1661" y="1850"/>
                  </a:lnTo>
                  <a:cubicBezTo>
                    <a:pt x="1700" y="1945"/>
                    <a:pt x="1789" y="1992"/>
                    <a:pt x="1878" y="1992"/>
                  </a:cubicBezTo>
                  <a:cubicBezTo>
                    <a:pt x="1974" y="1992"/>
                    <a:pt x="2070" y="1938"/>
                    <a:pt x="2107" y="1832"/>
                  </a:cubicBezTo>
                  <a:lnTo>
                    <a:pt x="2598" y="307"/>
                  </a:lnTo>
                  <a:cubicBezTo>
                    <a:pt x="2659" y="124"/>
                    <a:pt x="2507" y="0"/>
                    <a:pt x="2362" y="0"/>
                  </a:cubicBezTo>
                  <a:cubicBezTo>
                    <a:pt x="2272" y="0"/>
                    <a:pt x="2186" y="47"/>
                    <a:pt x="2152" y="155"/>
                  </a:cubicBezTo>
                  <a:lnTo>
                    <a:pt x="1849" y="1074"/>
                  </a:lnTo>
                  <a:lnTo>
                    <a:pt x="1545" y="325"/>
                  </a:lnTo>
                  <a:cubicBezTo>
                    <a:pt x="1505" y="231"/>
                    <a:pt x="1416" y="184"/>
                    <a:pt x="1327" y="184"/>
                  </a:cubicBezTo>
                  <a:cubicBezTo>
                    <a:pt x="1237" y="184"/>
                    <a:pt x="1148" y="231"/>
                    <a:pt x="1108" y="325"/>
                  </a:cubicBezTo>
                  <a:lnTo>
                    <a:pt x="805" y="1074"/>
                  </a:lnTo>
                  <a:lnTo>
                    <a:pt x="501" y="155"/>
                  </a:lnTo>
                  <a:cubicBezTo>
                    <a:pt x="468" y="47"/>
                    <a:pt x="382" y="0"/>
                    <a:pt x="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70"/>
            <p:cNvSpPr/>
            <p:nvPr/>
          </p:nvSpPr>
          <p:spPr>
            <a:xfrm>
              <a:off x="3308925" y="3259625"/>
              <a:ext cx="66475" cy="49850"/>
            </a:xfrm>
            <a:custGeom>
              <a:avLst/>
              <a:gdLst/>
              <a:ahLst/>
              <a:cxnLst/>
              <a:rect l="l" t="t" r="r" b="b"/>
              <a:pathLst>
                <a:path w="2659" h="1994" extrusionOk="0">
                  <a:moveTo>
                    <a:pt x="296" y="0"/>
                  </a:moveTo>
                  <a:cubicBezTo>
                    <a:pt x="151" y="0"/>
                    <a:pt x="0" y="124"/>
                    <a:pt x="55" y="307"/>
                  </a:cubicBezTo>
                  <a:lnTo>
                    <a:pt x="555" y="1832"/>
                  </a:lnTo>
                  <a:cubicBezTo>
                    <a:pt x="582" y="1922"/>
                    <a:pt x="671" y="1993"/>
                    <a:pt x="769" y="1993"/>
                  </a:cubicBezTo>
                  <a:cubicBezTo>
                    <a:pt x="775" y="1993"/>
                    <a:pt x="782" y="1994"/>
                    <a:pt x="788" y="1994"/>
                  </a:cubicBezTo>
                  <a:cubicBezTo>
                    <a:pt x="878" y="1994"/>
                    <a:pt x="959" y="1934"/>
                    <a:pt x="1001" y="1850"/>
                  </a:cubicBezTo>
                  <a:lnTo>
                    <a:pt x="1331" y="1038"/>
                  </a:lnTo>
                  <a:lnTo>
                    <a:pt x="1661" y="1850"/>
                  </a:lnTo>
                  <a:cubicBezTo>
                    <a:pt x="1700" y="1945"/>
                    <a:pt x="1789" y="1992"/>
                    <a:pt x="1878" y="1992"/>
                  </a:cubicBezTo>
                  <a:cubicBezTo>
                    <a:pt x="1974" y="1992"/>
                    <a:pt x="2070" y="1938"/>
                    <a:pt x="2107" y="1832"/>
                  </a:cubicBezTo>
                  <a:lnTo>
                    <a:pt x="2598" y="307"/>
                  </a:lnTo>
                  <a:cubicBezTo>
                    <a:pt x="2659" y="124"/>
                    <a:pt x="2510" y="0"/>
                    <a:pt x="2365" y="0"/>
                  </a:cubicBezTo>
                  <a:cubicBezTo>
                    <a:pt x="2277" y="0"/>
                    <a:pt x="2189" y="47"/>
                    <a:pt x="2152" y="155"/>
                  </a:cubicBezTo>
                  <a:lnTo>
                    <a:pt x="1857" y="1074"/>
                  </a:lnTo>
                  <a:lnTo>
                    <a:pt x="1545" y="325"/>
                  </a:lnTo>
                  <a:cubicBezTo>
                    <a:pt x="1510" y="231"/>
                    <a:pt x="1420" y="184"/>
                    <a:pt x="1330" y="184"/>
                  </a:cubicBezTo>
                  <a:cubicBezTo>
                    <a:pt x="1240" y="184"/>
                    <a:pt x="1148" y="231"/>
                    <a:pt x="1108" y="325"/>
                  </a:cubicBezTo>
                  <a:lnTo>
                    <a:pt x="805" y="1074"/>
                  </a:lnTo>
                  <a:lnTo>
                    <a:pt x="510" y="155"/>
                  </a:lnTo>
                  <a:cubicBezTo>
                    <a:pt x="473" y="47"/>
                    <a:pt x="386" y="0"/>
                    <a:pt x="2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70"/>
            <p:cNvSpPr/>
            <p:nvPr/>
          </p:nvSpPr>
          <p:spPr>
            <a:xfrm>
              <a:off x="3379625" y="3259625"/>
              <a:ext cx="66575" cy="49850"/>
            </a:xfrm>
            <a:custGeom>
              <a:avLst/>
              <a:gdLst/>
              <a:ahLst/>
              <a:cxnLst/>
              <a:rect l="l" t="t" r="r" b="b"/>
              <a:pathLst>
                <a:path w="2663" h="1994" extrusionOk="0">
                  <a:moveTo>
                    <a:pt x="296" y="0"/>
                  </a:moveTo>
                  <a:cubicBezTo>
                    <a:pt x="151" y="0"/>
                    <a:pt x="0" y="124"/>
                    <a:pt x="55" y="307"/>
                  </a:cubicBezTo>
                  <a:lnTo>
                    <a:pt x="555" y="1832"/>
                  </a:lnTo>
                  <a:cubicBezTo>
                    <a:pt x="582" y="1922"/>
                    <a:pt x="671" y="1993"/>
                    <a:pt x="769" y="1993"/>
                  </a:cubicBezTo>
                  <a:cubicBezTo>
                    <a:pt x="775" y="1993"/>
                    <a:pt x="782" y="1994"/>
                    <a:pt x="788" y="1994"/>
                  </a:cubicBezTo>
                  <a:cubicBezTo>
                    <a:pt x="879" y="1994"/>
                    <a:pt x="968" y="1934"/>
                    <a:pt x="1001" y="1850"/>
                  </a:cubicBezTo>
                  <a:lnTo>
                    <a:pt x="1331" y="1038"/>
                  </a:lnTo>
                  <a:lnTo>
                    <a:pt x="1661" y="1850"/>
                  </a:lnTo>
                  <a:cubicBezTo>
                    <a:pt x="1700" y="1945"/>
                    <a:pt x="1791" y="1992"/>
                    <a:pt x="1882" y="1992"/>
                  </a:cubicBezTo>
                  <a:cubicBezTo>
                    <a:pt x="1978" y="1992"/>
                    <a:pt x="2075" y="1938"/>
                    <a:pt x="2107" y="1832"/>
                  </a:cubicBezTo>
                  <a:lnTo>
                    <a:pt x="2607" y="307"/>
                  </a:lnTo>
                  <a:cubicBezTo>
                    <a:pt x="2662" y="124"/>
                    <a:pt x="2512" y="0"/>
                    <a:pt x="2366" y="0"/>
                  </a:cubicBezTo>
                  <a:cubicBezTo>
                    <a:pt x="2277" y="0"/>
                    <a:pt x="2189" y="47"/>
                    <a:pt x="2152" y="155"/>
                  </a:cubicBezTo>
                  <a:lnTo>
                    <a:pt x="1857" y="1074"/>
                  </a:lnTo>
                  <a:lnTo>
                    <a:pt x="1554" y="325"/>
                  </a:lnTo>
                  <a:cubicBezTo>
                    <a:pt x="1514" y="231"/>
                    <a:pt x="1423" y="184"/>
                    <a:pt x="1332" y="184"/>
                  </a:cubicBezTo>
                  <a:cubicBezTo>
                    <a:pt x="1242" y="184"/>
                    <a:pt x="1153" y="231"/>
                    <a:pt x="1117" y="325"/>
                  </a:cubicBezTo>
                  <a:lnTo>
                    <a:pt x="805" y="1074"/>
                  </a:lnTo>
                  <a:lnTo>
                    <a:pt x="510" y="155"/>
                  </a:lnTo>
                  <a:cubicBezTo>
                    <a:pt x="473" y="47"/>
                    <a:pt x="386" y="0"/>
                    <a:pt x="2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6" name="Google Shape;4516;p70"/>
          <p:cNvGrpSpPr/>
          <p:nvPr/>
        </p:nvGrpSpPr>
        <p:grpSpPr>
          <a:xfrm>
            <a:off x="1577445" y="3791726"/>
            <a:ext cx="352463" cy="345073"/>
            <a:chOff x="997300" y="3510500"/>
            <a:chExt cx="410175" cy="401575"/>
          </a:xfrm>
        </p:grpSpPr>
        <p:sp>
          <p:nvSpPr>
            <p:cNvPr id="4517" name="Google Shape;4517;p70"/>
            <p:cNvSpPr/>
            <p:nvPr/>
          </p:nvSpPr>
          <p:spPr>
            <a:xfrm>
              <a:off x="1002650" y="3715575"/>
              <a:ext cx="398800" cy="191425"/>
            </a:xfrm>
            <a:custGeom>
              <a:avLst/>
              <a:gdLst/>
              <a:ahLst/>
              <a:cxnLst/>
              <a:rect l="l" t="t" r="r" b="b"/>
              <a:pathLst>
                <a:path w="15952" h="7657" extrusionOk="0">
                  <a:moveTo>
                    <a:pt x="7976" y="0"/>
                  </a:moveTo>
                  <a:cubicBezTo>
                    <a:pt x="7726" y="0"/>
                    <a:pt x="7476" y="54"/>
                    <a:pt x="7244" y="161"/>
                  </a:cubicBezTo>
                  <a:lnTo>
                    <a:pt x="562" y="3176"/>
                  </a:lnTo>
                  <a:cubicBezTo>
                    <a:pt x="0" y="3426"/>
                    <a:pt x="0" y="4229"/>
                    <a:pt x="562" y="4478"/>
                  </a:cubicBezTo>
                  <a:lnTo>
                    <a:pt x="7244" y="7503"/>
                  </a:lnTo>
                  <a:cubicBezTo>
                    <a:pt x="7476" y="7605"/>
                    <a:pt x="7726" y="7656"/>
                    <a:pt x="7976" y="7656"/>
                  </a:cubicBezTo>
                  <a:cubicBezTo>
                    <a:pt x="8226" y="7656"/>
                    <a:pt x="8475" y="7605"/>
                    <a:pt x="8707" y="7503"/>
                  </a:cubicBezTo>
                  <a:lnTo>
                    <a:pt x="15389" y="4478"/>
                  </a:lnTo>
                  <a:cubicBezTo>
                    <a:pt x="15951" y="4229"/>
                    <a:pt x="15951" y="3426"/>
                    <a:pt x="15389" y="3176"/>
                  </a:cubicBezTo>
                  <a:lnTo>
                    <a:pt x="8707" y="161"/>
                  </a:lnTo>
                  <a:cubicBezTo>
                    <a:pt x="8475" y="54"/>
                    <a:pt x="8226" y="0"/>
                    <a:pt x="7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70"/>
            <p:cNvSpPr/>
            <p:nvPr/>
          </p:nvSpPr>
          <p:spPr>
            <a:xfrm>
              <a:off x="1002650" y="3630600"/>
              <a:ext cx="398800" cy="191375"/>
            </a:xfrm>
            <a:custGeom>
              <a:avLst/>
              <a:gdLst/>
              <a:ahLst/>
              <a:cxnLst/>
              <a:rect l="l" t="t" r="r" b="b"/>
              <a:pathLst>
                <a:path w="15952" h="7655" extrusionOk="0">
                  <a:moveTo>
                    <a:pt x="7976" y="0"/>
                  </a:moveTo>
                  <a:cubicBezTo>
                    <a:pt x="7726" y="0"/>
                    <a:pt x="7476" y="54"/>
                    <a:pt x="7244" y="161"/>
                  </a:cubicBezTo>
                  <a:lnTo>
                    <a:pt x="562" y="3176"/>
                  </a:lnTo>
                  <a:cubicBezTo>
                    <a:pt x="0" y="3426"/>
                    <a:pt x="0" y="4229"/>
                    <a:pt x="562" y="4478"/>
                  </a:cubicBezTo>
                  <a:lnTo>
                    <a:pt x="7244" y="7494"/>
                  </a:lnTo>
                  <a:cubicBezTo>
                    <a:pt x="7476" y="7601"/>
                    <a:pt x="7726" y="7654"/>
                    <a:pt x="7976" y="7654"/>
                  </a:cubicBezTo>
                  <a:cubicBezTo>
                    <a:pt x="8226" y="7654"/>
                    <a:pt x="8475" y="7601"/>
                    <a:pt x="8707" y="7494"/>
                  </a:cubicBezTo>
                  <a:lnTo>
                    <a:pt x="15389" y="4478"/>
                  </a:lnTo>
                  <a:cubicBezTo>
                    <a:pt x="15951" y="4229"/>
                    <a:pt x="15951" y="3426"/>
                    <a:pt x="15389" y="3176"/>
                  </a:cubicBezTo>
                  <a:lnTo>
                    <a:pt x="8707" y="161"/>
                  </a:lnTo>
                  <a:cubicBezTo>
                    <a:pt x="8475" y="54"/>
                    <a:pt x="8226" y="0"/>
                    <a:pt x="79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70"/>
            <p:cNvSpPr/>
            <p:nvPr/>
          </p:nvSpPr>
          <p:spPr>
            <a:xfrm>
              <a:off x="1098550" y="3515275"/>
              <a:ext cx="208550" cy="258750"/>
            </a:xfrm>
            <a:custGeom>
              <a:avLst/>
              <a:gdLst/>
              <a:ahLst/>
              <a:cxnLst/>
              <a:rect l="l" t="t" r="r" b="b"/>
              <a:pathLst>
                <a:path w="8342" h="10350" extrusionOk="0">
                  <a:moveTo>
                    <a:pt x="5191" y="0"/>
                  </a:moveTo>
                  <a:cubicBezTo>
                    <a:pt x="4983" y="0"/>
                    <a:pt x="4782" y="163"/>
                    <a:pt x="4782" y="411"/>
                  </a:cubicBezTo>
                  <a:lnTo>
                    <a:pt x="4791" y="2213"/>
                  </a:lnTo>
                  <a:cubicBezTo>
                    <a:pt x="4791" y="2213"/>
                    <a:pt x="0" y="2231"/>
                    <a:pt x="0" y="6745"/>
                  </a:cubicBezTo>
                  <a:cubicBezTo>
                    <a:pt x="0" y="8476"/>
                    <a:pt x="1330" y="10349"/>
                    <a:pt x="3569" y="10349"/>
                  </a:cubicBezTo>
                  <a:cubicBezTo>
                    <a:pt x="3569" y="10349"/>
                    <a:pt x="1722" y="9234"/>
                    <a:pt x="2079" y="6950"/>
                  </a:cubicBezTo>
                  <a:cubicBezTo>
                    <a:pt x="2418" y="4747"/>
                    <a:pt x="4773" y="4640"/>
                    <a:pt x="4773" y="4640"/>
                  </a:cubicBezTo>
                  <a:cubicBezTo>
                    <a:pt x="4773" y="4640"/>
                    <a:pt x="4791" y="6415"/>
                    <a:pt x="4791" y="6540"/>
                  </a:cubicBezTo>
                  <a:cubicBezTo>
                    <a:pt x="4791" y="6773"/>
                    <a:pt x="4996" y="6935"/>
                    <a:pt x="5203" y="6935"/>
                  </a:cubicBezTo>
                  <a:cubicBezTo>
                    <a:pt x="5305" y="6935"/>
                    <a:pt x="5408" y="6896"/>
                    <a:pt x="5487" y="6808"/>
                  </a:cubicBezTo>
                  <a:lnTo>
                    <a:pt x="8056" y="4015"/>
                  </a:lnTo>
                  <a:cubicBezTo>
                    <a:pt x="8342" y="3712"/>
                    <a:pt x="8342" y="3230"/>
                    <a:pt x="8056" y="2918"/>
                  </a:cubicBezTo>
                  <a:lnTo>
                    <a:pt x="5487" y="135"/>
                  </a:lnTo>
                  <a:cubicBezTo>
                    <a:pt x="5403" y="42"/>
                    <a:pt x="5296" y="0"/>
                    <a:pt x="5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70"/>
            <p:cNvSpPr/>
            <p:nvPr/>
          </p:nvSpPr>
          <p:spPr>
            <a:xfrm>
              <a:off x="997300" y="3510500"/>
              <a:ext cx="410175" cy="401575"/>
            </a:xfrm>
            <a:custGeom>
              <a:avLst/>
              <a:gdLst/>
              <a:ahLst/>
              <a:cxnLst/>
              <a:rect l="l" t="t" r="r" b="b"/>
              <a:pathLst>
                <a:path w="16407" h="16063" extrusionOk="0">
                  <a:moveTo>
                    <a:pt x="8591" y="5099"/>
                  </a:moveTo>
                  <a:cubicBezTo>
                    <a:pt x="8600" y="5598"/>
                    <a:pt x="8609" y="6642"/>
                    <a:pt x="8609" y="6731"/>
                  </a:cubicBezTo>
                  <a:cubicBezTo>
                    <a:pt x="8609" y="7107"/>
                    <a:pt x="8937" y="7360"/>
                    <a:pt x="9266" y="7360"/>
                  </a:cubicBezTo>
                  <a:cubicBezTo>
                    <a:pt x="9428" y="7360"/>
                    <a:pt x="9591" y="7298"/>
                    <a:pt x="9715" y="7159"/>
                  </a:cubicBezTo>
                  <a:lnTo>
                    <a:pt x="10741" y="6044"/>
                  </a:lnTo>
                  <a:lnTo>
                    <a:pt x="15505" y="8194"/>
                  </a:lnTo>
                  <a:cubicBezTo>
                    <a:pt x="15871" y="8355"/>
                    <a:pt x="15871" y="8899"/>
                    <a:pt x="15505" y="9068"/>
                  </a:cubicBezTo>
                  <a:lnTo>
                    <a:pt x="8823" y="12084"/>
                  </a:lnTo>
                  <a:cubicBezTo>
                    <a:pt x="8622" y="12173"/>
                    <a:pt x="8406" y="12217"/>
                    <a:pt x="8190" y="12217"/>
                  </a:cubicBezTo>
                  <a:cubicBezTo>
                    <a:pt x="7973" y="12217"/>
                    <a:pt x="7757" y="12173"/>
                    <a:pt x="7556" y="12084"/>
                  </a:cubicBezTo>
                  <a:lnTo>
                    <a:pt x="875" y="9068"/>
                  </a:lnTo>
                  <a:cubicBezTo>
                    <a:pt x="509" y="8908"/>
                    <a:pt x="500" y="8355"/>
                    <a:pt x="875" y="8194"/>
                  </a:cubicBezTo>
                  <a:lnTo>
                    <a:pt x="3818" y="6865"/>
                  </a:lnTo>
                  <a:lnTo>
                    <a:pt x="3818" y="6865"/>
                  </a:lnTo>
                  <a:cubicBezTo>
                    <a:pt x="3810" y="7846"/>
                    <a:pt x="4166" y="8810"/>
                    <a:pt x="4818" y="9541"/>
                  </a:cubicBezTo>
                  <a:cubicBezTo>
                    <a:pt x="5531" y="10335"/>
                    <a:pt x="6530" y="10781"/>
                    <a:pt x="7628" y="10781"/>
                  </a:cubicBezTo>
                  <a:cubicBezTo>
                    <a:pt x="7860" y="10781"/>
                    <a:pt x="7949" y="10460"/>
                    <a:pt x="7744" y="10335"/>
                  </a:cubicBezTo>
                  <a:cubicBezTo>
                    <a:pt x="7726" y="10326"/>
                    <a:pt x="6040" y="9282"/>
                    <a:pt x="6361" y="7177"/>
                  </a:cubicBezTo>
                  <a:cubicBezTo>
                    <a:pt x="6486" y="6347"/>
                    <a:pt x="6941" y="5741"/>
                    <a:pt x="7690" y="5384"/>
                  </a:cubicBezTo>
                  <a:cubicBezTo>
                    <a:pt x="8038" y="5215"/>
                    <a:pt x="8377" y="5134"/>
                    <a:pt x="8591" y="5099"/>
                  </a:cubicBezTo>
                  <a:close/>
                  <a:moveTo>
                    <a:pt x="9267" y="1"/>
                  </a:moveTo>
                  <a:cubicBezTo>
                    <a:pt x="8938" y="1"/>
                    <a:pt x="8618" y="253"/>
                    <a:pt x="8618" y="629"/>
                  </a:cubicBezTo>
                  <a:lnTo>
                    <a:pt x="8618" y="2199"/>
                  </a:lnTo>
                  <a:cubicBezTo>
                    <a:pt x="8101" y="2244"/>
                    <a:pt x="6825" y="2404"/>
                    <a:pt x="5719" y="3154"/>
                  </a:cubicBezTo>
                  <a:cubicBezTo>
                    <a:pt x="5512" y="3294"/>
                    <a:pt x="5660" y="3588"/>
                    <a:pt x="5859" y="3588"/>
                  </a:cubicBezTo>
                  <a:cubicBezTo>
                    <a:pt x="5900" y="3588"/>
                    <a:pt x="5943" y="3575"/>
                    <a:pt x="5986" y="3546"/>
                  </a:cubicBezTo>
                  <a:cubicBezTo>
                    <a:pt x="7262" y="2681"/>
                    <a:pt x="8841" y="2663"/>
                    <a:pt x="8859" y="2663"/>
                  </a:cubicBezTo>
                  <a:cubicBezTo>
                    <a:pt x="8984" y="2663"/>
                    <a:pt x="9091" y="2556"/>
                    <a:pt x="9091" y="2431"/>
                  </a:cubicBezTo>
                  <a:lnTo>
                    <a:pt x="9091" y="629"/>
                  </a:lnTo>
                  <a:cubicBezTo>
                    <a:pt x="9091" y="527"/>
                    <a:pt x="9171" y="462"/>
                    <a:pt x="9256" y="462"/>
                  </a:cubicBezTo>
                  <a:cubicBezTo>
                    <a:pt x="9298" y="462"/>
                    <a:pt x="9341" y="478"/>
                    <a:pt x="9376" y="513"/>
                  </a:cubicBezTo>
                  <a:lnTo>
                    <a:pt x="11937" y="3288"/>
                  </a:lnTo>
                  <a:cubicBezTo>
                    <a:pt x="12133" y="3511"/>
                    <a:pt x="12133" y="3850"/>
                    <a:pt x="11937" y="4064"/>
                  </a:cubicBezTo>
                  <a:lnTo>
                    <a:pt x="9385" y="6847"/>
                  </a:lnTo>
                  <a:cubicBezTo>
                    <a:pt x="9354" y="6881"/>
                    <a:pt x="9311" y="6896"/>
                    <a:pt x="9266" y="6896"/>
                  </a:cubicBezTo>
                  <a:cubicBezTo>
                    <a:pt x="9172" y="6896"/>
                    <a:pt x="9073" y="6828"/>
                    <a:pt x="9073" y="6731"/>
                  </a:cubicBezTo>
                  <a:cubicBezTo>
                    <a:pt x="9073" y="6615"/>
                    <a:pt x="9073" y="4920"/>
                    <a:pt x="9073" y="4849"/>
                  </a:cubicBezTo>
                  <a:cubicBezTo>
                    <a:pt x="9055" y="4697"/>
                    <a:pt x="8975" y="4626"/>
                    <a:pt x="8832" y="4617"/>
                  </a:cubicBezTo>
                  <a:cubicBezTo>
                    <a:pt x="8805" y="4617"/>
                    <a:pt x="8190" y="4644"/>
                    <a:pt x="7521" y="4965"/>
                  </a:cubicBezTo>
                  <a:cubicBezTo>
                    <a:pt x="6629" y="5384"/>
                    <a:pt x="6075" y="6133"/>
                    <a:pt x="5924" y="7115"/>
                  </a:cubicBezTo>
                  <a:cubicBezTo>
                    <a:pt x="5745" y="8248"/>
                    <a:pt x="6102" y="9390"/>
                    <a:pt x="6905" y="10219"/>
                  </a:cubicBezTo>
                  <a:cubicBezTo>
                    <a:pt x="6093" y="10041"/>
                    <a:pt x="5549" y="9604"/>
                    <a:pt x="5201" y="9220"/>
                  </a:cubicBezTo>
                  <a:cubicBezTo>
                    <a:pt x="4648" y="8596"/>
                    <a:pt x="4327" y="7766"/>
                    <a:pt x="4327" y="6936"/>
                  </a:cubicBezTo>
                  <a:cubicBezTo>
                    <a:pt x="4327" y="5893"/>
                    <a:pt x="4595" y="5018"/>
                    <a:pt x="5121" y="4340"/>
                  </a:cubicBezTo>
                  <a:cubicBezTo>
                    <a:pt x="5259" y="4163"/>
                    <a:pt x="5097" y="3956"/>
                    <a:pt x="4927" y="3956"/>
                  </a:cubicBezTo>
                  <a:cubicBezTo>
                    <a:pt x="4866" y="3956"/>
                    <a:pt x="4804" y="3982"/>
                    <a:pt x="4755" y="4046"/>
                  </a:cubicBezTo>
                  <a:cubicBezTo>
                    <a:pt x="4264" y="4679"/>
                    <a:pt x="3970" y="5446"/>
                    <a:pt x="3881" y="6339"/>
                  </a:cubicBezTo>
                  <a:lnTo>
                    <a:pt x="732" y="7766"/>
                  </a:lnTo>
                  <a:cubicBezTo>
                    <a:pt x="0" y="8087"/>
                    <a:pt x="0" y="9167"/>
                    <a:pt x="732" y="9488"/>
                  </a:cubicBezTo>
                  <a:lnTo>
                    <a:pt x="2561" y="10317"/>
                  </a:lnTo>
                  <a:lnTo>
                    <a:pt x="732" y="11147"/>
                  </a:lnTo>
                  <a:cubicBezTo>
                    <a:pt x="0" y="11477"/>
                    <a:pt x="0" y="12548"/>
                    <a:pt x="732" y="12878"/>
                  </a:cubicBezTo>
                  <a:lnTo>
                    <a:pt x="7378" y="15884"/>
                  </a:lnTo>
                  <a:cubicBezTo>
                    <a:pt x="7646" y="16000"/>
                    <a:pt x="7922" y="16062"/>
                    <a:pt x="8208" y="16062"/>
                  </a:cubicBezTo>
                  <a:cubicBezTo>
                    <a:pt x="8484" y="16062"/>
                    <a:pt x="8770" y="16000"/>
                    <a:pt x="9028" y="15884"/>
                  </a:cubicBezTo>
                  <a:lnTo>
                    <a:pt x="11785" y="14635"/>
                  </a:lnTo>
                  <a:cubicBezTo>
                    <a:pt x="12027" y="14526"/>
                    <a:pt x="11907" y="14184"/>
                    <a:pt x="11688" y="14184"/>
                  </a:cubicBezTo>
                  <a:cubicBezTo>
                    <a:pt x="11657" y="14184"/>
                    <a:pt x="11623" y="14191"/>
                    <a:pt x="11589" y="14207"/>
                  </a:cubicBezTo>
                  <a:lnTo>
                    <a:pt x="8832" y="15456"/>
                  </a:lnTo>
                  <a:cubicBezTo>
                    <a:pt x="8631" y="15545"/>
                    <a:pt x="8417" y="15590"/>
                    <a:pt x="8203" y="15590"/>
                  </a:cubicBezTo>
                  <a:cubicBezTo>
                    <a:pt x="7989" y="15590"/>
                    <a:pt x="7775" y="15545"/>
                    <a:pt x="7574" y="15456"/>
                  </a:cubicBezTo>
                  <a:lnTo>
                    <a:pt x="919" y="12449"/>
                  </a:lnTo>
                  <a:cubicBezTo>
                    <a:pt x="562" y="12289"/>
                    <a:pt x="553" y="11745"/>
                    <a:pt x="919" y="11575"/>
                  </a:cubicBezTo>
                  <a:lnTo>
                    <a:pt x="3087" y="10603"/>
                  </a:lnTo>
                  <a:cubicBezTo>
                    <a:pt x="3096" y="10594"/>
                    <a:pt x="3114" y="10585"/>
                    <a:pt x="3132" y="10576"/>
                  </a:cubicBezTo>
                  <a:lnTo>
                    <a:pt x="7378" y="12494"/>
                  </a:lnTo>
                  <a:cubicBezTo>
                    <a:pt x="7646" y="12610"/>
                    <a:pt x="7922" y="12672"/>
                    <a:pt x="8208" y="12672"/>
                  </a:cubicBezTo>
                  <a:cubicBezTo>
                    <a:pt x="8484" y="12672"/>
                    <a:pt x="8770" y="12610"/>
                    <a:pt x="9028" y="12494"/>
                  </a:cubicBezTo>
                  <a:lnTo>
                    <a:pt x="13275" y="10576"/>
                  </a:lnTo>
                  <a:cubicBezTo>
                    <a:pt x="13284" y="10585"/>
                    <a:pt x="13293" y="10585"/>
                    <a:pt x="13302" y="10594"/>
                  </a:cubicBezTo>
                  <a:lnTo>
                    <a:pt x="15487" y="11575"/>
                  </a:lnTo>
                  <a:cubicBezTo>
                    <a:pt x="15853" y="11745"/>
                    <a:pt x="15853" y="12280"/>
                    <a:pt x="15487" y="12449"/>
                  </a:cubicBezTo>
                  <a:lnTo>
                    <a:pt x="12927" y="13600"/>
                  </a:lnTo>
                  <a:cubicBezTo>
                    <a:pt x="12693" y="13710"/>
                    <a:pt x="12814" y="14051"/>
                    <a:pt x="13027" y="14051"/>
                  </a:cubicBezTo>
                  <a:cubicBezTo>
                    <a:pt x="13057" y="14051"/>
                    <a:pt x="13090" y="14044"/>
                    <a:pt x="13123" y="14028"/>
                  </a:cubicBezTo>
                  <a:lnTo>
                    <a:pt x="15683" y="12878"/>
                  </a:lnTo>
                  <a:cubicBezTo>
                    <a:pt x="16406" y="12548"/>
                    <a:pt x="16406" y="11477"/>
                    <a:pt x="15683" y="11147"/>
                  </a:cubicBezTo>
                  <a:lnTo>
                    <a:pt x="13846" y="10317"/>
                  </a:lnTo>
                  <a:lnTo>
                    <a:pt x="15683" y="9488"/>
                  </a:lnTo>
                  <a:cubicBezTo>
                    <a:pt x="16406" y="9167"/>
                    <a:pt x="16406" y="8096"/>
                    <a:pt x="15683" y="7766"/>
                  </a:cubicBezTo>
                  <a:lnTo>
                    <a:pt x="11089" y="5687"/>
                  </a:lnTo>
                  <a:lnTo>
                    <a:pt x="12285" y="4385"/>
                  </a:lnTo>
                  <a:cubicBezTo>
                    <a:pt x="12650" y="3992"/>
                    <a:pt x="12650" y="3368"/>
                    <a:pt x="12285" y="2975"/>
                  </a:cubicBezTo>
                  <a:lnTo>
                    <a:pt x="9724" y="201"/>
                  </a:lnTo>
                  <a:cubicBezTo>
                    <a:pt x="9594" y="62"/>
                    <a:pt x="9429" y="1"/>
                    <a:pt x="9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1" name="Google Shape;4521;p70"/>
          <p:cNvGrpSpPr/>
          <p:nvPr/>
        </p:nvGrpSpPr>
        <p:grpSpPr>
          <a:xfrm flipH="1">
            <a:off x="7251902" y="3786036"/>
            <a:ext cx="351518" cy="346771"/>
            <a:chOff x="3249625" y="3986475"/>
            <a:chExt cx="409075" cy="403550"/>
          </a:xfrm>
        </p:grpSpPr>
        <p:sp>
          <p:nvSpPr>
            <p:cNvPr id="4522" name="Google Shape;4522;p70"/>
            <p:cNvSpPr/>
            <p:nvPr/>
          </p:nvSpPr>
          <p:spPr>
            <a:xfrm>
              <a:off x="3308725" y="4030025"/>
              <a:ext cx="291525" cy="354425"/>
            </a:xfrm>
            <a:custGeom>
              <a:avLst/>
              <a:gdLst/>
              <a:ahLst/>
              <a:cxnLst/>
              <a:rect l="l" t="t" r="r" b="b"/>
              <a:pathLst>
                <a:path w="11661" h="14177" extrusionOk="0">
                  <a:moveTo>
                    <a:pt x="5835" y="1"/>
                  </a:moveTo>
                  <a:lnTo>
                    <a:pt x="1" y="4729"/>
                  </a:lnTo>
                  <a:lnTo>
                    <a:pt x="1" y="12909"/>
                  </a:lnTo>
                  <a:cubicBezTo>
                    <a:pt x="1" y="13614"/>
                    <a:pt x="563" y="14176"/>
                    <a:pt x="1268" y="14176"/>
                  </a:cubicBezTo>
                  <a:lnTo>
                    <a:pt x="10403" y="14176"/>
                  </a:lnTo>
                  <a:cubicBezTo>
                    <a:pt x="11099" y="14176"/>
                    <a:pt x="11661" y="13614"/>
                    <a:pt x="11661" y="12909"/>
                  </a:cubicBezTo>
                  <a:lnTo>
                    <a:pt x="11661" y="4729"/>
                  </a:lnTo>
                  <a:lnTo>
                    <a:pt x="58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70"/>
            <p:cNvSpPr/>
            <p:nvPr/>
          </p:nvSpPr>
          <p:spPr>
            <a:xfrm>
              <a:off x="3256550" y="3992775"/>
              <a:ext cx="395450" cy="186250"/>
            </a:xfrm>
            <a:custGeom>
              <a:avLst/>
              <a:gdLst/>
              <a:ahLst/>
              <a:cxnLst/>
              <a:rect l="l" t="t" r="r" b="b"/>
              <a:pathLst>
                <a:path w="15818" h="7450" extrusionOk="0">
                  <a:moveTo>
                    <a:pt x="7913" y="1"/>
                  </a:moveTo>
                  <a:cubicBezTo>
                    <a:pt x="7702" y="1"/>
                    <a:pt x="7490" y="72"/>
                    <a:pt x="7316" y="215"/>
                  </a:cubicBezTo>
                  <a:lnTo>
                    <a:pt x="473" y="5764"/>
                  </a:lnTo>
                  <a:cubicBezTo>
                    <a:pt x="63" y="6094"/>
                    <a:pt x="0" y="6692"/>
                    <a:pt x="331" y="7093"/>
                  </a:cubicBezTo>
                  <a:cubicBezTo>
                    <a:pt x="518" y="7327"/>
                    <a:pt x="793" y="7447"/>
                    <a:pt x="1068" y="7447"/>
                  </a:cubicBezTo>
                  <a:cubicBezTo>
                    <a:pt x="1277" y="7447"/>
                    <a:pt x="1487" y="7378"/>
                    <a:pt x="1660" y="7236"/>
                  </a:cubicBezTo>
                  <a:lnTo>
                    <a:pt x="7913" y="2169"/>
                  </a:lnTo>
                  <a:lnTo>
                    <a:pt x="14158" y="7236"/>
                  </a:lnTo>
                  <a:cubicBezTo>
                    <a:pt x="14337" y="7378"/>
                    <a:pt x="14551" y="7450"/>
                    <a:pt x="14756" y="7450"/>
                  </a:cubicBezTo>
                  <a:cubicBezTo>
                    <a:pt x="15032" y="7450"/>
                    <a:pt x="15309" y="7325"/>
                    <a:pt x="15496" y="7093"/>
                  </a:cubicBezTo>
                  <a:cubicBezTo>
                    <a:pt x="15817" y="6692"/>
                    <a:pt x="15755" y="6094"/>
                    <a:pt x="15354" y="5764"/>
                  </a:cubicBezTo>
                  <a:lnTo>
                    <a:pt x="8511" y="215"/>
                  </a:lnTo>
                  <a:cubicBezTo>
                    <a:pt x="8337" y="72"/>
                    <a:pt x="8125" y="1"/>
                    <a:pt x="79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70"/>
            <p:cNvSpPr/>
            <p:nvPr/>
          </p:nvSpPr>
          <p:spPr>
            <a:xfrm>
              <a:off x="3341975" y="4125925"/>
              <a:ext cx="224825" cy="224850"/>
            </a:xfrm>
            <a:custGeom>
              <a:avLst/>
              <a:gdLst/>
              <a:ahLst/>
              <a:cxnLst/>
              <a:rect l="l" t="t" r="r" b="b"/>
              <a:pathLst>
                <a:path w="8993" h="8994" extrusionOk="0">
                  <a:moveTo>
                    <a:pt x="4496" y="1"/>
                  </a:moveTo>
                  <a:cubicBezTo>
                    <a:pt x="2007" y="1"/>
                    <a:pt x="0" y="2017"/>
                    <a:pt x="0" y="4497"/>
                  </a:cubicBezTo>
                  <a:cubicBezTo>
                    <a:pt x="0" y="6977"/>
                    <a:pt x="2007" y="8993"/>
                    <a:pt x="4496" y="8993"/>
                  </a:cubicBezTo>
                  <a:cubicBezTo>
                    <a:pt x="6976" y="8993"/>
                    <a:pt x="8993" y="6977"/>
                    <a:pt x="8993" y="4497"/>
                  </a:cubicBezTo>
                  <a:cubicBezTo>
                    <a:pt x="8993" y="2017"/>
                    <a:pt x="6976" y="1"/>
                    <a:pt x="4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70"/>
            <p:cNvSpPr/>
            <p:nvPr/>
          </p:nvSpPr>
          <p:spPr>
            <a:xfrm>
              <a:off x="3373425" y="4157375"/>
              <a:ext cx="161700" cy="161725"/>
            </a:xfrm>
            <a:custGeom>
              <a:avLst/>
              <a:gdLst/>
              <a:ahLst/>
              <a:cxnLst/>
              <a:rect l="l" t="t" r="r" b="b"/>
              <a:pathLst>
                <a:path w="6468" h="6469" extrusionOk="0">
                  <a:moveTo>
                    <a:pt x="3238" y="1"/>
                  </a:moveTo>
                  <a:cubicBezTo>
                    <a:pt x="1454" y="1"/>
                    <a:pt x="0" y="1455"/>
                    <a:pt x="0" y="3239"/>
                  </a:cubicBezTo>
                  <a:cubicBezTo>
                    <a:pt x="0" y="5023"/>
                    <a:pt x="1454" y="6468"/>
                    <a:pt x="3238" y="6468"/>
                  </a:cubicBezTo>
                  <a:cubicBezTo>
                    <a:pt x="5023" y="6468"/>
                    <a:pt x="6468" y="5023"/>
                    <a:pt x="6468" y="3239"/>
                  </a:cubicBezTo>
                  <a:cubicBezTo>
                    <a:pt x="6468" y="1455"/>
                    <a:pt x="5023" y="1"/>
                    <a:pt x="32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70"/>
            <p:cNvSpPr/>
            <p:nvPr/>
          </p:nvSpPr>
          <p:spPr>
            <a:xfrm>
              <a:off x="3404850" y="4188825"/>
              <a:ext cx="98825" cy="98825"/>
            </a:xfrm>
            <a:custGeom>
              <a:avLst/>
              <a:gdLst/>
              <a:ahLst/>
              <a:cxnLst/>
              <a:rect l="l" t="t" r="r" b="b"/>
              <a:pathLst>
                <a:path w="3953" h="3953" extrusionOk="0">
                  <a:moveTo>
                    <a:pt x="1981" y="0"/>
                  </a:moveTo>
                  <a:cubicBezTo>
                    <a:pt x="893" y="0"/>
                    <a:pt x="1" y="892"/>
                    <a:pt x="1" y="1981"/>
                  </a:cubicBezTo>
                  <a:cubicBezTo>
                    <a:pt x="1" y="3069"/>
                    <a:pt x="893" y="3952"/>
                    <a:pt x="1981" y="3952"/>
                  </a:cubicBezTo>
                  <a:cubicBezTo>
                    <a:pt x="3070" y="3952"/>
                    <a:pt x="3953" y="3069"/>
                    <a:pt x="3953" y="1981"/>
                  </a:cubicBezTo>
                  <a:cubicBezTo>
                    <a:pt x="3953" y="892"/>
                    <a:pt x="3070" y="0"/>
                    <a:pt x="19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70"/>
            <p:cNvSpPr/>
            <p:nvPr/>
          </p:nvSpPr>
          <p:spPr>
            <a:xfrm>
              <a:off x="3249625" y="3986475"/>
              <a:ext cx="409075" cy="403550"/>
            </a:xfrm>
            <a:custGeom>
              <a:avLst/>
              <a:gdLst/>
              <a:ahLst/>
              <a:cxnLst/>
              <a:rect l="l" t="t" r="r" b="b"/>
              <a:pathLst>
                <a:path w="16363" h="16142" extrusionOk="0">
                  <a:moveTo>
                    <a:pt x="8181" y="2706"/>
                  </a:moveTo>
                  <a:lnTo>
                    <a:pt x="13775" y="7238"/>
                  </a:lnTo>
                  <a:lnTo>
                    <a:pt x="13775" y="14642"/>
                  </a:lnTo>
                  <a:cubicBezTo>
                    <a:pt x="13775" y="15204"/>
                    <a:pt x="13311" y="15668"/>
                    <a:pt x="12749" y="15668"/>
                  </a:cubicBezTo>
                  <a:lnTo>
                    <a:pt x="3614" y="15668"/>
                  </a:lnTo>
                  <a:cubicBezTo>
                    <a:pt x="3043" y="15668"/>
                    <a:pt x="2588" y="15204"/>
                    <a:pt x="2588" y="14642"/>
                  </a:cubicBezTo>
                  <a:lnTo>
                    <a:pt x="2588" y="7238"/>
                  </a:lnTo>
                  <a:lnTo>
                    <a:pt x="8181" y="2706"/>
                  </a:lnTo>
                  <a:close/>
                  <a:moveTo>
                    <a:pt x="8180" y="1"/>
                  </a:moveTo>
                  <a:cubicBezTo>
                    <a:pt x="7916" y="1"/>
                    <a:pt x="7651" y="88"/>
                    <a:pt x="7432" y="262"/>
                  </a:cubicBezTo>
                  <a:lnTo>
                    <a:pt x="4461" y="2679"/>
                  </a:lnTo>
                  <a:cubicBezTo>
                    <a:pt x="4269" y="2836"/>
                    <a:pt x="4418" y="3101"/>
                    <a:pt x="4609" y="3101"/>
                  </a:cubicBezTo>
                  <a:cubicBezTo>
                    <a:pt x="4657" y="3101"/>
                    <a:pt x="4707" y="3085"/>
                    <a:pt x="4756" y="3045"/>
                  </a:cubicBezTo>
                  <a:lnTo>
                    <a:pt x="7735" y="636"/>
                  </a:lnTo>
                  <a:cubicBezTo>
                    <a:pt x="7865" y="529"/>
                    <a:pt x="8023" y="476"/>
                    <a:pt x="8181" y="476"/>
                  </a:cubicBezTo>
                  <a:cubicBezTo>
                    <a:pt x="8340" y="476"/>
                    <a:pt x="8498" y="529"/>
                    <a:pt x="8628" y="636"/>
                  </a:cubicBezTo>
                  <a:lnTo>
                    <a:pt x="15479" y="6185"/>
                  </a:lnTo>
                  <a:cubicBezTo>
                    <a:pt x="15782" y="6435"/>
                    <a:pt x="15827" y="6881"/>
                    <a:pt x="15577" y="7184"/>
                  </a:cubicBezTo>
                  <a:cubicBezTo>
                    <a:pt x="15439" y="7354"/>
                    <a:pt x="15230" y="7443"/>
                    <a:pt x="15019" y="7443"/>
                  </a:cubicBezTo>
                  <a:cubicBezTo>
                    <a:pt x="14863" y="7443"/>
                    <a:pt x="14707" y="7394"/>
                    <a:pt x="14578" y="7292"/>
                  </a:cubicBezTo>
                  <a:lnTo>
                    <a:pt x="8333" y="2215"/>
                  </a:lnTo>
                  <a:cubicBezTo>
                    <a:pt x="8289" y="2180"/>
                    <a:pt x="8235" y="2162"/>
                    <a:pt x="8181" y="2162"/>
                  </a:cubicBezTo>
                  <a:cubicBezTo>
                    <a:pt x="8128" y="2162"/>
                    <a:pt x="8074" y="2180"/>
                    <a:pt x="8030" y="2215"/>
                  </a:cubicBezTo>
                  <a:lnTo>
                    <a:pt x="1776" y="7292"/>
                  </a:lnTo>
                  <a:cubicBezTo>
                    <a:pt x="1646" y="7395"/>
                    <a:pt x="1489" y="7446"/>
                    <a:pt x="1332" y="7446"/>
                  </a:cubicBezTo>
                  <a:cubicBezTo>
                    <a:pt x="1125" y="7446"/>
                    <a:pt x="919" y="7357"/>
                    <a:pt x="777" y="7184"/>
                  </a:cubicBezTo>
                  <a:cubicBezTo>
                    <a:pt x="536" y="6881"/>
                    <a:pt x="581" y="6435"/>
                    <a:pt x="884" y="6185"/>
                  </a:cubicBezTo>
                  <a:lnTo>
                    <a:pt x="3783" y="3830"/>
                  </a:lnTo>
                  <a:cubicBezTo>
                    <a:pt x="3977" y="3679"/>
                    <a:pt x="3818" y="3412"/>
                    <a:pt x="3628" y="3412"/>
                  </a:cubicBezTo>
                  <a:cubicBezTo>
                    <a:pt x="3582" y="3412"/>
                    <a:pt x="3534" y="3428"/>
                    <a:pt x="3489" y="3464"/>
                  </a:cubicBezTo>
                  <a:lnTo>
                    <a:pt x="590" y="5820"/>
                  </a:lnTo>
                  <a:cubicBezTo>
                    <a:pt x="81" y="6230"/>
                    <a:pt x="1" y="6979"/>
                    <a:pt x="411" y="7479"/>
                  </a:cubicBezTo>
                  <a:cubicBezTo>
                    <a:pt x="646" y="7768"/>
                    <a:pt x="984" y="7912"/>
                    <a:pt x="1324" y="7912"/>
                  </a:cubicBezTo>
                  <a:cubicBezTo>
                    <a:pt x="1604" y="7912"/>
                    <a:pt x="1886" y="7815"/>
                    <a:pt x="2115" y="7622"/>
                  </a:cubicBezTo>
                  <a:lnTo>
                    <a:pt x="2115" y="14642"/>
                  </a:lnTo>
                  <a:cubicBezTo>
                    <a:pt x="2115" y="15463"/>
                    <a:pt x="2784" y="16141"/>
                    <a:pt x="3614" y="16141"/>
                  </a:cubicBezTo>
                  <a:lnTo>
                    <a:pt x="12749" y="16141"/>
                  </a:lnTo>
                  <a:cubicBezTo>
                    <a:pt x="13579" y="16141"/>
                    <a:pt x="14248" y="15463"/>
                    <a:pt x="14248" y="14642"/>
                  </a:cubicBezTo>
                  <a:lnTo>
                    <a:pt x="14248" y="7622"/>
                  </a:lnTo>
                  <a:cubicBezTo>
                    <a:pt x="14473" y="7810"/>
                    <a:pt x="14755" y="7905"/>
                    <a:pt x="15035" y="7905"/>
                  </a:cubicBezTo>
                  <a:cubicBezTo>
                    <a:pt x="15378" y="7905"/>
                    <a:pt x="15717" y="7763"/>
                    <a:pt x="15943" y="7479"/>
                  </a:cubicBezTo>
                  <a:cubicBezTo>
                    <a:pt x="16362" y="6979"/>
                    <a:pt x="16282" y="6230"/>
                    <a:pt x="15773" y="5820"/>
                  </a:cubicBezTo>
                  <a:lnTo>
                    <a:pt x="8922" y="262"/>
                  </a:lnTo>
                  <a:cubicBezTo>
                    <a:pt x="8708" y="88"/>
                    <a:pt x="8445" y="1"/>
                    <a:pt x="8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70"/>
            <p:cNvSpPr/>
            <p:nvPr/>
          </p:nvSpPr>
          <p:spPr>
            <a:xfrm>
              <a:off x="3335950" y="4119900"/>
              <a:ext cx="236650" cy="236650"/>
            </a:xfrm>
            <a:custGeom>
              <a:avLst/>
              <a:gdLst/>
              <a:ahLst/>
              <a:cxnLst/>
              <a:rect l="l" t="t" r="r" b="b"/>
              <a:pathLst>
                <a:path w="9466" h="9466" extrusionOk="0">
                  <a:moveTo>
                    <a:pt x="4737" y="474"/>
                  </a:moveTo>
                  <a:cubicBezTo>
                    <a:pt x="7084" y="474"/>
                    <a:pt x="8993" y="2392"/>
                    <a:pt x="8993" y="4738"/>
                  </a:cubicBezTo>
                  <a:cubicBezTo>
                    <a:pt x="8993" y="7084"/>
                    <a:pt x="7084" y="8993"/>
                    <a:pt x="4737" y="8993"/>
                  </a:cubicBezTo>
                  <a:cubicBezTo>
                    <a:pt x="2391" y="8993"/>
                    <a:pt x="473" y="7084"/>
                    <a:pt x="473" y="4738"/>
                  </a:cubicBezTo>
                  <a:cubicBezTo>
                    <a:pt x="473" y="2392"/>
                    <a:pt x="2391" y="474"/>
                    <a:pt x="4737" y="474"/>
                  </a:cubicBezTo>
                  <a:close/>
                  <a:moveTo>
                    <a:pt x="4737" y="1"/>
                  </a:moveTo>
                  <a:cubicBezTo>
                    <a:pt x="2124" y="1"/>
                    <a:pt x="0" y="2124"/>
                    <a:pt x="0" y="4738"/>
                  </a:cubicBezTo>
                  <a:cubicBezTo>
                    <a:pt x="0" y="7343"/>
                    <a:pt x="2124" y="9466"/>
                    <a:pt x="4737" y="9466"/>
                  </a:cubicBezTo>
                  <a:cubicBezTo>
                    <a:pt x="7342" y="9466"/>
                    <a:pt x="9466" y="7343"/>
                    <a:pt x="9466" y="4738"/>
                  </a:cubicBezTo>
                  <a:cubicBezTo>
                    <a:pt x="9466" y="2124"/>
                    <a:pt x="7342" y="1"/>
                    <a:pt x="4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70"/>
            <p:cNvSpPr/>
            <p:nvPr/>
          </p:nvSpPr>
          <p:spPr>
            <a:xfrm>
              <a:off x="3367625" y="4151575"/>
              <a:ext cx="173525" cy="173550"/>
            </a:xfrm>
            <a:custGeom>
              <a:avLst/>
              <a:gdLst/>
              <a:ahLst/>
              <a:cxnLst/>
              <a:rect l="l" t="t" r="r" b="b"/>
              <a:pathLst>
                <a:path w="6941" h="6942" extrusionOk="0">
                  <a:moveTo>
                    <a:pt x="3470" y="1"/>
                  </a:moveTo>
                  <a:cubicBezTo>
                    <a:pt x="1552" y="1"/>
                    <a:pt x="0" y="1553"/>
                    <a:pt x="0" y="3471"/>
                  </a:cubicBezTo>
                  <a:cubicBezTo>
                    <a:pt x="0" y="5380"/>
                    <a:pt x="1552" y="6941"/>
                    <a:pt x="3470" y="6941"/>
                  </a:cubicBezTo>
                  <a:cubicBezTo>
                    <a:pt x="4229" y="6941"/>
                    <a:pt x="4960" y="6700"/>
                    <a:pt x="5567" y="6236"/>
                  </a:cubicBezTo>
                  <a:cubicBezTo>
                    <a:pt x="5762" y="6085"/>
                    <a:pt x="5612" y="5811"/>
                    <a:pt x="5420" y="5811"/>
                  </a:cubicBezTo>
                  <a:cubicBezTo>
                    <a:pt x="5375" y="5811"/>
                    <a:pt x="5327" y="5826"/>
                    <a:pt x="5281" y="5862"/>
                  </a:cubicBezTo>
                  <a:cubicBezTo>
                    <a:pt x="4755" y="6254"/>
                    <a:pt x="4131" y="6468"/>
                    <a:pt x="3470" y="6468"/>
                  </a:cubicBezTo>
                  <a:cubicBezTo>
                    <a:pt x="1811" y="6468"/>
                    <a:pt x="473" y="5121"/>
                    <a:pt x="473" y="3471"/>
                  </a:cubicBezTo>
                  <a:cubicBezTo>
                    <a:pt x="473" y="1812"/>
                    <a:pt x="1811" y="473"/>
                    <a:pt x="3470" y="473"/>
                  </a:cubicBezTo>
                  <a:cubicBezTo>
                    <a:pt x="5121" y="473"/>
                    <a:pt x="6468" y="1812"/>
                    <a:pt x="6468" y="3471"/>
                  </a:cubicBezTo>
                  <a:cubicBezTo>
                    <a:pt x="6468" y="4006"/>
                    <a:pt x="6325" y="4541"/>
                    <a:pt x="6049" y="5005"/>
                  </a:cubicBezTo>
                  <a:cubicBezTo>
                    <a:pt x="5937" y="5186"/>
                    <a:pt x="6102" y="5357"/>
                    <a:pt x="6264" y="5357"/>
                  </a:cubicBezTo>
                  <a:cubicBezTo>
                    <a:pt x="6334" y="5357"/>
                    <a:pt x="6404" y="5325"/>
                    <a:pt x="6450" y="5246"/>
                  </a:cubicBezTo>
                  <a:cubicBezTo>
                    <a:pt x="6771" y="4711"/>
                    <a:pt x="6941" y="4095"/>
                    <a:pt x="6941" y="3471"/>
                  </a:cubicBezTo>
                  <a:cubicBezTo>
                    <a:pt x="6941" y="1553"/>
                    <a:pt x="5380" y="1"/>
                    <a:pt x="3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70"/>
            <p:cNvSpPr/>
            <p:nvPr/>
          </p:nvSpPr>
          <p:spPr>
            <a:xfrm>
              <a:off x="3399050" y="4183025"/>
              <a:ext cx="110650" cy="110650"/>
            </a:xfrm>
            <a:custGeom>
              <a:avLst/>
              <a:gdLst/>
              <a:ahLst/>
              <a:cxnLst/>
              <a:rect l="l" t="t" r="r" b="b"/>
              <a:pathLst>
                <a:path w="4426" h="4426" extrusionOk="0">
                  <a:moveTo>
                    <a:pt x="2213" y="473"/>
                  </a:moveTo>
                  <a:cubicBezTo>
                    <a:pt x="3168" y="473"/>
                    <a:pt x="3953" y="1249"/>
                    <a:pt x="3953" y="2213"/>
                  </a:cubicBezTo>
                  <a:cubicBezTo>
                    <a:pt x="3953" y="3167"/>
                    <a:pt x="3168" y="3952"/>
                    <a:pt x="2213" y="3952"/>
                  </a:cubicBezTo>
                  <a:cubicBezTo>
                    <a:pt x="1250" y="3952"/>
                    <a:pt x="474" y="3167"/>
                    <a:pt x="474" y="2213"/>
                  </a:cubicBezTo>
                  <a:cubicBezTo>
                    <a:pt x="474" y="1249"/>
                    <a:pt x="1250" y="473"/>
                    <a:pt x="2213" y="473"/>
                  </a:cubicBezTo>
                  <a:close/>
                  <a:moveTo>
                    <a:pt x="2213" y="0"/>
                  </a:moveTo>
                  <a:cubicBezTo>
                    <a:pt x="991" y="0"/>
                    <a:pt x="1" y="991"/>
                    <a:pt x="1" y="2213"/>
                  </a:cubicBezTo>
                  <a:cubicBezTo>
                    <a:pt x="1" y="3426"/>
                    <a:pt x="991" y="4425"/>
                    <a:pt x="2213" y="4425"/>
                  </a:cubicBezTo>
                  <a:cubicBezTo>
                    <a:pt x="3427" y="4425"/>
                    <a:pt x="4426" y="3426"/>
                    <a:pt x="4426" y="2213"/>
                  </a:cubicBezTo>
                  <a:cubicBezTo>
                    <a:pt x="4426" y="991"/>
                    <a:pt x="3427" y="0"/>
                    <a:pt x="2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1" name="Google Shape;4531;p70"/>
          <p:cNvGrpSpPr/>
          <p:nvPr/>
        </p:nvGrpSpPr>
        <p:grpSpPr>
          <a:xfrm>
            <a:off x="7757969" y="3276378"/>
            <a:ext cx="323648" cy="323789"/>
            <a:chOff x="5496625" y="4038500"/>
            <a:chExt cx="403250" cy="403475"/>
          </a:xfrm>
        </p:grpSpPr>
        <p:sp>
          <p:nvSpPr>
            <p:cNvPr id="4532" name="Google Shape;4532;p70"/>
            <p:cNvSpPr/>
            <p:nvPr/>
          </p:nvSpPr>
          <p:spPr>
            <a:xfrm>
              <a:off x="5502425" y="4044525"/>
              <a:ext cx="104400" cy="104175"/>
            </a:xfrm>
            <a:custGeom>
              <a:avLst/>
              <a:gdLst/>
              <a:ahLst/>
              <a:cxnLst/>
              <a:rect l="l" t="t" r="r" b="b"/>
              <a:pathLst>
                <a:path w="4176" h="4167" extrusionOk="0">
                  <a:moveTo>
                    <a:pt x="2088" y="1"/>
                  </a:moveTo>
                  <a:cubicBezTo>
                    <a:pt x="937" y="1"/>
                    <a:pt x="0" y="937"/>
                    <a:pt x="0" y="2088"/>
                  </a:cubicBezTo>
                  <a:cubicBezTo>
                    <a:pt x="0" y="3239"/>
                    <a:pt x="937" y="4167"/>
                    <a:pt x="2088" y="4167"/>
                  </a:cubicBezTo>
                  <a:cubicBezTo>
                    <a:pt x="3239" y="4167"/>
                    <a:pt x="4175" y="3239"/>
                    <a:pt x="4175" y="2088"/>
                  </a:cubicBezTo>
                  <a:cubicBezTo>
                    <a:pt x="4175" y="937"/>
                    <a:pt x="3239" y="1"/>
                    <a:pt x="20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70"/>
            <p:cNvSpPr/>
            <p:nvPr/>
          </p:nvSpPr>
          <p:spPr>
            <a:xfrm>
              <a:off x="5789675" y="4044525"/>
              <a:ext cx="104400" cy="104175"/>
            </a:xfrm>
            <a:custGeom>
              <a:avLst/>
              <a:gdLst/>
              <a:ahLst/>
              <a:cxnLst/>
              <a:rect l="l" t="t" r="r" b="b"/>
              <a:pathLst>
                <a:path w="4176" h="4167" extrusionOk="0">
                  <a:moveTo>
                    <a:pt x="2088" y="1"/>
                  </a:moveTo>
                  <a:cubicBezTo>
                    <a:pt x="937" y="1"/>
                    <a:pt x="1" y="937"/>
                    <a:pt x="1" y="2088"/>
                  </a:cubicBezTo>
                  <a:cubicBezTo>
                    <a:pt x="1" y="3239"/>
                    <a:pt x="937" y="4167"/>
                    <a:pt x="2088" y="4167"/>
                  </a:cubicBezTo>
                  <a:cubicBezTo>
                    <a:pt x="3239" y="4167"/>
                    <a:pt x="4176" y="3239"/>
                    <a:pt x="4176" y="2088"/>
                  </a:cubicBezTo>
                  <a:cubicBezTo>
                    <a:pt x="4176" y="937"/>
                    <a:pt x="3239" y="1"/>
                    <a:pt x="20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70"/>
            <p:cNvSpPr/>
            <p:nvPr/>
          </p:nvSpPr>
          <p:spPr>
            <a:xfrm>
              <a:off x="5550375" y="4329600"/>
              <a:ext cx="109525" cy="106525"/>
            </a:xfrm>
            <a:custGeom>
              <a:avLst/>
              <a:gdLst/>
              <a:ahLst/>
              <a:cxnLst/>
              <a:rect l="l" t="t" r="r" b="b"/>
              <a:pathLst>
                <a:path w="4381" h="4261" extrusionOk="0">
                  <a:moveTo>
                    <a:pt x="3671" y="1"/>
                  </a:moveTo>
                  <a:cubicBezTo>
                    <a:pt x="3506" y="1"/>
                    <a:pt x="3341" y="65"/>
                    <a:pt x="3212" y="195"/>
                  </a:cubicBezTo>
                  <a:lnTo>
                    <a:pt x="250" y="3157"/>
                  </a:lnTo>
                  <a:cubicBezTo>
                    <a:pt x="0" y="3406"/>
                    <a:pt x="0" y="3817"/>
                    <a:pt x="250" y="4067"/>
                  </a:cubicBezTo>
                  <a:cubicBezTo>
                    <a:pt x="375" y="4196"/>
                    <a:pt x="540" y="4261"/>
                    <a:pt x="706" y="4261"/>
                  </a:cubicBezTo>
                  <a:cubicBezTo>
                    <a:pt x="872" y="4261"/>
                    <a:pt x="1040" y="4196"/>
                    <a:pt x="1169" y="4067"/>
                  </a:cubicBezTo>
                  <a:lnTo>
                    <a:pt x="4131" y="1105"/>
                  </a:lnTo>
                  <a:cubicBezTo>
                    <a:pt x="4381" y="855"/>
                    <a:pt x="4381" y="445"/>
                    <a:pt x="4131" y="195"/>
                  </a:cubicBezTo>
                  <a:cubicBezTo>
                    <a:pt x="4001" y="65"/>
                    <a:pt x="3836" y="1"/>
                    <a:pt x="36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70"/>
            <p:cNvSpPr/>
            <p:nvPr/>
          </p:nvSpPr>
          <p:spPr>
            <a:xfrm>
              <a:off x="5736600" y="4329600"/>
              <a:ext cx="109525" cy="106525"/>
            </a:xfrm>
            <a:custGeom>
              <a:avLst/>
              <a:gdLst/>
              <a:ahLst/>
              <a:cxnLst/>
              <a:rect l="l" t="t" r="r" b="b"/>
              <a:pathLst>
                <a:path w="4381" h="4261" extrusionOk="0">
                  <a:moveTo>
                    <a:pt x="710" y="1"/>
                  </a:moveTo>
                  <a:cubicBezTo>
                    <a:pt x="545" y="1"/>
                    <a:pt x="380" y="65"/>
                    <a:pt x="250" y="195"/>
                  </a:cubicBezTo>
                  <a:cubicBezTo>
                    <a:pt x="0" y="445"/>
                    <a:pt x="0" y="855"/>
                    <a:pt x="250" y="1105"/>
                  </a:cubicBezTo>
                  <a:lnTo>
                    <a:pt x="3212" y="4067"/>
                  </a:lnTo>
                  <a:cubicBezTo>
                    <a:pt x="3341" y="4196"/>
                    <a:pt x="3509" y="4261"/>
                    <a:pt x="3675" y="4261"/>
                  </a:cubicBezTo>
                  <a:cubicBezTo>
                    <a:pt x="3841" y="4261"/>
                    <a:pt x="4006" y="4196"/>
                    <a:pt x="4131" y="4067"/>
                  </a:cubicBezTo>
                  <a:cubicBezTo>
                    <a:pt x="4381" y="3817"/>
                    <a:pt x="4381" y="3406"/>
                    <a:pt x="4131" y="3157"/>
                  </a:cubicBezTo>
                  <a:lnTo>
                    <a:pt x="1169" y="195"/>
                  </a:lnTo>
                  <a:cubicBezTo>
                    <a:pt x="1040" y="65"/>
                    <a:pt x="875" y="1"/>
                    <a:pt x="7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70"/>
            <p:cNvSpPr/>
            <p:nvPr/>
          </p:nvSpPr>
          <p:spPr>
            <a:xfrm>
              <a:off x="5502425" y="4044525"/>
              <a:ext cx="391650" cy="391425"/>
            </a:xfrm>
            <a:custGeom>
              <a:avLst/>
              <a:gdLst/>
              <a:ahLst/>
              <a:cxnLst/>
              <a:rect l="l" t="t" r="r" b="b"/>
              <a:pathLst>
                <a:path w="15666" h="15657" extrusionOk="0">
                  <a:moveTo>
                    <a:pt x="7833" y="1"/>
                  </a:moveTo>
                  <a:cubicBezTo>
                    <a:pt x="3506" y="1"/>
                    <a:pt x="0" y="3506"/>
                    <a:pt x="0" y="7833"/>
                  </a:cubicBezTo>
                  <a:cubicBezTo>
                    <a:pt x="0" y="12151"/>
                    <a:pt x="3506" y="15657"/>
                    <a:pt x="7833" y="15657"/>
                  </a:cubicBezTo>
                  <a:cubicBezTo>
                    <a:pt x="12160" y="15657"/>
                    <a:pt x="15666" y="12151"/>
                    <a:pt x="15666" y="7833"/>
                  </a:cubicBezTo>
                  <a:cubicBezTo>
                    <a:pt x="15666" y="3506"/>
                    <a:pt x="12160" y="1"/>
                    <a:pt x="78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70"/>
            <p:cNvSpPr/>
            <p:nvPr/>
          </p:nvSpPr>
          <p:spPr>
            <a:xfrm>
              <a:off x="5541900" y="4084000"/>
              <a:ext cx="312700" cy="312700"/>
            </a:xfrm>
            <a:custGeom>
              <a:avLst/>
              <a:gdLst/>
              <a:ahLst/>
              <a:cxnLst/>
              <a:rect l="l" t="t" r="r" b="b"/>
              <a:pathLst>
                <a:path w="12508" h="12508" extrusionOk="0">
                  <a:moveTo>
                    <a:pt x="6254" y="1"/>
                  </a:moveTo>
                  <a:cubicBezTo>
                    <a:pt x="2802" y="1"/>
                    <a:pt x="0" y="2802"/>
                    <a:pt x="0" y="6254"/>
                  </a:cubicBezTo>
                  <a:cubicBezTo>
                    <a:pt x="0" y="9707"/>
                    <a:pt x="2802" y="12508"/>
                    <a:pt x="6254" y="12508"/>
                  </a:cubicBezTo>
                  <a:cubicBezTo>
                    <a:pt x="9706" y="12508"/>
                    <a:pt x="12508" y="9707"/>
                    <a:pt x="12508" y="6254"/>
                  </a:cubicBezTo>
                  <a:cubicBezTo>
                    <a:pt x="12508" y="2802"/>
                    <a:pt x="9706" y="1"/>
                    <a:pt x="6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70"/>
            <p:cNvSpPr/>
            <p:nvPr/>
          </p:nvSpPr>
          <p:spPr>
            <a:xfrm>
              <a:off x="5682400" y="4118950"/>
              <a:ext cx="32375" cy="137100"/>
            </a:xfrm>
            <a:custGeom>
              <a:avLst/>
              <a:gdLst/>
              <a:ahLst/>
              <a:cxnLst/>
              <a:rect l="l" t="t" r="r" b="b"/>
              <a:pathLst>
                <a:path w="1295" h="5484" extrusionOk="0">
                  <a:moveTo>
                    <a:pt x="651" y="0"/>
                  </a:moveTo>
                  <a:cubicBezTo>
                    <a:pt x="631" y="0"/>
                    <a:pt x="610" y="1"/>
                    <a:pt x="589" y="3"/>
                  </a:cubicBezTo>
                  <a:cubicBezTo>
                    <a:pt x="259" y="30"/>
                    <a:pt x="1" y="324"/>
                    <a:pt x="1" y="663"/>
                  </a:cubicBezTo>
                  <a:lnTo>
                    <a:pt x="1" y="4820"/>
                  </a:lnTo>
                  <a:cubicBezTo>
                    <a:pt x="1" y="5159"/>
                    <a:pt x="259" y="5454"/>
                    <a:pt x="589" y="5481"/>
                  </a:cubicBezTo>
                  <a:cubicBezTo>
                    <a:pt x="610" y="5483"/>
                    <a:pt x="631" y="5483"/>
                    <a:pt x="651" y="5483"/>
                  </a:cubicBezTo>
                  <a:cubicBezTo>
                    <a:pt x="1007" y="5483"/>
                    <a:pt x="1294" y="5193"/>
                    <a:pt x="1294" y="4838"/>
                  </a:cubicBezTo>
                  <a:lnTo>
                    <a:pt x="1294" y="645"/>
                  </a:lnTo>
                  <a:cubicBezTo>
                    <a:pt x="1294" y="291"/>
                    <a:pt x="1007" y="0"/>
                    <a:pt x="6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70"/>
            <p:cNvSpPr/>
            <p:nvPr/>
          </p:nvSpPr>
          <p:spPr>
            <a:xfrm>
              <a:off x="5679725" y="4224575"/>
              <a:ext cx="93700" cy="65000"/>
            </a:xfrm>
            <a:custGeom>
              <a:avLst/>
              <a:gdLst/>
              <a:ahLst/>
              <a:cxnLst/>
              <a:rect l="l" t="t" r="r" b="b"/>
              <a:pathLst>
                <a:path w="3748" h="2600" extrusionOk="0">
                  <a:moveTo>
                    <a:pt x="742" y="0"/>
                  </a:moveTo>
                  <a:cubicBezTo>
                    <a:pt x="519" y="0"/>
                    <a:pt x="299" y="116"/>
                    <a:pt x="179" y="319"/>
                  </a:cubicBezTo>
                  <a:cubicBezTo>
                    <a:pt x="1" y="631"/>
                    <a:pt x="108" y="1024"/>
                    <a:pt x="420" y="1202"/>
                  </a:cubicBezTo>
                  <a:lnTo>
                    <a:pt x="2686" y="2513"/>
                  </a:lnTo>
                  <a:cubicBezTo>
                    <a:pt x="2785" y="2572"/>
                    <a:pt x="2895" y="2600"/>
                    <a:pt x="3004" y="2600"/>
                  </a:cubicBezTo>
                  <a:cubicBezTo>
                    <a:pt x="3228" y="2600"/>
                    <a:pt x="3449" y="2483"/>
                    <a:pt x="3569" y="2273"/>
                  </a:cubicBezTo>
                  <a:cubicBezTo>
                    <a:pt x="3747" y="1969"/>
                    <a:pt x="3640" y="1568"/>
                    <a:pt x="3328" y="1389"/>
                  </a:cubicBezTo>
                  <a:lnTo>
                    <a:pt x="1062" y="87"/>
                  </a:lnTo>
                  <a:cubicBezTo>
                    <a:pt x="962" y="28"/>
                    <a:pt x="852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70"/>
            <p:cNvSpPr/>
            <p:nvPr/>
          </p:nvSpPr>
          <p:spPr>
            <a:xfrm>
              <a:off x="5667450" y="4209575"/>
              <a:ext cx="61600" cy="61350"/>
            </a:xfrm>
            <a:custGeom>
              <a:avLst/>
              <a:gdLst/>
              <a:ahLst/>
              <a:cxnLst/>
              <a:rect l="l" t="t" r="r" b="b"/>
              <a:pathLst>
                <a:path w="2464" h="2454" extrusionOk="0">
                  <a:moveTo>
                    <a:pt x="1232" y="0"/>
                  </a:moveTo>
                  <a:cubicBezTo>
                    <a:pt x="554" y="0"/>
                    <a:pt x="1" y="553"/>
                    <a:pt x="1" y="1231"/>
                  </a:cubicBezTo>
                  <a:cubicBezTo>
                    <a:pt x="1" y="1909"/>
                    <a:pt x="554" y="2453"/>
                    <a:pt x="1232" y="2453"/>
                  </a:cubicBezTo>
                  <a:cubicBezTo>
                    <a:pt x="1910" y="2453"/>
                    <a:pt x="2463" y="1909"/>
                    <a:pt x="2463" y="1231"/>
                  </a:cubicBezTo>
                  <a:cubicBezTo>
                    <a:pt x="2463" y="553"/>
                    <a:pt x="1910" y="0"/>
                    <a:pt x="12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70"/>
            <p:cNvSpPr/>
            <p:nvPr/>
          </p:nvSpPr>
          <p:spPr>
            <a:xfrm>
              <a:off x="5496625" y="4038500"/>
              <a:ext cx="403250" cy="403475"/>
            </a:xfrm>
            <a:custGeom>
              <a:avLst/>
              <a:gdLst/>
              <a:ahLst/>
              <a:cxnLst/>
              <a:rect l="l" t="t" r="r" b="b"/>
              <a:pathLst>
                <a:path w="16130" h="16139" extrusionOk="0">
                  <a:moveTo>
                    <a:pt x="13810" y="473"/>
                  </a:moveTo>
                  <a:cubicBezTo>
                    <a:pt x="14827" y="473"/>
                    <a:pt x="15657" y="1303"/>
                    <a:pt x="15657" y="2329"/>
                  </a:cubicBezTo>
                  <a:cubicBezTo>
                    <a:pt x="15657" y="2909"/>
                    <a:pt x="15380" y="3462"/>
                    <a:pt x="14916" y="3810"/>
                  </a:cubicBezTo>
                  <a:cubicBezTo>
                    <a:pt x="14595" y="3292"/>
                    <a:pt x="14212" y="2811"/>
                    <a:pt x="13766" y="2365"/>
                  </a:cubicBezTo>
                  <a:cubicBezTo>
                    <a:pt x="13328" y="1928"/>
                    <a:pt x="12847" y="1544"/>
                    <a:pt x="12329" y="1223"/>
                  </a:cubicBezTo>
                  <a:cubicBezTo>
                    <a:pt x="12677" y="759"/>
                    <a:pt x="13221" y="473"/>
                    <a:pt x="13810" y="473"/>
                  </a:cubicBezTo>
                  <a:close/>
                  <a:moveTo>
                    <a:pt x="3105" y="14435"/>
                  </a:moveTo>
                  <a:cubicBezTo>
                    <a:pt x="3319" y="14604"/>
                    <a:pt x="3551" y="14765"/>
                    <a:pt x="3783" y="14908"/>
                  </a:cubicBezTo>
                  <a:lnTo>
                    <a:pt x="3150" y="15550"/>
                  </a:lnTo>
                  <a:cubicBezTo>
                    <a:pt x="3069" y="15626"/>
                    <a:pt x="2964" y="15664"/>
                    <a:pt x="2860" y="15664"/>
                  </a:cubicBezTo>
                  <a:cubicBezTo>
                    <a:pt x="2755" y="15664"/>
                    <a:pt x="2650" y="15626"/>
                    <a:pt x="2570" y="15550"/>
                  </a:cubicBezTo>
                  <a:cubicBezTo>
                    <a:pt x="2409" y="15389"/>
                    <a:pt x="2409" y="15122"/>
                    <a:pt x="2570" y="14970"/>
                  </a:cubicBezTo>
                  <a:lnTo>
                    <a:pt x="3105" y="14435"/>
                  </a:lnTo>
                  <a:close/>
                  <a:moveTo>
                    <a:pt x="13025" y="14435"/>
                  </a:moveTo>
                  <a:lnTo>
                    <a:pt x="13560" y="14970"/>
                  </a:lnTo>
                  <a:cubicBezTo>
                    <a:pt x="13721" y="15122"/>
                    <a:pt x="13721" y="15389"/>
                    <a:pt x="13560" y="15550"/>
                  </a:cubicBezTo>
                  <a:cubicBezTo>
                    <a:pt x="13480" y="15626"/>
                    <a:pt x="13375" y="15664"/>
                    <a:pt x="13270" y="15664"/>
                  </a:cubicBezTo>
                  <a:cubicBezTo>
                    <a:pt x="13166" y="15664"/>
                    <a:pt x="13061" y="15626"/>
                    <a:pt x="12981" y="15550"/>
                  </a:cubicBezTo>
                  <a:lnTo>
                    <a:pt x="12347" y="14908"/>
                  </a:lnTo>
                  <a:cubicBezTo>
                    <a:pt x="12579" y="14765"/>
                    <a:pt x="12811" y="14604"/>
                    <a:pt x="13025" y="14435"/>
                  </a:cubicBezTo>
                  <a:close/>
                  <a:moveTo>
                    <a:pt x="8065" y="473"/>
                  </a:moveTo>
                  <a:cubicBezTo>
                    <a:pt x="12204" y="473"/>
                    <a:pt x="15657" y="3935"/>
                    <a:pt x="15657" y="8074"/>
                  </a:cubicBezTo>
                  <a:cubicBezTo>
                    <a:pt x="15657" y="10331"/>
                    <a:pt x="14640" y="12490"/>
                    <a:pt x="12900" y="13926"/>
                  </a:cubicBezTo>
                  <a:cubicBezTo>
                    <a:pt x="11500" y="15024"/>
                    <a:pt x="9858" y="15666"/>
                    <a:pt x="8065" y="15666"/>
                  </a:cubicBezTo>
                  <a:cubicBezTo>
                    <a:pt x="6058" y="15666"/>
                    <a:pt x="4113" y="14854"/>
                    <a:pt x="2695" y="13445"/>
                  </a:cubicBezTo>
                  <a:cubicBezTo>
                    <a:pt x="1258" y="12008"/>
                    <a:pt x="473" y="10099"/>
                    <a:pt x="473" y="8074"/>
                  </a:cubicBezTo>
                  <a:cubicBezTo>
                    <a:pt x="473" y="6308"/>
                    <a:pt x="1089" y="4586"/>
                    <a:pt x="2213" y="3230"/>
                  </a:cubicBezTo>
                  <a:cubicBezTo>
                    <a:pt x="2359" y="3057"/>
                    <a:pt x="2192" y="2844"/>
                    <a:pt x="2017" y="2844"/>
                  </a:cubicBezTo>
                  <a:cubicBezTo>
                    <a:pt x="1957" y="2844"/>
                    <a:pt x="1897" y="2868"/>
                    <a:pt x="1847" y="2927"/>
                  </a:cubicBezTo>
                  <a:cubicBezTo>
                    <a:pt x="1615" y="3212"/>
                    <a:pt x="1410" y="3507"/>
                    <a:pt x="1214" y="3810"/>
                  </a:cubicBezTo>
                  <a:cubicBezTo>
                    <a:pt x="750" y="3462"/>
                    <a:pt x="473" y="2909"/>
                    <a:pt x="473" y="2329"/>
                  </a:cubicBezTo>
                  <a:cubicBezTo>
                    <a:pt x="473" y="1303"/>
                    <a:pt x="1303" y="473"/>
                    <a:pt x="2320" y="473"/>
                  </a:cubicBezTo>
                  <a:cubicBezTo>
                    <a:pt x="2909" y="473"/>
                    <a:pt x="3453" y="759"/>
                    <a:pt x="3801" y="1223"/>
                  </a:cubicBezTo>
                  <a:cubicBezTo>
                    <a:pt x="3435" y="1455"/>
                    <a:pt x="3078" y="1713"/>
                    <a:pt x="2748" y="2008"/>
                  </a:cubicBezTo>
                  <a:cubicBezTo>
                    <a:pt x="2564" y="2164"/>
                    <a:pt x="2723" y="2422"/>
                    <a:pt x="2913" y="2422"/>
                  </a:cubicBezTo>
                  <a:cubicBezTo>
                    <a:pt x="2962" y="2422"/>
                    <a:pt x="3013" y="2405"/>
                    <a:pt x="3060" y="2365"/>
                  </a:cubicBezTo>
                  <a:cubicBezTo>
                    <a:pt x="4443" y="1143"/>
                    <a:pt x="6218" y="473"/>
                    <a:pt x="8065" y="473"/>
                  </a:cubicBezTo>
                  <a:close/>
                  <a:moveTo>
                    <a:pt x="2320" y="1"/>
                  </a:moveTo>
                  <a:cubicBezTo>
                    <a:pt x="1035" y="1"/>
                    <a:pt x="0" y="1044"/>
                    <a:pt x="0" y="2329"/>
                  </a:cubicBezTo>
                  <a:cubicBezTo>
                    <a:pt x="0" y="3078"/>
                    <a:pt x="366" y="3792"/>
                    <a:pt x="982" y="4220"/>
                  </a:cubicBezTo>
                  <a:cubicBezTo>
                    <a:pt x="339" y="5398"/>
                    <a:pt x="0" y="6718"/>
                    <a:pt x="0" y="8074"/>
                  </a:cubicBezTo>
                  <a:cubicBezTo>
                    <a:pt x="0" y="10224"/>
                    <a:pt x="839" y="12249"/>
                    <a:pt x="2364" y="13775"/>
                  </a:cubicBezTo>
                  <a:cubicBezTo>
                    <a:pt x="2480" y="13900"/>
                    <a:pt x="2605" y="14016"/>
                    <a:pt x="2739" y="14131"/>
                  </a:cubicBezTo>
                  <a:lnTo>
                    <a:pt x="2231" y="14631"/>
                  </a:lnTo>
                  <a:cubicBezTo>
                    <a:pt x="1892" y="14979"/>
                    <a:pt x="1892" y="15532"/>
                    <a:pt x="2231" y="15880"/>
                  </a:cubicBezTo>
                  <a:cubicBezTo>
                    <a:pt x="2400" y="16050"/>
                    <a:pt x="2628" y="16134"/>
                    <a:pt x="2855" y="16134"/>
                  </a:cubicBezTo>
                  <a:cubicBezTo>
                    <a:pt x="3083" y="16134"/>
                    <a:pt x="3310" y="16050"/>
                    <a:pt x="3480" y="15880"/>
                  </a:cubicBezTo>
                  <a:lnTo>
                    <a:pt x="4202" y="15157"/>
                  </a:lnTo>
                  <a:cubicBezTo>
                    <a:pt x="5371" y="15800"/>
                    <a:pt x="6691" y="16139"/>
                    <a:pt x="8065" y="16139"/>
                  </a:cubicBezTo>
                  <a:cubicBezTo>
                    <a:pt x="9439" y="16139"/>
                    <a:pt x="10759" y="15800"/>
                    <a:pt x="11928" y="15157"/>
                  </a:cubicBezTo>
                  <a:lnTo>
                    <a:pt x="12650" y="15880"/>
                  </a:lnTo>
                  <a:cubicBezTo>
                    <a:pt x="12815" y="16050"/>
                    <a:pt x="13043" y="16134"/>
                    <a:pt x="13272" y="16134"/>
                  </a:cubicBezTo>
                  <a:cubicBezTo>
                    <a:pt x="13500" y="16134"/>
                    <a:pt x="13730" y="16050"/>
                    <a:pt x="13899" y="15880"/>
                  </a:cubicBezTo>
                  <a:cubicBezTo>
                    <a:pt x="14238" y="15532"/>
                    <a:pt x="14238" y="14979"/>
                    <a:pt x="13899" y="14631"/>
                  </a:cubicBezTo>
                  <a:lnTo>
                    <a:pt x="13391" y="14131"/>
                  </a:lnTo>
                  <a:cubicBezTo>
                    <a:pt x="13525" y="14016"/>
                    <a:pt x="13650" y="13900"/>
                    <a:pt x="13766" y="13775"/>
                  </a:cubicBezTo>
                  <a:cubicBezTo>
                    <a:pt x="15291" y="12249"/>
                    <a:pt x="16130" y="10224"/>
                    <a:pt x="16130" y="8074"/>
                  </a:cubicBezTo>
                  <a:cubicBezTo>
                    <a:pt x="16130" y="6700"/>
                    <a:pt x="15791" y="5389"/>
                    <a:pt x="15157" y="4220"/>
                  </a:cubicBezTo>
                  <a:cubicBezTo>
                    <a:pt x="15764" y="3783"/>
                    <a:pt x="16130" y="3078"/>
                    <a:pt x="16130" y="2329"/>
                  </a:cubicBezTo>
                  <a:cubicBezTo>
                    <a:pt x="16130" y="1044"/>
                    <a:pt x="15095" y="1"/>
                    <a:pt x="13810" y="1"/>
                  </a:cubicBezTo>
                  <a:cubicBezTo>
                    <a:pt x="13061" y="1"/>
                    <a:pt x="12347" y="375"/>
                    <a:pt x="11919" y="982"/>
                  </a:cubicBezTo>
                  <a:cubicBezTo>
                    <a:pt x="10750" y="340"/>
                    <a:pt x="9430" y="1"/>
                    <a:pt x="8065" y="1"/>
                  </a:cubicBezTo>
                  <a:cubicBezTo>
                    <a:pt x="6709" y="1"/>
                    <a:pt x="5389" y="349"/>
                    <a:pt x="4211" y="982"/>
                  </a:cubicBezTo>
                  <a:cubicBezTo>
                    <a:pt x="3783" y="375"/>
                    <a:pt x="3078" y="1"/>
                    <a:pt x="2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70"/>
            <p:cNvSpPr/>
            <p:nvPr/>
          </p:nvSpPr>
          <p:spPr>
            <a:xfrm>
              <a:off x="5535875" y="4077975"/>
              <a:ext cx="324750" cy="324525"/>
            </a:xfrm>
            <a:custGeom>
              <a:avLst/>
              <a:gdLst/>
              <a:ahLst/>
              <a:cxnLst/>
              <a:rect l="l" t="t" r="r" b="b"/>
              <a:pathLst>
                <a:path w="12990" h="12981" extrusionOk="0">
                  <a:moveTo>
                    <a:pt x="6495" y="1"/>
                  </a:moveTo>
                  <a:cubicBezTo>
                    <a:pt x="2918" y="1"/>
                    <a:pt x="1" y="2918"/>
                    <a:pt x="1" y="6495"/>
                  </a:cubicBezTo>
                  <a:cubicBezTo>
                    <a:pt x="1" y="10072"/>
                    <a:pt x="2918" y="12981"/>
                    <a:pt x="6495" y="12981"/>
                  </a:cubicBezTo>
                  <a:cubicBezTo>
                    <a:pt x="8547" y="12981"/>
                    <a:pt x="10518" y="11982"/>
                    <a:pt x="11732" y="10322"/>
                  </a:cubicBezTo>
                  <a:cubicBezTo>
                    <a:pt x="11861" y="10147"/>
                    <a:pt x="11699" y="9949"/>
                    <a:pt x="11529" y="9949"/>
                  </a:cubicBezTo>
                  <a:cubicBezTo>
                    <a:pt x="11465" y="9949"/>
                    <a:pt x="11399" y="9977"/>
                    <a:pt x="11348" y="10046"/>
                  </a:cubicBezTo>
                  <a:cubicBezTo>
                    <a:pt x="10224" y="11580"/>
                    <a:pt x="8404" y="12508"/>
                    <a:pt x="6495" y="12508"/>
                  </a:cubicBezTo>
                  <a:cubicBezTo>
                    <a:pt x="3176" y="12508"/>
                    <a:pt x="473" y="9814"/>
                    <a:pt x="473" y="6495"/>
                  </a:cubicBezTo>
                  <a:cubicBezTo>
                    <a:pt x="473" y="3177"/>
                    <a:pt x="3176" y="473"/>
                    <a:pt x="6495" y="473"/>
                  </a:cubicBezTo>
                  <a:cubicBezTo>
                    <a:pt x="9814" y="473"/>
                    <a:pt x="12517" y="3177"/>
                    <a:pt x="12517" y="6495"/>
                  </a:cubicBezTo>
                  <a:cubicBezTo>
                    <a:pt x="12517" y="7378"/>
                    <a:pt x="12329" y="8226"/>
                    <a:pt x="11955" y="9020"/>
                  </a:cubicBezTo>
                  <a:cubicBezTo>
                    <a:pt x="11872" y="9202"/>
                    <a:pt x="12030" y="9350"/>
                    <a:pt x="12184" y="9350"/>
                  </a:cubicBezTo>
                  <a:cubicBezTo>
                    <a:pt x="12263" y="9350"/>
                    <a:pt x="12340" y="9310"/>
                    <a:pt x="12383" y="9216"/>
                  </a:cubicBezTo>
                  <a:cubicBezTo>
                    <a:pt x="12784" y="8360"/>
                    <a:pt x="12990" y="7441"/>
                    <a:pt x="12990" y="6495"/>
                  </a:cubicBezTo>
                  <a:cubicBezTo>
                    <a:pt x="12990" y="2918"/>
                    <a:pt x="10072" y="1"/>
                    <a:pt x="64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70"/>
            <p:cNvSpPr/>
            <p:nvPr/>
          </p:nvSpPr>
          <p:spPr>
            <a:xfrm>
              <a:off x="5661650" y="4113000"/>
              <a:ext cx="118475" cy="182425"/>
            </a:xfrm>
            <a:custGeom>
              <a:avLst/>
              <a:gdLst/>
              <a:ahLst/>
              <a:cxnLst/>
              <a:rect l="l" t="t" r="r" b="b"/>
              <a:pathLst>
                <a:path w="4739" h="7297" extrusionOk="0">
                  <a:moveTo>
                    <a:pt x="1464" y="473"/>
                  </a:moveTo>
                  <a:cubicBezTo>
                    <a:pt x="1687" y="473"/>
                    <a:pt x="1874" y="660"/>
                    <a:pt x="1874" y="883"/>
                  </a:cubicBezTo>
                  <a:lnTo>
                    <a:pt x="1874" y="3685"/>
                  </a:lnTo>
                  <a:cubicBezTo>
                    <a:pt x="1741" y="3644"/>
                    <a:pt x="1602" y="3624"/>
                    <a:pt x="1464" y="3624"/>
                  </a:cubicBezTo>
                  <a:cubicBezTo>
                    <a:pt x="1326" y="3624"/>
                    <a:pt x="1187" y="3644"/>
                    <a:pt x="1054" y="3685"/>
                  </a:cubicBezTo>
                  <a:lnTo>
                    <a:pt x="1054" y="883"/>
                  </a:lnTo>
                  <a:cubicBezTo>
                    <a:pt x="1054" y="660"/>
                    <a:pt x="1241" y="473"/>
                    <a:pt x="1464" y="473"/>
                  </a:cubicBezTo>
                  <a:close/>
                  <a:moveTo>
                    <a:pt x="1464" y="4095"/>
                  </a:moveTo>
                  <a:cubicBezTo>
                    <a:pt x="2008" y="4095"/>
                    <a:pt x="2454" y="4541"/>
                    <a:pt x="2454" y="5094"/>
                  </a:cubicBezTo>
                  <a:cubicBezTo>
                    <a:pt x="2454" y="5638"/>
                    <a:pt x="2008" y="6084"/>
                    <a:pt x="1464" y="6084"/>
                  </a:cubicBezTo>
                  <a:cubicBezTo>
                    <a:pt x="920" y="6084"/>
                    <a:pt x="474" y="5638"/>
                    <a:pt x="474" y="5094"/>
                  </a:cubicBezTo>
                  <a:cubicBezTo>
                    <a:pt x="474" y="4541"/>
                    <a:pt x="920" y="4095"/>
                    <a:pt x="1464" y="4095"/>
                  </a:cubicBezTo>
                  <a:close/>
                  <a:moveTo>
                    <a:pt x="2882" y="5451"/>
                  </a:moveTo>
                  <a:lnTo>
                    <a:pt x="3935" y="6058"/>
                  </a:lnTo>
                  <a:cubicBezTo>
                    <a:pt x="4131" y="6174"/>
                    <a:pt x="4194" y="6423"/>
                    <a:pt x="4087" y="6620"/>
                  </a:cubicBezTo>
                  <a:cubicBezTo>
                    <a:pt x="4009" y="6752"/>
                    <a:pt x="3870" y="6823"/>
                    <a:pt x="3728" y="6823"/>
                  </a:cubicBezTo>
                  <a:cubicBezTo>
                    <a:pt x="3659" y="6823"/>
                    <a:pt x="3589" y="6806"/>
                    <a:pt x="3525" y="6771"/>
                  </a:cubicBezTo>
                  <a:lnTo>
                    <a:pt x="2463" y="6156"/>
                  </a:lnTo>
                  <a:cubicBezTo>
                    <a:pt x="2668" y="5968"/>
                    <a:pt x="2811" y="5728"/>
                    <a:pt x="2882" y="5451"/>
                  </a:cubicBezTo>
                  <a:close/>
                  <a:moveTo>
                    <a:pt x="1464" y="0"/>
                  </a:moveTo>
                  <a:cubicBezTo>
                    <a:pt x="973" y="0"/>
                    <a:pt x="581" y="402"/>
                    <a:pt x="581" y="883"/>
                  </a:cubicBezTo>
                  <a:lnTo>
                    <a:pt x="581" y="3925"/>
                  </a:lnTo>
                  <a:cubicBezTo>
                    <a:pt x="224" y="4193"/>
                    <a:pt x="1" y="4612"/>
                    <a:pt x="1" y="5094"/>
                  </a:cubicBezTo>
                  <a:cubicBezTo>
                    <a:pt x="1" y="5897"/>
                    <a:pt x="652" y="6557"/>
                    <a:pt x="1464" y="6557"/>
                  </a:cubicBezTo>
                  <a:cubicBezTo>
                    <a:pt x="1660" y="6557"/>
                    <a:pt x="1848" y="6522"/>
                    <a:pt x="2017" y="6450"/>
                  </a:cubicBezTo>
                  <a:lnTo>
                    <a:pt x="3284" y="7182"/>
                  </a:lnTo>
                  <a:cubicBezTo>
                    <a:pt x="3420" y="7260"/>
                    <a:pt x="3570" y="7297"/>
                    <a:pt x="3720" y="7297"/>
                  </a:cubicBezTo>
                  <a:cubicBezTo>
                    <a:pt x="4030" y="7297"/>
                    <a:pt x="4335" y="7138"/>
                    <a:pt x="4497" y="6860"/>
                  </a:cubicBezTo>
                  <a:cubicBezTo>
                    <a:pt x="4738" y="6432"/>
                    <a:pt x="4595" y="5897"/>
                    <a:pt x="4167" y="5647"/>
                  </a:cubicBezTo>
                  <a:lnTo>
                    <a:pt x="2918" y="4925"/>
                  </a:lnTo>
                  <a:cubicBezTo>
                    <a:pt x="2874" y="4523"/>
                    <a:pt x="2659" y="4157"/>
                    <a:pt x="2347" y="3925"/>
                  </a:cubicBezTo>
                  <a:lnTo>
                    <a:pt x="2347" y="883"/>
                  </a:lnTo>
                  <a:cubicBezTo>
                    <a:pt x="2347" y="402"/>
                    <a:pt x="1955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70"/>
            <p:cNvSpPr/>
            <p:nvPr/>
          </p:nvSpPr>
          <p:spPr>
            <a:xfrm>
              <a:off x="5630650" y="4130625"/>
              <a:ext cx="15425" cy="11825"/>
            </a:xfrm>
            <a:custGeom>
              <a:avLst/>
              <a:gdLst/>
              <a:ahLst/>
              <a:cxnLst/>
              <a:rect l="l" t="t" r="r" b="b"/>
              <a:pathLst>
                <a:path w="617" h="473" extrusionOk="0">
                  <a:moveTo>
                    <a:pt x="313" y="0"/>
                  </a:moveTo>
                  <a:cubicBezTo>
                    <a:pt x="1" y="0"/>
                    <a:pt x="1" y="473"/>
                    <a:pt x="313" y="473"/>
                  </a:cubicBezTo>
                  <a:cubicBezTo>
                    <a:pt x="617" y="473"/>
                    <a:pt x="617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70"/>
            <p:cNvSpPr/>
            <p:nvPr/>
          </p:nvSpPr>
          <p:spPr>
            <a:xfrm>
              <a:off x="5586950" y="4174550"/>
              <a:ext cx="15200" cy="11850"/>
            </a:xfrm>
            <a:custGeom>
              <a:avLst/>
              <a:gdLst/>
              <a:ahLst/>
              <a:cxnLst/>
              <a:rect l="l" t="t" r="r" b="b"/>
              <a:pathLst>
                <a:path w="608" h="474" extrusionOk="0">
                  <a:moveTo>
                    <a:pt x="304" y="0"/>
                  </a:moveTo>
                  <a:cubicBezTo>
                    <a:pt x="0" y="0"/>
                    <a:pt x="0" y="473"/>
                    <a:pt x="304" y="473"/>
                  </a:cubicBezTo>
                  <a:cubicBezTo>
                    <a:pt x="607" y="473"/>
                    <a:pt x="60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70"/>
            <p:cNvSpPr/>
            <p:nvPr/>
          </p:nvSpPr>
          <p:spPr>
            <a:xfrm>
              <a:off x="5570900" y="4234325"/>
              <a:ext cx="15175" cy="11850"/>
            </a:xfrm>
            <a:custGeom>
              <a:avLst/>
              <a:gdLst/>
              <a:ahLst/>
              <a:cxnLst/>
              <a:rect l="l" t="t" r="r" b="b"/>
              <a:pathLst>
                <a:path w="607" h="474" extrusionOk="0">
                  <a:moveTo>
                    <a:pt x="303" y="0"/>
                  </a:moveTo>
                  <a:cubicBezTo>
                    <a:pt x="0" y="0"/>
                    <a:pt x="0" y="473"/>
                    <a:pt x="303" y="473"/>
                  </a:cubicBezTo>
                  <a:cubicBezTo>
                    <a:pt x="607" y="473"/>
                    <a:pt x="607" y="0"/>
                    <a:pt x="3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70"/>
            <p:cNvSpPr/>
            <p:nvPr/>
          </p:nvSpPr>
          <p:spPr>
            <a:xfrm>
              <a:off x="5586950" y="4294325"/>
              <a:ext cx="15200" cy="11825"/>
            </a:xfrm>
            <a:custGeom>
              <a:avLst/>
              <a:gdLst/>
              <a:ahLst/>
              <a:cxnLst/>
              <a:rect l="l" t="t" r="r" b="b"/>
              <a:pathLst>
                <a:path w="608" h="473" extrusionOk="0">
                  <a:moveTo>
                    <a:pt x="304" y="0"/>
                  </a:moveTo>
                  <a:cubicBezTo>
                    <a:pt x="0" y="0"/>
                    <a:pt x="0" y="473"/>
                    <a:pt x="304" y="473"/>
                  </a:cubicBezTo>
                  <a:cubicBezTo>
                    <a:pt x="607" y="473"/>
                    <a:pt x="60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70"/>
            <p:cNvSpPr/>
            <p:nvPr/>
          </p:nvSpPr>
          <p:spPr>
            <a:xfrm>
              <a:off x="5630650" y="4338025"/>
              <a:ext cx="15425" cy="11850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13" y="1"/>
                  </a:moveTo>
                  <a:cubicBezTo>
                    <a:pt x="1" y="1"/>
                    <a:pt x="1" y="473"/>
                    <a:pt x="313" y="473"/>
                  </a:cubicBezTo>
                  <a:cubicBezTo>
                    <a:pt x="617" y="473"/>
                    <a:pt x="617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70"/>
            <p:cNvSpPr/>
            <p:nvPr/>
          </p:nvSpPr>
          <p:spPr>
            <a:xfrm>
              <a:off x="5690650" y="4354075"/>
              <a:ext cx="15200" cy="11850"/>
            </a:xfrm>
            <a:custGeom>
              <a:avLst/>
              <a:gdLst/>
              <a:ahLst/>
              <a:cxnLst/>
              <a:rect l="l" t="t" r="r" b="b"/>
              <a:pathLst>
                <a:path w="608" h="474" extrusionOk="0">
                  <a:moveTo>
                    <a:pt x="304" y="1"/>
                  </a:moveTo>
                  <a:cubicBezTo>
                    <a:pt x="1" y="1"/>
                    <a:pt x="1" y="474"/>
                    <a:pt x="304" y="474"/>
                  </a:cubicBezTo>
                  <a:cubicBezTo>
                    <a:pt x="607" y="474"/>
                    <a:pt x="607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70"/>
            <p:cNvSpPr/>
            <p:nvPr/>
          </p:nvSpPr>
          <p:spPr>
            <a:xfrm>
              <a:off x="5750425" y="4338025"/>
              <a:ext cx="15425" cy="11850"/>
            </a:xfrm>
            <a:custGeom>
              <a:avLst/>
              <a:gdLst/>
              <a:ahLst/>
              <a:cxnLst/>
              <a:rect l="l" t="t" r="r" b="b"/>
              <a:pathLst>
                <a:path w="617" h="474" extrusionOk="0">
                  <a:moveTo>
                    <a:pt x="304" y="1"/>
                  </a:moveTo>
                  <a:cubicBezTo>
                    <a:pt x="1" y="1"/>
                    <a:pt x="1" y="473"/>
                    <a:pt x="304" y="473"/>
                  </a:cubicBezTo>
                  <a:cubicBezTo>
                    <a:pt x="616" y="473"/>
                    <a:pt x="616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70"/>
            <p:cNvSpPr/>
            <p:nvPr/>
          </p:nvSpPr>
          <p:spPr>
            <a:xfrm>
              <a:off x="5794375" y="4294325"/>
              <a:ext cx="15175" cy="11825"/>
            </a:xfrm>
            <a:custGeom>
              <a:avLst/>
              <a:gdLst/>
              <a:ahLst/>
              <a:cxnLst/>
              <a:rect l="l" t="t" r="r" b="b"/>
              <a:pathLst>
                <a:path w="607" h="473" extrusionOk="0">
                  <a:moveTo>
                    <a:pt x="303" y="0"/>
                  </a:moveTo>
                  <a:cubicBezTo>
                    <a:pt x="0" y="0"/>
                    <a:pt x="0" y="473"/>
                    <a:pt x="303" y="473"/>
                  </a:cubicBezTo>
                  <a:cubicBezTo>
                    <a:pt x="607" y="473"/>
                    <a:pt x="607" y="0"/>
                    <a:pt x="3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70"/>
            <p:cNvSpPr/>
            <p:nvPr/>
          </p:nvSpPr>
          <p:spPr>
            <a:xfrm>
              <a:off x="5810425" y="4234325"/>
              <a:ext cx="15175" cy="11850"/>
            </a:xfrm>
            <a:custGeom>
              <a:avLst/>
              <a:gdLst/>
              <a:ahLst/>
              <a:cxnLst/>
              <a:rect l="l" t="t" r="r" b="b"/>
              <a:pathLst>
                <a:path w="607" h="474" extrusionOk="0">
                  <a:moveTo>
                    <a:pt x="304" y="0"/>
                  </a:moveTo>
                  <a:cubicBezTo>
                    <a:pt x="0" y="0"/>
                    <a:pt x="0" y="473"/>
                    <a:pt x="304" y="473"/>
                  </a:cubicBezTo>
                  <a:cubicBezTo>
                    <a:pt x="607" y="473"/>
                    <a:pt x="60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70"/>
            <p:cNvSpPr/>
            <p:nvPr/>
          </p:nvSpPr>
          <p:spPr>
            <a:xfrm>
              <a:off x="5794375" y="4174550"/>
              <a:ext cx="15175" cy="11850"/>
            </a:xfrm>
            <a:custGeom>
              <a:avLst/>
              <a:gdLst/>
              <a:ahLst/>
              <a:cxnLst/>
              <a:rect l="l" t="t" r="r" b="b"/>
              <a:pathLst>
                <a:path w="607" h="474" extrusionOk="0">
                  <a:moveTo>
                    <a:pt x="303" y="0"/>
                  </a:moveTo>
                  <a:cubicBezTo>
                    <a:pt x="0" y="0"/>
                    <a:pt x="0" y="473"/>
                    <a:pt x="303" y="473"/>
                  </a:cubicBezTo>
                  <a:cubicBezTo>
                    <a:pt x="607" y="473"/>
                    <a:pt x="607" y="0"/>
                    <a:pt x="3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70"/>
            <p:cNvSpPr/>
            <p:nvPr/>
          </p:nvSpPr>
          <p:spPr>
            <a:xfrm>
              <a:off x="5750425" y="4130625"/>
              <a:ext cx="15425" cy="11825"/>
            </a:xfrm>
            <a:custGeom>
              <a:avLst/>
              <a:gdLst/>
              <a:ahLst/>
              <a:cxnLst/>
              <a:rect l="l" t="t" r="r" b="b"/>
              <a:pathLst>
                <a:path w="617" h="473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cubicBezTo>
                    <a:pt x="616" y="473"/>
                    <a:pt x="616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5" name="Google Shape;4555;p70"/>
          <p:cNvGrpSpPr/>
          <p:nvPr/>
        </p:nvGrpSpPr>
        <p:grpSpPr>
          <a:xfrm>
            <a:off x="7757982" y="1666249"/>
            <a:ext cx="324415" cy="324596"/>
            <a:chOff x="3806750" y="4031150"/>
            <a:chExt cx="403250" cy="403475"/>
          </a:xfrm>
        </p:grpSpPr>
        <p:sp>
          <p:nvSpPr>
            <p:cNvPr id="4556" name="Google Shape;4556;p70"/>
            <p:cNvSpPr/>
            <p:nvPr/>
          </p:nvSpPr>
          <p:spPr>
            <a:xfrm>
              <a:off x="3813000" y="4037600"/>
              <a:ext cx="391425" cy="391450"/>
            </a:xfrm>
            <a:custGeom>
              <a:avLst/>
              <a:gdLst/>
              <a:ahLst/>
              <a:cxnLst/>
              <a:rect l="l" t="t" r="r" b="b"/>
              <a:pathLst>
                <a:path w="15657" h="15658" extrusionOk="0">
                  <a:moveTo>
                    <a:pt x="0" y="1"/>
                  </a:moveTo>
                  <a:lnTo>
                    <a:pt x="0" y="14712"/>
                  </a:lnTo>
                  <a:cubicBezTo>
                    <a:pt x="0" y="15238"/>
                    <a:pt x="420" y="15657"/>
                    <a:pt x="946" y="15657"/>
                  </a:cubicBezTo>
                  <a:lnTo>
                    <a:pt x="14711" y="15657"/>
                  </a:lnTo>
                  <a:cubicBezTo>
                    <a:pt x="15238" y="15657"/>
                    <a:pt x="15657" y="15238"/>
                    <a:pt x="15657" y="14712"/>
                  </a:cubicBezTo>
                  <a:lnTo>
                    <a:pt x="15657" y="1"/>
                  </a:lnTo>
                  <a:lnTo>
                    <a:pt x="12820" y="1"/>
                  </a:lnTo>
                  <a:lnTo>
                    <a:pt x="12820" y="1045"/>
                  </a:lnTo>
                  <a:cubicBezTo>
                    <a:pt x="13204" y="1241"/>
                    <a:pt x="13462" y="1642"/>
                    <a:pt x="13462" y="2097"/>
                  </a:cubicBezTo>
                  <a:cubicBezTo>
                    <a:pt x="13462" y="2766"/>
                    <a:pt x="12918" y="3311"/>
                    <a:pt x="12240" y="3311"/>
                  </a:cubicBezTo>
                  <a:cubicBezTo>
                    <a:pt x="11562" y="3311"/>
                    <a:pt x="11018" y="2766"/>
                    <a:pt x="11018" y="2097"/>
                  </a:cubicBezTo>
                  <a:cubicBezTo>
                    <a:pt x="11018" y="1642"/>
                    <a:pt x="11277" y="1241"/>
                    <a:pt x="11660" y="1045"/>
                  </a:cubicBezTo>
                  <a:lnTo>
                    <a:pt x="11660" y="1"/>
                  </a:lnTo>
                  <a:lnTo>
                    <a:pt x="8377" y="1"/>
                  </a:lnTo>
                  <a:lnTo>
                    <a:pt x="8377" y="1045"/>
                  </a:lnTo>
                  <a:cubicBezTo>
                    <a:pt x="8761" y="1241"/>
                    <a:pt x="9020" y="1642"/>
                    <a:pt x="9020" y="2097"/>
                  </a:cubicBezTo>
                  <a:cubicBezTo>
                    <a:pt x="9020" y="2766"/>
                    <a:pt x="8475" y="3311"/>
                    <a:pt x="7797" y="3311"/>
                  </a:cubicBezTo>
                  <a:cubicBezTo>
                    <a:pt x="7119" y="3311"/>
                    <a:pt x="6575" y="2766"/>
                    <a:pt x="6575" y="2097"/>
                  </a:cubicBezTo>
                  <a:cubicBezTo>
                    <a:pt x="6575" y="1642"/>
                    <a:pt x="6834" y="1241"/>
                    <a:pt x="7218" y="1045"/>
                  </a:cubicBezTo>
                  <a:lnTo>
                    <a:pt x="7218" y="1"/>
                  </a:lnTo>
                  <a:lnTo>
                    <a:pt x="3970" y="1"/>
                  </a:lnTo>
                  <a:lnTo>
                    <a:pt x="3970" y="1045"/>
                  </a:lnTo>
                  <a:cubicBezTo>
                    <a:pt x="4345" y="1241"/>
                    <a:pt x="4604" y="1642"/>
                    <a:pt x="4604" y="2097"/>
                  </a:cubicBezTo>
                  <a:cubicBezTo>
                    <a:pt x="4604" y="2766"/>
                    <a:pt x="4060" y="3311"/>
                    <a:pt x="3382" y="3311"/>
                  </a:cubicBezTo>
                  <a:cubicBezTo>
                    <a:pt x="2712" y="3311"/>
                    <a:pt x="2168" y="2766"/>
                    <a:pt x="2168" y="2097"/>
                  </a:cubicBezTo>
                  <a:cubicBezTo>
                    <a:pt x="2168" y="1642"/>
                    <a:pt x="2427" y="1241"/>
                    <a:pt x="2802" y="1045"/>
                  </a:cubicBezTo>
                  <a:lnTo>
                    <a:pt x="28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70"/>
            <p:cNvSpPr/>
            <p:nvPr/>
          </p:nvSpPr>
          <p:spPr>
            <a:xfrm>
              <a:off x="3813000" y="4151800"/>
              <a:ext cx="391425" cy="29900"/>
            </a:xfrm>
            <a:custGeom>
              <a:avLst/>
              <a:gdLst/>
              <a:ahLst/>
              <a:cxnLst/>
              <a:rect l="l" t="t" r="r" b="b"/>
              <a:pathLst>
                <a:path w="15657" h="1196" extrusionOk="0">
                  <a:moveTo>
                    <a:pt x="0" y="1"/>
                  </a:moveTo>
                  <a:lnTo>
                    <a:pt x="0" y="1196"/>
                  </a:lnTo>
                  <a:lnTo>
                    <a:pt x="15657" y="1196"/>
                  </a:lnTo>
                  <a:lnTo>
                    <a:pt x="156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70"/>
            <p:cNvSpPr/>
            <p:nvPr/>
          </p:nvSpPr>
          <p:spPr>
            <a:xfrm>
              <a:off x="3806750" y="4031150"/>
              <a:ext cx="403250" cy="403475"/>
            </a:xfrm>
            <a:custGeom>
              <a:avLst/>
              <a:gdLst/>
              <a:ahLst/>
              <a:cxnLst/>
              <a:rect l="l" t="t" r="r" b="b"/>
              <a:pathLst>
                <a:path w="16130" h="16139" extrusionOk="0">
                  <a:moveTo>
                    <a:pt x="11687" y="473"/>
                  </a:moveTo>
                  <a:lnTo>
                    <a:pt x="11687" y="1151"/>
                  </a:lnTo>
                  <a:cubicBezTo>
                    <a:pt x="11295" y="1419"/>
                    <a:pt x="11054" y="1865"/>
                    <a:pt x="11054" y="2346"/>
                  </a:cubicBezTo>
                  <a:cubicBezTo>
                    <a:pt x="11054" y="3140"/>
                    <a:pt x="11705" y="3783"/>
                    <a:pt x="12508" y="3783"/>
                  </a:cubicBezTo>
                  <a:cubicBezTo>
                    <a:pt x="13311" y="3783"/>
                    <a:pt x="13962" y="3140"/>
                    <a:pt x="13962" y="2346"/>
                  </a:cubicBezTo>
                  <a:cubicBezTo>
                    <a:pt x="13962" y="1865"/>
                    <a:pt x="13721" y="1419"/>
                    <a:pt x="13329" y="1151"/>
                  </a:cubicBezTo>
                  <a:lnTo>
                    <a:pt x="13329" y="509"/>
                  </a:lnTo>
                  <a:lnTo>
                    <a:pt x="15657" y="509"/>
                  </a:lnTo>
                  <a:lnTo>
                    <a:pt x="15657" y="4603"/>
                  </a:lnTo>
                  <a:cubicBezTo>
                    <a:pt x="13802" y="4608"/>
                    <a:pt x="11935" y="4610"/>
                    <a:pt x="10069" y="4610"/>
                  </a:cubicBezTo>
                  <a:cubicBezTo>
                    <a:pt x="8204" y="4610"/>
                    <a:pt x="6339" y="4608"/>
                    <a:pt x="4488" y="4603"/>
                  </a:cubicBezTo>
                  <a:cubicBezTo>
                    <a:pt x="4390" y="4603"/>
                    <a:pt x="4301" y="4666"/>
                    <a:pt x="4265" y="4764"/>
                  </a:cubicBezTo>
                  <a:cubicBezTo>
                    <a:pt x="4211" y="4925"/>
                    <a:pt x="4336" y="5076"/>
                    <a:pt x="4488" y="5076"/>
                  </a:cubicBezTo>
                  <a:cubicBezTo>
                    <a:pt x="6379" y="5085"/>
                    <a:pt x="8279" y="5085"/>
                    <a:pt x="10188" y="5085"/>
                  </a:cubicBezTo>
                  <a:cubicBezTo>
                    <a:pt x="12017" y="5085"/>
                    <a:pt x="13837" y="5085"/>
                    <a:pt x="15657" y="5076"/>
                  </a:cubicBezTo>
                  <a:lnTo>
                    <a:pt x="15657" y="5799"/>
                  </a:lnTo>
                  <a:lnTo>
                    <a:pt x="465" y="5799"/>
                  </a:lnTo>
                  <a:lnTo>
                    <a:pt x="465" y="5058"/>
                  </a:lnTo>
                  <a:cubicBezTo>
                    <a:pt x="839" y="5067"/>
                    <a:pt x="1214" y="5067"/>
                    <a:pt x="1589" y="5067"/>
                  </a:cubicBezTo>
                  <a:cubicBezTo>
                    <a:pt x="2044" y="5067"/>
                    <a:pt x="2507" y="5067"/>
                    <a:pt x="2962" y="5058"/>
                  </a:cubicBezTo>
                  <a:cubicBezTo>
                    <a:pt x="3078" y="5058"/>
                    <a:pt x="3177" y="4987"/>
                    <a:pt x="3203" y="4871"/>
                  </a:cubicBezTo>
                  <a:cubicBezTo>
                    <a:pt x="3230" y="4719"/>
                    <a:pt x="3114" y="4586"/>
                    <a:pt x="2971" y="4586"/>
                  </a:cubicBezTo>
                  <a:cubicBezTo>
                    <a:pt x="2548" y="4590"/>
                    <a:pt x="2126" y="4592"/>
                    <a:pt x="1708" y="4592"/>
                  </a:cubicBezTo>
                  <a:cubicBezTo>
                    <a:pt x="1290" y="4592"/>
                    <a:pt x="875" y="4590"/>
                    <a:pt x="465" y="4586"/>
                  </a:cubicBezTo>
                  <a:lnTo>
                    <a:pt x="465" y="473"/>
                  </a:lnTo>
                  <a:lnTo>
                    <a:pt x="2802" y="473"/>
                  </a:lnTo>
                  <a:lnTo>
                    <a:pt x="2802" y="1151"/>
                  </a:lnTo>
                  <a:cubicBezTo>
                    <a:pt x="2400" y="1419"/>
                    <a:pt x="2160" y="1865"/>
                    <a:pt x="2160" y="2346"/>
                  </a:cubicBezTo>
                  <a:cubicBezTo>
                    <a:pt x="2160" y="3140"/>
                    <a:pt x="2820" y="3783"/>
                    <a:pt x="3623" y="3783"/>
                  </a:cubicBezTo>
                  <a:cubicBezTo>
                    <a:pt x="4425" y="3783"/>
                    <a:pt x="5077" y="3140"/>
                    <a:pt x="5077" y="2346"/>
                  </a:cubicBezTo>
                  <a:cubicBezTo>
                    <a:pt x="5077" y="1865"/>
                    <a:pt x="4836" y="1419"/>
                    <a:pt x="4443" y="1151"/>
                  </a:cubicBezTo>
                  <a:lnTo>
                    <a:pt x="4443" y="473"/>
                  </a:lnTo>
                  <a:lnTo>
                    <a:pt x="7245" y="473"/>
                  </a:lnTo>
                  <a:lnTo>
                    <a:pt x="7245" y="1151"/>
                  </a:lnTo>
                  <a:cubicBezTo>
                    <a:pt x="6852" y="1419"/>
                    <a:pt x="6611" y="1865"/>
                    <a:pt x="6611" y="2346"/>
                  </a:cubicBezTo>
                  <a:cubicBezTo>
                    <a:pt x="6611" y="3140"/>
                    <a:pt x="7262" y="3783"/>
                    <a:pt x="8065" y="3783"/>
                  </a:cubicBezTo>
                  <a:cubicBezTo>
                    <a:pt x="8868" y="3783"/>
                    <a:pt x="9519" y="3140"/>
                    <a:pt x="9519" y="2346"/>
                  </a:cubicBezTo>
                  <a:cubicBezTo>
                    <a:pt x="9519" y="1865"/>
                    <a:pt x="9279" y="1419"/>
                    <a:pt x="8886" y="1151"/>
                  </a:cubicBezTo>
                  <a:lnTo>
                    <a:pt x="8886" y="473"/>
                  </a:lnTo>
                  <a:close/>
                  <a:moveTo>
                    <a:pt x="233" y="0"/>
                  </a:moveTo>
                  <a:cubicBezTo>
                    <a:pt x="99" y="0"/>
                    <a:pt x="1" y="107"/>
                    <a:pt x="1" y="241"/>
                  </a:cubicBezTo>
                  <a:lnTo>
                    <a:pt x="1" y="14952"/>
                  </a:lnTo>
                  <a:cubicBezTo>
                    <a:pt x="1" y="15603"/>
                    <a:pt x="527" y="16138"/>
                    <a:pt x="1178" y="16138"/>
                  </a:cubicBezTo>
                  <a:lnTo>
                    <a:pt x="14952" y="16138"/>
                  </a:lnTo>
                  <a:cubicBezTo>
                    <a:pt x="15604" y="16138"/>
                    <a:pt x="16130" y="15603"/>
                    <a:pt x="16130" y="14952"/>
                  </a:cubicBezTo>
                  <a:lnTo>
                    <a:pt x="16130" y="13551"/>
                  </a:lnTo>
                  <a:cubicBezTo>
                    <a:pt x="16130" y="13400"/>
                    <a:pt x="16012" y="13324"/>
                    <a:pt x="15893" y="13324"/>
                  </a:cubicBezTo>
                  <a:cubicBezTo>
                    <a:pt x="15775" y="13324"/>
                    <a:pt x="15657" y="13400"/>
                    <a:pt x="15657" y="13551"/>
                  </a:cubicBezTo>
                  <a:lnTo>
                    <a:pt x="15657" y="14952"/>
                  </a:lnTo>
                  <a:cubicBezTo>
                    <a:pt x="15657" y="15344"/>
                    <a:pt x="15336" y="15666"/>
                    <a:pt x="14952" y="15666"/>
                  </a:cubicBezTo>
                  <a:lnTo>
                    <a:pt x="1178" y="15666"/>
                  </a:lnTo>
                  <a:cubicBezTo>
                    <a:pt x="786" y="15666"/>
                    <a:pt x="465" y="15344"/>
                    <a:pt x="465" y="14952"/>
                  </a:cubicBezTo>
                  <a:lnTo>
                    <a:pt x="465" y="6272"/>
                  </a:lnTo>
                  <a:lnTo>
                    <a:pt x="15657" y="6272"/>
                  </a:lnTo>
                  <a:lnTo>
                    <a:pt x="15657" y="12320"/>
                  </a:lnTo>
                  <a:cubicBezTo>
                    <a:pt x="15657" y="12472"/>
                    <a:pt x="15775" y="12548"/>
                    <a:pt x="15893" y="12548"/>
                  </a:cubicBezTo>
                  <a:cubicBezTo>
                    <a:pt x="16012" y="12548"/>
                    <a:pt x="16130" y="12472"/>
                    <a:pt x="16130" y="12320"/>
                  </a:cubicBezTo>
                  <a:lnTo>
                    <a:pt x="16130" y="241"/>
                  </a:lnTo>
                  <a:cubicBezTo>
                    <a:pt x="16130" y="107"/>
                    <a:pt x="16023" y="0"/>
                    <a:pt x="15889" y="0"/>
                  </a:cubicBezTo>
                  <a:lnTo>
                    <a:pt x="13088" y="0"/>
                  </a:lnTo>
                  <a:cubicBezTo>
                    <a:pt x="12954" y="0"/>
                    <a:pt x="12856" y="107"/>
                    <a:pt x="12856" y="241"/>
                  </a:cubicBezTo>
                  <a:lnTo>
                    <a:pt x="12856" y="1285"/>
                  </a:lnTo>
                  <a:cubicBezTo>
                    <a:pt x="12856" y="1365"/>
                    <a:pt x="12900" y="1445"/>
                    <a:pt x="12972" y="1490"/>
                  </a:cubicBezTo>
                  <a:cubicBezTo>
                    <a:pt x="13293" y="1660"/>
                    <a:pt x="13498" y="1990"/>
                    <a:pt x="13498" y="2346"/>
                  </a:cubicBezTo>
                  <a:cubicBezTo>
                    <a:pt x="13498" y="2882"/>
                    <a:pt x="13052" y="3310"/>
                    <a:pt x="12508" y="3310"/>
                  </a:cubicBezTo>
                  <a:cubicBezTo>
                    <a:pt x="11964" y="3310"/>
                    <a:pt x="11518" y="2882"/>
                    <a:pt x="11518" y="2346"/>
                  </a:cubicBezTo>
                  <a:cubicBezTo>
                    <a:pt x="11518" y="1990"/>
                    <a:pt x="11714" y="1660"/>
                    <a:pt x="12035" y="1490"/>
                  </a:cubicBezTo>
                  <a:cubicBezTo>
                    <a:pt x="12115" y="1445"/>
                    <a:pt x="12160" y="1365"/>
                    <a:pt x="12160" y="1285"/>
                  </a:cubicBezTo>
                  <a:lnTo>
                    <a:pt x="12160" y="241"/>
                  </a:lnTo>
                  <a:cubicBezTo>
                    <a:pt x="12160" y="107"/>
                    <a:pt x="12053" y="0"/>
                    <a:pt x="11919" y="0"/>
                  </a:cubicBezTo>
                  <a:lnTo>
                    <a:pt x="8645" y="0"/>
                  </a:lnTo>
                  <a:cubicBezTo>
                    <a:pt x="8511" y="0"/>
                    <a:pt x="8413" y="107"/>
                    <a:pt x="8413" y="241"/>
                  </a:cubicBezTo>
                  <a:lnTo>
                    <a:pt x="8413" y="1285"/>
                  </a:lnTo>
                  <a:cubicBezTo>
                    <a:pt x="8413" y="1365"/>
                    <a:pt x="8458" y="1445"/>
                    <a:pt x="8529" y="1490"/>
                  </a:cubicBezTo>
                  <a:cubicBezTo>
                    <a:pt x="8850" y="1660"/>
                    <a:pt x="9056" y="1990"/>
                    <a:pt x="9056" y="2346"/>
                  </a:cubicBezTo>
                  <a:cubicBezTo>
                    <a:pt x="9056" y="2882"/>
                    <a:pt x="8609" y="3310"/>
                    <a:pt x="8065" y="3310"/>
                  </a:cubicBezTo>
                  <a:cubicBezTo>
                    <a:pt x="7521" y="3310"/>
                    <a:pt x="7075" y="2882"/>
                    <a:pt x="7075" y="2346"/>
                  </a:cubicBezTo>
                  <a:cubicBezTo>
                    <a:pt x="7075" y="1990"/>
                    <a:pt x="7271" y="1660"/>
                    <a:pt x="7592" y="1490"/>
                  </a:cubicBezTo>
                  <a:cubicBezTo>
                    <a:pt x="7673" y="1445"/>
                    <a:pt x="7717" y="1365"/>
                    <a:pt x="7717" y="1285"/>
                  </a:cubicBezTo>
                  <a:lnTo>
                    <a:pt x="7717" y="241"/>
                  </a:lnTo>
                  <a:cubicBezTo>
                    <a:pt x="7717" y="107"/>
                    <a:pt x="7610" y="0"/>
                    <a:pt x="7476" y="0"/>
                  </a:cubicBezTo>
                  <a:lnTo>
                    <a:pt x="4202" y="0"/>
                  </a:lnTo>
                  <a:cubicBezTo>
                    <a:pt x="4069" y="0"/>
                    <a:pt x="3971" y="107"/>
                    <a:pt x="3971" y="241"/>
                  </a:cubicBezTo>
                  <a:lnTo>
                    <a:pt x="3971" y="1285"/>
                  </a:lnTo>
                  <a:cubicBezTo>
                    <a:pt x="3971" y="1365"/>
                    <a:pt x="4015" y="1445"/>
                    <a:pt x="4086" y="1490"/>
                  </a:cubicBezTo>
                  <a:cubicBezTo>
                    <a:pt x="4408" y="1660"/>
                    <a:pt x="4613" y="1990"/>
                    <a:pt x="4613" y="2346"/>
                  </a:cubicBezTo>
                  <a:cubicBezTo>
                    <a:pt x="4613" y="2882"/>
                    <a:pt x="4167" y="3310"/>
                    <a:pt x="3623" y="3310"/>
                  </a:cubicBezTo>
                  <a:cubicBezTo>
                    <a:pt x="3078" y="3310"/>
                    <a:pt x="2632" y="2882"/>
                    <a:pt x="2632" y="2346"/>
                  </a:cubicBezTo>
                  <a:cubicBezTo>
                    <a:pt x="2632" y="1990"/>
                    <a:pt x="2829" y="1660"/>
                    <a:pt x="3150" y="1490"/>
                  </a:cubicBezTo>
                  <a:cubicBezTo>
                    <a:pt x="3230" y="1445"/>
                    <a:pt x="3275" y="1365"/>
                    <a:pt x="3275" y="1285"/>
                  </a:cubicBezTo>
                  <a:lnTo>
                    <a:pt x="3275" y="241"/>
                  </a:lnTo>
                  <a:cubicBezTo>
                    <a:pt x="3275" y="107"/>
                    <a:pt x="3168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70"/>
            <p:cNvSpPr/>
            <p:nvPr/>
          </p:nvSpPr>
          <p:spPr>
            <a:xfrm>
              <a:off x="3886600" y="4241450"/>
              <a:ext cx="238000" cy="11850"/>
            </a:xfrm>
            <a:custGeom>
              <a:avLst/>
              <a:gdLst/>
              <a:ahLst/>
              <a:cxnLst/>
              <a:rect l="l" t="t" r="r" b="b"/>
              <a:pathLst>
                <a:path w="9520" h="474" extrusionOk="0">
                  <a:moveTo>
                    <a:pt x="313" y="1"/>
                  </a:moveTo>
                  <a:cubicBezTo>
                    <a:pt x="0" y="1"/>
                    <a:pt x="0" y="474"/>
                    <a:pt x="313" y="474"/>
                  </a:cubicBezTo>
                  <a:lnTo>
                    <a:pt x="9207" y="474"/>
                  </a:lnTo>
                  <a:cubicBezTo>
                    <a:pt x="9519" y="474"/>
                    <a:pt x="9519" y="1"/>
                    <a:pt x="9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70"/>
            <p:cNvSpPr/>
            <p:nvPr/>
          </p:nvSpPr>
          <p:spPr>
            <a:xfrm>
              <a:off x="3886600" y="4297425"/>
              <a:ext cx="236650" cy="11850"/>
            </a:xfrm>
            <a:custGeom>
              <a:avLst/>
              <a:gdLst/>
              <a:ahLst/>
              <a:cxnLst/>
              <a:rect l="l" t="t" r="r" b="b"/>
              <a:pathLst>
                <a:path w="9466" h="474" extrusionOk="0">
                  <a:moveTo>
                    <a:pt x="313" y="1"/>
                  </a:moveTo>
                  <a:cubicBezTo>
                    <a:pt x="0" y="1"/>
                    <a:pt x="0" y="474"/>
                    <a:pt x="313" y="474"/>
                  </a:cubicBezTo>
                  <a:lnTo>
                    <a:pt x="9207" y="474"/>
                  </a:lnTo>
                  <a:cubicBezTo>
                    <a:pt x="9350" y="474"/>
                    <a:pt x="9466" y="349"/>
                    <a:pt x="9448" y="206"/>
                  </a:cubicBezTo>
                  <a:cubicBezTo>
                    <a:pt x="9430" y="90"/>
                    <a:pt x="9323" y="1"/>
                    <a:pt x="9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70"/>
            <p:cNvSpPr/>
            <p:nvPr/>
          </p:nvSpPr>
          <p:spPr>
            <a:xfrm>
              <a:off x="3886600" y="4354075"/>
              <a:ext cx="137625" cy="11850"/>
            </a:xfrm>
            <a:custGeom>
              <a:avLst/>
              <a:gdLst/>
              <a:ahLst/>
              <a:cxnLst/>
              <a:rect l="l" t="t" r="r" b="b"/>
              <a:pathLst>
                <a:path w="5505" h="474" extrusionOk="0">
                  <a:moveTo>
                    <a:pt x="313" y="1"/>
                  </a:moveTo>
                  <a:cubicBezTo>
                    <a:pt x="0" y="1"/>
                    <a:pt x="0" y="474"/>
                    <a:pt x="313" y="474"/>
                  </a:cubicBezTo>
                  <a:lnTo>
                    <a:pt x="5201" y="474"/>
                  </a:lnTo>
                  <a:cubicBezTo>
                    <a:pt x="5505" y="474"/>
                    <a:pt x="5505" y="1"/>
                    <a:pt x="5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2" name="Google Shape;4562;p70"/>
          <p:cNvGrpSpPr/>
          <p:nvPr/>
        </p:nvGrpSpPr>
        <p:grpSpPr>
          <a:xfrm>
            <a:off x="5619651" y="3249575"/>
            <a:ext cx="314076" cy="377656"/>
            <a:chOff x="5558175" y="2929625"/>
            <a:chExt cx="334800" cy="402575"/>
          </a:xfrm>
        </p:grpSpPr>
        <p:sp>
          <p:nvSpPr>
            <p:cNvPr id="4563" name="Google Shape;4563;p70"/>
            <p:cNvSpPr/>
            <p:nvPr/>
          </p:nvSpPr>
          <p:spPr>
            <a:xfrm>
              <a:off x="5563750" y="2977800"/>
              <a:ext cx="290850" cy="306450"/>
            </a:xfrm>
            <a:custGeom>
              <a:avLst/>
              <a:gdLst/>
              <a:ahLst/>
              <a:cxnLst/>
              <a:rect l="l" t="t" r="r" b="b"/>
              <a:pathLst>
                <a:path w="11634" h="12258" extrusionOk="0">
                  <a:moveTo>
                    <a:pt x="1580" y="0"/>
                  </a:moveTo>
                  <a:cubicBezTo>
                    <a:pt x="705" y="0"/>
                    <a:pt x="1" y="705"/>
                    <a:pt x="1" y="1570"/>
                  </a:cubicBezTo>
                  <a:lnTo>
                    <a:pt x="1" y="10679"/>
                  </a:lnTo>
                  <a:cubicBezTo>
                    <a:pt x="1" y="11544"/>
                    <a:pt x="705" y="12258"/>
                    <a:pt x="1580" y="12258"/>
                  </a:cubicBezTo>
                  <a:lnTo>
                    <a:pt x="10055" y="12258"/>
                  </a:lnTo>
                  <a:cubicBezTo>
                    <a:pt x="10920" y="12258"/>
                    <a:pt x="11634" y="11544"/>
                    <a:pt x="11634" y="10679"/>
                  </a:cubicBezTo>
                  <a:lnTo>
                    <a:pt x="11634" y="1570"/>
                  </a:lnTo>
                  <a:cubicBezTo>
                    <a:pt x="11634" y="705"/>
                    <a:pt x="10920" y="0"/>
                    <a:pt x="100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70"/>
            <p:cNvSpPr/>
            <p:nvPr/>
          </p:nvSpPr>
          <p:spPr>
            <a:xfrm>
              <a:off x="5591400" y="3006125"/>
              <a:ext cx="235550" cy="250475"/>
            </a:xfrm>
            <a:custGeom>
              <a:avLst/>
              <a:gdLst/>
              <a:ahLst/>
              <a:cxnLst/>
              <a:rect l="l" t="t" r="r" b="b"/>
              <a:pathLst>
                <a:path w="9422" h="10019" extrusionOk="0">
                  <a:moveTo>
                    <a:pt x="625" y="0"/>
                  </a:moveTo>
                  <a:cubicBezTo>
                    <a:pt x="277" y="0"/>
                    <a:pt x="1" y="277"/>
                    <a:pt x="1" y="625"/>
                  </a:cubicBezTo>
                  <a:lnTo>
                    <a:pt x="1" y="9385"/>
                  </a:lnTo>
                  <a:cubicBezTo>
                    <a:pt x="1" y="9733"/>
                    <a:pt x="277" y="10019"/>
                    <a:pt x="625" y="10019"/>
                  </a:cubicBezTo>
                  <a:lnTo>
                    <a:pt x="8788" y="10019"/>
                  </a:lnTo>
                  <a:cubicBezTo>
                    <a:pt x="9136" y="10019"/>
                    <a:pt x="9421" y="9733"/>
                    <a:pt x="9421" y="9385"/>
                  </a:cubicBezTo>
                  <a:lnTo>
                    <a:pt x="9421" y="625"/>
                  </a:lnTo>
                  <a:cubicBezTo>
                    <a:pt x="9421" y="277"/>
                    <a:pt x="9136" y="0"/>
                    <a:pt x="8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70"/>
            <p:cNvSpPr/>
            <p:nvPr/>
          </p:nvSpPr>
          <p:spPr>
            <a:xfrm>
              <a:off x="5623750" y="2935200"/>
              <a:ext cx="171750" cy="42400"/>
            </a:xfrm>
            <a:custGeom>
              <a:avLst/>
              <a:gdLst/>
              <a:ahLst/>
              <a:cxnLst/>
              <a:rect l="l" t="t" r="r" b="b"/>
              <a:pathLst>
                <a:path w="6870" h="1696" extrusionOk="0">
                  <a:moveTo>
                    <a:pt x="982" y="0"/>
                  </a:moveTo>
                  <a:cubicBezTo>
                    <a:pt x="438" y="0"/>
                    <a:pt x="0" y="438"/>
                    <a:pt x="0" y="982"/>
                  </a:cubicBezTo>
                  <a:lnTo>
                    <a:pt x="0" y="1695"/>
                  </a:lnTo>
                  <a:lnTo>
                    <a:pt x="6870" y="1695"/>
                  </a:lnTo>
                  <a:lnTo>
                    <a:pt x="6870" y="982"/>
                  </a:lnTo>
                  <a:cubicBezTo>
                    <a:pt x="6870" y="438"/>
                    <a:pt x="6424" y="0"/>
                    <a:pt x="58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70"/>
            <p:cNvSpPr/>
            <p:nvPr/>
          </p:nvSpPr>
          <p:spPr>
            <a:xfrm>
              <a:off x="5623750" y="3284225"/>
              <a:ext cx="171750" cy="42400"/>
            </a:xfrm>
            <a:custGeom>
              <a:avLst/>
              <a:gdLst/>
              <a:ahLst/>
              <a:cxnLst/>
              <a:rect l="l" t="t" r="r" b="b"/>
              <a:pathLst>
                <a:path w="6870" h="1696" extrusionOk="0">
                  <a:moveTo>
                    <a:pt x="0" y="1"/>
                  </a:moveTo>
                  <a:lnTo>
                    <a:pt x="0" y="715"/>
                  </a:lnTo>
                  <a:cubicBezTo>
                    <a:pt x="0" y="1259"/>
                    <a:pt x="438" y="1696"/>
                    <a:pt x="982" y="1696"/>
                  </a:cubicBezTo>
                  <a:lnTo>
                    <a:pt x="5879" y="1696"/>
                  </a:lnTo>
                  <a:cubicBezTo>
                    <a:pt x="6424" y="1696"/>
                    <a:pt x="6870" y="1259"/>
                    <a:pt x="6870" y="715"/>
                  </a:cubicBezTo>
                  <a:lnTo>
                    <a:pt x="68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70"/>
            <p:cNvSpPr/>
            <p:nvPr/>
          </p:nvSpPr>
          <p:spPr>
            <a:xfrm>
              <a:off x="5854575" y="3112275"/>
              <a:ext cx="33025" cy="37275"/>
            </a:xfrm>
            <a:custGeom>
              <a:avLst/>
              <a:gdLst/>
              <a:ahLst/>
              <a:cxnLst/>
              <a:rect l="l" t="t" r="r" b="b"/>
              <a:pathLst>
                <a:path w="1321" h="1491" extrusionOk="0">
                  <a:moveTo>
                    <a:pt x="1" y="1"/>
                  </a:moveTo>
                  <a:lnTo>
                    <a:pt x="1" y="1491"/>
                  </a:lnTo>
                  <a:lnTo>
                    <a:pt x="509" y="1491"/>
                  </a:lnTo>
                  <a:cubicBezTo>
                    <a:pt x="857" y="1491"/>
                    <a:pt x="1205" y="1205"/>
                    <a:pt x="1259" y="857"/>
                  </a:cubicBezTo>
                  <a:cubicBezTo>
                    <a:pt x="1321" y="393"/>
                    <a:pt x="964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70"/>
            <p:cNvSpPr/>
            <p:nvPr/>
          </p:nvSpPr>
          <p:spPr>
            <a:xfrm>
              <a:off x="5673025" y="3094650"/>
              <a:ext cx="72525" cy="72525"/>
            </a:xfrm>
            <a:custGeom>
              <a:avLst/>
              <a:gdLst/>
              <a:ahLst/>
              <a:cxnLst/>
              <a:rect l="l" t="t" r="r" b="b"/>
              <a:pathLst>
                <a:path w="2901" h="2901" extrusionOk="0">
                  <a:moveTo>
                    <a:pt x="1455" y="1"/>
                  </a:moveTo>
                  <a:cubicBezTo>
                    <a:pt x="652" y="1"/>
                    <a:pt x="1" y="652"/>
                    <a:pt x="1" y="1455"/>
                  </a:cubicBezTo>
                  <a:cubicBezTo>
                    <a:pt x="1" y="2249"/>
                    <a:pt x="652" y="2900"/>
                    <a:pt x="1455" y="2900"/>
                  </a:cubicBezTo>
                  <a:cubicBezTo>
                    <a:pt x="2249" y="2900"/>
                    <a:pt x="2900" y="2249"/>
                    <a:pt x="2900" y="1455"/>
                  </a:cubicBezTo>
                  <a:cubicBezTo>
                    <a:pt x="2900" y="652"/>
                    <a:pt x="2249" y="1"/>
                    <a:pt x="14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70"/>
            <p:cNvSpPr/>
            <p:nvPr/>
          </p:nvSpPr>
          <p:spPr>
            <a:xfrm>
              <a:off x="5744850" y="3154200"/>
              <a:ext cx="60025" cy="52900"/>
            </a:xfrm>
            <a:custGeom>
              <a:avLst/>
              <a:gdLst/>
              <a:ahLst/>
              <a:cxnLst/>
              <a:rect l="l" t="t" r="r" b="b"/>
              <a:pathLst>
                <a:path w="2401" h="2116" extrusionOk="0">
                  <a:moveTo>
                    <a:pt x="1199" y="1"/>
                  </a:moveTo>
                  <a:cubicBezTo>
                    <a:pt x="1065" y="1"/>
                    <a:pt x="927" y="27"/>
                    <a:pt x="795" y="81"/>
                  </a:cubicBezTo>
                  <a:cubicBezTo>
                    <a:pt x="259" y="304"/>
                    <a:pt x="1" y="920"/>
                    <a:pt x="224" y="1464"/>
                  </a:cubicBezTo>
                  <a:cubicBezTo>
                    <a:pt x="392" y="1868"/>
                    <a:pt x="785" y="2115"/>
                    <a:pt x="1202" y="2115"/>
                  </a:cubicBezTo>
                  <a:cubicBezTo>
                    <a:pt x="1336" y="2115"/>
                    <a:pt x="1473" y="2089"/>
                    <a:pt x="1606" y="2035"/>
                  </a:cubicBezTo>
                  <a:cubicBezTo>
                    <a:pt x="2142" y="1812"/>
                    <a:pt x="2400" y="1187"/>
                    <a:pt x="2177" y="652"/>
                  </a:cubicBezTo>
                  <a:cubicBezTo>
                    <a:pt x="2009" y="248"/>
                    <a:pt x="1616" y="1"/>
                    <a:pt x="11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70"/>
            <p:cNvSpPr/>
            <p:nvPr/>
          </p:nvSpPr>
          <p:spPr>
            <a:xfrm>
              <a:off x="5614825" y="3054850"/>
              <a:ext cx="58025" cy="52875"/>
            </a:xfrm>
            <a:custGeom>
              <a:avLst/>
              <a:gdLst/>
              <a:ahLst/>
              <a:cxnLst/>
              <a:rect l="l" t="t" r="r" b="b"/>
              <a:pathLst>
                <a:path w="2321" h="2115" extrusionOk="0">
                  <a:moveTo>
                    <a:pt x="1160" y="1"/>
                  </a:moveTo>
                  <a:cubicBezTo>
                    <a:pt x="890" y="1"/>
                    <a:pt x="621" y="103"/>
                    <a:pt x="411" y="308"/>
                  </a:cubicBezTo>
                  <a:cubicBezTo>
                    <a:pt x="1" y="719"/>
                    <a:pt x="1" y="1388"/>
                    <a:pt x="411" y="1807"/>
                  </a:cubicBezTo>
                  <a:cubicBezTo>
                    <a:pt x="621" y="2012"/>
                    <a:pt x="890" y="2115"/>
                    <a:pt x="1160" y="2115"/>
                  </a:cubicBezTo>
                  <a:cubicBezTo>
                    <a:pt x="1430" y="2115"/>
                    <a:pt x="1700" y="2012"/>
                    <a:pt x="1910" y="1807"/>
                  </a:cubicBezTo>
                  <a:cubicBezTo>
                    <a:pt x="2320" y="1388"/>
                    <a:pt x="2320" y="719"/>
                    <a:pt x="1910" y="308"/>
                  </a:cubicBezTo>
                  <a:cubicBezTo>
                    <a:pt x="1700" y="103"/>
                    <a:pt x="1430" y="1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70"/>
            <p:cNvSpPr/>
            <p:nvPr/>
          </p:nvSpPr>
          <p:spPr>
            <a:xfrm>
              <a:off x="5614825" y="3154325"/>
              <a:ext cx="58025" cy="52650"/>
            </a:xfrm>
            <a:custGeom>
              <a:avLst/>
              <a:gdLst/>
              <a:ahLst/>
              <a:cxnLst/>
              <a:rect l="l" t="t" r="r" b="b"/>
              <a:pathLst>
                <a:path w="2321" h="2106" extrusionOk="0">
                  <a:moveTo>
                    <a:pt x="1160" y="0"/>
                  </a:moveTo>
                  <a:cubicBezTo>
                    <a:pt x="890" y="0"/>
                    <a:pt x="621" y="103"/>
                    <a:pt x="411" y="308"/>
                  </a:cubicBezTo>
                  <a:cubicBezTo>
                    <a:pt x="1" y="718"/>
                    <a:pt x="1" y="1388"/>
                    <a:pt x="411" y="1798"/>
                  </a:cubicBezTo>
                  <a:cubicBezTo>
                    <a:pt x="621" y="2003"/>
                    <a:pt x="890" y="2106"/>
                    <a:pt x="1160" y="2106"/>
                  </a:cubicBezTo>
                  <a:cubicBezTo>
                    <a:pt x="1430" y="2106"/>
                    <a:pt x="1700" y="2003"/>
                    <a:pt x="1910" y="1798"/>
                  </a:cubicBezTo>
                  <a:cubicBezTo>
                    <a:pt x="2320" y="1388"/>
                    <a:pt x="2320" y="718"/>
                    <a:pt x="1910" y="308"/>
                  </a:cubicBezTo>
                  <a:cubicBezTo>
                    <a:pt x="1700" y="103"/>
                    <a:pt x="1430" y="0"/>
                    <a:pt x="11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70"/>
            <p:cNvSpPr/>
            <p:nvPr/>
          </p:nvSpPr>
          <p:spPr>
            <a:xfrm>
              <a:off x="5748425" y="3054975"/>
              <a:ext cx="52650" cy="52650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053" y="0"/>
                  </a:moveTo>
                  <a:cubicBezTo>
                    <a:pt x="473" y="0"/>
                    <a:pt x="0" y="473"/>
                    <a:pt x="0" y="1053"/>
                  </a:cubicBezTo>
                  <a:cubicBezTo>
                    <a:pt x="0" y="1633"/>
                    <a:pt x="473" y="2105"/>
                    <a:pt x="1053" y="2105"/>
                  </a:cubicBezTo>
                  <a:cubicBezTo>
                    <a:pt x="1633" y="2105"/>
                    <a:pt x="2106" y="1633"/>
                    <a:pt x="2106" y="1053"/>
                  </a:cubicBezTo>
                  <a:cubicBezTo>
                    <a:pt x="2106" y="473"/>
                    <a:pt x="1633" y="0"/>
                    <a:pt x="10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70"/>
            <p:cNvSpPr/>
            <p:nvPr/>
          </p:nvSpPr>
          <p:spPr>
            <a:xfrm>
              <a:off x="5692000" y="3032650"/>
              <a:ext cx="34575" cy="34600"/>
            </a:xfrm>
            <a:custGeom>
              <a:avLst/>
              <a:gdLst/>
              <a:ahLst/>
              <a:cxnLst/>
              <a:rect l="l" t="t" r="r" b="b"/>
              <a:pathLst>
                <a:path w="1383" h="1384" extrusionOk="0">
                  <a:moveTo>
                    <a:pt x="696" y="1"/>
                  </a:moveTo>
                  <a:cubicBezTo>
                    <a:pt x="312" y="1"/>
                    <a:pt x="0" y="304"/>
                    <a:pt x="0" y="688"/>
                  </a:cubicBezTo>
                  <a:cubicBezTo>
                    <a:pt x="0" y="1071"/>
                    <a:pt x="312" y="1384"/>
                    <a:pt x="696" y="1384"/>
                  </a:cubicBezTo>
                  <a:cubicBezTo>
                    <a:pt x="1071" y="1384"/>
                    <a:pt x="1383" y="1071"/>
                    <a:pt x="1383" y="688"/>
                  </a:cubicBezTo>
                  <a:cubicBezTo>
                    <a:pt x="1383" y="304"/>
                    <a:pt x="1071" y="1"/>
                    <a:pt x="6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70"/>
            <p:cNvSpPr/>
            <p:nvPr/>
          </p:nvSpPr>
          <p:spPr>
            <a:xfrm>
              <a:off x="5692000" y="3194800"/>
              <a:ext cx="34575" cy="34600"/>
            </a:xfrm>
            <a:custGeom>
              <a:avLst/>
              <a:gdLst/>
              <a:ahLst/>
              <a:cxnLst/>
              <a:rect l="l" t="t" r="r" b="b"/>
              <a:pathLst>
                <a:path w="1383" h="1384" extrusionOk="0">
                  <a:moveTo>
                    <a:pt x="696" y="1"/>
                  </a:moveTo>
                  <a:cubicBezTo>
                    <a:pt x="312" y="1"/>
                    <a:pt x="0" y="304"/>
                    <a:pt x="0" y="687"/>
                  </a:cubicBezTo>
                  <a:cubicBezTo>
                    <a:pt x="0" y="1071"/>
                    <a:pt x="312" y="1383"/>
                    <a:pt x="696" y="1383"/>
                  </a:cubicBezTo>
                  <a:cubicBezTo>
                    <a:pt x="1071" y="1383"/>
                    <a:pt x="1383" y="1071"/>
                    <a:pt x="1383" y="687"/>
                  </a:cubicBezTo>
                  <a:cubicBezTo>
                    <a:pt x="1383" y="304"/>
                    <a:pt x="1071" y="1"/>
                    <a:pt x="6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70"/>
            <p:cNvSpPr/>
            <p:nvPr/>
          </p:nvSpPr>
          <p:spPr>
            <a:xfrm>
              <a:off x="5585825" y="2999650"/>
              <a:ext cx="247375" cy="262525"/>
            </a:xfrm>
            <a:custGeom>
              <a:avLst/>
              <a:gdLst/>
              <a:ahLst/>
              <a:cxnLst/>
              <a:rect l="l" t="t" r="r" b="b"/>
              <a:pathLst>
                <a:path w="9895" h="10501" extrusionOk="0">
                  <a:moveTo>
                    <a:pt x="866" y="1"/>
                  </a:moveTo>
                  <a:cubicBezTo>
                    <a:pt x="393" y="1"/>
                    <a:pt x="1" y="393"/>
                    <a:pt x="1" y="875"/>
                  </a:cubicBezTo>
                  <a:lnTo>
                    <a:pt x="1" y="9626"/>
                  </a:lnTo>
                  <a:cubicBezTo>
                    <a:pt x="1" y="10108"/>
                    <a:pt x="393" y="10501"/>
                    <a:pt x="866" y="10501"/>
                  </a:cubicBezTo>
                  <a:lnTo>
                    <a:pt x="9029" y="10501"/>
                  </a:lnTo>
                  <a:cubicBezTo>
                    <a:pt x="9511" y="10501"/>
                    <a:pt x="9894" y="10108"/>
                    <a:pt x="9894" y="9626"/>
                  </a:cubicBezTo>
                  <a:lnTo>
                    <a:pt x="9894" y="7905"/>
                  </a:lnTo>
                  <a:cubicBezTo>
                    <a:pt x="9894" y="7753"/>
                    <a:pt x="9776" y="7677"/>
                    <a:pt x="9658" y="7677"/>
                  </a:cubicBezTo>
                  <a:cubicBezTo>
                    <a:pt x="9540" y="7677"/>
                    <a:pt x="9421" y="7753"/>
                    <a:pt x="9421" y="7905"/>
                  </a:cubicBezTo>
                  <a:lnTo>
                    <a:pt x="9421" y="9626"/>
                  </a:lnTo>
                  <a:cubicBezTo>
                    <a:pt x="9421" y="9849"/>
                    <a:pt x="9243" y="10028"/>
                    <a:pt x="9029" y="10028"/>
                  </a:cubicBezTo>
                  <a:lnTo>
                    <a:pt x="866" y="10028"/>
                  </a:lnTo>
                  <a:cubicBezTo>
                    <a:pt x="652" y="10028"/>
                    <a:pt x="474" y="9849"/>
                    <a:pt x="474" y="9626"/>
                  </a:cubicBezTo>
                  <a:lnTo>
                    <a:pt x="474" y="875"/>
                  </a:lnTo>
                  <a:cubicBezTo>
                    <a:pt x="474" y="652"/>
                    <a:pt x="652" y="473"/>
                    <a:pt x="866" y="473"/>
                  </a:cubicBezTo>
                  <a:lnTo>
                    <a:pt x="9172" y="473"/>
                  </a:lnTo>
                  <a:cubicBezTo>
                    <a:pt x="9314" y="473"/>
                    <a:pt x="9421" y="589"/>
                    <a:pt x="9421" y="723"/>
                  </a:cubicBezTo>
                  <a:lnTo>
                    <a:pt x="9421" y="6700"/>
                  </a:lnTo>
                  <a:cubicBezTo>
                    <a:pt x="9421" y="6745"/>
                    <a:pt x="9439" y="6790"/>
                    <a:pt x="9475" y="6816"/>
                  </a:cubicBezTo>
                  <a:cubicBezTo>
                    <a:pt x="9537" y="6865"/>
                    <a:pt x="9601" y="6886"/>
                    <a:pt x="9658" y="6886"/>
                  </a:cubicBezTo>
                  <a:cubicBezTo>
                    <a:pt x="9791" y="6886"/>
                    <a:pt x="9894" y="6777"/>
                    <a:pt x="9894" y="6647"/>
                  </a:cubicBezTo>
                  <a:lnTo>
                    <a:pt x="9894" y="875"/>
                  </a:lnTo>
                  <a:cubicBezTo>
                    <a:pt x="9894" y="393"/>
                    <a:pt x="9511" y="1"/>
                    <a:pt x="9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70"/>
            <p:cNvSpPr/>
            <p:nvPr/>
          </p:nvSpPr>
          <p:spPr>
            <a:xfrm>
              <a:off x="5558175" y="2929625"/>
              <a:ext cx="334800" cy="402575"/>
            </a:xfrm>
            <a:custGeom>
              <a:avLst/>
              <a:gdLst/>
              <a:ahLst/>
              <a:cxnLst/>
              <a:rect l="l" t="t" r="r" b="b"/>
              <a:pathLst>
                <a:path w="13392" h="16103" extrusionOk="0">
                  <a:moveTo>
                    <a:pt x="8485" y="473"/>
                  </a:moveTo>
                  <a:cubicBezTo>
                    <a:pt x="8904" y="473"/>
                    <a:pt x="9234" y="812"/>
                    <a:pt x="9234" y="1223"/>
                  </a:cubicBezTo>
                  <a:lnTo>
                    <a:pt x="9234" y="1704"/>
                  </a:lnTo>
                  <a:lnTo>
                    <a:pt x="2838" y="1704"/>
                  </a:lnTo>
                  <a:lnTo>
                    <a:pt x="2838" y="1223"/>
                  </a:lnTo>
                  <a:cubicBezTo>
                    <a:pt x="2838" y="812"/>
                    <a:pt x="3177" y="473"/>
                    <a:pt x="3587" y="473"/>
                  </a:cubicBezTo>
                  <a:close/>
                  <a:moveTo>
                    <a:pt x="12392" y="7565"/>
                  </a:moveTo>
                  <a:cubicBezTo>
                    <a:pt x="12677" y="7565"/>
                    <a:pt x="12909" y="7806"/>
                    <a:pt x="12900" y="8092"/>
                  </a:cubicBezTo>
                  <a:cubicBezTo>
                    <a:pt x="12883" y="8359"/>
                    <a:pt x="12651" y="8574"/>
                    <a:pt x="12374" y="8574"/>
                  </a:cubicBezTo>
                  <a:lnTo>
                    <a:pt x="12106" y="8574"/>
                  </a:lnTo>
                  <a:lnTo>
                    <a:pt x="12106" y="7565"/>
                  </a:lnTo>
                  <a:close/>
                  <a:moveTo>
                    <a:pt x="9234" y="14399"/>
                  </a:moveTo>
                  <a:lnTo>
                    <a:pt x="9234" y="14881"/>
                  </a:lnTo>
                  <a:cubicBezTo>
                    <a:pt x="9234" y="15291"/>
                    <a:pt x="8904" y="15630"/>
                    <a:pt x="8485" y="15630"/>
                  </a:cubicBezTo>
                  <a:lnTo>
                    <a:pt x="3587" y="15630"/>
                  </a:lnTo>
                  <a:cubicBezTo>
                    <a:pt x="3177" y="15630"/>
                    <a:pt x="2838" y="15291"/>
                    <a:pt x="2838" y="14881"/>
                  </a:cubicBezTo>
                  <a:lnTo>
                    <a:pt x="2838" y="14399"/>
                  </a:lnTo>
                  <a:close/>
                  <a:moveTo>
                    <a:pt x="3587" y="0"/>
                  </a:moveTo>
                  <a:cubicBezTo>
                    <a:pt x="2918" y="0"/>
                    <a:pt x="2365" y="545"/>
                    <a:pt x="2365" y="1223"/>
                  </a:cubicBezTo>
                  <a:lnTo>
                    <a:pt x="2365" y="1704"/>
                  </a:lnTo>
                  <a:lnTo>
                    <a:pt x="1821" y="1704"/>
                  </a:lnTo>
                  <a:cubicBezTo>
                    <a:pt x="812" y="1704"/>
                    <a:pt x="1" y="2516"/>
                    <a:pt x="1" y="3515"/>
                  </a:cubicBezTo>
                  <a:lnTo>
                    <a:pt x="1" y="4122"/>
                  </a:lnTo>
                  <a:cubicBezTo>
                    <a:pt x="1" y="4274"/>
                    <a:pt x="119" y="4349"/>
                    <a:pt x="237" y="4349"/>
                  </a:cubicBezTo>
                  <a:cubicBezTo>
                    <a:pt x="355" y="4349"/>
                    <a:pt x="473" y="4274"/>
                    <a:pt x="473" y="4122"/>
                  </a:cubicBezTo>
                  <a:lnTo>
                    <a:pt x="473" y="3515"/>
                  </a:lnTo>
                  <a:cubicBezTo>
                    <a:pt x="473" y="2775"/>
                    <a:pt x="1080" y="2177"/>
                    <a:pt x="1821" y="2177"/>
                  </a:cubicBezTo>
                  <a:lnTo>
                    <a:pt x="10296" y="2177"/>
                  </a:lnTo>
                  <a:cubicBezTo>
                    <a:pt x="11036" y="2177"/>
                    <a:pt x="11634" y="2775"/>
                    <a:pt x="11634" y="3515"/>
                  </a:cubicBezTo>
                  <a:lnTo>
                    <a:pt x="11634" y="12624"/>
                  </a:lnTo>
                  <a:cubicBezTo>
                    <a:pt x="11634" y="13364"/>
                    <a:pt x="11036" y="13962"/>
                    <a:pt x="10296" y="13962"/>
                  </a:cubicBezTo>
                  <a:lnTo>
                    <a:pt x="1821" y="13962"/>
                  </a:lnTo>
                  <a:cubicBezTo>
                    <a:pt x="1080" y="13962"/>
                    <a:pt x="473" y="13364"/>
                    <a:pt x="473" y="12624"/>
                  </a:cubicBezTo>
                  <a:lnTo>
                    <a:pt x="473" y="5398"/>
                  </a:lnTo>
                  <a:cubicBezTo>
                    <a:pt x="473" y="5246"/>
                    <a:pt x="355" y="5170"/>
                    <a:pt x="237" y="5170"/>
                  </a:cubicBezTo>
                  <a:cubicBezTo>
                    <a:pt x="119" y="5170"/>
                    <a:pt x="1" y="5246"/>
                    <a:pt x="1" y="5398"/>
                  </a:cubicBezTo>
                  <a:lnTo>
                    <a:pt x="1" y="13141"/>
                  </a:lnTo>
                  <a:cubicBezTo>
                    <a:pt x="1" y="13837"/>
                    <a:pt x="572" y="14399"/>
                    <a:pt x="1267" y="14399"/>
                  </a:cubicBezTo>
                  <a:lnTo>
                    <a:pt x="2365" y="14399"/>
                  </a:lnTo>
                  <a:lnTo>
                    <a:pt x="2365" y="15255"/>
                  </a:lnTo>
                  <a:cubicBezTo>
                    <a:pt x="2365" y="15719"/>
                    <a:pt x="2748" y="16103"/>
                    <a:pt x="3221" y="16103"/>
                  </a:cubicBezTo>
                  <a:lnTo>
                    <a:pt x="8948" y="16103"/>
                  </a:lnTo>
                  <a:cubicBezTo>
                    <a:pt x="9386" y="16103"/>
                    <a:pt x="9742" y="15746"/>
                    <a:pt x="9742" y="15309"/>
                  </a:cubicBezTo>
                  <a:lnTo>
                    <a:pt x="9742" y="14399"/>
                  </a:lnTo>
                  <a:lnTo>
                    <a:pt x="10920" y="14399"/>
                  </a:lnTo>
                  <a:cubicBezTo>
                    <a:pt x="11580" y="14399"/>
                    <a:pt x="12106" y="13873"/>
                    <a:pt x="12106" y="13221"/>
                  </a:cubicBezTo>
                  <a:lnTo>
                    <a:pt x="12106" y="9046"/>
                  </a:lnTo>
                  <a:lnTo>
                    <a:pt x="12374" y="9046"/>
                  </a:lnTo>
                  <a:cubicBezTo>
                    <a:pt x="12900" y="9046"/>
                    <a:pt x="13355" y="8627"/>
                    <a:pt x="13373" y="8092"/>
                  </a:cubicBezTo>
                  <a:cubicBezTo>
                    <a:pt x="13391" y="7548"/>
                    <a:pt x="12945" y="7093"/>
                    <a:pt x="12392" y="7093"/>
                  </a:cubicBezTo>
                  <a:lnTo>
                    <a:pt x="12106" y="7093"/>
                  </a:lnTo>
                  <a:lnTo>
                    <a:pt x="12106" y="3515"/>
                  </a:lnTo>
                  <a:cubicBezTo>
                    <a:pt x="12106" y="2516"/>
                    <a:pt x="11295" y="1704"/>
                    <a:pt x="10296" y="1704"/>
                  </a:cubicBezTo>
                  <a:lnTo>
                    <a:pt x="9707" y="1704"/>
                  </a:lnTo>
                  <a:lnTo>
                    <a:pt x="9707" y="1223"/>
                  </a:lnTo>
                  <a:cubicBezTo>
                    <a:pt x="9707" y="545"/>
                    <a:pt x="9163" y="0"/>
                    <a:pt x="8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70"/>
            <p:cNvSpPr/>
            <p:nvPr/>
          </p:nvSpPr>
          <p:spPr>
            <a:xfrm>
              <a:off x="5667250" y="3088875"/>
              <a:ext cx="84100" cy="84325"/>
            </a:xfrm>
            <a:custGeom>
              <a:avLst/>
              <a:gdLst/>
              <a:ahLst/>
              <a:cxnLst/>
              <a:rect l="l" t="t" r="r" b="b"/>
              <a:pathLst>
                <a:path w="3364" h="3373" extrusionOk="0">
                  <a:moveTo>
                    <a:pt x="1686" y="473"/>
                  </a:moveTo>
                  <a:cubicBezTo>
                    <a:pt x="2346" y="473"/>
                    <a:pt x="2890" y="1017"/>
                    <a:pt x="2890" y="1686"/>
                  </a:cubicBezTo>
                  <a:cubicBezTo>
                    <a:pt x="2890" y="2355"/>
                    <a:pt x="2346" y="2899"/>
                    <a:pt x="1686" y="2899"/>
                  </a:cubicBezTo>
                  <a:cubicBezTo>
                    <a:pt x="1017" y="2899"/>
                    <a:pt x="473" y="2355"/>
                    <a:pt x="473" y="1686"/>
                  </a:cubicBezTo>
                  <a:cubicBezTo>
                    <a:pt x="473" y="1017"/>
                    <a:pt x="1017" y="473"/>
                    <a:pt x="1686" y="473"/>
                  </a:cubicBezTo>
                  <a:close/>
                  <a:moveTo>
                    <a:pt x="1686" y="0"/>
                  </a:moveTo>
                  <a:cubicBezTo>
                    <a:pt x="749" y="0"/>
                    <a:pt x="0" y="758"/>
                    <a:pt x="0" y="1686"/>
                  </a:cubicBezTo>
                  <a:cubicBezTo>
                    <a:pt x="0" y="2614"/>
                    <a:pt x="749" y="3372"/>
                    <a:pt x="1686" y="3372"/>
                  </a:cubicBezTo>
                  <a:cubicBezTo>
                    <a:pt x="2614" y="3372"/>
                    <a:pt x="3363" y="2614"/>
                    <a:pt x="3363" y="1686"/>
                  </a:cubicBezTo>
                  <a:cubicBezTo>
                    <a:pt x="3363" y="758"/>
                    <a:pt x="2614" y="0"/>
                    <a:pt x="16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70"/>
            <p:cNvSpPr/>
            <p:nvPr/>
          </p:nvSpPr>
          <p:spPr>
            <a:xfrm>
              <a:off x="5742400" y="3148400"/>
              <a:ext cx="64700" cy="64500"/>
            </a:xfrm>
            <a:custGeom>
              <a:avLst/>
              <a:gdLst/>
              <a:ahLst/>
              <a:cxnLst/>
              <a:rect l="l" t="t" r="r" b="b"/>
              <a:pathLst>
                <a:path w="2588" h="2580" extrusionOk="0">
                  <a:moveTo>
                    <a:pt x="1294" y="474"/>
                  </a:moveTo>
                  <a:cubicBezTo>
                    <a:pt x="1749" y="474"/>
                    <a:pt x="2115" y="840"/>
                    <a:pt x="2115" y="1286"/>
                  </a:cubicBezTo>
                  <a:cubicBezTo>
                    <a:pt x="2115" y="1741"/>
                    <a:pt x="1749" y="2106"/>
                    <a:pt x="1294" y="2106"/>
                  </a:cubicBezTo>
                  <a:cubicBezTo>
                    <a:pt x="839" y="2106"/>
                    <a:pt x="473" y="1741"/>
                    <a:pt x="473" y="1286"/>
                  </a:cubicBezTo>
                  <a:cubicBezTo>
                    <a:pt x="473" y="840"/>
                    <a:pt x="839" y="474"/>
                    <a:pt x="1294" y="474"/>
                  </a:cubicBezTo>
                  <a:close/>
                  <a:moveTo>
                    <a:pt x="1294" y="1"/>
                  </a:moveTo>
                  <a:cubicBezTo>
                    <a:pt x="580" y="1"/>
                    <a:pt x="0" y="581"/>
                    <a:pt x="0" y="1286"/>
                  </a:cubicBezTo>
                  <a:cubicBezTo>
                    <a:pt x="0" y="1999"/>
                    <a:pt x="580" y="2579"/>
                    <a:pt x="1294" y="2579"/>
                  </a:cubicBezTo>
                  <a:cubicBezTo>
                    <a:pt x="2008" y="2579"/>
                    <a:pt x="2588" y="1999"/>
                    <a:pt x="2588" y="1286"/>
                  </a:cubicBezTo>
                  <a:cubicBezTo>
                    <a:pt x="2588" y="581"/>
                    <a:pt x="2008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70"/>
            <p:cNvSpPr/>
            <p:nvPr/>
          </p:nvSpPr>
          <p:spPr>
            <a:xfrm>
              <a:off x="5611475" y="3048950"/>
              <a:ext cx="64700" cy="64700"/>
            </a:xfrm>
            <a:custGeom>
              <a:avLst/>
              <a:gdLst/>
              <a:ahLst/>
              <a:cxnLst/>
              <a:rect l="l" t="t" r="r" b="b"/>
              <a:pathLst>
                <a:path w="2588" h="2588" extrusionOk="0">
                  <a:moveTo>
                    <a:pt x="1294" y="473"/>
                  </a:moveTo>
                  <a:cubicBezTo>
                    <a:pt x="1749" y="473"/>
                    <a:pt x="2115" y="839"/>
                    <a:pt x="2115" y="1294"/>
                  </a:cubicBezTo>
                  <a:cubicBezTo>
                    <a:pt x="2115" y="1749"/>
                    <a:pt x="1749" y="2114"/>
                    <a:pt x="1294" y="2114"/>
                  </a:cubicBezTo>
                  <a:cubicBezTo>
                    <a:pt x="848" y="2114"/>
                    <a:pt x="474" y="1749"/>
                    <a:pt x="474" y="1294"/>
                  </a:cubicBezTo>
                  <a:cubicBezTo>
                    <a:pt x="474" y="839"/>
                    <a:pt x="848" y="473"/>
                    <a:pt x="1294" y="473"/>
                  </a:cubicBezTo>
                  <a:close/>
                  <a:moveTo>
                    <a:pt x="1294" y="0"/>
                  </a:moveTo>
                  <a:cubicBezTo>
                    <a:pt x="581" y="0"/>
                    <a:pt x="1" y="580"/>
                    <a:pt x="1" y="1294"/>
                  </a:cubicBezTo>
                  <a:cubicBezTo>
                    <a:pt x="1" y="2007"/>
                    <a:pt x="581" y="2587"/>
                    <a:pt x="1294" y="2587"/>
                  </a:cubicBezTo>
                  <a:cubicBezTo>
                    <a:pt x="2008" y="2587"/>
                    <a:pt x="2588" y="2007"/>
                    <a:pt x="2588" y="1294"/>
                  </a:cubicBezTo>
                  <a:cubicBezTo>
                    <a:pt x="2588" y="580"/>
                    <a:pt x="2008" y="0"/>
                    <a:pt x="1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70"/>
            <p:cNvSpPr/>
            <p:nvPr/>
          </p:nvSpPr>
          <p:spPr>
            <a:xfrm>
              <a:off x="5611475" y="3148400"/>
              <a:ext cx="64700" cy="64500"/>
            </a:xfrm>
            <a:custGeom>
              <a:avLst/>
              <a:gdLst/>
              <a:ahLst/>
              <a:cxnLst/>
              <a:rect l="l" t="t" r="r" b="b"/>
              <a:pathLst>
                <a:path w="2588" h="2580" extrusionOk="0">
                  <a:moveTo>
                    <a:pt x="1294" y="474"/>
                  </a:moveTo>
                  <a:cubicBezTo>
                    <a:pt x="1749" y="474"/>
                    <a:pt x="2115" y="840"/>
                    <a:pt x="2115" y="1286"/>
                  </a:cubicBezTo>
                  <a:cubicBezTo>
                    <a:pt x="2115" y="1741"/>
                    <a:pt x="1749" y="2106"/>
                    <a:pt x="1294" y="2106"/>
                  </a:cubicBezTo>
                  <a:cubicBezTo>
                    <a:pt x="848" y="2106"/>
                    <a:pt x="474" y="1741"/>
                    <a:pt x="474" y="1286"/>
                  </a:cubicBezTo>
                  <a:cubicBezTo>
                    <a:pt x="474" y="840"/>
                    <a:pt x="848" y="474"/>
                    <a:pt x="1294" y="474"/>
                  </a:cubicBezTo>
                  <a:close/>
                  <a:moveTo>
                    <a:pt x="1294" y="1"/>
                  </a:moveTo>
                  <a:cubicBezTo>
                    <a:pt x="581" y="1"/>
                    <a:pt x="1" y="581"/>
                    <a:pt x="1" y="1286"/>
                  </a:cubicBezTo>
                  <a:cubicBezTo>
                    <a:pt x="1" y="1999"/>
                    <a:pt x="581" y="2579"/>
                    <a:pt x="1294" y="2579"/>
                  </a:cubicBezTo>
                  <a:cubicBezTo>
                    <a:pt x="2008" y="2579"/>
                    <a:pt x="2588" y="1999"/>
                    <a:pt x="2588" y="1286"/>
                  </a:cubicBezTo>
                  <a:cubicBezTo>
                    <a:pt x="2588" y="581"/>
                    <a:pt x="2008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70"/>
            <p:cNvSpPr/>
            <p:nvPr/>
          </p:nvSpPr>
          <p:spPr>
            <a:xfrm>
              <a:off x="5742400" y="3048950"/>
              <a:ext cx="64700" cy="64700"/>
            </a:xfrm>
            <a:custGeom>
              <a:avLst/>
              <a:gdLst/>
              <a:ahLst/>
              <a:cxnLst/>
              <a:rect l="l" t="t" r="r" b="b"/>
              <a:pathLst>
                <a:path w="2588" h="2588" extrusionOk="0">
                  <a:moveTo>
                    <a:pt x="1294" y="473"/>
                  </a:moveTo>
                  <a:cubicBezTo>
                    <a:pt x="1749" y="473"/>
                    <a:pt x="2115" y="839"/>
                    <a:pt x="2115" y="1294"/>
                  </a:cubicBezTo>
                  <a:cubicBezTo>
                    <a:pt x="2115" y="1740"/>
                    <a:pt x="1749" y="2114"/>
                    <a:pt x="1294" y="2114"/>
                  </a:cubicBezTo>
                  <a:cubicBezTo>
                    <a:pt x="839" y="2114"/>
                    <a:pt x="473" y="1740"/>
                    <a:pt x="473" y="1294"/>
                  </a:cubicBezTo>
                  <a:cubicBezTo>
                    <a:pt x="473" y="839"/>
                    <a:pt x="839" y="473"/>
                    <a:pt x="1294" y="473"/>
                  </a:cubicBezTo>
                  <a:close/>
                  <a:moveTo>
                    <a:pt x="1294" y="0"/>
                  </a:moveTo>
                  <a:cubicBezTo>
                    <a:pt x="580" y="0"/>
                    <a:pt x="0" y="580"/>
                    <a:pt x="0" y="1294"/>
                  </a:cubicBezTo>
                  <a:cubicBezTo>
                    <a:pt x="0" y="2007"/>
                    <a:pt x="580" y="2587"/>
                    <a:pt x="1294" y="2587"/>
                  </a:cubicBezTo>
                  <a:cubicBezTo>
                    <a:pt x="2008" y="2587"/>
                    <a:pt x="2588" y="2007"/>
                    <a:pt x="2588" y="1294"/>
                  </a:cubicBezTo>
                  <a:cubicBezTo>
                    <a:pt x="2588" y="580"/>
                    <a:pt x="2008" y="0"/>
                    <a:pt x="1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70"/>
            <p:cNvSpPr/>
            <p:nvPr/>
          </p:nvSpPr>
          <p:spPr>
            <a:xfrm>
              <a:off x="5686200" y="3026650"/>
              <a:ext cx="46400" cy="46400"/>
            </a:xfrm>
            <a:custGeom>
              <a:avLst/>
              <a:gdLst/>
              <a:ahLst/>
              <a:cxnLst/>
              <a:rect l="l" t="t" r="r" b="b"/>
              <a:pathLst>
                <a:path w="1856" h="1856" extrusionOk="0">
                  <a:moveTo>
                    <a:pt x="928" y="473"/>
                  </a:moveTo>
                  <a:cubicBezTo>
                    <a:pt x="1178" y="473"/>
                    <a:pt x="1383" y="678"/>
                    <a:pt x="1383" y="928"/>
                  </a:cubicBezTo>
                  <a:cubicBezTo>
                    <a:pt x="1383" y="1178"/>
                    <a:pt x="1178" y="1383"/>
                    <a:pt x="928" y="1383"/>
                  </a:cubicBezTo>
                  <a:cubicBezTo>
                    <a:pt x="669" y="1383"/>
                    <a:pt x="473" y="1178"/>
                    <a:pt x="473" y="928"/>
                  </a:cubicBezTo>
                  <a:cubicBezTo>
                    <a:pt x="473" y="678"/>
                    <a:pt x="669" y="473"/>
                    <a:pt x="928" y="473"/>
                  </a:cubicBezTo>
                  <a:close/>
                  <a:moveTo>
                    <a:pt x="928" y="0"/>
                  </a:moveTo>
                  <a:cubicBezTo>
                    <a:pt x="411" y="0"/>
                    <a:pt x="0" y="419"/>
                    <a:pt x="0" y="928"/>
                  </a:cubicBezTo>
                  <a:cubicBezTo>
                    <a:pt x="0" y="1436"/>
                    <a:pt x="411" y="1856"/>
                    <a:pt x="928" y="1856"/>
                  </a:cubicBezTo>
                  <a:cubicBezTo>
                    <a:pt x="1437" y="1856"/>
                    <a:pt x="1856" y="1436"/>
                    <a:pt x="1856" y="928"/>
                  </a:cubicBezTo>
                  <a:cubicBezTo>
                    <a:pt x="1856" y="419"/>
                    <a:pt x="1437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70"/>
            <p:cNvSpPr/>
            <p:nvPr/>
          </p:nvSpPr>
          <p:spPr>
            <a:xfrm>
              <a:off x="5686200" y="3188775"/>
              <a:ext cx="46400" cy="46425"/>
            </a:xfrm>
            <a:custGeom>
              <a:avLst/>
              <a:gdLst/>
              <a:ahLst/>
              <a:cxnLst/>
              <a:rect l="l" t="t" r="r" b="b"/>
              <a:pathLst>
                <a:path w="1856" h="1857" extrusionOk="0">
                  <a:moveTo>
                    <a:pt x="928" y="473"/>
                  </a:moveTo>
                  <a:cubicBezTo>
                    <a:pt x="1178" y="473"/>
                    <a:pt x="1383" y="679"/>
                    <a:pt x="1383" y="928"/>
                  </a:cubicBezTo>
                  <a:cubicBezTo>
                    <a:pt x="1383" y="1178"/>
                    <a:pt x="1178" y="1383"/>
                    <a:pt x="928" y="1383"/>
                  </a:cubicBezTo>
                  <a:cubicBezTo>
                    <a:pt x="669" y="1383"/>
                    <a:pt x="473" y="1178"/>
                    <a:pt x="473" y="928"/>
                  </a:cubicBezTo>
                  <a:cubicBezTo>
                    <a:pt x="473" y="679"/>
                    <a:pt x="669" y="473"/>
                    <a:pt x="928" y="473"/>
                  </a:cubicBezTo>
                  <a:close/>
                  <a:moveTo>
                    <a:pt x="928" y="1"/>
                  </a:moveTo>
                  <a:cubicBezTo>
                    <a:pt x="411" y="1"/>
                    <a:pt x="0" y="420"/>
                    <a:pt x="0" y="928"/>
                  </a:cubicBezTo>
                  <a:cubicBezTo>
                    <a:pt x="0" y="1446"/>
                    <a:pt x="411" y="1856"/>
                    <a:pt x="928" y="1856"/>
                  </a:cubicBezTo>
                  <a:cubicBezTo>
                    <a:pt x="1437" y="1856"/>
                    <a:pt x="1856" y="1446"/>
                    <a:pt x="1856" y="928"/>
                  </a:cubicBezTo>
                  <a:cubicBezTo>
                    <a:pt x="1856" y="420"/>
                    <a:pt x="1437" y="1"/>
                    <a:pt x="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4" name="Google Shape;4584;p70"/>
          <p:cNvGrpSpPr/>
          <p:nvPr/>
        </p:nvGrpSpPr>
        <p:grpSpPr>
          <a:xfrm>
            <a:off x="1056499" y="2163519"/>
            <a:ext cx="378312" cy="378312"/>
            <a:chOff x="498600" y="1680675"/>
            <a:chExt cx="403275" cy="403275"/>
          </a:xfrm>
        </p:grpSpPr>
        <p:sp>
          <p:nvSpPr>
            <p:cNvPr id="4585" name="Google Shape;4585;p70"/>
            <p:cNvSpPr/>
            <p:nvPr/>
          </p:nvSpPr>
          <p:spPr>
            <a:xfrm>
              <a:off x="504625" y="1686925"/>
              <a:ext cx="391450" cy="307800"/>
            </a:xfrm>
            <a:custGeom>
              <a:avLst/>
              <a:gdLst/>
              <a:ahLst/>
              <a:cxnLst/>
              <a:rect l="l" t="t" r="r" b="b"/>
              <a:pathLst>
                <a:path w="15658" h="12312" extrusionOk="0">
                  <a:moveTo>
                    <a:pt x="7824" y="1"/>
                  </a:moveTo>
                  <a:cubicBezTo>
                    <a:pt x="5353" y="1"/>
                    <a:pt x="3337" y="1990"/>
                    <a:pt x="3284" y="4461"/>
                  </a:cubicBezTo>
                  <a:cubicBezTo>
                    <a:pt x="1419" y="4773"/>
                    <a:pt x="1" y="6397"/>
                    <a:pt x="1" y="8360"/>
                  </a:cubicBezTo>
                  <a:cubicBezTo>
                    <a:pt x="1" y="10545"/>
                    <a:pt x="1758" y="12312"/>
                    <a:pt x="3926" y="12312"/>
                  </a:cubicBezTo>
                  <a:lnTo>
                    <a:pt x="11723" y="12312"/>
                  </a:lnTo>
                  <a:cubicBezTo>
                    <a:pt x="13900" y="12312"/>
                    <a:pt x="15657" y="10545"/>
                    <a:pt x="15657" y="8360"/>
                  </a:cubicBezTo>
                  <a:cubicBezTo>
                    <a:pt x="15657" y="6397"/>
                    <a:pt x="14239" y="4773"/>
                    <a:pt x="12374" y="4461"/>
                  </a:cubicBezTo>
                  <a:cubicBezTo>
                    <a:pt x="12321" y="1990"/>
                    <a:pt x="10304" y="1"/>
                    <a:pt x="7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70"/>
            <p:cNvSpPr/>
            <p:nvPr/>
          </p:nvSpPr>
          <p:spPr>
            <a:xfrm>
              <a:off x="615475" y="1828775"/>
              <a:ext cx="170200" cy="249575"/>
            </a:xfrm>
            <a:custGeom>
              <a:avLst/>
              <a:gdLst/>
              <a:ahLst/>
              <a:cxnLst/>
              <a:rect l="l" t="t" r="r" b="b"/>
              <a:pathLst>
                <a:path w="6808" h="9983" extrusionOk="0">
                  <a:moveTo>
                    <a:pt x="3408" y="0"/>
                  </a:moveTo>
                  <a:lnTo>
                    <a:pt x="0" y="4059"/>
                  </a:lnTo>
                  <a:lnTo>
                    <a:pt x="1829" y="4059"/>
                  </a:lnTo>
                  <a:lnTo>
                    <a:pt x="1829" y="9983"/>
                  </a:lnTo>
                  <a:lnTo>
                    <a:pt x="4978" y="9983"/>
                  </a:lnTo>
                  <a:lnTo>
                    <a:pt x="4978" y="4059"/>
                  </a:lnTo>
                  <a:lnTo>
                    <a:pt x="6807" y="4059"/>
                  </a:lnTo>
                  <a:lnTo>
                    <a:pt x="34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70"/>
            <p:cNvSpPr/>
            <p:nvPr/>
          </p:nvSpPr>
          <p:spPr>
            <a:xfrm>
              <a:off x="498600" y="1680675"/>
              <a:ext cx="403275" cy="403275"/>
            </a:xfrm>
            <a:custGeom>
              <a:avLst/>
              <a:gdLst/>
              <a:ahLst/>
              <a:cxnLst/>
              <a:rect l="l" t="t" r="r" b="b"/>
              <a:pathLst>
                <a:path w="16131" h="16131" extrusionOk="0">
                  <a:moveTo>
                    <a:pt x="8065" y="1"/>
                  </a:moveTo>
                  <a:cubicBezTo>
                    <a:pt x="7004" y="1"/>
                    <a:pt x="6005" y="340"/>
                    <a:pt x="5166" y="982"/>
                  </a:cubicBezTo>
                  <a:cubicBezTo>
                    <a:pt x="4971" y="1134"/>
                    <a:pt x="5121" y="1408"/>
                    <a:pt x="5313" y="1408"/>
                  </a:cubicBezTo>
                  <a:cubicBezTo>
                    <a:pt x="5358" y="1408"/>
                    <a:pt x="5406" y="1393"/>
                    <a:pt x="5452" y="1357"/>
                  </a:cubicBezTo>
                  <a:cubicBezTo>
                    <a:pt x="6210" y="777"/>
                    <a:pt x="7111" y="474"/>
                    <a:pt x="8065" y="474"/>
                  </a:cubicBezTo>
                  <a:cubicBezTo>
                    <a:pt x="9198" y="474"/>
                    <a:pt x="10269" y="911"/>
                    <a:pt x="11081" y="1705"/>
                  </a:cubicBezTo>
                  <a:cubicBezTo>
                    <a:pt x="11884" y="2499"/>
                    <a:pt x="12348" y="3560"/>
                    <a:pt x="12374" y="4702"/>
                  </a:cubicBezTo>
                  <a:cubicBezTo>
                    <a:pt x="12374" y="4818"/>
                    <a:pt x="12463" y="4907"/>
                    <a:pt x="12571" y="4925"/>
                  </a:cubicBezTo>
                  <a:cubicBezTo>
                    <a:pt x="13427" y="5068"/>
                    <a:pt x="14203" y="5514"/>
                    <a:pt x="14774" y="6183"/>
                  </a:cubicBezTo>
                  <a:cubicBezTo>
                    <a:pt x="15345" y="6852"/>
                    <a:pt x="15657" y="7709"/>
                    <a:pt x="15657" y="8592"/>
                  </a:cubicBezTo>
                  <a:cubicBezTo>
                    <a:pt x="15657" y="10644"/>
                    <a:pt x="13998" y="12312"/>
                    <a:pt x="11964" y="12312"/>
                  </a:cubicBezTo>
                  <a:lnTo>
                    <a:pt x="9876" y="12312"/>
                  </a:lnTo>
                  <a:lnTo>
                    <a:pt x="9876" y="10206"/>
                  </a:lnTo>
                  <a:lnTo>
                    <a:pt x="11473" y="10206"/>
                  </a:lnTo>
                  <a:cubicBezTo>
                    <a:pt x="11481" y="10207"/>
                    <a:pt x="11488" y="10207"/>
                    <a:pt x="11495" y="10207"/>
                  </a:cubicBezTo>
                  <a:cubicBezTo>
                    <a:pt x="11686" y="10207"/>
                    <a:pt x="11781" y="9987"/>
                    <a:pt x="11661" y="9841"/>
                  </a:cubicBezTo>
                  <a:lnTo>
                    <a:pt x="8253" y="5782"/>
                  </a:lnTo>
                  <a:cubicBezTo>
                    <a:pt x="8190" y="5728"/>
                    <a:pt x="8130" y="5701"/>
                    <a:pt x="8070" y="5701"/>
                  </a:cubicBezTo>
                  <a:cubicBezTo>
                    <a:pt x="8010" y="5701"/>
                    <a:pt x="7949" y="5728"/>
                    <a:pt x="7887" y="5782"/>
                  </a:cubicBezTo>
                  <a:lnTo>
                    <a:pt x="4479" y="9841"/>
                  </a:lnTo>
                  <a:cubicBezTo>
                    <a:pt x="4354" y="9992"/>
                    <a:pt x="4461" y="10224"/>
                    <a:pt x="4658" y="10233"/>
                  </a:cubicBezTo>
                  <a:lnTo>
                    <a:pt x="6254" y="10233"/>
                  </a:lnTo>
                  <a:lnTo>
                    <a:pt x="6254" y="12312"/>
                  </a:lnTo>
                  <a:lnTo>
                    <a:pt x="4167" y="12312"/>
                  </a:lnTo>
                  <a:cubicBezTo>
                    <a:pt x="2133" y="12312"/>
                    <a:pt x="474" y="10644"/>
                    <a:pt x="474" y="8592"/>
                  </a:cubicBezTo>
                  <a:cubicBezTo>
                    <a:pt x="474" y="7709"/>
                    <a:pt x="786" y="6852"/>
                    <a:pt x="1357" y="6183"/>
                  </a:cubicBezTo>
                  <a:cubicBezTo>
                    <a:pt x="1928" y="5514"/>
                    <a:pt x="2704" y="5068"/>
                    <a:pt x="3560" y="4925"/>
                  </a:cubicBezTo>
                  <a:cubicBezTo>
                    <a:pt x="3667" y="4907"/>
                    <a:pt x="3757" y="4818"/>
                    <a:pt x="3757" y="4702"/>
                  </a:cubicBezTo>
                  <a:cubicBezTo>
                    <a:pt x="3774" y="3792"/>
                    <a:pt x="4078" y="2936"/>
                    <a:pt x="4613" y="2204"/>
                  </a:cubicBezTo>
                  <a:cubicBezTo>
                    <a:pt x="4749" y="2029"/>
                    <a:pt x="4584" y="1831"/>
                    <a:pt x="4415" y="1831"/>
                  </a:cubicBezTo>
                  <a:cubicBezTo>
                    <a:pt x="4351" y="1831"/>
                    <a:pt x="4287" y="1859"/>
                    <a:pt x="4238" y="1928"/>
                  </a:cubicBezTo>
                  <a:cubicBezTo>
                    <a:pt x="3676" y="2677"/>
                    <a:pt x="3346" y="3560"/>
                    <a:pt x="3293" y="4497"/>
                  </a:cubicBezTo>
                  <a:cubicBezTo>
                    <a:pt x="2401" y="4693"/>
                    <a:pt x="1598" y="5175"/>
                    <a:pt x="1000" y="5871"/>
                  </a:cubicBezTo>
                  <a:cubicBezTo>
                    <a:pt x="358" y="6629"/>
                    <a:pt x="1" y="7602"/>
                    <a:pt x="1" y="8592"/>
                  </a:cubicBezTo>
                  <a:cubicBezTo>
                    <a:pt x="1" y="10902"/>
                    <a:pt x="1865" y="12785"/>
                    <a:pt x="4167" y="12785"/>
                  </a:cubicBezTo>
                  <a:lnTo>
                    <a:pt x="6254" y="12785"/>
                  </a:lnTo>
                  <a:lnTo>
                    <a:pt x="6254" y="15889"/>
                  </a:lnTo>
                  <a:cubicBezTo>
                    <a:pt x="6254" y="16023"/>
                    <a:pt x="6361" y="16130"/>
                    <a:pt x="6486" y="16130"/>
                  </a:cubicBezTo>
                  <a:lnTo>
                    <a:pt x="9644" y="16130"/>
                  </a:lnTo>
                  <a:cubicBezTo>
                    <a:pt x="9769" y="16130"/>
                    <a:pt x="9876" y="16023"/>
                    <a:pt x="9876" y="15889"/>
                  </a:cubicBezTo>
                  <a:lnTo>
                    <a:pt x="9876" y="14854"/>
                  </a:lnTo>
                  <a:cubicBezTo>
                    <a:pt x="9876" y="14703"/>
                    <a:pt x="9758" y="14627"/>
                    <a:pt x="9640" y="14627"/>
                  </a:cubicBezTo>
                  <a:cubicBezTo>
                    <a:pt x="9522" y="14627"/>
                    <a:pt x="9404" y="14703"/>
                    <a:pt x="9404" y="14854"/>
                  </a:cubicBezTo>
                  <a:lnTo>
                    <a:pt x="9404" y="15684"/>
                  </a:lnTo>
                  <a:lnTo>
                    <a:pt x="6727" y="15684"/>
                  </a:lnTo>
                  <a:lnTo>
                    <a:pt x="6727" y="10001"/>
                  </a:lnTo>
                  <a:cubicBezTo>
                    <a:pt x="6727" y="9867"/>
                    <a:pt x="6620" y="9760"/>
                    <a:pt x="6486" y="9760"/>
                  </a:cubicBezTo>
                  <a:lnTo>
                    <a:pt x="5166" y="9760"/>
                  </a:lnTo>
                  <a:lnTo>
                    <a:pt x="8065" y="6308"/>
                  </a:lnTo>
                  <a:lnTo>
                    <a:pt x="10965" y="9760"/>
                  </a:lnTo>
                  <a:lnTo>
                    <a:pt x="9644" y="9760"/>
                  </a:lnTo>
                  <a:cubicBezTo>
                    <a:pt x="9511" y="9760"/>
                    <a:pt x="9404" y="9867"/>
                    <a:pt x="9404" y="10001"/>
                  </a:cubicBezTo>
                  <a:lnTo>
                    <a:pt x="9404" y="13614"/>
                  </a:lnTo>
                  <a:cubicBezTo>
                    <a:pt x="9404" y="13770"/>
                    <a:pt x="9522" y="13848"/>
                    <a:pt x="9640" y="13848"/>
                  </a:cubicBezTo>
                  <a:cubicBezTo>
                    <a:pt x="9758" y="13848"/>
                    <a:pt x="9876" y="13770"/>
                    <a:pt x="9876" y="13614"/>
                  </a:cubicBezTo>
                  <a:lnTo>
                    <a:pt x="9876" y="12785"/>
                  </a:lnTo>
                  <a:lnTo>
                    <a:pt x="11964" y="12785"/>
                  </a:lnTo>
                  <a:cubicBezTo>
                    <a:pt x="14257" y="12785"/>
                    <a:pt x="16130" y="10902"/>
                    <a:pt x="16130" y="8592"/>
                  </a:cubicBezTo>
                  <a:cubicBezTo>
                    <a:pt x="16130" y="7602"/>
                    <a:pt x="15773" y="6629"/>
                    <a:pt x="15131" y="5871"/>
                  </a:cubicBezTo>
                  <a:cubicBezTo>
                    <a:pt x="14533" y="5175"/>
                    <a:pt x="13730" y="4693"/>
                    <a:pt x="12838" y="4497"/>
                  </a:cubicBezTo>
                  <a:cubicBezTo>
                    <a:pt x="12767" y="3311"/>
                    <a:pt x="12258" y="2204"/>
                    <a:pt x="11411" y="1366"/>
                  </a:cubicBezTo>
                  <a:cubicBezTo>
                    <a:pt x="10510" y="483"/>
                    <a:pt x="9323" y="1"/>
                    <a:pt x="8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8" name="Google Shape;4588;p70"/>
          <p:cNvGrpSpPr/>
          <p:nvPr/>
        </p:nvGrpSpPr>
        <p:grpSpPr>
          <a:xfrm>
            <a:off x="5620955" y="1649168"/>
            <a:ext cx="311760" cy="358410"/>
            <a:chOff x="5611718" y="1516764"/>
            <a:chExt cx="326075" cy="374866"/>
          </a:xfrm>
        </p:grpSpPr>
        <p:sp>
          <p:nvSpPr>
            <p:cNvPr id="4589" name="Google Shape;4589;p70"/>
            <p:cNvSpPr/>
            <p:nvPr/>
          </p:nvSpPr>
          <p:spPr>
            <a:xfrm>
              <a:off x="5756963" y="1726550"/>
              <a:ext cx="34368" cy="138839"/>
            </a:xfrm>
            <a:custGeom>
              <a:avLst/>
              <a:gdLst/>
              <a:ahLst/>
              <a:cxnLst/>
              <a:rect l="l" t="t" r="r" b="b"/>
              <a:pathLst>
                <a:path w="1482" h="5987" extrusionOk="0">
                  <a:moveTo>
                    <a:pt x="0" y="0"/>
                  </a:moveTo>
                  <a:lnTo>
                    <a:pt x="0" y="5986"/>
                  </a:lnTo>
                  <a:lnTo>
                    <a:pt x="1481" y="5986"/>
                  </a:lnTo>
                  <a:lnTo>
                    <a:pt x="14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70"/>
            <p:cNvSpPr/>
            <p:nvPr/>
          </p:nvSpPr>
          <p:spPr>
            <a:xfrm>
              <a:off x="5692817" y="1855839"/>
              <a:ext cx="163675" cy="30031"/>
            </a:xfrm>
            <a:custGeom>
              <a:avLst/>
              <a:gdLst/>
              <a:ahLst/>
              <a:cxnLst/>
              <a:rect l="l" t="t" r="r" b="b"/>
              <a:pathLst>
                <a:path w="7058" h="1295" extrusionOk="0">
                  <a:moveTo>
                    <a:pt x="1285" y="1"/>
                  </a:moveTo>
                  <a:cubicBezTo>
                    <a:pt x="572" y="1"/>
                    <a:pt x="1" y="572"/>
                    <a:pt x="1" y="1285"/>
                  </a:cubicBezTo>
                  <a:lnTo>
                    <a:pt x="1" y="1294"/>
                  </a:lnTo>
                  <a:lnTo>
                    <a:pt x="7057" y="1294"/>
                  </a:lnTo>
                  <a:lnTo>
                    <a:pt x="7057" y="1285"/>
                  </a:lnTo>
                  <a:cubicBezTo>
                    <a:pt x="7057" y="572"/>
                    <a:pt x="6477" y="1"/>
                    <a:pt x="57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70"/>
            <p:cNvSpPr/>
            <p:nvPr/>
          </p:nvSpPr>
          <p:spPr>
            <a:xfrm>
              <a:off x="5616681" y="1654333"/>
              <a:ext cx="315106" cy="79472"/>
            </a:xfrm>
            <a:custGeom>
              <a:avLst/>
              <a:gdLst/>
              <a:ahLst/>
              <a:cxnLst/>
              <a:rect l="l" t="t" r="r" b="b"/>
              <a:pathLst>
                <a:path w="13588" h="3427" extrusionOk="0">
                  <a:moveTo>
                    <a:pt x="6790" y="1"/>
                  </a:moveTo>
                  <a:lnTo>
                    <a:pt x="1" y="2088"/>
                  </a:lnTo>
                  <a:lnTo>
                    <a:pt x="1" y="2748"/>
                  </a:lnTo>
                  <a:cubicBezTo>
                    <a:pt x="1" y="3123"/>
                    <a:pt x="304" y="3426"/>
                    <a:pt x="688" y="3426"/>
                  </a:cubicBezTo>
                  <a:lnTo>
                    <a:pt x="12901" y="3426"/>
                  </a:lnTo>
                  <a:cubicBezTo>
                    <a:pt x="13275" y="3426"/>
                    <a:pt x="13588" y="3123"/>
                    <a:pt x="13588" y="2748"/>
                  </a:cubicBezTo>
                  <a:lnTo>
                    <a:pt x="13588" y="2088"/>
                  </a:lnTo>
                  <a:lnTo>
                    <a:pt x="67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70"/>
            <p:cNvSpPr/>
            <p:nvPr/>
          </p:nvSpPr>
          <p:spPr>
            <a:xfrm>
              <a:off x="5616681" y="1569315"/>
              <a:ext cx="315523" cy="133853"/>
            </a:xfrm>
            <a:custGeom>
              <a:avLst/>
              <a:gdLst/>
              <a:ahLst/>
              <a:cxnLst/>
              <a:rect l="l" t="t" r="r" b="b"/>
              <a:pathLst>
                <a:path w="13606" h="5772" extrusionOk="0">
                  <a:moveTo>
                    <a:pt x="1919" y="0"/>
                  </a:moveTo>
                  <a:cubicBezTo>
                    <a:pt x="1598" y="0"/>
                    <a:pt x="1330" y="214"/>
                    <a:pt x="1250" y="526"/>
                  </a:cubicBezTo>
                  <a:lnTo>
                    <a:pt x="1" y="5772"/>
                  </a:lnTo>
                  <a:lnTo>
                    <a:pt x="13605" y="5772"/>
                  </a:lnTo>
                  <a:lnTo>
                    <a:pt x="12348" y="526"/>
                  </a:lnTo>
                  <a:cubicBezTo>
                    <a:pt x="12276" y="214"/>
                    <a:pt x="12000" y="0"/>
                    <a:pt x="1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70"/>
            <p:cNvSpPr/>
            <p:nvPr/>
          </p:nvSpPr>
          <p:spPr>
            <a:xfrm>
              <a:off x="5725725" y="1522539"/>
              <a:ext cx="48838" cy="24860"/>
            </a:xfrm>
            <a:custGeom>
              <a:avLst/>
              <a:gdLst/>
              <a:ahLst/>
              <a:cxnLst/>
              <a:rect l="l" t="t" r="r" b="b"/>
              <a:pathLst>
                <a:path w="2106" h="1072" extrusionOk="0">
                  <a:moveTo>
                    <a:pt x="527" y="1"/>
                  </a:moveTo>
                  <a:cubicBezTo>
                    <a:pt x="232" y="1"/>
                    <a:pt x="0" y="242"/>
                    <a:pt x="0" y="527"/>
                  </a:cubicBezTo>
                  <a:lnTo>
                    <a:pt x="0" y="545"/>
                  </a:lnTo>
                  <a:cubicBezTo>
                    <a:pt x="0" y="840"/>
                    <a:pt x="232" y="1071"/>
                    <a:pt x="527" y="1071"/>
                  </a:cubicBezTo>
                  <a:lnTo>
                    <a:pt x="1579" y="1071"/>
                  </a:lnTo>
                  <a:cubicBezTo>
                    <a:pt x="1874" y="1071"/>
                    <a:pt x="2106" y="840"/>
                    <a:pt x="2106" y="545"/>
                  </a:cubicBezTo>
                  <a:lnTo>
                    <a:pt x="2106" y="527"/>
                  </a:lnTo>
                  <a:cubicBezTo>
                    <a:pt x="2106" y="242"/>
                    <a:pt x="1874" y="1"/>
                    <a:pt x="1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70"/>
            <p:cNvSpPr/>
            <p:nvPr/>
          </p:nvSpPr>
          <p:spPr>
            <a:xfrm>
              <a:off x="5703995" y="1599301"/>
              <a:ext cx="140902" cy="77408"/>
            </a:xfrm>
            <a:custGeom>
              <a:avLst/>
              <a:gdLst/>
              <a:ahLst/>
              <a:cxnLst/>
              <a:rect l="l" t="t" r="r" b="b"/>
              <a:pathLst>
                <a:path w="6076" h="3338" extrusionOk="0">
                  <a:moveTo>
                    <a:pt x="687" y="1"/>
                  </a:moveTo>
                  <a:lnTo>
                    <a:pt x="0" y="3337"/>
                  </a:lnTo>
                  <a:lnTo>
                    <a:pt x="6076" y="3337"/>
                  </a:lnTo>
                  <a:lnTo>
                    <a:pt x="5389" y="1"/>
                  </a:ln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70"/>
            <p:cNvSpPr/>
            <p:nvPr/>
          </p:nvSpPr>
          <p:spPr>
            <a:xfrm>
              <a:off x="5698406" y="1593503"/>
              <a:ext cx="152080" cy="88377"/>
            </a:xfrm>
            <a:custGeom>
              <a:avLst/>
              <a:gdLst/>
              <a:ahLst/>
              <a:cxnLst/>
              <a:rect l="l" t="t" r="r" b="b"/>
              <a:pathLst>
                <a:path w="6558" h="3811" extrusionOk="0">
                  <a:moveTo>
                    <a:pt x="5434" y="474"/>
                  </a:moveTo>
                  <a:lnTo>
                    <a:pt x="6022" y="3337"/>
                  </a:lnTo>
                  <a:lnTo>
                    <a:pt x="536" y="3337"/>
                  </a:lnTo>
                  <a:lnTo>
                    <a:pt x="1116" y="474"/>
                  </a:lnTo>
                  <a:close/>
                  <a:moveTo>
                    <a:pt x="928" y="1"/>
                  </a:moveTo>
                  <a:cubicBezTo>
                    <a:pt x="812" y="1"/>
                    <a:pt x="714" y="81"/>
                    <a:pt x="696" y="188"/>
                  </a:cubicBezTo>
                  <a:lnTo>
                    <a:pt x="10" y="3525"/>
                  </a:lnTo>
                  <a:cubicBezTo>
                    <a:pt x="1" y="3694"/>
                    <a:pt x="81" y="3792"/>
                    <a:pt x="241" y="3810"/>
                  </a:cubicBezTo>
                  <a:lnTo>
                    <a:pt x="6308" y="3810"/>
                  </a:lnTo>
                  <a:cubicBezTo>
                    <a:pt x="6477" y="3792"/>
                    <a:pt x="6558" y="3694"/>
                    <a:pt x="6540" y="3525"/>
                  </a:cubicBezTo>
                  <a:lnTo>
                    <a:pt x="5862" y="188"/>
                  </a:lnTo>
                  <a:cubicBezTo>
                    <a:pt x="5844" y="81"/>
                    <a:pt x="5746" y="1"/>
                    <a:pt x="56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70"/>
            <p:cNvSpPr/>
            <p:nvPr/>
          </p:nvSpPr>
          <p:spPr>
            <a:xfrm>
              <a:off x="5732543" y="1621239"/>
              <a:ext cx="51134" cy="10992"/>
            </a:xfrm>
            <a:custGeom>
              <a:avLst/>
              <a:gdLst/>
              <a:ahLst/>
              <a:cxnLst/>
              <a:rect l="l" t="t" r="r" b="b"/>
              <a:pathLst>
                <a:path w="2205" h="474" extrusionOk="0">
                  <a:moveTo>
                    <a:pt x="259" y="0"/>
                  </a:moveTo>
                  <a:cubicBezTo>
                    <a:pt x="143" y="0"/>
                    <a:pt x="27" y="89"/>
                    <a:pt x="18" y="205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1945" y="473"/>
                  </a:lnTo>
                  <a:cubicBezTo>
                    <a:pt x="2061" y="473"/>
                    <a:pt x="2177" y="384"/>
                    <a:pt x="2186" y="268"/>
                  </a:cubicBezTo>
                  <a:cubicBezTo>
                    <a:pt x="2204" y="125"/>
                    <a:pt x="2097" y="0"/>
                    <a:pt x="1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70"/>
            <p:cNvSpPr/>
            <p:nvPr/>
          </p:nvSpPr>
          <p:spPr>
            <a:xfrm>
              <a:off x="5728624" y="1643155"/>
              <a:ext cx="35388" cy="10992"/>
            </a:xfrm>
            <a:custGeom>
              <a:avLst/>
              <a:gdLst/>
              <a:ahLst/>
              <a:cxnLst/>
              <a:rect l="l" t="t" r="r" b="b"/>
              <a:pathLst>
                <a:path w="1526" h="474" extrusionOk="0">
                  <a:moveTo>
                    <a:pt x="259" y="1"/>
                  </a:moveTo>
                  <a:cubicBezTo>
                    <a:pt x="143" y="1"/>
                    <a:pt x="27" y="90"/>
                    <a:pt x="18" y="206"/>
                  </a:cubicBezTo>
                  <a:cubicBezTo>
                    <a:pt x="0" y="349"/>
                    <a:pt x="107" y="474"/>
                    <a:pt x="250" y="474"/>
                  </a:cubicBezTo>
                  <a:lnTo>
                    <a:pt x="1258" y="474"/>
                  </a:lnTo>
                  <a:cubicBezTo>
                    <a:pt x="1383" y="474"/>
                    <a:pt x="1490" y="384"/>
                    <a:pt x="1508" y="269"/>
                  </a:cubicBezTo>
                  <a:cubicBezTo>
                    <a:pt x="1526" y="126"/>
                    <a:pt x="1410" y="1"/>
                    <a:pt x="1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70"/>
            <p:cNvSpPr/>
            <p:nvPr/>
          </p:nvSpPr>
          <p:spPr>
            <a:xfrm>
              <a:off x="5611718" y="1516764"/>
              <a:ext cx="326075" cy="374866"/>
            </a:xfrm>
            <a:custGeom>
              <a:avLst/>
              <a:gdLst/>
              <a:ahLst/>
              <a:cxnLst/>
              <a:rect l="l" t="t" r="r" b="b"/>
              <a:pathLst>
                <a:path w="14061" h="16165" extrusionOk="0">
                  <a:moveTo>
                    <a:pt x="6504" y="473"/>
                  </a:moveTo>
                  <a:cubicBezTo>
                    <a:pt x="6870" y="473"/>
                    <a:pt x="6888" y="1071"/>
                    <a:pt x="6504" y="1071"/>
                  </a:cubicBezTo>
                  <a:lnTo>
                    <a:pt x="5416" y="1071"/>
                  </a:lnTo>
                  <a:cubicBezTo>
                    <a:pt x="5219" y="1071"/>
                    <a:pt x="5068" y="883"/>
                    <a:pt x="5130" y="678"/>
                  </a:cubicBezTo>
                  <a:cubicBezTo>
                    <a:pt x="5175" y="553"/>
                    <a:pt x="5291" y="473"/>
                    <a:pt x="5425" y="473"/>
                  </a:cubicBezTo>
                  <a:close/>
                  <a:moveTo>
                    <a:pt x="11901" y="2489"/>
                  </a:moveTo>
                  <a:cubicBezTo>
                    <a:pt x="12107" y="2489"/>
                    <a:pt x="12285" y="2632"/>
                    <a:pt x="12338" y="2828"/>
                  </a:cubicBezTo>
                  <a:lnTo>
                    <a:pt x="13516" y="7779"/>
                  </a:lnTo>
                  <a:lnTo>
                    <a:pt x="12160" y="7779"/>
                  </a:lnTo>
                  <a:cubicBezTo>
                    <a:pt x="12044" y="7779"/>
                    <a:pt x="11937" y="7868"/>
                    <a:pt x="11919" y="7984"/>
                  </a:cubicBezTo>
                  <a:cubicBezTo>
                    <a:pt x="11901" y="8136"/>
                    <a:pt x="12008" y="8252"/>
                    <a:pt x="12151" y="8252"/>
                  </a:cubicBezTo>
                  <a:lnTo>
                    <a:pt x="13579" y="8252"/>
                  </a:lnTo>
                  <a:lnTo>
                    <a:pt x="13579" y="8689"/>
                  </a:lnTo>
                  <a:cubicBezTo>
                    <a:pt x="13579" y="8930"/>
                    <a:pt x="13382" y="9135"/>
                    <a:pt x="13132" y="9135"/>
                  </a:cubicBezTo>
                  <a:lnTo>
                    <a:pt x="911" y="9135"/>
                  </a:lnTo>
                  <a:cubicBezTo>
                    <a:pt x="670" y="9135"/>
                    <a:pt x="473" y="8939"/>
                    <a:pt x="473" y="8689"/>
                  </a:cubicBezTo>
                  <a:lnTo>
                    <a:pt x="473" y="8252"/>
                  </a:lnTo>
                  <a:lnTo>
                    <a:pt x="10893" y="8252"/>
                  </a:lnTo>
                  <a:cubicBezTo>
                    <a:pt x="11018" y="8252"/>
                    <a:pt x="11125" y="8172"/>
                    <a:pt x="11143" y="8047"/>
                  </a:cubicBezTo>
                  <a:cubicBezTo>
                    <a:pt x="11161" y="7904"/>
                    <a:pt x="11045" y="7779"/>
                    <a:pt x="10902" y="7779"/>
                  </a:cubicBezTo>
                  <a:lnTo>
                    <a:pt x="527" y="7779"/>
                  </a:lnTo>
                  <a:lnTo>
                    <a:pt x="1705" y="2828"/>
                  </a:lnTo>
                  <a:cubicBezTo>
                    <a:pt x="1758" y="2632"/>
                    <a:pt x="1937" y="2489"/>
                    <a:pt x="2142" y="2489"/>
                  </a:cubicBezTo>
                  <a:lnTo>
                    <a:pt x="2766" y="2489"/>
                  </a:lnTo>
                  <a:lnTo>
                    <a:pt x="2766" y="2980"/>
                  </a:lnTo>
                  <a:cubicBezTo>
                    <a:pt x="2766" y="3105"/>
                    <a:pt x="2855" y="3212"/>
                    <a:pt x="2980" y="3230"/>
                  </a:cubicBezTo>
                  <a:cubicBezTo>
                    <a:pt x="2990" y="3231"/>
                    <a:pt x="3000" y="3231"/>
                    <a:pt x="3009" y="3231"/>
                  </a:cubicBezTo>
                  <a:cubicBezTo>
                    <a:pt x="3138" y="3231"/>
                    <a:pt x="3239" y="3122"/>
                    <a:pt x="3239" y="2989"/>
                  </a:cubicBezTo>
                  <a:lnTo>
                    <a:pt x="3239" y="2489"/>
                  </a:lnTo>
                  <a:close/>
                  <a:moveTo>
                    <a:pt x="7530" y="9608"/>
                  </a:moveTo>
                  <a:lnTo>
                    <a:pt x="7530" y="14399"/>
                  </a:lnTo>
                  <a:lnTo>
                    <a:pt x="6522" y="14399"/>
                  </a:lnTo>
                  <a:lnTo>
                    <a:pt x="6522" y="9608"/>
                  </a:lnTo>
                  <a:close/>
                  <a:moveTo>
                    <a:pt x="5451" y="0"/>
                  </a:moveTo>
                  <a:cubicBezTo>
                    <a:pt x="5086" y="0"/>
                    <a:pt x="4782" y="241"/>
                    <a:pt x="4684" y="562"/>
                  </a:cubicBezTo>
                  <a:lnTo>
                    <a:pt x="3676" y="562"/>
                  </a:lnTo>
                  <a:cubicBezTo>
                    <a:pt x="3177" y="562"/>
                    <a:pt x="2766" y="973"/>
                    <a:pt x="2766" y="1481"/>
                  </a:cubicBezTo>
                  <a:lnTo>
                    <a:pt x="2766" y="2016"/>
                  </a:lnTo>
                  <a:lnTo>
                    <a:pt x="2142" y="2016"/>
                  </a:lnTo>
                  <a:cubicBezTo>
                    <a:pt x="1714" y="2016"/>
                    <a:pt x="1348" y="2302"/>
                    <a:pt x="1250" y="2721"/>
                  </a:cubicBezTo>
                  <a:lnTo>
                    <a:pt x="1" y="7949"/>
                  </a:lnTo>
                  <a:cubicBezTo>
                    <a:pt x="1" y="7958"/>
                    <a:pt x="1" y="7967"/>
                    <a:pt x="1" y="7967"/>
                  </a:cubicBezTo>
                  <a:cubicBezTo>
                    <a:pt x="1" y="7976"/>
                    <a:pt x="1" y="7976"/>
                    <a:pt x="1" y="7976"/>
                  </a:cubicBezTo>
                  <a:cubicBezTo>
                    <a:pt x="1" y="7984"/>
                    <a:pt x="1" y="7993"/>
                    <a:pt x="1" y="7993"/>
                  </a:cubicBezTo>
                  <a:cubicBezTo>
                    <a:pt x="1" y="8002"/>
                    <a:pt x="1" y="8002"/>
                    <a:pt x="1" y="8002"/>
                  </a:cubicBezTo>
                  <a:lnTo>
                    <a:pt x="1" y="8662"/>
                  </a:lnTo>
                  <a:cubicBezTo>
                    <a:pt x="1" y="9171"/>
                    <a:pt x="411" y="9581"/>
                    <a:pt x="911" y="9581"/>
                  </a:cubicBezTo>
                  <a:lnTo>
                    <a:pt x="6049" y="9581"/>
                  </a:lnTo>
                  <a:lnTo>
                    <a:pt x="6049" y="14399"/>
                  </a:lnTo>
                  <a:lnTo>
                    <a:pt x="4773" y="14399"/>
                  </a:lnTo>
                  <a:cubicBezTo>
                    <a:pt x="3935" y="14399"/>
                    <a:pt x="3248" y="15086"/>
                    <a:pt x="3248" y="15933"/>
                  </a:cubicBezTo>
                  <a:cubicBezTo>
                    <a:pt x="3248" y="16058"/>
                    <a:pt x="3355" y="16165"/>
                    <a:pt x="3489" y="16165"/>
                  </a:cubicBezTo>
                  <a:lnTo>
                    <a:pt x="4461" y="16165"/>
                  </a:lnTo>
                  <a:cubicBezTo>
                    <a:pt x="4773" y="16165"/>
                    <a:pt x="4773" y="15692"/>
                    <a:pt x="4461" y="15692"/>
                  </a:cubicBezTo>
                  <a:lnTo>
                    <a:pt x="3730" y="15692"/>
                  </a:lnTo>
                  <a:cubicBezTo>
                    <a:pt x="3837" y="15219"/>
                    <a:pt x="4256" y="14871"/>
                    <a:pt x="4756" y="14871"/>
                  </a:cubicBezTo>
                  <a:lnTo>
                    <a:pt x="9279" y="14871"/>
                  </a:lnTo>
                  <a:cubicBezTo>
                    <a:pt x="9778" y="14871"/>
                    <a:pt x="10197" y="15219"/>
                    <a:pt x="10304" y="15692"/>
                  </a:cubicBezTo>
                  <a:lnTo>
                    <a:pt x="5728" y="15692"/>
                  </a:lnTo>
                  <a:cubicBezTo>
                    <a:pt x="5416" y="15692"/>
                    <a:pt x="5416" y="16165"/>
                    <a:pt x="5728" y="16165"/>
                  </a:cubicBezTo>
                  <a:lnTo>
                    <a:pt x="10563" y="16165"/>
                  </a:lnTo>
                  <a:cubicBezTo>
                    <a:pt x="10688" y="16165"/>
                    <a:pt x="10795" y="16058"/>
                    <a:pt x="10795" y="15933"/>
                  </a:cubicBezTo>
                  <a:cubicBezTo>
                    <a:pt x="10804" y="15086"/>
                    <a:pt x="10117" y="14399"/>
                    <a:pt x="9270" y="14399"/>
                  </a:cubicBezTo>
                  <a:lnTo>
                    <a:pt x="8003" y="14399"/>
                  </a:lnTo>
                  <a:lnTo>
                    <a:pt x="8003" y="9581"/>
                  </a:lnTo>
                  <a:lnTo>
                    <a:pt x="13141" y="9581"/>
                  </a:lnTo>
                  <a:cubicBezTo>
                    <a:pt x="13641" y="9581"/>
                    <a:pt x="14051" y="9171"/>
                    <a:pt x="14051" y="8662"/>
                  </a:cubicBezTo>
                  <a:cubicBezTo>
                    <a:pt x="14051" y="8439"/>
                    <a:pt x="14060" y="8225"/>
                    <a:pt x="14051" y="8002"/>
                  </a:cubicBezTo>
                  <a:cubicBezTo>
                    <a:pt x="14051" y="7984"/>
                    <a:pt x="14051" y="7967"/>
                    <a:pt x="14051" y="7949"/>
                  </a:cubicBezTo>
                  <a:lnTo>
                    <a:pt x="12802" y="2721"/>
                  </a:lnTo>
                  <a:cubicBezTo>
                    <a:pt x="12695" y="2302"/>
                    <a:pt x="12330" y="2016"/>
                    <a:pt x="11910" y="2016"/>
                  </a:cubicBezTo>
                  <a:lnTo>
                    <a:pt x="3239" y="2016"/>
                  </a:lnTo>
                  <a:lnTo>
                    <a:pt x="3239" y="1481"/>
                  </a:lnTo>
                  <a:cubicBezTo>
                    <a:pt x="3239" y="1240"/>
                    <a:pt x="3435" y="1035"/>
                    <a:pt x="3676" y="1035"/>
                  </a:cubicBezTo>
                  <a:lnTo>
                    <a:pt x="4702" y="1035"/>
                  </a:lnTo>
                  <a:cubicBezTo>
                    <a:pt x="4800" y="1329"/>
                    <a:pt x="5077" y="1543"/>
                    <a:pt x="5407" y="1543"/>
                  </a:cubicBezTo>
                  <a:lnTo>
                    <a:pt x="6486" y="1543"/>
                  </a:lnTo>
                  <a:cubicBezTo>
                    <a:pt x="7477" y="1543"/>
                    <a:pt x="7477" y="0"/>
                    <a:pt x="6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9" name="Google Shape;4599;p70"/>
          <p:cNvGrpSpPr/>
          <p:nvPr/>
        </p:nvGrpSpPr>
        <p:grpSpPr>
          <a:xfrm>
            <a:off x="7248707" y="2169538"/>
            <a:ext cx="357845" cy="356725"/>
            <a:chOff x="7312145" y="2042316"/>
            <a:chExt cx="374276" cy="373104"/>
          </a:xfrm>
        </p:grpSpPr>
        <p:sp>
          <p:nvSpPr>
            <p:cNvPr id="4600" name="Google Shape;4600;p70"/>
            <p:cNvSpPr/>
            <p:nvPr/>
          </p:nvSpPr>
          <p:spPr>
            <a:xfrm>
              <a:off x="7420539" y="2054816"/>
              <a:ext cx="29405" cy="224688"/>
            </a:xfrm>
            <a:custGeom>
              <a:avLst/>
              <a:gdLst/>
              <a:ahLst/>
              <a:cxnLst/>
              <a:rect l="l" t="t" r="r" b="b"/>
              <a:pathLst>
                <a:path w="1268" h="9689" extrusionOk="0">
                  <a:moveTo>
                    <a:pt x="634" y="0"/>
                  </a:moveTo>
                  <a:cubicBezTo>
                    <a:pt x="286" y="9"/>
                    <a:pt x="1" y="286"/>
                    <a:pt x="1" y="642"/>
                  </a:cubicBezTo>
                  <a:lnTo>
                    <a:pt x="1" y="9688"/>
                  </a:lnTo>
                  <a:lnTo>
                    <a:pt x="1268" y="9688"/>
                  </a:lnTo>
                  <a:lnTo>
                    <a:pt x="1268" y="642"/>
                  </a:lnTo>
                  <a:cubicBezTo>
                    <a:pt x="1268" y="286"/>
                    <a:pt x="982" y="0"/>
                    <a:pt x="6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70"/>
            <p:cNvSpPr/>
            <p:nvPr/>
          </p:nvSpPr>
          <p:spPr>
            <a:xfrm>
              <a:off x="7331184" y="2216387"/>
              <a:ext cx="118756" cy="118570"/>
            </a:xfrm>
            <a:custGeom>
              <a:avLst/>
              <a:gdLst/>
              <a:ahLst/>
              <a:cxnLst/>
              <a:rect l="l" t="t" r="r" b="b"/>
              <a:pathLst>
                <a:path w="5121" h="5113" extrusionOk="0">
                  <a:moveTo>
                    <a:pt x="2560" y="0"/>
                  </a:moveTo>
                  <a:cubicBezTo>
                    <a:pt x="1142" y="0"/>
                    <a:pt x="0" y="1151"/>
                    <a:pt x="0" y="2561"/>
                  </a:cubicBezTo>
                  <a:cubicBezTo>
                    <a:pt x="0" y="3970"/>
                    <a:pt x="1142" y="5112"/>
                    <a:pt x="2560" y="5112"/>
                  </a:cubicBezTo>
                  <a:cubicBezTo>
                    <a:pt x="3979" y="5112"/>
                    <a:pt x="5121" y="3970"/>
                    <a:pt x="5121" y="2561"/>
                  </a:cubicBezTo>
                  <a:cubicBezTo>
                    <a:pt x="5121" y="1151"/>
                    <a:pt x="3979" y="0"/>
                    <a:pt x="25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70"/>
            <p:cNvSpPr/>
            <p:nvPr/>
          </p:nvSpPr>
          <p:spPr>
            <a:xfrm>
              <a:off x="7550687" y="2130952"/>
              <a:ext cx="29196" cy="224479"/>
            </a:xfrm>
            <a:custGeom>
              <a:avLst/>
              <a:gdLst/>
              <a:ahLst/>
              <a:cxnLst/>
              <a:rect l="l" t="t" r="r" b="b"/>
              <a:pathLst>
                <a:path w="1259" h="9680" extrusionOk="0">
                  <a:moveTo>
                    <a:pt x="634" y="0"/>
                  </a:moveTo>
                  <a:cubicBezTo>
                    <a:pt x="286" y="0"/>
                    <a:pt x="0" y="286"/>
                    <a:pt x="0" y="633"/>
                  </a:cubicBezTo>
                  <a:lnTo>
                    <a:pt x="0" y="9679"/>
                  </a:lnTo>
                  <a:lnTo>
                    <a:pt x="1258" y="9679"/>
                  </a:lnTo>
                  <a:lnTo>
                    <a:pt x="1258" y="633"/>
                  </a:lnTo>
                  <a:cubicBezTo>
                    <a:pt x="1258" y="286"/>
                    <a:pt x="982" y="0"/>
                    <a:pt x="6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70"/>
            <p:cNvSpPr/>
            <p:nvPr/>
          </p:nvSpPr>
          <p:spPr>
            <a:xfrm>
              <a:off x="7460891" y="2292314"/>
              <a:ext cx="118988" cy="118570"/>
            </a:xfrm>
            <a:custGeom>
              <a:avLst/>
              <a:gdLst/>
              <a:ahLst/>
              <a:cxnLst/>
              <a:rect l="l" t="t" r="r" b="b"/>
              <a:pathLst>
                <a:path w="5131" h="5113" extrusionOk="0">
                  <a:moveTo>
                    <a:pt x="2561" y="0"/>
                  </a:moveTo>
                  <a:cubicBezTo>
                    <a:pt x="1151" y="0"/>
                    <a:pt x="1" y="1142"/>
                    <a:pt x="1" y="2561"/>
                  </a:cubicBezTo>
                  <a:cubicBezTo>
                    <a:pt x="1" y="3970"/>
                    <a:pt x="1151" y="5112"/>
                    <a:pt x="2561" y="5112"/>
                  </a:cubicBezTo>
                  <a:cubicBezTo>
                    <a:pt x="3979" y="5112"/>
                    <a:pt x="5130" y="3970"/>
                    <a:pt x="5130" y="2561"/>
                  </a:cubicBezTo>
                  <a:cubicBezTo>
                    <a:pt x="5130" y="1142"/>
                    <a:pt x="3979" y="0"/>
                    <a:pt x="2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70"/>
            <p:cNvSpPr/>
            <p:nvPr/>
          </p:nvSpPr>
          <p:spPr>
            <a:xfrm>
              <a:off x="7420539" y="2047881"/>
              <a:ext cx="159338" cy="140995"/>
            </a:xfrm>
            <a:custGeom>
              <a:avLst/>
              <a:gdLst/>
              <a:ahLst/>
              <a:cxnLst/>
              <a:rect l="l" t="t" r="r" b="b"/>
              <a:pathLst>
                <a:path w="6871" h="6080" extrusionOk="0">
                  <a:moveTo>
                    <a:pt x="789" y="1"/>
                  </a:moveTo>
                  <a:cubicBezTo>
                    <a:pt x="378" y="1"/>
                    <a:pt x="1" y="332"/>
                    <a:pt x="1" y="790"/>
                  </a:cubicBezTo>
                  <a:lnTo>
                    <a:pt x="1" y="2066"/>
                  </a:lnTo>
                  <a:lnTo>
                    <a:pt x="6870" y="6080"/>
                  </a:lnTo>
                  <a:lnTo>
                    <a:pt x="6870" y="4108"/>
                  </a:lnTo>
                  <a:cubicBezTo>
                    <a:pt x="6870" y="3689"/>
                    <a:pt x="6647" y="3297"/>
                    <a:pt x="6290" y="3091"/>
                  </a:cubicBezTo>
                  <a:lnTo>
                    <a:pt x="1187" y="112"/>
                  </a:lnTo>
                  <a:cubicBezTo>
                    <a:pt x="1059" y="35"/>
                    <a:pt x="922" y="1"/>
                    <a:pt x="7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70"/>
            <p:cNvSpPr/>
            <p:nvPr/>
          </p:nvSpPr>
          <p:spPr>
            <a:xfrm>
              <a:off x="7316690" y="2093660"/>
              <a:ext cx="71402" cy="80121"/>
            </a:xfrm>
            <a:custGeom>
              <a:avLst/>
              <a:gdLst/>
              <a:ahLst/>
              <a:cxnLst/>
              <a:rect l="l" t="t" r="r" b="b"/>
              <a:pathLst>
                <a:path w="3079" h="3455" extrusionOk="0">
                  <a:moveTo>
                    <a:pt x="1539" y="0"/>
                  </a:moveTo>
                  <a:cubicBezTo>
                    <a:pt x="1464" y="0"/>
                    <a:pt x="1388" y="42"/>
                    <a:pt x="1357" y="127"/>
                  </a:cubicBezTo>
                  <a:lnTo>
                    <a:pt x="1000" y="1153"/>
                  </a:lnTo>
                  <a:cubicBezTo>
                    <a:pt x="982" y="1207"/>
                    <a:pt x="937" y="1251"/>
                    <a:pt x="884" y="1269"/>
                  </a:cubicBezTo>
                  <a:lnTo>
                    <a:pt x="170" y="1546"/>
                  </a:lnTo>
                  <a:cubicBezTo>
                    <a:pt x="1" y="1608"/>
                    <a:pt x="1" y="1840"/>
                    <a:pt x="170" y="1902"/>
                  </a:cubicBezTo>
                  <a:lnTo>
                    <a:pt x="884" y="2179"/>
                  </a:lnTo>
                  <a:cubicBezTo>
                    <a:pt x="937" y="2206"/>
                    <a:pt x="982" y="2241"/>
                    <a:pt x="1000" y="2295"/>
                  </a:cubicBezTo>
                  <a:lnTo>
                    <a:pt x="1357" y="3321"/>
                  </a:lnTo>
                  <a:cubicBezTo>
                    <a:pt x="1388" y="3410"/>
                    <a:pt x="1464" y="3455"/>
                    <a:pt x="1539" y="3455"/>
                  </a:cubicBezTo>
                  <a:cubicBezTo>
                    <a:pt x="1615" y="3455"/>
                    <a:pt x="1691" y="3410"/>
                    <a:pt x="1722" y="3321"/>
                  </a:cubicBezTo>
                  <a:lnTo>
                    <a:pt x="2079" y="2295"/>
                  </a:lnTo>
                  <a:cubicBezTo>
                    <a:pt x="2097" y="2241"/>
                    <a:pt x="2142" y="2206"/>
                    <a:pt x="2195" y="2179"/>
                  </a:cubicBezTo>
                  <a:lnTo>
                    <a:pt x="2909" y="1902"/>
                  </a:lnTo>
                  <a:cubicBezTo>
                    <a:pt x="3078" y="1840"/>
                    <a:pt x="3078" y="1608"/>
                    <a:pt x="2909" y="1546"/>
                  </a:cubicBezTo>
                  <a:lnTo>
                    <a:pt x="2195" y="1269"/>
                  </a:lnTo>
                  <a:cubicBezTo>
                    <a:pt x="2142" y="1251"/>
                    <a:pt x="2097" y="1207"/>
                    <a:pt x="2079" y="1153"/>
                  </a:cubicBezTo>
                  <a:lnTo>
                    <a:pt x="1722" y="127"/>
                  </a:lnTo>
                  <a:cubicBezTo>
                    <a:pt x="1691" y="42"/>
                    <a:pt x="1615" y="0"/>
                    <a:pt x="1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70"/>
            <p:cNvSpPr/>
            <p:nvPr/>
          </p:nvSpPr>
          <p:spPr>
            <a:xfrm>
              <a:off x="7610473" y="2213859"/>
              <a:ext cx="71402" cy="79982"/>
            </a:xfrm>
            <a:custGeom>
              <a:avLst/>
              <a:gdLst/>
              <a:ahLst/>
              <a:cxnLst/>
              <a:rect l="l" t="t" r="r" b="b"/>
              <a:pathLst>
                <a:path w="3079" h="3449" extrusionOk="0">
                  <a:moveTo>
                    <a:pt x="1539" y="0"/>
                  </a:moveTo>
                  <a:cubicBezTo>
                    <a:pt x="1464" y="0"/>
                    <a:pt x="1388" y="43"/>
                    <a:pt x="1356" y="127"/>
                  </a:cubicBezTo>
                  <a:lnTo>
                    <a:pt x="1000" y="1153"/>
                  </a:lnTo>
                  <a:cubicBezTo>
                    <a:pt x="982" y="1207"/>
                    <a:pt x="937" y="1251"/>
                    <a:pt x="884" y="1269"/>
                  </a:cubicBezTo>
                  <a:lnTo>
                    <a:pt x="170" y="1546"/>
                  </a:lnTo>
                  <a:cubicBezTo>
                    <a:pt x="0" y="1608"/>
                    <a:pt x="0" y="1840"/>
                    <a:pt x="170" y="1903"/>
                  </a:cubicBezTo>
                  <a:lnTo>
                    <a:pt x="884" y="2179"/>
                  </a:lnTo>
                  <a:cubicBezTo>
                    <a:pt x="937" y="2197"/>
                    <a:pt x="982" y="2242"/>
                    <a:pt x="1000" y="2295"/>
                  </a:cubicBezTo>
                  <a:lnTo>
                    <a:pt x="1356" y="3321"/>
                  </a:lnTo>
                  <a:cubicBezTo>
                    <a:pt x="1388" y="3406"/>
                    <a:pt x="1464" y="3448"/>
                    <a:pt x="1539" y="3448"/>
                  </a:cubicBezTo>
                  <a:cubicBezTo>
                    <a:pt x="1615" y="3448"/>
                    <a:pt x="1691" y="3406"/>
                    <a:pt x="1722" y="3321"/>
                  </a:cubicBezTo>
                  <a:lnTo>
                    <a:pt x="2079" y="2295"/>
                  </a:lnTo>
                  <a:cubicBezTo>
                    <a:pt x="2097" y="2242"/>
                    <a:pt x="2142" y="2197"/>
                    <a:pt x="2195" y="2179"/>
                  </a:cubicBezTo>
                  <a:lnTo>
                    <a:pt x="2909" y="1903"/>
                  </a:lnTo>
                  <a:cubicBezTo>
                    <a:pt x="3078" y="1840"/>
                    <a:pt x="3078" y="1608"/>
                    <a:pt x="2909" y="1546"/>
                  </a:cubicBezTo>
                  <a:lnTo>
                    <a:pt x="2195" y="1269"/>
                  </a:lnTo>
                  <a:cubicBezTo>
                    <a:pt x="2142" y="1251"/>
                    <a:pt x="2097" y="1207"/>
                    <a:pt x="2079" y="1153"/>
                  </a:cubicBezTo>
                  <a:lnTo>
                    <a:pt x="1722" y="127"/>
                  </a:lnTo>
                  <a:cubicBezTo>
                    <a:pt x="1691" y="43"/>
                    <a:pt x="1615" y="0"/>
                    <a:pt x="1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70"/>
            <p:cNvSpPr/>
            <p:nvPr/>
          </p:nvSpPr>
          <p:spPr>
            <a:xfrm>
              <a:off x="7325387" y="2042316"/>
              <a:ext cx="260076" cy="373104"/>
            </a:xfrm>
            <a:custGeom>
              <a:avLst/>
              <a:gdLst/>
              <a:ahLst/>
              <a:cxnLst/>
              <a:rect l="l" t="t" r="r" b="b"/>
              <a:pathLst>
                <a:path w="11215" h="16089" extrusionOk="0">
                  <a:moveTo>
                    <a:pt x="4885" y="473"/>
                  </a:moveTo>
                  <a:cubicBezTo>
                    <a:pt x="4977" y="473"/>
                    <a:pt x="5070" y="496"/>
                    <a:pt x="5157" y="548"/>
                  </a:cubicBezTo>
                  <a:lnTo>
                    <a:pt x="10259" y="3519"/>
                  </a:lnTo>
                  <a:cubicBezTo>
                    <a:pt x="10581" y="3706"/>
                    <a:pt x="10750" y="4072"/>
                    <a:pt x="10723" y="4438"/>
                  </a:cubicBezTo>
                  <a:lnTo>
                    <a:pt x="10723" y="5892"/>
                  </a:lnTo>
                  <a:lnTo>
                    <a:pt x="4327" y="2154"/>
                  </a:lnTo>
                  <a:lnTo>
                    <a:pt x="4327" y="1021"/>
                  </a:lnTo>
                  <a:cubicBezTo>
                    <a:pt x="4327" y="703"/>
                    <a:pt x="4598" y="473"/>
                    <a:pt x="4885" y="473"/>
                  </a:cubicBezTo>
                  <a:close/>
                  <a:moveTo>
                    <a:pt x="4327" y="2707"/>
                  </a:moveTo>
                  <a:lnTo>
                    <a:pt x="5112" y="3171"/>
                  </a:lnTo>
                  <a:lnTo>
                    <a:pt x="5112" y="8515"/>
                  </a:lnTo>
                  <a:cubicBezTo>
                    <a:pt x="4907" y="8202"/>
                    <a:pt x="4639" y="7935"/>
                    <a:pt x="4327" y="7721"/>
                  </a:cubicBezTo>
                  <a:lnTo>
                    <a:pt x="4327" y="2707"/>
                  </a:lnTo>
                  <a:close/>
                  <a:moveTo>
                    <a:pt x="8404" y="11021"/>
                  </a:moveTo>
                  <a:cubicBezTo>
                    <a:pt x="9689" y="11021"/>
                    <a:pt x="10732" y="12056"/>
                    <a:pt x="10732" y="13341"/>
                  </a:cubicBezTo>
                  <a:cubicBezTo>
                    <a:pt x="10732" y="14616"/>
                    <a:pt x="9689" y="15651"/>
                    <a:pt x="8404" y="15651"/>
                  </a:cubicBezTo>
                  <a:cubicBezTo>
                    <a:pt x="7128" y="15651"/>
                    <a:pt x="6084" y="14616"/>
                    <a:pt x="6084" y="13341"/>
                  </a:cubicBezTo>
                  <a:cubicBezTo>
                    <a:pt x="6084" y="12056"/>
                    <a:pt x="7128" y="11021"/>
                    <a:pt x="8404" y="11021"/>
                  </a:cubicBezTo>
                  <a:close/>
                  <a:moveTo>
                    <a:pt x="4896" y="1"/>
                  </a:moveTo>
                  <a:cubicBezTo>
                    <a:pt x="4359" y="1"/>
                    <a:pt x="3854" y="431"/>
                    <a:pt x="3854" y="1021"/>
                  </a:cubicBezTo>
                  <a:lnTo>
                    <a:pt x="3854" y="7480"/>
                  </a:lnTo>
                  <a:cubicBezTo>
                    <a:pt x="3533" y="7346"/>
                    <a:pt x="3176" y="7275"/>
                    <a:pt x="2801" y="7275"/>
                  </a:cubicBezTo>
                  <a:cubicBezTo>
                    <a:pt x="2311" y="7275"/>
                    <a:pt x="1820" y="7399"/>
                    <a:pt x="1401" y="7649"/>
                  </a:cubicBezTo>
                  <a:cubicBezTo>
                    <a:pt x="1174" y="7778"/>
                    <a:pt x="1313" y="8093"/>
                    <a:pt x="1518" y="8093"/>
                  </a:cubicBezTo>
                  <a:cubicBezTo>
                    <a:pt x="1555" y="8093"/>
                    <a:pt x="1594" y="8083"/>
                    <a:pt x="1633" y="8060"/>
                  </a:cubicBezTo>
                  <a:cubicBezTo>
                    <a:pt x="1990" y="7854"/>
                    <a:pt x="2391" y="7747"/>
                    <a:pt x="2801" y="7747"/>
                  </a:cubicBezTo>
                  <a:cubicBezTo>
                    <a:pt x="4086" y="7747"/>
                    <a:pt x="5130" y="8791"/>
                    <a:pt x="5130" y="10067"/>
                  </a:cubicBezTo>
                  <a:cubicBezTo>
                    <a:pt x="5130" y="11351"/>
                    <a:pt x="4086" y="12386"/>
                    <a:pt x="2801" y="12386"/>
                  </a:cubicBezTo>
                  <a:cubicBezTo>
                    <a:pt x="1517" y="12386"/>
                    <a:pt x="473" y="11351"/>
                    <a:pt x="473" y="10067"/>
                  </a:cubicBezTo>
                  <a:cubicBezTo>
                    <a:pt x="473" y="9639"/>
                    <a:pt x="589" y="9210"/>
                    <a:pt x="821" y="8845"/>
                  </a:cubicBezTo>
                  <a:cubicBezTo>
                    <a:pt x="934" y="8663"/>
                    <a:pt x="769" y="8486"/>
                    <a:pt x="606" y="8486"/>
                  </a:cubicBezTo>
                  <a:cubicBezTo>
                    <a:pt x="537" y="8486"/>
                    <a:pt x="467" y="8518"/>
                    <a:pt x="420" y="8595"/>
                  </a:cubicBezTo>
                  <a:cubicBezTo>
                    <a:pt x="143" y="9041"/>
                    <a:pt x="0" y="9549"/>
                    <a:pt x="0" y="10067"/>
                  </a:cubicBezTo>
                  <a:cubicBezTo>
                    <a:pt x="0" y="11610"/>
                    <a:pt x="1258" y="12859"/>
                    <a:pt x="2801" y="12859"/>
                  </a:cubicBezTo>
                  <a:cubicBezTo>
                    <a:pt x="4273" y="12859"/>
                    <a:pt x="5487" y="11717"/>
                    <a:pt x="5603" y="10281"/>
                  </a:cubicBezTo>
                  <a:cubicBezTo>
                    <a:pt x="5612" y="10236"/>
                    <a:pt x="5603" y="3439"/>
                    <a:pt x="5603" y="3438"/>
                  </a:cubicBezTo>
                  <a:lnTo>
                    <a:pt x="5603" y="3438"/>
                  </a:lnTo>
                  <a:lnTo>
                    <a:pt x="9466" y="5687"/>
                  </a:lnTo>
                  <a:lnTo>
                    <a:pt x="9466" y="10772"/>
                  </a:lnTo>
                  <a:cubicBezTo>
                    <a:pt x="9144" y="10647"/>
                    <a:pt x="8796" y="10575"/>
                    <a:pt x="8422" y="10575"/>
                  </a:cubicBezTo>
                  <a:cubicBezTo>
                    <a:pt x="6905" y="10575"/>
                    <a:pt x="5665" y="11806"/>
                    <a:pt x="5665" y="13332"/>
                  </a:cubicBezTo>
                  <a:cubicBezTo>
                    <a:pt x="5665" y="14848"/>
                    <a:pt x="6905" y="16088"/>
                    <a:pt x="8422" y="16088"/>
                  </a:cubicBezTo>
                  <a:cubicBezTo>
                    <a:pt x="9885" y="16088"/>
                    <a:pt x="11080" y="14964"/>
                    <a:pt x="11178" y="13537"/>
                  </a:cubicBezTo>
                  <a:cubicBezTo>
                    <a:pt x="11205" y="13510"/>
                    <a:pt x="11187" y="9790"/>
                    <a:pt x="11187" y="9790"/>
                  </a:cubicBezTo>
                  <a:cubicBezTo>
                    <a:pt x="11187" y="9639"/>
                    <a:pt x="11071" y="9563"/>
                    <a:pt x="10955" y="9563"/>
                  </a:cubicBezTo>
                  <a:cubicBezTo>
                    <a:pt x="10839" y="9563"/>
                    <a:pt x="10723" y="9639"/>
                    <a:pt x="10723" y="9790"/>
                  </a:cubicBezTo>
                  <a:lnTo>
                    <a:pt x="10723" y="11789"/>
                  </a:lnTo>
                  <a:cubicBezTo>
                    <a:pt x="10518" y="11476"/>
                    <a:pt x="10251" y="11200"/>
                    <a:pt x="9938" y="10995"/>
                  </a:cubicBezTo>
                  <a:lnTo>
                    <a:pt x="9938" y="5972"/>
                  </a:lnTo>
                  <a:lnTo>
                    <a:pt x="10723" y="6436"/>
                  </a:lnTo>
                  <a:lnTo>
                    <a:pt x="10723" y="8220"/>
                  </a:lnTo>
                  <a:cubicBezTo>
                    <a:pt x="10723" y="8372"/>
                    <a:pt x="10842" y="8448"/>
                    <a:pt x="10960" y="8448"/>
                  </a:cubicBezTo>
                  <a:cubicBezTo>
                    <a:pt x="11078" y="8448"/>
                    <a:pt x="11196" y="8372"/>
                    <a:pt x="11196" y="8220"/>
                  </a:cubicBezTo>
                  <a:lnTo>
                    <a:pt x="11196" y="4438"/>
                  </a:lnTo>
                  <a:cubicBezTo>
                    <a:pt x="11214" y="3902"/>
                    <a:pt x="10964" y="3385"/>
                    <a:pt x="10491" y="3108"/>
                  </a:cubicBezTo>
                  <a:lnTo>
                    <a:pt x="5398" y="138"/>
                  </a:lnTo>
                  <a:cubicBezTo>
                    <a:pt x="5237" y="44"/>
                    <a:pt x="5065" y="1"/>
                    <a:pt x="48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70"/>
            <p:cNvSpPr/>
            <p:nvPr/>
          </p:nvSpPr>
          <p:spPr>
            <a:xfrm>
              <a:off x="7312145" y="2088280"/>
              <a:ext cx="80492" cy="90882"/>
            </a:xfrm>
            <a:custGeom>
              <a:avLst/>
              <a:gdLst/>
              <a:ahLst/>
              <a:cxnLst/>
              <a:rect l="l" t="t" r="r" b="b"/>
              <a:pathLst>
                <a:path w="3471" h="3919" extrusionOk="0">
                  <a:moveTo>
                    <a:pt x="1740" y="555"/>
                  </a:moveTo>
                  <a:lnTo>
                    <a:pt x="2052" y="1465"/>
                  </a:lnTo>
                  <a:cubicBezTo>
                    <a:pt x="2097" y="1581"/>
                    <a:pt x="2186" y="1680"/>
                    <a:pt x="2302" y="1724"/>
                  </a:cubicBezTo>
                  <a:lnTo>
                    <a:pt x="2918" y="1956"/>
                  </a:lnTo>
                  <a:lnTo>
                    <a:pt x="2302" y="2197"/>
                  </a:lnTo>
                  <a:cubicBezTo>
                    <a:pt x="2186" y="2242"/>
                    <a:pt x="2097" y="2331"/>
                    <a:pt x="2052" y="2456"/>
                  </a:cubicBezTo>
                  <a:lnTo>
                    <a:pt x="1740" y="3357"/>
                  </a:lnTo>
                  <a:lnTo>
                    <a:pt x="1419" y="2456"/>
                  </a:lnTo>
                  <a:cubicBezTo>
                    <a:pt x="1374" y="2331"/>
                    <a:pt x="1285" y="2242"/>
                    <a:pt x="1169" y="2197"/>
                  </a:cubicBezTo>
                  <a:lnTo>
                    <a:pt x="553" y="1956"/>
                  </a:lnTo>
                  <a:lnTo>
                    <a:pt x="1169" y="1724"/>
                  </a:lnTo>
                  <a:cubicBezTo>
                    <a:pt x="1285" y="1680"/>
                    <a:pt x="1374" y="1581"/>
                    <a:pt x="1419" y="1465"/>
                  </a:cubicBezTo>
                  <a:lnTo>
                    <a:pt x="1740" y="555"/>
                  </a:lnTo>
                  <a:close/>
                  <a:moveTo>
                    <a:pt x="1735" y="0"/>
                  </a:moveTo>
                  <a:cubicBezTo>
                    <a:pt x="1566" y="0"/>
                    <a:pt x="1396" y="96"/>
                    <a:pt x="1330" y="288"/>
                  </a:cubicBezTo>
                  <a:lnTo>
                    <a:pt x="982" y="1287"/>
                  </a:lnTo>
                  <a:lnTo>
                    <a:pt x="277" y="1555"/>
                  </a:lnTo>
                  <a:cubicBezTo>
                    <a:pt x="107" y="1626"/>
                    <a:pt x="0" y="1778"/>
                    <a:pt x="0" y="1956"/>
                  </a:cubicBezTo>
                  <a:cubicBezTo>
                    <a:pt x="0" y="2134"/>
                    <a:pt x="107" y="2295"/>
                    <a:pt x="277" y="2358"/>
                  </a:cubicBezTo>
                  <a:lnTo>
                    <a:pt x="982" y="2625"/>
                  </a:lnTo>
                  <a:lnTo>
                    <a:pt x="1330" y="3633"/>
                  </a:lnTo>
                  <a:cubicBezTo>
                    <a:pt x="1392" y="3812"/>
                    <a:pt x="1553" y="3919"/>
                    <a:pt x="1740" y="3919"/>
                  </a:cubicBezTo>
                  <a:cubicBezTo>
                    <a:pt x="1918" y="3919"/>
                    <a:pt x="2079" y="3812"/>
                    <a:pt x="2141" y="3633"/>
                  </a:cubicBezTo>
                  <a:lnTo>
                    <a:pt x="2489" y="2625"/>
                  </a:lnTo>
                  <a:lnTo>
                    <a:pt x="3194" y="2358"/>
                  </a:lnTo>
                  <a:cubicBezTo>
                    <a:pt x="3364" y="2295"/>
                    <a:pt x="3471" y="2134"/>
                    <a:pt x="3471" y="1956"/>
                  </a:cubicBezTo>
                  <a:cubicBezTo>
                    <a:pt x="3471" y="1778"/>
                    <a:pt x="3364" y="1626"/>
                    <a:pt x="3194" y="1555"/>
                  </a:cubicBezTo>
                  <a:lnTo>
                    <a:pt x="2489" y="1287"/>
                  </a:lnTo>
                  <a:lnTo>
                    <a:pt x="2141" y="288"/>
                  </a:lnTo>
                  <a:cubicBezTo>
                    <a:pt x="2074" y="96"/>
                    <a:pt x="1905" y="0"/>
                    <a:pt x="17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70"/>
            <p:cNvSpPr/>
            <p:nvPr/>
          </p:nvSpPr>
          <p:spPr>
            <a:xfrm>
              <a:off x="7605928" y="2208525"/>
              <a:ext cx="80492" cy="91067"/>
            </a:xfrm>
            <a:custGeom>
              <a:avLst/>
              <a:gdLst/>
              <a:ahLst/>
              <a:cxnLst/>
              <a:rect l="l" t="t" r="r" b="b"/>
              <a:pathLst>
                <a:path w="3471" h="3927" extrusionOk="0">
                  <a:moveTo>
                    <a:pt x="1740" y="554"/>
                  </a:moveTo>
                  <a:lnTo>
                    <a:pt x="2052" y="1464"/>
                  </a:lnTo>
                  <a:cubicBezTo>
                    <a:pt x="2097" y="1579"/>
                    <a:pt x="2186" y="1678"/>
                    <a:pt x="2302" y="1722"/>
                  </a:cubicBezTo>
                  <a:lnTo>
                    <a:pt x="2917" y="1954"/>
                  </a:lnTo>
                  <a:lnTo>
                    <a:pt x="2302" y="2186"/>
                  </a:lnTo>
                  <a:cubicBezTo>
                    <a:pt x="2186" y="2231"/>
                    <a:pt x="2097" y="2329"/>
                    <a:pt x="2052" y="2445"/>
                  </a:cubicBezTo>
                  <a:lnTo>
                    <a:pt x="1740" y="3355"/>
                  </a:lnTo>
                  <a:lnTo>
                    <a:pt x="1419" y="2445"/>
                  </a:lnTo>
                  <a:cubicBezTo>
                    <a:pt x="1374" y="2329"/>
                    <a:pt x="1285" y="2231"/>
                    <a:pt x="1169" y="2186"/>
                  </a:cubicBezTo>
                  <a:lnTo>
                    <a:pt x="553" y="1954"/>
                  </a:lnTo>
                  <a:lnTo>
                    <a:pt x="1169" y="1722"/>
                  </a:lnTo>
                  <a:cubicBezTo>
                    <a:pt x="1285" y="1678"/>
                    <a:pt x="1374" y="1579"/>
                    <a:pt x="1419" y="1464"/>
                  </a:cubicBezTo>
                  <a:lnTo>
                    <a:pt x="1740" y="554"/>
                  </a:lnTo>
                  <a:close/>
                  <a:moveTo>
                    <a:pt x="1740" y="0"/>
                  </a:moveTo>
                  <a:cubicBezTo>
                    <a:pt x="1552" y="0"/>
                    <a:pt x="1392" y="116"/>
                    <a:pt x="1329" y="286"/>
                  </a:cubicBezTo>
                  <a:lnTo>
                    <a:pt x="982" y="1294"/>
                  </a:lnTo>
                  <a:lnTo>
                    <a:pt x="277" y="1562"/>
                  </a:lnTo>
                  <a:cubicBezTo>
                    <a:pt x="107" y="1624"/>
                    <a:pt x="0" y="1785"/>
                    <a:pt x="0" y="1963"/>
                  </a:cubicBezTo>
                  <a:cubicBezTo>
                    <a:pt x="0" y="2142"/>
                    <a:pt x="107" y="2302"/>
                    <a:pt x="277" y="2365"/>
                  </a:cubicBezTo>
                  <a:lnTo>
                    <a:pt x="982" y="2632"/>
                  </a:lnTo>
                  <a:lnTo>
                    <a:pt x="1329" y="3631"/>
                  </a:lnTo>
                  <a:cubicBezTo>
                    <a:pt x="1383" y="3792"/>
                    <a:pt x="1535" y="3908"/>
                    <a:pt x="1704" y="3926"/>
                  </a:cubicBezTo>
                  <a:cubicBezTo>
                    <a:pt x="1711" y="3926"/>
                    <a:pt x="1718" y="3926"/>
                    <a:pt x="1725" y="3926"/>
                  </a:cubicBezTo>
                  <a:cubicBezTo>
                    <a:pt x="1913" y="3926"/>
                    <a:pt x="2081" y="3812"/>
                    <a:pt x="2141" y="3640"/>
                  </a:cubicBezTo>
                  <a:lnTo>
                    <a:pt x="2489" y="2632"/>
                  </a:lnTo>
                  <a:lnTo>
                    <a:pt x="3194" y="2365"/>
                  </a:lnTo>
                  <a:cubicBezTo>
                    <a:pt x="3363" y="2302"/>
                    <a:pt x="3470" y="2142"/>
                    <a:pt x="3470" y="1963"/>
                  </a:cubicBezTo>
                  <a:cubicBezTo>
                    <a:pt x="3470" y="1785"/>
                    <a:pt x="3363" y="1624"/>
                    <a:pt x="3194" y="1562"/>
                  </a:cubicBezTo>
                  <a:lnTo>
                    <a:pt x="2489" y="1294"/>
                  </a:lnTo>
                  <a:lnTo>
                    <a:pt x="2141" y="286"/>
                  </a:lnTo>
                  <a:cubicBezTo>
                    <a:pt x="2079" y="116"/>
                    <a:pt x="1918" y="0"/>
                    <a:pt x="1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0" name="Google Shape;4610;p70"/>
          <p:cNvGrpSpPr/>
          <p:nvPr/>
        </p:nvGrpSpPr>
        <p:grpSpPr>
          <a:xfrm>
            <a:off x="5145018" y="2173909"/>
            <a:ext cx="331338" cy="357635"/>
            <a:chOff x="5006155" y="2072861"/>
            <a:chExt cx="346551" cy="374056"/>
          </a:xfrm>
        </p:grpSpPr>
        <p:sp>
          <p:nvSpPr>
            <p:cNvPr id="4611" name="Google Shape;4611;p70"/>
            <p:cNvSpPr/>
            <p:nvPr/>
          </p:nvSpPr>
          <p:spPr>
            <a:xfrm>
              <a:off x="5166498" y="2124391"/>
              <a:ext cx="84226" cy="121933"/>
            </a:xfrm>
            <a:custGeom>
              <a:avLst/>
              <a:gdLst/>
              <a:ahLst/>
              <a:cxnLst/>
              <a:rect l="l" t="t" r="r" b="b"/>
              <a:pathLst>
                <a:path w="3632" h="5258" extrusionOk="0">
                  <a:moveTo>
                    <a:pt x="536" y="0"/>
                  </a:moveTo>
                  <a:cubicBezTo>
                    <a:pt x="206" y="0"/>
                    <a:pt x="1" y="268"/>
                    <a:pt x="1" y="562"/>
                  </a:cubicBezTo>
                  <a:lnTo>
                    <a:pt x="1" y="4719"/>
                  </a:lnTo>
                  <a:cubicBezTo>
                    <a:pt x="1" y="4960"/>
                    <a:pt x="188" y="5201"/>
                    <a:pt x="429" y="5246"/>
                  </a:cubicBezTo>
                  <a:cubicBezTo>
                    <a:pt x="467" y="5254"/>
                    <a:pt x="505" y="5258"/>
                    <a:pt x="542" y="5258"/>
                  </a:cubicBezTo>
                  <a:cubicBezTo>
                    <a:pt x="833" y="5258"/>
                    <a:pt x="1071" y="5022"/>
                    <a:pt x="1071" y="4737"/>
                  </a:cubicBezTo>
                  <a:lnTo>
                    <a:pt x="1071" y="1035"/>
                  </a:lnTo>
                  <a:lnTo>
                    <a:pt x="3087" y="1035"/>
                  </a:lnTo>
                  <a:cubicBezTo>
                    <a:pt x="3391" y="1035"/>
                    <a:pt x="3631" y="803"/>
                    <a:pt x="3631" y="518"/>
                  </a:cubicBezTo>
                  <a:cubicBezTo>
                    <a:pt x="3631" y="232"/>
                    <a:pt x="3391" y="0"/>
                    <a:pt x="30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70"/>
            <p:cNvSpPr/>
            <p:nvPr/>
          </p:nvSpPr>
          <p:spPr>
            <a:xfrm>
              <a:off x="5226493" y="2106186"/>
              <a:ext cx="59204" cy="58972"/>
            </a:xfrm>
            <a:custGeom>
              <a:avLst/>
              <a:gdLst/>
              <a:ahLst/>
              <a:cxnLst/>
              <a:rect l="l" t="t" r="r" b="b"/>
              <a:pathLst>
                <a:path w="2553" h="2543" extrusionOk="0">
                  <a:moveTo>
                    <a:pt x="1276" y="0"/>
                  </a:moveTo>
                  <a:cubicBezTo>
                    <a:pt x="572" y="0"/>
                    <a:pt x="1" y="571"/>
                    <a:pt x="1" y="1267"/>
                  </a:cubicBezTo>
                  <a:cubicBezTo>
                    <a:pt x="1" y="1972"/>
                    <a:pt x="572" y="2543"/>
                    <a:pt x="1276" y="2543"/>
                  </a:cubicBezTo>
                  <a:cubicBezTo>
                    <a:pt x="1981" y="2543"/>
                    <a:pt x="2552" y="1972"/>
                    <a:pt x="2552" y="1267"/>
                  </a:cubicBezTo>
                  <a:cubicBezTo>
                    <a:pt x="2552" y="571"/>
                    <a:pt x="1981" y="0"/>
                    <a:pt x="1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70"/>
            <p:cNvSpPr/>
            <p:nvPr/>
          </p:nvSpPr>
          <p:spPr>
            <a:xfrm>
              <a:off x="5011745" y="2198022"/>
              <a:ext cx="78846" cy="79055"/>
            </a:xfrm>
            <a:custGeom>
              <a:avLst/>
              <a:gdLst/>
              <a:ahLst/>
              <a:cxnLst/>
              <a:rect l="l" t="t" r="r" b="b"/>
              <a:pathLst>
                <a:path w="3400" h="3409" extrusionOk="0">
                  <a:moveTo>
                    <a:pt x="1696" y="1"/>
                  </a:moveTo>
                  <a:cubicBezTo>
                    <a:pt x="759" y="1"/>
                    <a:pt x="1" y="759"/>
                    <a:pt x="1" y="1705"/>
                  </a:cubicBezTo>
                  <a:cubicBezTo>
                    <a:pt x="1" y="2642"/>
                    <a:pt x="759" y="3409"/>
                    <a:pt x="1696" y="3409"/>
                  </a:cubicBezTo>
                  <a:cubicBezTo>
                    <a:pt x="2641" y="3409"/>
                    <a:pt x="3400" y="2642"/>
                    <a:pt x="3400" y="1705"/>
                  </a:cubicBezTo>
                  <a:cubicBezTo>
                    <a:pt x="3400" y="759"/>
                    <a:pt x="2641" y="1"/>
                    <a:pt x="16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70"/>
            <p:cNvSpPr/>
            <p:nvPr/>
          </p:nvSpPr>
          <p:spPr>
            <a:xfrm>
              <a:off x="5268283" y="2198022"/>
              <a:ext cx="78846" cy="79055"/>
            </a:xfrm>
            <a:custGeom>
              <a:avLst/>
              <a:gdLst/>
              <a:ahLst/>
              <a:cxnLst/>
              <a:rect l="l" t="t" r="r" b="b"/>
              <a:pathLst>
                <a:path w="3400" h="3409" extrusionOk="0">
                  <a:moveTo>
                    <a:pt x="1696" y="1"/>
                  </a:moveTo>
                  <a:cubicBezTo>
                    <a:pt x="759" y="1"/>
                    <a:pt x="1" y="759"/>
                    <a:pt x="1" y="1705"/>
                  </a:cubicBezTo>
                  <a:cubicBezTo>
                    <a:pt x="1" y="2642"/>
                    <a:pt x="759" y="3409"/>
                    <a:pt x="1696" y="3409"/>
                  </a:cubicBezTo>
                  <a:cubicBezTo>
                    <a:pt x="2641" y="3409"/>
                    <a:pt x="3400" y="2642"/>
                    <a:pt x="3400" y="1705"/>
                  </a:cubicBezTo>
                  <a:cubicBezTo>
                    <a:pt x="3400" y="759"/>
                    <a:pt x="2641" y="1"/>
                    <a:pt x="16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70"/>
            <p:cNvSpPr/>
            <p:nvPr/>
          </p:nvSpPr>
          <p:spPr>
            <a:xfrm>
              <a:off x="5026239" y="2187285"/>
              <a:ext cx="306409" cy="254255"/>
            </a:xfrm>
            <a:custGeom>
              <a:avLst/>
              <a:gdLst/>
              <a:ahLst/>
              <a:cxnLst/>
              <a:rect l="l" t="t" r="r" b="b"/>
              <a:pathLst>
                <a:path w="13213" h="10964" extrusionOk="0">
                  <a:moveTo>
                    <a:pt x="6602" y="0"/>
                  </a:moveTo>
                  <a:cubicBezTo>
                    <a:pt x="2953" y="0"/>
                    <a:pt x="0" y="2453"/>
                    <a:pt x="0" y="5478"/>
                  </a:cubicBezTo>
                  <a:cubicBezTo>
                    <a:pt x="0" y="8511"/>
                    <a:pt x="2953" y="10964"/>
                    <a:pt x="6602" y="10964"/>
                  </a:cubicBezTo>
                  <a:cubicBezTo>
                    <a:pt x="10250" y="10964"/>
                    <a:pt x="13212" y="8511"/>
                    <a:pt x="13212" y="5478"/>
                  </a:cubicBezTo>
                  <a:cubicBezTo>
                    <a:pt x="13212" y="2453"/>
                    <a:pt x="10250" y="0"/>
                    <a:pt x="66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70"/>
            <p:cNvSpPr/>
            <p:nvPr/>
          </p:nvSpPr>
          <p:spPr>
            <a:xfrm>
              <a:off x="5115408" y="2267618"/>
              <a:ext cx="30634" cy="98558"/>
            </a:xfrm>
            <a:custGeom>
              <a:avLst/>
              <a:gdLst/>
              <a:ahLst/>
              <a:cxnLst/>
              <a:rect l="l" t="t" r="r" b="b"/>
              <a:pathLst>
                <a:path w="1321" h="4250" extrusionOk="0">
                  <a:moveTo>
                    <a:pt x="654" y="0"/>
                  </a:moveTo>
                  <a:cubicBezTo>
                    <a:pt x="624" y="0"/>
                    <a:pt x="593" y="2"/>
                    <a:pt x="562" y="6"/>
                  </a:cubicBezTo>
                  <a:cubicBezTo>
                    <a:pt x="232" y="60"/>
                    <a:pt x="0" y="345"/>
                    <a:pt x="0" y="675"/>
                  </a:cubicBezTo>
                  <a:lnTo>
                    <a:pt x="0" y="3575"/>
                  </a:lnTo>
                  <a:cubicBezTo>
                    <a:pt x="0" y="3905"/>
                    <a:pt x="232" y="4199"/>
                    <a:pt x="562" y="4244"/>
                  </a:cubicBezTo>
                  <a:cubicBezTo>
                    <a:pt x="593" y="4248"/>
                    <a:pt x="624" y="4250"/>
                    <a:pt x="654" y="4250"/>
                  </a:cubicBezTo>
                  <a:cubicBezTo>
                    <a:pt x="1023" y="4250"/>
                    <a:pt x="1320" y="3955"/>
                    <a:pt x="1320" y="3584"/>
                  </a:cubicBezTo>
                  <a:lnTo>
                    <a:pt x="1320" y="667"/>
                  </a:lnTo>
                  <a:cubicBezTo>
                    <a:pt x="1320" y="295"/>
                    <a:pt x="1023" y="0"/>
                    <a:pt x="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70"/>
            <p:cNvSpPr/>
            <p:nvPr/>
          </p:nvSpPr>
          <p:spPr>
            <a:xfrm>
              <a:off x="5212439" y="2267618"/>
              <a:ext cx="30843" cy="98558"/>
            </a:xfrm>
            <a:custGeom>
              <a:avLst/>
              <a:gdLst/>
              <a:ahLst/>
              <a:cxnLst/>
              <a:rect l="l" t="t" r="r" b="b"/>
              <a:pathLst>
                <a:path w="1330" h="4250" extrusionOk="0">
                  <a:moveTo>
                    <a:pt x="661" y="0"/>
                  </a:moveTo>
                  <a:cubicBezTo>
                    <a:pt x="631" y="0"/>
                    <a:pt x="601" y="2"/>
                    <a:pt x="571" y="6"/>
                  </a:cubicBezTo>
                  <a:cubicBezTo>
                    <a:pt x="241" y="60"/>
                    <a:pt x="0" y="345"/>
                    <a:pt x="0" y="675"/>
                  </a:cubicBezTo>
                  <a:lnTo>
                    <a:pt x="0" y="3575"/>
                  </a:lnTo>
                  <a:cubicBezTo>
                    <a:pt x="0" y="3905"/>
                    <a:pt x="241" y="4199"/>
                    <a:pt x="571" y="4244"/>
                  </a:cubicBezTo>
                  <a:cubicBezTo>
                    <a:pt x="601" y="4248"/>
                    <a:pt x="631" y="4250"/>
                    <a:pt x="661" y="4250"/>
                  </a:cubicBezTo>
                  <a:cubicBezTo>
                    <a:pt x="1024" y="4250"/>
                    <a:pt x="1329" y="3955"/>
                    <a:pt x="1329" y="3584"/>
                  </a:cubicBezTo>
                  <a:lnTo>
                    <a:pt x="1329" y="667"/>
                  </a:lnTo>
                  <a:cubicBezTo>
                    <a:pt x="1329" y="295"/>
                    <a:pt x="1024" y="0"/>
                    <a:pt x="6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70"/>
            <p:cNvSpPr/>
            <p:nvPr/>
          </p:nvSpPr>
          <p:spPr>
            <a:xfrm>
              <a:off x="5109402" y="2262238"/>
              <a:ext cx="41812" cy="109364"/>
            </a:xfrm>
            <a:custGeom>
              <a:avLst/>
              <a:gdLst/>
              <a:ahLst/>
              <a:cxnLst/>
              <a:rect l="l" t="t" r="r" b="b"/>
              <a:pathLst>
                <a:path w="1803" h="4716" extrusionOk="0">
                  <a:moveTo>
                    <a:pt x="896" y="471"/>
                  </a:moveTo>
                  <a:cubicBezTo>
                    <a:pt x="924" y="471"/>
                    <a:pt x="953" y="473"/>
                    <a:pt x="982" y="479"/>
                  </a:cubicBezTo>
                  <a:cubicBezTo>
                    <a:pt x="1187" y="515"/>
                    <a:pt x="1330" y="693"/>
                    <a:pt x="1330" y="907"/>
                  </a:cubicBezTo>
                  <a:lnTo>
                    <a:pt x="1330" y="3816"/>
                  </a:lnTo>
                  <a:cubicBezTo>
                    <a:pt x="1330" y="4021"/>
                    <a:pt x="1187" y="4199"/>
                    <a:pt x="982" y="4235"/>
                  </a:cubicBezTo>
                  <a:cubicBezTo>
                    <a:pt x="953" y="4241"/>
                    <a:pt x="924" y="4244"/>
                    <a:pt x="896" y="4244"/>
                  </a:cubicBezTo>
                  <a:cubicBezTo>
                    <a:pt x="665" y="4244"/>
                    <a:pt x="473" y="4055"/>
                    <a:pt x="473" y="3825"/>
                  </a:cubicBezTo>
                  <a:lnTo>
                    <a:pt x="473" y="899"/>
                  </a:lnTo>
                  <a:cubicBezTo>
                    <a:pt x="473" y="660"/>
                    <a:pt x="665" y="471"/>
                    <a:pt x="896" y="471"/>
                  </a:cubicBezTo>
                  <a:close/>
                  <a:moveTo>
                    <a:pt x="908" y="0"/>
                  </a:moveTo>
                  <a:cubicBezTo>
                    <a:pt x="405" y="0"/>
                    <a:pt x="0" y="399"/>
                    <a:pt x="0" y="899"/>
                  </a:cubicBezTo>
                  <a:lnTo>
                    <a:pt x="0" y="3816"/>
                  </a:lnTo>
                  <a:cubicBezTo>
                    <a:pt x="0" y="4312"/>
                    <a:pt x="399" y="4716"/>
                    <a:pt x="897" y="4716"/>
                  </a:cubicBezTo>
                  <a:cubicBezTo>
                    <a:pt x="936" y="4716"/>
                    <a:pt x="977" y="4713"/>
                    <a:pt x="1017" y="4708"/>
                  </a:cubicBezTo>
                  <a:cubicBezTo>
                    <a:pt x="1463" y="4654"/>
                    <a:pt x="1802" y="4262"/>
                    <a:pt x="1802" y="3798"/>
                  </a:cubicBezTo>
                  <a:lnTo>
                    <a:pt x="1802" y="916"/>
                  </a:lnTo>
                  <a:cubicBezTo>
                    <a:pt x="1802" y="461"/>
                    <a:pt x="1463" y="60"/>
                    <a:pt x="1017" y="6"/>
                  </a:cubicBezTo>
                  <a:cubicBezTo>
                    <a:pt x="981" y="2"/>
                    <a:pt x="944" y="0"/>
                    <a:pt x="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70"/>
            <p:cNvSpPr/>
            <p:nvPr/>
          </p:nvSpPr>
          <p:spPr>
            <a:xfrm>
              <a:off x="5207453" y="2262238"/>
              <a:ext cx="41626" cy="109364"/>
            </a:xfrm>
            <a:custGeom>
              <a:avLst/>
              <a:gdLst/>
              <a:ahLst/>
              <a:cxnLst/>
              <a:rect l="l" t="t" r="r" b="b"/>
              <a:pathLst>
                <a:path w="1795" h="4716" extrusionOk="0">
                  <a:moveTo>
                    <a:pt x="902" y="0"/>
                  </a:moveTo>
                  <a:cubicBezTo>
                    <a:pt x="405" y="0"/>
                    <a:pt x="1" y="399"/>
                    <a:pt x="1" y="899"/>
                  </a:cubicBezTo>
                  <a:lnTo>
                    <a:pt x="1" y="3798"/>
                  </a:lnTo>
                  <a:cubicBezTo>
                    <a:pt x="1" y="4262"/>
                    <a:pt x="331" y="4654"/>
                    <a:pt x="786" y="4708"/>
                  </a:cubicBezTo>
                  <a:cubicBezTo>
                    <a:pt x="826" y="4713"/>
                    <a:pt x="866" y="4716"/>
                    <a:pt x="905" y="4716"/>
                  </a:cubicBezTo>
                  <a:cubicBezTo>
                    <a:pt x="1396" y="4716"/>
                    <a:pt x="1794" y="4312"/>
                    <a:pt x="1794" y="3816"/>
                  </a:cubicBezTo>
                  <a:lnTo>
                    <a:pt x="1794" y="3521"/>
                  </a:lnTo>
                  <a:cubicBezTo>
                    <a:pt x="1794" y="3370"/>
                    <a:pt x="1676" y="3294"/>
                    <a:pt x="1558" y="3294"/>
                  </a:cubicBezTo>
                  <a:cubicBezTo>
                    <a:pt x="1439" y="3294"/>
                    <a:pt x="1321" y="3370"/>
                    <a:pt x="1321" y="3521"/>
                  </a:cubicBezTo>
                  <a:lnTo>
                    <a:pt x="1321" y="3816"/>
                  </a:lnTo>
                  <a:cubicBezTo>
                    <a:pt x="1321" y="4021"/>
                    <a:pt x="1179" y="4199"/>
                    <a:pt x="973" y="4235"/>
                  </a:cubicBezTo>
                  <a:cubicBezTo>
                    <a:pt x="944" y="4241"/>
                    <a:pt x="916" y="4244"/>
                    <a:pt x="888" y="4244"/>
                  </a:cubicBezTo>
                  <a:cubicBezTo>
                    <a:pt x="658" y="4244"/>
                    <a:pt x="474" y="4055"/>
                    <a:pt x="474" y="3825"/>
                  </a:cubicBezTo>
                  <a:lnTo>
                    <a:pt x="474" y="907"/>
                  </a:lnTo>
                  <a:cubicBezTo>
                    <a:pt x="474" y="693"/>
                    <a:pt x="617" y="515"/>
                    <a:pt x="813" y="479"/>
                  </a:cubicBezTo>
                  <a:cubicBezTo>
                    <a:pt x="843" y="473"/>
                    <a:pt x="872" y="471"/>
                    <a:pt x="900" y="471"/>
                  </a:cubicBezTo>
                  <a:cubicBezTo>
                    <a:pt x="1137" y="471"/>
                    <a:pt x="1321" y="660"/>
                    <a:pt x="1321" y="899"/>
                  </a:cubicBezTo>
                  <a:lnTo>
                    <a:pt x="1321" y="2263"/>
                  </a:lnTo>
                  <a:cubicBezTo>
                    <a:pt x="1321" y="2397"/>
                    <a:pt x="1428" y="2495"/>
                    <a:pt x="1553" y="2495"/>
                  </a:cubicBezTo>
                  <a:cubicBezTo>
                    <a:pt x="1687" y="2495"/>
                    <a:pt x="1794" y="2397"/>
                    <a:pt x="1794" y="2263"/>
                  </a:cubicBezTo>
                  <a:lnTo>
                    <a:pt x="1794" y="916"/>
                  </a:lnTo>
                  <a:cubicBezTo>
                    <a:pt x="1794" y="461"/>
                    <a:pt x="1464" y="60"/>
                    <a:pt x="1009" y="6"/>
                  </a:cubicBezTo>
                  <a:cubicBezTo>
                    <a:pt x="973" y="2"/>
                    <a:pt x="937" y="0"/>
                    <a:pt x="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70"/>
            <p:cNvSpPr/>
            <p:nvPr/>
          </p:nvSpPr>
          <p:spPr>
            <a:xfrm>
              <a:off x="5220162" y="2079795"/>
              <a:ext cx="19155" cy="19596"/>
            </a:xfrm>
            <a:custGeom>
              <a:avLst/>
              <a:gdLst/>
              <a:ahLst/>
              <a:cxnLst/>
              <a:rect l="l" t="t" r="r" b="b"/>
              <a:pathLst>
                <a:path w="826" h="845" extrusionOk="0">
                  <a:moveTo>
                    <a:pt x="321" y="0"/>
                  </a:moveTo>
                  <a:cubicBezTo>
                    <a:pt x="162" y="0"/>
                    <a:pt x="1" y="162"/>
                    <a:pt x="104" y="344"/>
                  </a:cubicBezTo>
                  <a:lnTo>
                    <a:pt x="309" y="728"/>
                  </a:lnTo>
                  <a:cubicBezTo>
                    <a:pt x="355" y="810"/>
                    <a:pt x="428" y="845"/>
                    <a:pt x="503" y="845"/>
                  </a:cubicBezTo>
                  <a:cubicBezTo>
                    <a:pt x="662" y="845"/>
                    <a:pt x="826" y="687"/>
                    <a:pt x="729" y="505"/>
                  </a:cubicBezTo>
                  <a:lnTo>
                    <a:pt x="515" y="121"/>
                  </a:lnTo>
                  <a:cubicBezTo>
                    <a:pt x="469" y="36"/>
                    <a:pt x="395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70"/>
            <p:cNvSpPr/>
            <p:nvPr/>
          </p:nvSpPr>
          <p:spPr>
            <a:xfrm>
              <a:off x="5250704" y="2072861"/>
              <a:ext cx="11294" cy="20917"/>
            </a:xfrm>
            <a:custGeom>
              <a:avLst/>
              <a:gdLst/>
              <a:ahLst/>
              <a:cxnLst/>
              <a:rect l="l" t="t" r="r" b="b"/>
              <a:pathLst>
                <a:path w="487" h="902" extrusionOk="0">
                  <a:moveTo>
                    <a:pt x="247" y="1"/>
                  </a:moveTo>
                  <a:cubicBezTo>
                    <a:pt x="131" y="1"/>
                    <a:pt x="14" y="74"/>
                    <a:pt x="9" y="224"/>
                  </a:cubicBezTo>
                  <a:lnTo>
                    <a:pt x="0" y="661"/>
                  </a:lnTo>
                  <a:cubicBezTo>
                    <a:pt x="0" y="786"/>
                    <a:pt x="99" y="902"/>
                    <a:pt x="232" y="902"/>
                  </a:cubicBezTo>
                  <a:cubicBezTo>
                    <a:pt x="348" y="902"/>
                    <a:pt x="473" y="786"/>
                    <a:pt x="473" y="670"/>
                  </a:cubicBezTo>
                  <a:lnTo>
                    <a:pt x="482" y="233"/>
                  </a:lnTo>
                  <a:cubicBezTo>
                    <a:pt x="487" y="79"/>
                    <a:pt x="367" y="1"/>
                    <a:pt x="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70"/>
            <p:cNvSpPr/>
            <p:nvPr/>
          </p:nvSpPr>
          <p:spPr>
            <a:xfrm>
              <a:off x="5273663" y="2081302"/>
              <a:ext cx="18784" cy="19503"/>
            </a:xfrm>
            <a:custGeom>
              <a:avLst/>
              <a:gdLst/>
              <a:ahLst/>
              <a:cxnLst/>
              <a:rect l="l" t="t" r="r" b="b"/>
              <a:pathLst>
                <a:path w="810" h="841" extrusionOk="0">
                  <a:moveTo>
                    <a:pt x="482" y="1"/>
                  </a:moveTo>
                  <a:cubicBezTo>
                    <a:pt x="412" y="1"/>
                    <a:pt x="343" y="33"/>
                    <a:pt x="295" y="110"/>
                  </a:cubicBezTo>
                  <a:lnTo>
                    <a:pt x="72" y="484"/>
                  </a:lnTo>
                  <a:cubicBezTo>
                    <a:pt x="1" y="591"/>
                    <a:pt x="36" y="743"/>
                    <a:pt x="143" y="805"/>
                  </a:cubicBezTo>
                  <a:cubicBezTo>
                    <a:pt x="180" y="830"/>
                    <a:pt x="222" y="840"/>
                    <a:pt x="265" y="840"/>
                  </a:cubicBezTo>
                  <a:cubicBezTo>
                    <a:pt x="348" y="840"/>
                    <a:pt x="432" y="799"/>
                    <a:pt x="473" y="734"/>
                  </a:cubicBezTo>
                  <a:lnTo>
                    <a:pt x="697" y="359"/>
                  </a:lnTo>
                  <a:cubicBezTo>
                    <a:pt x="809" y="178"/>
                    <a:pt x="645" y="1"/>
                    <a:pt x="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70"/>
            <p:cNvSpPr/>
            <p:nvPr/>
          </p:nvSpPr>
          <p:spPr>
            <a:xfrm>
              <a:off x="5272712" y="2170889"/>
              <a:ext cx="19735" cy="19456"/>
            </a:xfrm>
            <a:custGeom>
              <a:avLst/>
              <a:gdLst/>
              <a:ahLst/>
              <a:cxnLst/>
              <a:rect l="l" t="t" r="r" b="b"/>
              <a:pathLst>
                <a:path w="851" h="839" extrusionOk="0">
                  <a:moveTo>
                    <a:pt x="328" y="0"/>
                  </a:moveTo>
                  <a:cubicBezTo>
                    <a:pt x="165" y="0"/>
                    <a:pt x="0" y="178"/>
                    <a:pt x="113" y="359"/>
                  </a:cubicBezTo>
                  <a:lnTo>
                    <a:pt x="336" y="734"/>
                  </a:lnTo>
                  <a:cubicBezTo>
                    <a:pt x="384" y="808"/>
                    <a:pt x="453" y="839"/>
                    <a:pt x="522" y="839"/>
                  </a:cubicBezTo>
                  <a:cubicBezTo>
                    <a:pt x="686" y="839"/>
                    <a:pt x="850" y="666"/>
                    <a:pt x="738" y="484"/>
                  </a:cubicBezTo>
                  <a:lnTo>
                    <a:pt x="514" y="109"/>
                  </a:lnTo>
                  <a:cubicBezTo>
                    <a:pt x="467" y="32"/>
                    <a:pt x="397" y="0"/>
                    <a:pt x="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70"/>
            <p:cNvSpPr/>
            <p:nvPr/>
          </p:nvSpPr>
          <p:spPr>
            <a:xfrm>
              <a:off x="5289387" y="2103009"/>
              <a:ext cx="24373" cy="15816"/>
            </a:xfrm>
            <a:custGeom>
              <a:avLst/>
              <a:gdLst/>
              <a:ahLst/>
              <a:cxnLst/>
              <a:rect l="l" t="t" r="r" b="b"/>
              <a:pathLst>
                <a:path w="1051" h="682" extrusionOk="0">
                  <a:moveTo>
                    <a:pt x="710" y="0"/>
                  </a:moveTo>
                  <a:cubicBezTo>
                    <a:pt x="675" y="0"/>
                    <a:pt x="637" y="9"/>
                    <a:pt x="598" y="30"/>
                  </a:cubicBezTo>
                  <a:lnTo>
                    <a:pt x="215" y="235"/>
                  </a:lnTo>
                  <a:cubicBezTo>
                    <a:pt x="1" y="351"/>
                    <a:pt x="99" y="681"/>
                    <a:pt x="331" y="681"/>
                  </a:cubicBezTo>
                  <a:cubicBezTo>
                    <a:pt x="366" y="681"/>
                    <a:pt x="402" y="672"/>
                    <a:pt x="438" y="654"/>
                  </a:cubicBezTo>
                  <a:lnTo>
                    <a:pt x="821" y="449"/>
                  </a:lnTo>
                  <a:cubicBezTo>
                    <a:pt x="1050" y="320"/>
                    <a:pt x="920" y="0"/>
                    <a:pt x="7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70"/>
            <p:cNvSpPr/>
            <p:nvPr/>
          </p:nvSpPr>
          <p:spPr>
            <a:xfrm>
              <a:off x="5297040" y="2131835"/>
              <a:ext cx="22726" cy="11409"/>
            </a:xfrm>
            <a:custGeom>
              <a:avLst/>
              <a:gdLst/>
              <a:ahLst/>
              <a:cxnLst/>
              <a:rect l="l" t="t" r="r" b="b"/>
              <a:pathLst>
                <a:path w="980" h="492" extrusionOk="0">
                  <a:moveTo>
                    <a:pt x="251" y="0"/>
                  </a:moveTo>
                  <a:cubicBezTo>
                    <a:pt x="126" y="0"/>
                    <a:pt x="10" y="98"/>
                    <a:pt x="10" y="232"/>
                  </a:cubicBezTo>
                  <a:cubicBezTo>
                    <a:pt x="1" y="366"/>
                    <a:pt x="108" y="473"/>
                    <a:pt x="242" y="473"/>
                  </a:cubicBezTo>
                  <a:lnTo>
                    <a:pt x="679" y="491"/>
                  </a:lnTo>
                  <a:cubicBezTo>
                    <a:pt x="682" y="491"/>
                    <a:pt x="684" y="491"/>
                    <a:pt x="687" y="491"/>
                  </a:cubicBezTo>
                  <a:cubicBezTo>
                    <a:pt x="973" y="491"/>
                    <a:pt x="979" y="27"/>
                    <a:pt x="688" y="18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70"/>
            <p:cNvSpPr/>
            <p:nvPr/>
          </p:nvSpPr>
          <p:spPr>
            <a:xfrm>
              <a:off x="5287671" y="2155583"/>
              <a:ext cx="24605" cy="16349"/>
            </a:xfrm>
            <a:custGeom>
              <a:avLst/>
              <a:gdLst/>
              <a:ahLst/>
              <a:cxnLst/>
              <a:rect l="l" t="t" r="r" b="b"/>
              <a:pathLst>
                <a:path w="1061" h="705" extrusionOk="0">
                  <a:moveTo>
                    <a:pt x="345" y="1"/>
                  </a:moveTo>
                  <a:cubicBezTo>
                    <a:pt x="141" y="1"/>
                    <a:pt x="0" y="305"/>
                    <a:pt x="217" y="439"/>
                  </a:cubicBezTo>
                  <a:lnTo>
                    <a:pt x="592" y="671"/>
                  </a:lnTo>
                  <a:cubicBezTo>
                    <a:pt x="631" y="695"/>
                    <a:pt x="669" y="705"/>
                    <a:pt x="706" y="705"/>
                  </a:cubicBezTo>
                  <a:cubicBezTo>
                    <a:pt x="909" y="705"/>
                    <a:pt x="1061" y="397"/>
                    <a:pt x="842" y="261"/>
                  </a:cubicBezTo>
                  <a:lnTo>
                    <a:pt x="467" y="38"/>
                  </a:lnTo>
                  <a:cubicBezTo>
                    <a:pt x="425" y="12"/>
                    <a:pt x="384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70"/>
            <p:cNvSpPr/>
            <p:nvPr/>
          </p:nvSpPr>
          <p:spPr>
            <a:xfrm>
              <a:off x="5006155" y="2100597"/>
              <a:ext cx="346551" cy="346319"/>
            </a:xfrm>
            <a:custGeom>
              <a:avLst/>
              <a:gdLst/>
              <a:ahLst/>
              <a:cxnLst/>
              <a:rect l="l" t="t" r="r" b="b"/>
              <a:pathLst>
                <a:path w="14944" h="14934" extrusionOk="0">
                  <a:moveTo>
                    <a:pt x="10777" y="473"/>
                  </a:moveTo>
                  <a:cubicBezTo>
                    <a:pt x="11348" y="473"/>
                    <a:pt x="11812" y="937"/>
                    <a:pt x="11812" y="1508"/>
                  </a:cubicBezTo>
                  <a:cubicBezTo>
                    <a:pt x="11812" y="2079"/>
                    <a:pt x="11348" y="2543"/>
                    <a:pt x="10777" y="2543"/>
                  </a:cubicBezTo>
                  <a:cubicBezTo>
                    <a:pt x="10206" y="2543"/>
                    <a:pt x="9743" y="2079"/>
                    <a:pt x="9743" y="1508"/>
                  </a:cubicBezTo>
                  <a:cubicBezTo>
                    <a:pt x="9743" y="937"/>
                    <a:pt x="10206" y="473"/>
                    <a:pt x="10777" y="473"/>
                  </a:cubicBezTo>
                  <a:close/>
                  <a:moveTo>
                    <a:pt x="9341" y="1276"/>
                  </a:moveTo>
                  <a:cubicBezTo>
                    <a:pt x="9305" y="1463"/>
                    <a:pt x="9314" y="1660"/>
                    <a:pt x="9359" y="1847"/>
                  </a:cubicBezTo>
                  <a:lnTo>
                    <a:pt x="8003" y="1847"/>
                  </a:lnTo>
                  <a:cubicBezTo>
                    <a:pt x="7869" y="1847"/>
                    <a:pt x="7762" y="1954"/>
                    <a:pt x="7762" y="2079"/>
                  </a:cubicBezTo>
                  <a:lnTo>
                    <a:pt x="7762" y="3470"/>
                  </a:lnTo>
                  <a:cubicBezTo>
                    <a:pt x="7664" y="3466"/>
                    <a:pt x="7564" y="3464"/>
                    <a:pt x="7463" y="3464"/>
                  </a:cubicBezTo>
                  <a:cubicBezTo>
                    <a:pt x="7363" y="3464"/>
                    <a:pt x="7263" y="3466"/>
                    <a:pt x="7164" y="3470"/>
                  </a:cubicBezTo>
                  <a:lnTo>
                    <a:pt x="7164" y="1606"/>
                  </a:lnTo>
                  <a:cubicBezTo>
                    <a:pt x="7164" y="1445"/>
                    <a:pt x="7271" y="1276"/>
                    <a:pt x="7468" y="1276"/>
                  </a:cubicBezTo>
                  <a:close/>
                  <a:moveTo>
                    <a:pt x="1937" y="4434"/>
                  </a:moveTo>
                  <a:cubicBezTo>
                    <a:pt x="2338" y="4434"/>
                    <a:pt x="2722" y="4603"/>
                    <a:pt x="2998" y="4889"/>
                  </a:cubicBezTo>
                  <a:cubicBezTo>
                    <a:pt x="2490" y="5255"/>
                    <a:pt x="2044" y="5683"/>
                    <a:pt x="1687" y="6165"/>
                  </a:cubicBezTo>
                  <a:cubicBezTo>
                    <a:pt x="1455" y="6468"/>
                    <a:pt x="1268" y="6780"/>
                    <a:pt x="1107" y="7110"/>
                  </a:cubicBezTo>
                  <a:cubicBezTo>
                    <a:pt x="714" y="6843"/>
                    <a:pt x="474" y="6388"/>
                    <a:pt x="474" y="5906"/>
                  </a:cubicBezTo>
                  <a:cubicBezTo>
                    <a:pt x="474" y="5094"/>
                    <a:pt x="1134" y="4434"/>
                    <a:pt x="1937" y="4434"/>
                  </a:cubicBezTo>
                  <a:close/>
                  <a:moveTo>
                    <a:pt x="12999" y="4434"/>
                  </a:moveTo>
                  <a:cubicBezTo>
                    <a:pt x="13811" y="4434"/>
                    <a:pt x="14471" y="5094"/>
                    <a:pt x="14471" y="5906"/>
                  </a:cubicBezTo>
                  <a:cubicBezTo>
                    <a:pt x="14471" y="6388"/>
                    <a:pt x="14221" y="6843"/>
                    <a:pt x="13837" y="7110"/>
                  </a:cubicBezTo>
                  <a:cubicBezTo>
                    <a:pt x="13489" y="6388"/>
                    <a:pt x="12972" y="5727"/>
                    <a:pt x="12294" y="5157"/>
                  </a:cubicBezTo>
                  <a:cubicBezTo>
                    <a:pt x="12178" y="5067"/>
                    <a:pt x="12062" y="4978"/>
                    <a:pt x="11946" y="4889"/>
                  </a:cubicBezTo>
                  <a:cubicBezTo>
                    <a:pt x="12223" y="4603"/>
                    <a:pt x="12597" y="4434"/>
                    <a:pt x="12999" y="4434"/>
                  </a:cubicBezTo>
                  <a:close/>
                  <a:moveTo>
                    <a:pt x="10777" y="0"/>
                  </a:moveTo>
                  <a:cubicBezTo>
                    <a:pt x="10215" y="0"/>
                    <a:pt x="9716" y="321"/>
                    <a:pt x="9457" y="803"/>
                  </a:cubicBezTo>
                  <a:lnTo>
                    <a:pt x="7459" y="803"/>
                  </a:lnTo>
                  <a:cubicBezTo>
                    <a:pt x="7448" y="803"/>
                    <a:pt x="7438" y="802"/>
                    <a:pt x="7427" y="802"/>
                  </a:cubicBezTo>
                  <a:cubicBezTo>
                    <a:pt x="7014" y="802"/>
                    <a:pt x="6692" y="1144"/>
                    <a:pt x="6692" y="1588"/>
                  </a:cubicBezTo>
                  <a:lnTo>
                    <a:pt x="6692" y="3533"/>
                  </a:lnTo>
                  <a:cubicBezTo>
                    <a:pt x="6335" y="3569"/>
                    <a:pt x="5978" y="3631"/>
                    <a:pt x="5630" y="3711"/>
                  </a:cubicBezTo>
                  <a:cubicBezTo>
                    <a:pt x="5348" y="3769"/>
                    <a:pt x="5421" y="4174"/>
                    <a:pt x="5675" y="4174"/>
                  </a:cubicBezTo>
                  <a:cubicBezTo>
                    <a:pt x="5695" y="4174"/>
                    <a:pt x="5715" y="4171"/>
                    <a:pt x="5737" y="4166"/>
                  </a:cubicBezTo>
                  <a:cubicBezTo>
                    <a:pt x="6299" y="4041"/>
                    <a:pt x="6879" y="3970"/>
                    <a:pt x="7468" y="3970"/>
                  </a:cubicBezTo>
                  <a:cubicBezTo>
                    <a:pt x="10983" y="3970"/>
                    <a:pt x="13837" y="6325"/>
                    <a:pt x="13837" y="9216"/>
                  </a:cubicBezTo>
                  <a:cubicBezTo>
                    <a:pt x="13837" y="12115"/>
                    <a:pt x="10983" y="14461"/>
                    <a:pt x="7468" y="14461"/>
                  </a:cubicBezTo>
                  <a:cubicBezTo>
                    <a:pt x="3962" y="14461"/>
                    <a:pt x="1098" y="12115"/>
                    <a:pt x="1098" y="9216"/>
                  </a:cubicBezTo>
                  <a:cubicBezTo>
                    <a:pt x="1098" y="8234"/>
                    <a:pt x="1437" y="7280"/>
                    <a:pt x="2062" y="6450"/>
                  </a:cubicBezTo>
                  <a:cubicBezTo>
                    <a:pt x="2677" y="5638"/>
                    <a:pt x="3551" y="4978"/>
                    <a:pt x="4586" y="4541"/>
                  </a:cubicBezTo>
                  <a:cubicBezTo>
                    <a:pt x="4831" y="4438"/>
                    <a:pt x="4719" y="4084"/>
                    <a:pt x="4493" y="4084"/>
                  </a:cubicBezTo>
                  <a:cubicBezTo>
                    <a:pt x="4463" y="4084"/>
                    <a:pt x="4432" y="4090"/>
                    <a:pt x="4399" y="4104"/>
                  </a:cubicBezTo>
                  <a:cubicBezTo>
                    <a:pt x="4051" y="4256"/>
                    <a:pt x="3712" y="4425"/>
                    <a:pt x="3391" y="4621"/>
                  </a:cubicBezTo>
                  <a:cubicBezTo>
                    <a:pt x="3025" y="4211"/>
                    <a:pt x="2499" y="3961"/>
                    <a:pt x="1937" y="3961"/>
                  </a:cubicBezTo>
                  <a:cubicBezTo>
                    <a:pt x="866" y="3961"/>
                    <a:pt x="1" y="4835"/>
                    <a:pt x="1" y="5906"/>
                  </a:cubicBezTo>
                  <a:cubicBezTo>
                    <a:pt x="1" y="6575"/>
                    <a:pt x="358" y="7208"/>
                    <a:pt x="920" y="7556"/>
                  </a:cubicBezTo>
                  <a:cubicBezTo>
                    <a:pt x="732" y="8092"/>
                    <a:pt x="625" y="8654"/>
                    <a:pt x="625" y="9216"/>
                  </a:cubicBezTo>
                  <a:cubicBezTo>
                    <a:pt x="625" y="10750"/>
                    <a:pt x="1348" y="12195"/>
                    <a:pt x="2650" y="13275"/>
                  </a:cubicBezTo>
                  <a:cubicBezTo>
                    <a:pt x="3935" y="14345"/>
                    <a:pt x="5648" y="14934"/>
                    <a:pt x="7468" y="14934"/>
                  </a:cubicBezTo>
                  <a:cubicBezTo>
                    <a:pt x="9288" y="14934"/>
                    <a:pt x="11000" y="14345"/>
                    <a:pt x="12294" y="13275"/>
                  </a:cubicBezTo>
                  <a:cubicBezTo>
                    <a:pt x="13596" y="12195"/>
                    <a:pt x="14310" y="10750"/>
                    <a:pt x="14310" y="9216"/>
                  </a:cubicBezTo>
                  <a:cubicBezTo>
                    <a:pt x="14310" y="8645"/>
                    <a:pt x="14212" y="8083"/>
                    <a:pt x="14016" y="7556"/>
                  </a:cubicBezTo>
                  <a:cubicBezTo>
                    <a:pt x="14587" y="7199"/>
                    <a:pt x="14944" y="6575"/>
                    <a:pt x="14944" y="5906"/>
                  </a:cubicBezTo>
                  <a:cubicBezTo>
                    <a:pt x="14944" y="4835"/>
                    <a:pt x="14069" y="3961"/>
                    <a:pt x="12999" y="3961"/>
                  </a:cubicBezTo>
                  <a:cubicBezTo>
                    <a:pt x="12437" y="3961"/>
                    <a:pt x="11919" y="4202"/>
                    <a:pt x="11545" y="4621"/>
                  </a:cubicBezTo>
                  <a:cubicBezTo>
                    <a:pt x="10572" y="4015"/>
                    <a:pt x="9430" y="3640"/>
                    <a:pt x="8235" y="3533"/>
                  </a:cubicBezTo>
                  <a:lnTo>
                    <a:pt x="8235" y="2320"/>
                  </a:lnTo>
                  <a:lnTo>
                    <a:pt x="9502" y="2320"/>
                  </a:lnTo>
                  <a:cubicBezTo>
                    <a:pt x="9769" y="2730"/>
                    <a:pt x="10242" y="3016"/>
                    <a:pt x="10777" y="3016"/>
                  </a:cubicBezTo>
                  <a:cubicBezTo>
                    <a:pt x="11607" y="3016"/>
                    <a:pt x="12285" y="2338"/>
                    <a:pt x="12285" y="1508"/>
                  </a:cubicBezTo>
                  <a:cubicBezTo>
                    <a:pt x="12285" y="678"/>
                    <a:pt x="11607" y="0"/>
                    <a:pt x="107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8" name="Google Shape;4628;p70"/>
          <p:cNvGrpSpPr/>
          <p:nvPr/>
        </p:nvGrpSpPr>
        <p:grpSpPr>
          <a:xfrm>
            <a:off x="4091237" y="2173883"/>
            <a:ext cx="357843" cy="357685"/>
            <a:chOff x="4008341" y="2073278"/>
            <a:chExt cx="374273" cy="374108"/>
          </a:xfrm>
        </p:grpSpPr>
        <p:sp>
          <p:nvSpPr>
            <p:cNvPr id="4629" name="Google Shape;4629;p70"/>
            <p:cNvSpPr/>
            <p:nvPr/>
          </p:nvSpPr>
          <p:spPr>
            <a:xfrm>
              <a:off x="4013512" y="2078241"/>
              <a:ext cx="217035" cy="363295"/>
            </a:xfrm>
            <a:custGeom>
              <a:avLst/>
              <a:gdLst/>
              <a:ahLst/>
              <a:cxnLst/>
              <a:rect l="l" t="t" r="r" b="b"/>
              <a:pathLst>
                <a:path w="9359" h="15666" extrusionOk="0">
                  <a:moveTo>
                    <a:pt x="982" y="1"/>
                  </a:moveTo>
                  <a:cubicBezTo>
                    <a:pt x="438" y="1"/>
                    <a:pt x="1" y="447"/>
                    <a:pt x="1" y="982"/>
                  </a:cubicBezTo>
                  <a:lnTo>
                    <a:pt x="1" y="14685"/>
                  </a:lnTo>
                  <a:cubicBezTo>
                    <a:pt x="1" y="15229"/>
                    <a:pt x="438" y="15666"/>
                    <a:pt x="982" y="15666"/>
                  </a:cubicBezTo>
                  <a:lnTo>
                    <a:pt x="8377" y="15666"/>
                  </a:lnTo>
                  <a:cubicBezTo>
                    <a:pt x="8922" y="15666"/>
                    <a:pt x="9359" y="15229"/>
                    <a:pt x="9359" y="14685"/>
                  </a:cubicBezTo>
                  <a:lnTo>
                    <a:pt x="9359" y="982"/>
                  </a:lnTo>
                  <a:cubicBezTo>
                    <a:pt x="9359" y="447"/>
                    <a:pt x="8922" y="1"/>
                    <a:pt x="83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70"/>
            <p:cNvSpPr/>
            <p:nvPr/>
          </p:nvSpPr>
          <p:spPr>
            <a:xfrm>
              <a:off x="4036680" y="2245401"/>
              <a:ext cx="171119" cy="171119"/>
            </a:xfrm>
            <a:custGeom>
              <a:avLst/>
              <a:gdLst/>
              <a:ahLst/>
              <a:cxnLst/>
              <a:rect l="l" t="t" r="r" b="b"/>
              <a:pathLst>
                <a:path w="7379" h="7379" extrusionOk="0">
                  <a:moveTo>
                    <a:pt x="3694" y="1"/>
                  </a:moveTo>
                  <a:cubicBezTo>
                    <a:pt x="1651" y="1"/>
                    <a:pt x="1" y="1651"/>
                    <a:pt x="1" y="3694"/>
                  </a:cubicBezTo>
                  <a:cubicBezTo>
                    <a:pt x="1" y="5728"/>
                    <a:pt x="1651" y="7379"/>
                    <a:pt x="3694" y="7379"/>
                  </a:cubicBezTo>
                  <a:cubicBezTo>
                    <a:pt x="5728" y="7379"/>
                    <a:pt x="7378" y="5728"/>
                    <a:pt x="7378" y="3694"/>
                  </a:cubicBezTo>
                  <a:cubicBezTo>
                    <a:pt x="7378" y="1651"/>
                    <a:pt x="5728" y="1"/>
                    <a:pt x="3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70"/>
            <p:cNvSpPr/>
            <p:nvPr/>
          </p:nvSpPr>
          <p:spPr>
            <a:xfrm>
              <a:off x="4063164" y="2271886"/>
              <a:ext cx="118153" cy="118153"/>
            </a:xfrm>
            <a:custGeom>
              <a:avLst/>
              <a:gdLst/>
              <a:ahLst/>
              <a:cxnLst/>
              <a:rect l="l" t="t" r="r" b="b"/>
              <a:pathLst>
                <a:path w="5095" h="5095" extrusionOk="0">
                  <a:moveTo>
                    <a:pt x="2552" y="1"/>
                  </a:moveTo>
                  <a:cubicBezTo>
                    <a:pt x="1143" y="1"/>
                    <a:pt x="1" y="1143"/>
                    <a:pt x="1" y="2552"/>
                  </a:cubicBezTo>
                  <a:cubicBezTo>
                    <a:pt x="1" y="3953"/>
                    <a:pt x="1143" y="5095"/>
                    <a:pt x="2552" y="5095"/>
                  </a:cubicBezTo>
                  <a:cubicBezTo>
                    <a:pt x="3953" y="5095"/>
                    <a:pt x="5095" y="3953"/>
                    <a:pt x="5095" y="2552"/>
                  </a:cubicBezTo>
                  <a:cubicBezTo>
                    <a:pt x="5095" y="1143"/>
                    <a:pt x="3953" y="1"/>
                    <a:pt x="25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70"/>
            <p:cNvSpPr/>
            <p:nvPr/>
          </p:nvSpPr>
          <p:spPr>
            <a:xfrm>
              <a:off x="4062956" y="2105142"/>
              <a:ext cx="118779" cy="118779"/>
            </a:xfrm>
            <a:custGeom>
              <a:avLst/>
              <a:gdLst/>
              <a:ahLst/>
              <a:cxnLst/>
              <a:rect l="l" t="t" r="r" b="b"/>
              <a:pathLst>
                <a:path w="5122" h="5122" extrusionOk="0">
                  <a:moveTo>
                    <a:pt x="2561" y="0"/>
                  </a:moveTo>
                  <a:cubicBezTo>
                    <a:pt x="1143" y="0"/>
                    <a:pt x="1" y="1151"/>
                    <a:pt x="1" y="2561"/>
                  </a:cubicBezTo>
                  <a:cubicBezTo>
                    <a:pt x="1" y="3979"/>
                    <a:pt x="1143" y="5121"/>
                    <a:pt x="2561" y="5121"/>
                  </a:cubicBezTo>
                  <a:cubicBezTo>
                    <a:pt x="3971" y="5121"/>
                    <a:pt x="5121" y="3979"/>
                    <a:pt x="5121" y="2561"/>
                  </a:cubicBezTo>
                  <a:cubicBezTo>
                    <a:pt x="5121" y="1151"/>
                    <a:pt x="3971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70"/>
            <p:cNvSpPr/>
            <p:nvPr/>
          </p:nvSpPr>
          <p:spPr>
            <a:xfrm>
              <a:off x="4088814" y="2131000"/>
              <a:ext cx="67065" cy="67042"/>
            </a:xfrm>
            <a:custGeom>
              <a:avLst/>
              <a:gdLst/>
              <a:ahLst/>
              <a:cxnLst/>
              <a:rect l="l" t="t" r="r" b="b"/>
              <a:pathLst>
                <a:path w="2892" h="2891" extrusionOk="0">
                  <a:moveTo>
                    <a:pt x="1446" y="1"/>
                  </a:moveTo>
                  <a:cubicBezTo>
                    <a:pt x="643" y="1"/>
                    <a:pt x="1" y="652"/>
                    <a:pt x="1" y="1446"/>
                  </a:cubicBezTo>
                  <a:cubicBezTo>
                    <a:pt x="1" y="2249"/>
                    <a:pt x="643" y="2891"/>
                    <a:pt x="1446" y="2891"/>
                  </a:cubicBezTo>
                  <a:cubicBezTo>
                    <a:pt x="2240" y="2891"/>
                    <a:pt x="2891" y="2249"/>
                    <a:pt x="2891" y="1446"/>
                  </a:cubicBezTo>
                  <a:cubicBezTo>
                    <a:pt x="2891" y="652"/>
                    <a:pt x="2240" y="1"/>
                    <a:pt x="14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70"/>
            <p:cNvSpPr/>
            <p:nvPr/>
          </p:nvSpPr>
          <p:spPr>
            <a:xfrm>
              <a:off x="4308733" y="2253634"/>
              <a:ext cx="24234" cy="153587"/>
            </a:xfrm>
            <a:custGeom>
              <a:avLst/>
              <a:gdLst/>
              <a:ahLst/>
              <a:cxnLst/>
              <a:rect l="l" t="t" r="r" b="b"/>
              <a:pathLst>
                <a:path w="1045" h="6623" extrusionOk="0">
                  <a:moveTo>
                    <a:pt x="518" y="1"/>
                  </a:moveTo>
                  <a:cubicBezTo>
                    <a:pt x="235" y="1"/>
                    <a:pt x="1" y="241"/>
                    <a:pt x="1" y="538"/>
                  </a:cubicBezTo>
                  <a:lnTo>
                    <a:pt x="1" y="6622"/>
                  </a:lnTo>
                  <a:lnTo>
                    <a:pt x="1045" y="6622"/>
                  </a:lnTo>
                  <a:lnTo>
                    <a:pt x="1045" y="520"/>
                  </a:lnTo>
                  <a:cubicBezTo>
                    <a:pt x="1045" y="244"/>
                    <a:pt x="831" y="21"/>
                    <a:pt x="563" y="3"/>
                  </a:cubicBezTo>
                  <a:cubicBezTo>
                    <a:pt x="548" y="1"/>
                    <a:pt x="533" y="1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70"/>
            <p:cNvSpPr/>
            <p:nvPr/>
          </p:nvSpPr>
          <p:spPr>
            <a:xfrm>
              <a:off x="4258270" y="2367061"/>
              <a:ext cx="74486" cy="74486"/>
            </a:xfrm>
            <a:custGeom>
              <a:avLst/>
              <a:gdLst/>
              <a:ahLst/>
              <a:cxnLst/>
              <a:rect l="l" t="t" r="r" b="b"/>
              <a:pathLst>
                <a:path w="3212" h="3212" extrusionOk="0">
                  <a:moveTo>
                    <a:pt x="1606" y="0"/>
                  </a:moveTo>
                  <a:cubicBezTo>
                    <a:pt x="723" y="0"/>
                    <a:pt x="0" y="723"/>
                    <a:pt x="0" y="1606"/>
                  </a:cubicBezTo>
                  <a:cubicBezTo>
                    <a:pt x="0" y="2498"/>
                    <a:pt x="723" y="3212"/>
                    <a:pt x="1606" y="3212"/>
                  </a:cubicBezTo>
                  <a:cubicBezTo>
                    <a:pt x="2489" y="3212"/>
                    <a:pt x="3212" y="2498"/>
                    <a:pt x="3212" y="1606"/>
                  </a:cubicBezTo>
                  <a:cubicBezTo>
                    <a:pt x="3212" y="723"/>
                    <a:pt x="2489" y="0"/>
                    <a:pt x="16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70"/>
            <p:cNvSpPr/>
            <p:nvPr/>
          </p:nvSpPr>
          <p:spPr>
            <a:xfrm>
              <a:off x="4332945" y="2268592"/>
              <a:ext cx="43875" cy="67042"/>
            </a:xfrm>
            <a:custGeom>
              <a:avLst/>
              <a:gdLst/>
              <a:ahLst/>
              <a:cxnLst/>
              <a:rect l="l" t="t" r="r" b="b"/>
              <a:pathLst>
                <a:path w="1892" h="2891" extrusionOk="0">
                  <a:moveTo>
                    <a:pt x="1" y="0"/>
                  </a:moveTo>
                  <a:lnTo>
                    <a:pt x="1" y="2007"/>
                  </a:lnTo>
                  <a:lnTo>
                    <a:pt x="1892" y="2890"/>
                  </a:lnTo>
                  <a:lnTo>
                    <a:pt x="1892" y="1891"/>
                  </a:lnTo>
                  <a:cubicBezTo>
                    <a:pt x="1892" y="1276"/>
                    <a:pt x="1535" y="714"/>
                    <a:pt x="973" y="45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70"/>
            <p:cNvSpPr/>
            <p:nvPr/>
          </p:nvSpPr>
          <p:spPr>
            <a:xfrm>
              <a:off x="4256809" y="2078194"/>
              <a:ext cx="24234" cy="153587"/>
            </a:xfrm>
            <a:custGeom>
              <a:avLst/>
              <a:gdLst/>
              <a:ahLst/>
              <a:cxnLst/>
              <a:rect l="l" t="t" r="r" b="b"/>
              <a:pathLst>
                <a:path w="1045" h="6623" extrusionOk="0">
                  <a:moveTo>
                    <a:pt x="526" y="1"/>
                  </a:moveTo>
                  <a:cubicBezTo>
                    <a:pt x="235" y="1"/>
                    <a:pt x="1" y="241"/>
                    <a:pt x="1" y="538"/>
                  </a:cubicBezTo>
                  <a:lnTo>
                    <a:pt x="1" y="6622"/>
                  </a:lnTo>
                  <a:lnTo>
                    <a:pt x="1045" y="6622"/>
                  </a:lnTo>
                  <a:lnTo>
                    <a:pt x="1045" y="520"/>
                  </a:lnTo>
                  <a:cubicBezTo>
                    <a:pt x="1045" y="253"/>
                    <a:pt x="830" y="21"/>
                    <a:pt x="572" y="3"/>
                  </a:cubicBezTo>
                  <a:cubicBezTo>
                    <a:pt x="556" y="1"/>
                    <a:pt x="541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70"/>
            <p:cNvSpPr/>
            <p:nvPr/>
          </p:nvSpPr>
          <p:spPr>
            <a:xfrm>
              <a:off x="4206948" y="2191622"/>
              <a:ext cx="74509" cy="74486"/>
            </a:xfrm>
            <a:custGeom>
              <a:avLst/>
              <a:gdLst/>
              <a:ahLst/>
              <a:cxnLst/>
              <a:rect l="l" t="t" r="r" b="b"/>
              <a:pathLst>
                <a:path w="3213" h="3212" extrusionOk="0">
                  <a:moveTo>
                    <a:pt x="1607" y="0"/>
                  </a:moveTo>
                  <a:cubicBezTo>
                    <a:pt x="723" y="0"/>
                    <a:pt x="1" y="714"/>
                    <a:pt x="1" y="1606"/>
                  </a:cubicBezTo>
                  <a:cubicBezTo>
                    <a:pt x="1" y="2489"/>
                    <a:pt x="723" y="3212"/>
                    <a:pt x="1607" y="3212"/>
                  </a:cubicBezTo>
                  <a:cubicBezTo>
                    <a:pt x="2490" y="3212"/>
                    <a:pt x="3212" y="2489"/>
                    <a:pt x="3212" y="1606"/>
                  </a:cubicBezTo>
                  <a:cubicBezTo>
                    <a:pt x="3212" y="714"/>
                    <a:pt x="2490" y="0"/>
                    <a:pt x="16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70"/>
            <p:cNvSpPr/>
            <p:nvPr/>
          </p:nvSpPr>
          <p:spPr>
            <a:xfrm>
              <a:off x="4281646" y="2093153"/>
              <a:ext cx="43875" cy="67042"/>
            </a:xfrm>
            <a:custGeom>
              <a:avLst/>
              <a:gdLst/>
              <a:ahLst/>
              <a:cxnLst/>
              <a:rect l="l" t="t" r="r" b="b"/>
              <a:pathLst>
                <a:path w="1892" h="2891" extrusionOk="0">
                  <a:moveTo>
                    <a:pt x="0" y="0"/>
                  </a:moveTo>
                  <a:lnTo>
                    <a:pt x="0" y="2007"/>
                  </a:lnTo>
                  <a:lnTo>
                    <a:pt x="1892" y="2890"/>
                  </a:lnTo>
                  <a:lnTo>
                    <a:pt x="1892" y="1891"/>
                  </a:lnTo>
                  <a:cubicBezTo>
                    <a:pt x="1892" y="1276"/>
                    <a:pt x="1535" y="714"/>
                    <a:pt x="982" y="45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70"/>
            <p:cNvSpPr/>
            <p:nvPr/>
          </p:nvSpPr>
          <p:spPr>
            <a:xfrm>
              <a:off x="4249156" y="2248625"/>
              <a:ext cx="133458" cy="198761"/>
            </a:xfrm>
            <a:custGeom>
              <a:avLst/>
              <a:gdLst/>
              <a:ahLst/>
              <a:cxnLst/>
              <a:rect l="l" t="t" r="r" b="b"/>
              <a:pathLst>
                <a:path w="5755" h="8571" extrusionOk="0">
                  <a:moveTo>
                    <a:pt x="3828" y="1254"/>
                  </a:moveTo>
                  <a:lnTo>
                    <a:pt x="4479" y="1548"/>
                  </a:lnTo>
                  <a:cubicBezTo>
                    <a:pt x="4943" y="1771"/>
                    <a:pt x="5246" y="2244"/>
                    <a:pt x="5246" y="2761"/>
                  </a:cubicBezTo>
                  <a:lnTo>
                    <a:pt x="5246" y="3386"/>
                  </a:lnTo>
                  <a:lnTo>
                    <a:pt x="3828" y="2726"/>
                  </a:lnTo>
                  <a:lnTo>
                    <a:pt x="3828" y="1254"/>
                  </a:lnTo>
                  <a:close/>
                  <a:moveTo>
                    <a:pt x="3077" y="510"/>
                  </a:moveTo>
                  <a:cubicBezTo>
                    <a:pt x="3216" y="510"/>
                    <a:pt x="3355" y="599"/>
                    <a:pt x="3355" y="781"/>
                  </a:cubicBezTo>
                  <a:lnTo>
                    <a:pt x="3355" y="5446"/>
                  </a:lnTo>
                  <a:cubicBezTo>
                    <a:pt x="3203" y="5268"/>
                    <a:pt x="3007" y="5125"/>
                    <a:pt x="2793" y="5018"/>
                  </a:cubicBezTo>
                  <a:lnTo>
                    <a:pt x="2793" y="781"/>
                  </a:lnTo>
                  <a:cubicBezTo>
                    <a:pt x="2793" y="601"/>
                    <a:pt x="2935" y="510"/>
                    <a:pt x="3077" y="510"/>
                  </a:cubicBezTo>
                  <a:close/>
                  <a:moveTo>
                    <a:pt x="1999" y="5348"/>
                  </a:moveTo>
                  <a:cubicBezTo>
                    <a:pt x="2757" y="5348"/>
                    <a:pt x="3364" y="5955"/>
                    <a:pt x="3364" y="6713"/>
                  </a:cubicBezTo>
                  <a:cubicBezTo>
                    <a:pt x="3364" y="7472"/>
                    <a:pt x="2757" y="8078"/>
                    <a:pt x="1999" y="8078"/>
                  </a:cubicBezTo>
                  <a:cubicBezTo>
                    <a:pt x="1241" y="8078"/>
                    <a:pt x="625" y="7472"/>
                    <a:pt x="625" y="6713"/>
                  </a:cubicBezTo>
                  <a:cubicBezTo>
                    <a:pt x="625" y="5955"/>
                    <a:pt x="1241" y="5348"/>
                    <a:pt x="1999" y="5348"/>
                  </a:cubicBezTo>
                  <a:close/>
                  <a:moveTo>
                    <a:pt x="3085" y="0"/>
                  </a:moveTo>
                  <a:cubicBezTo>
                    <a:pt x="2703" y="0"/>
                    <a:pt x="2320" y="248"/>
                    <a:pt x="2320" y="736"/>
                  </a:cubicBezTo>
                  <a:lnTo>
                    <a:pt x="2320" y="4902"/>
                  </a:lnTo>
                  <a:cubicBezTo>
                    <a:pt x="2213" y="4884"/>
                    <a:pt x="2106" y="4876"/>
                    <a:pt x="1999" y="4876"/>
                  </a:cubicBezTo>
                  <a:cubicBezTo>
                    <a:pt x="884" y="4876"/>
                    <a:pt x="1" y="5857"/>
                    <a:pt x="170" y="6999"/>
                  </a:cubicBezTo>
                  <a:cubicBezTo>
                    <a:pt x="286" y="7793"/>
                    <a:pt x="920" y="8435"/>
                    <a:pt x="1714" y="8551"/>
                  </a:cubicBezTo>
                  <a:cubicBezTo>
                    <a:pt x="1806" y="8564"/>
                    <a:pt x="1897" y="8570"/>
                    <a:pt x="1986" y="8570"/>
                  </a:cubicBezTo>
                  <a:cubicBezTo>
                    <a:pt x="3006" y="8570"/>
                    <a:pt x="3829" y="7757"/>
                    <a:pt x="3846" y="6740"/>
                  </a:cubicBezTo>
                  <a:cubicBezTo>
                    <a:pt x="3846" y="6740"/>
                    <a:pt x="3846" y="3252"/>
                    <a:pt x="3846" y="3252"/>
                  </a:cubicBezTo>
                  <a:lnTo>
                    <a:pt x="5416" y="3974"/>
                  </a:lnTo>
                  <a:cubicBezTo>
                    <a:pt x="5447" y="3989"/>
                    <a:pt x="5480" y="3996"/>
                    <a:pt x="5512" y="3996"/>
                  </a:cubicBezTo>
                  <a:cubicBezTo>
                    <a:pt x="5637" y="3996"/>
                    <a:pt x="5755" y="3895"/>
                    <a:pt x="5755" y="3760"/>
                  </a:cubicBezTo>
                  <a:lnTo>
                    <a:pt x="5755" y="2761"/>
                  </a:lnTo>
                  <a:cubicBezTo>
                    <a:pt x="5755" y="2048"/>
                    <a:pt x="5335" y="1405"/>
                    <a:pt x="4693" y="1102"/>
                  </a:cubicBezTo>
                  <a:lnTo>
                    <a:pt x="3846" y="709"/>
                  </a:lnTo>
                  <a:cubicBezTo>
                    <a:pt x="3828" y="234"/>
                    <a:pt x="3457" y="0"/>
                    <a:pt x="30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70"/>
            <p:cNvSpPr/>
            <p:nvPr/>
          </p:nvSpPr>
          <p:spPr>
            <a:xfrm>
              <a:off x="4008341" y="2073278"/>
              <a:ext cx="323176" cy="374055"/>
            </a:xfrm>
            <a:custGeom>
              <a:avLst/>
              <a:gdLst/>
              <a:ahLst/>
              <a:cxnLst/>
              <a:rect l="l" t="t" r="r" b="b"/>
              <a:pathLst>
                <a:path w="13936" h="16130" extrusionOk="0">
                  <a:moveTo>
                    <a:pt x="12008" y="1241"/>
                  </a:moveTo>
                  <a:lnTo>
                    <a:pt x="12651" y="1544"/>
                  </a:lnTo>
                  <a:cubicBezTo>
                    <a:pt x="13123" y="1758"/>
                    <a:pt x="13427" y="2231"/>
                    <a:pt x="13427" y="2748"/>
                  </a:cubicBezTo>
                  <a:lnTo>
                    <a:pt x="13427" y="3373"/>
                  </a:lnTo>
                  <a:lnTo>
                    <a:pt x="12008" y="2722"/>
                  </a:lnTo>
                  <a:lnTo>
                    <a:pt x="12008" y="1241"/>
                  </a:lnTo>
                  <a:close/>
                  <a:moveTo>
                    <a:pt x="10171" y="5335"/>
                  </a:moveTo>
                  <a:cubicBezTo>
                    <a:pt x="10929" y="5335"/>
                    <a:pt x="11535" y="5951"/>
                    <a:pt x="11535" y="6709"/>
                  </a:cubicBezTo>
                  <a:cubicBezTo>
                    <a:pt x="11535" y="7459"/>
                    <a:pt x="10929" y="8074"/>
                    <a:pt x="10171" y="8074"/>
                  </a:cubicBezTo>
                  <a:cubicBezTo>
                    <a:pt x="9412" y="8074"/>
                    <a:pt x="8806" y="7459"/>
                    <a:pt x="8806" y="6709"/>
                  </a:cubicBezTo>
                  <a:cubicBezTo>
                    <a:pt x="8806" y="5951"/>
                    <a:pt x="9412" y="5335"/>
                    <a:pt x="10171" y="5335"/>
                  </a:cubicBezTo>
                  <a:close/>
                  <a:moveTo>
                    <a:pt x="8618" y="473"/>
                  </a:moveTo>
                  <a:cubicBezTo>
                    <a:pt x="9029" y="473"/>
                    <a:pt x="9359" y="804"/>
                    <a:pt x="9359" y="1214"/>
                  </a:cubicBezTo>
                  <a:lnTo>
                    <a:pt x="9359" y="5068"/>
                  </a:lnTo>
                  <a:cubicBezTo>
                    <a:pt x="8752" y="5371"/>
                    <a:pt x="8333" y="5996"/>
                    <a:pt x="8333" y="6718"/>
                  </a:cubicBezTo>
                  <a:cubicBezTo>
                    <a:pt x="8333" y="7441"/>
                    <a:pt x="8752" y="8074"/>
                    <a:pt x="9359" y="8377"/>
                  </a:cubicBezTo>
                  <a:lnTo>
                    <a:pt x="9359" y="14917"/>
                  </a:lnTo>
                  <a:cubicBezTo>
                    <a:pt x="9359" y="15327"/>
                    <a:pt x="9029" y="15657"/>
                    <a:pt x="8618" y="15657"/>
                  </a:cubicBezTo>
                  <a:lnTo>
                    <a:pt x="1223" y="15657"/>
                  </a:lnTo>
                  <a:cubicBezTo>
                    <a:pt x="812" y="15657"/>
                    <a:pt x="473" y="15327"/>
                    <a:pt x="473" y="14917"/>
                  </a:cubicBezTo>
                  <a:lnTo>
                    <a:pt x="473" y="1214"/>
                  </a:lnTo>
                  <a:cubicBezTo>
                    <a:pt x="473" y="804"/>
                    <a:pt x="812" y="473"/>
                    <a:pt x="1223" y="473"/>
                  </a:cubicBezTo>
                  <a:close/>
                  <a:moveTo>
                    <a:pt x="1223" y="1"/>
                  </a:moveTo>
                  <a:cubicBezTo>
                    <a:pt x="545" y="1"/>
                    <a:pt x="1" y="545"/>
                    <a:pt x="1" y="1214"/>
                  </a:cubicBezTo>
                  <a:lnTo>
                    <a:pt x="1" y="14917"/>
                  </a:lnTo>
                  <a:cubicBezTo>
                    <a:pt x="1" y="15586"/>
                    <a:pt x="545" y="16130"/>
                    <a:pt x="1223" y="16130"/>
                  </a:cubicBezTo>
                  <a:lnTo>
                    <a:pt x="8618" y="16130"/>
                  </a:lnTo>
                  <a:cubicBezTo>
                    <a:pt x="9287" y="16130"/>
                    <a:pt x="9832" y="15586"/>
                    <a:pt x="9832" y="14917"/>
                  </a:cubicBezTo>
                  <a:lnTo>
                    <a:pt x="9832" y="8529"/>
                  </a:lnTo>
                  <a:cubicBezTo>
                    <a:pt x="9948" y="8547"/>
                    <a:pt x="10055" y="8565"/>
                    <a:pt x="10171" y="8565"/>
                  </a:cubicBezTo>
                  <a:cubicBezTo>
                    <a:pt x="11188" y="8565"/>
                    <a:pt x="12008" y="7744"/>
                    <a:pt x="12017" y="6736"/>
                  </a:cubicBezTo>
                  <a:cubicBezTo>
                    <a:pt x="12017" y="6736"/>
                    <a:pt x="12026" y="3257"/>
                    <a:pt x="12026" y="3257"/>
                  </a:cubicBezTo>
                  <a:lnTo>
                    <a:pt x="13596" y="3979"/>
                  </a:lnTo>
                  <a:cubicBezTo>
                    <a:pt x="13627" y="3994"/>
                    <a:pt x="13660" y="4001"/>
                    <a:pt x="13692" y="4001"/>
                  </a:cubicBezTo>
                  <a:cubicBezTo>
                    <a:pt x="13817" y="4001"/>
                    <a:pt x="13935" y="3900"/>
                    <a:pt x="13935" y="3765"/>
                  </a:cubicBezTo>
                  <a:lnTo>
                    <a:pt x="13935" y="2757"/>
                  </a:lnTo>
                  <a:cubicBezTo>
                    <a:pt x="13935" y="2052"/>
                    <a:pt x="13516" y="1401"/>
                    <a:pt x="12874" y="1107"/>
                  </a:cubicBezTo>
                  <a:lnTo>
                    <a:pt x="12017" y="714"/>
                  </a:lnTo>
                  <a:cubicBezTo>
                    <a:pt x="12000" y="239"/>
                    <a:pt x="11631" y="5"/>
                    <a:pt x="11261" y="5"/>
                  </a:cubicBezTo>
                  <a:cubicBezTo>
                    <a:pt x="10881" y="5"/>
                    <a:pt x="10501" y="253"/>
                    <a:pt x="10501" y="741"/>
                  </a:cubicBezTo>
                  <a:lnTo>
                    <a:pt x="10501" y="2311"/>
                  </a:lnTo>
                  <a:cubicBezTo>
                    <a:pt x="10501" y="2463"/>
                    <a:pt x="10619" y="2539"/>
                    <a:pt x="10737" y="2539"/>
                  </a:cubicBezTo>
                  <a:cubicBezTo>
                    <a:pt x="10855" y="2539"/>
                    <a:pt x="10973" y="2463"/>
                    <a:pt x="10973" y="2311"/>
                  </a:cubicBezTo>
                  <a:lnTo>
                    <a:pt x="10973" y="777"/>
                  </a:lnTo>
                  <a:cubicBezTo>
                    <a:pt x="10973" y="596"/>
                    <a:pt x="11117" y="502"/>
                    <a:pt x="11260" y="502"/>
                  </a:cubicBezTo>
                  <a:cubicBezTo>
                    <a:pt x="11398" y="502"/>
                    <a:pt x="11535" y="592"/>
                    <a:pt x="11535" y="777"/>
                  </a:cubicBezTo>
                  <a:lnTo>
                    <a:pt x="11535" y="5442"/>
                  </a:lnTo>
                  <a:cubicBezTo>
                    <a:pt x="11375" y="5264"/>
                    <a:pt x="11188" y="5121"/>
                    <a:pt x="10973" y="5014"/>
                  </a:cubicBezTo>
                  <a:lnTo>
                    <a:pt x="10973" y="3605"/>
                  </a:lnTo>
                  <a:cubicBezTo>
                    <a:pt x="10973" y="3453"/>
                    <a:pt x="10855" y="3377"/>
                    <a:pt x="10737" y="3377"/>
                  </a:cubicBezTo>
                  <a:cubicBezTo>
                    <a:pt x="10619" y="3377"/>
                    <a:pt x="10501" y="3453"/>
                    <a:pt x="10501" y="3605"/>
                  </a:cubicBezTo>
                  <a:lnTo>
                    <a:pt x="10501" y="4889"/>
                  </a:lnTo>
                  <a:cubicBezTo>
                    <a:pt x="10395" y="4872"/>
                    <a:pt x="10290" y="4864"/>
                    <a:pt x="10185" y="4864"/>
                  </a:cubicBezTo>
                  <a:cubicBezTo>
                    <a:pt x="10067" y="4864"/>
                    <a:pt x="9949" y="4875"/>
                    <a:pt x="9832" y="4898"/>
                  </a:cubicBezTo>
                  <a:lnTo>
                    <a:pt x="9832" y="1214"/>
                  </a:lnTo>
                  <a:cubicBezTo>
                    <a:pt x="9832" y="545"/>
                    <a:pt x="9287" y="1"/>
                    <a:pt x="8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70"/>
            <p:cNvSpPr/>
            <p:nvPr/>
          </p:nvSpPr>
          <p:spPr>
            <a:xfrm>
              <a:off x="4031300" y="2240021"/>
              <a:ext cx="181879" cy="181879"/>
            </a:xfrm>
            <a:custGeom>
              <a:avLst/>
              <a:gdLst/>
              <a:ahLst/>
              <a:cxnLst/>
              <a:rect l="l" t="t" r="r" b="b"/>
              <a:pathLst>
                <a:path w="7843" h="7843" extrusionOk="0">
                  <a:moveTo>
                    <a:pt x="3926" y="1"/>
                  </a:moveTo>
                  <a:cubicBezTo>
                    <a:pt x="1758" y="1"/>
                    <a:pt x="1" y="1758"/>
                    <a:pt x="1" y="3926"/>
                  </a:cubicBezTo>
                  <a:cubicBezTo>
                    <a:pt x="1" y="4684"/>
                    <a:pt x="215" y="5416"/>
                    <a:pt x="634" y="6058"/>
                  </a:cubicBezTo>
                  <a:cubicBezTo>
                    <a:pt x="680" y="6130"/>
                    <a:pt x="747" y="6160"/>
                    <a:pt x="813" y="6160"/>
                  </a:cubicBezTo>
                  <a:cubicBezTo>
                    <a:pt x="979" y="6160"/>
                    <a:pt x="1147" y="5978"/>
                    <a:pt x="1027" y="5800"/>
                  </a:cubicBezTo>
                  <a:cubicBezTo>
                    <a:pt x="661" y="5238"/>
                    <a:pt x="474" y="4586"/>
                    <a:pt x="474" y="3926"/>
                  </a:cubicBezTo>
                  <a:cubicBezTo>
                    <a:pt x="474" y="2017"/>
                    <a:pt x="2017" y="474"/>
                    <a:pt x="3926" y="474"/>
                  </a:cubicBezTo>
                  <a:cubicBezTo>
                    <a:pt x="5826" y="474"/>
                    <a:pt x="7370" y="2017"/>
                    <a:pt x="7370" y="3926"/>
                  </a:cubicBezTo>
                  <a:cubicBezTo>
                    <a:pt x="7370" y="5826"/>
                    <a:pt x="5826" y="7370"/>
                    <a:pt x="3926" y="7370"/>
                  </a:cubicBezTo>
                  <a:cubicBezTo>
                    <a:pt x="3159" y="7370"/>
                    <a:pt x="2427" y="7129"/>
                    <a:pt x="1821" y="6656"/>
                  </a:cubicBezTo>
                  <a:cubicBezTo>
                    <a:pt x="1775" y="6620"/>
                    <a:pt x="1727" y="6605"/>
                    <a:pt x="1682" y="6605"/>
                  </a:cubicBezTo>
                  <a:cubicBezTo>
                    <a:pt x="1490" y="6605"/>
                    <a:pt x="1340" y="6879"/>
                    <a:pt x="1535" y="7031"/>
                  </a:cubicBezTo>
                  <a:cubicBezTo>
                    <a:pt x="2222" y="7566"/>
                    <a:pt x="3052" y="7843"/>
                    <a:pt x="3926" y="7843"/>
                  </a:cubicBezTo>
                  <a:cubicBezTo>
                    <a:pt x="6085" y="7843"/>
                    <a:pt x="7842" y="6085"/>
                    <a:pt x="7842" y="3926"/>
                  </a:cubicBezTo>
                  <a:cubicBezTo>
                    <a:pt x="7842" y="1758"/>
                    <a:pt x="6085" y="1"/>
                    <a:pt x="39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70"/>
            <p:cNvSpPr/>
            <p:nvPr/>
          </p:nvSpPr>
          <p:spPr>
            <a:xfrm>
              <a:off x="4057784" y="2266505"/>
              <a:ext cx="128913" cy="128913"/>
            </a:xfrm>
            <a:custGeom>
              <a:avLst/>
              <a:gdLst/>
              <a:ahLst/>
              <a:cxnLst/>
              <a:rect l="l" t="t" r="r" b="b"/>
              <a:pathLst>
                <a:path w="5559" h="5559" extrusionOk="0">
                  <a:moveTo>
                    <a:pt x="2784" y="474"/>
                  </a:moveTo>
                  <a:cubicBezTo>
                    <a:pt x="4051" y="474"/>
                    <a:pt x="5086" y="1508"/>
                    <a:pt x="5086" y="2784"/>
                  </a:cubicBezTo>
                  <a:cubicBezTo>
                    <a:pt x="5086" y="4051"/>
                    <a:pt x="4051" y="5086"/>
                    <a:pt x="2784" y="5086"/>
                  </a:cubicBezTo>
                  <a:cubicBezTo>
                    <a:pt x="1508" y="5086"/>
                    <a:pt x="474" y="4051"/>
                    <a:pt x="474" y="2784"/>
                  </a:cubicBezTo>
                  <a:cubicBezTo>
                    <a:pt x="474" y="1508"/>
                    <a:pt x="1508" y="474"/>
                    <a:pt x="2784" y="474"/>
                  </a:cubicBezTo>
                  <a:close/>
                  <a:moveTo>
                    <a:pt x="2784" y="1"/>
                  </a:moveTo>
                  <a:cubicBezTo>
                    <a:pt x="1250" y="1"/>
                    <a:pt x="1" y="1250"/>
                    <a:pt x="1" y="2784"/>
                  </a:cubicBezTo>
                  <a:cubicBezTo>
                    <a:pt x="1" y="4319"/>
                    <a:pt x="1250" y="5559"/>
                    <a:pt x="2784" y="5559"/>
                  </a:cubicBezTo>
                  <a:cubicBezTo>
                    <a:pt x="4318" y="5559"/>
                    <a:pt x="5559" y="4319"/>
                    <a:pt x="5559" y="2784"/>
                  </a:cubicBezTo>
                  <a:cubicBezTo>
                    <a:pt x="5559" y="1250"/>
                    <a:pt x="4318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70"/>
            <p:cNvSpPr/>
            <p:nvPr/>
          </p:nvSpPr>
          <p:spPr>
            <a:xfrm>
              <a:off x="4104653" y="2348277"/>
              <a:ext cx="35202" cy="15027"/>
            </a:xfrm>
            <a:custGeom>
              <a:avLst/>
              <a:gdLst/>
              <a:ahLst/>
              <a:cxnLst/>
              <a:rect l="l" t="t" r="r" b="b"/>
              <a:pathLst>
                <a:path w="1518" h="648" extrusionOk="0">
                  <a:moveTo>
                    <a:pt x="759" y="1"/>
                  </a:moveTo>
                  <a:cubicBezTo>
                    <a:pt x="545" y="1"/>
                    <a:pt x="330" y="83"/>
                    <a:pt x="165" y="248"/>
                  </a:cubicBezTo>
                  <a:cubicBezTo>
                    <a:pt x="0" y="414"/>
                    <a:pt x="159" y="648"/>
                    <a:pt x="343" y="648"/>
                  </a:cubicBezTo>
                  <a:cubicBezTo>
                    <a:pt x="397" y="648"/>
                    <a:pt x="453" y="627"/>
                    <a:pt x="504" y="579"/>
                  </a:cubicBezTo>
                  <a:cubicBezTo>
                    <a:pt x="576" y="507"/>
                    <a:pt x="669" y="471"/>
                    <a:pt x="763" y="471"/>
                  </a:cubicBezTo>
                  <a:cubicBezTo>
                    <a:pt x="857" y="471"/>
                    <a:pt x="950" y="507"/>
                    <a:pt x="1022" y="579"/>
                  </a:cubicBezTo>
                  <a:cubicBezTo>
                    <a:pt x="1071" y="627"/>
                    <a:pt x="1126" y="648"/>
                    <a:pt x="1179" y="648"/>
                  </a:cubicBezTo>
                  <a:cubicBezTo>
                    <a:pt x="1358" y="648"/>
                    <a:pt x="1517" y="414"/>
                    <a:pt x="1352" y="248"/>
                  </a:cubicBezTo>
                  <a:cubicBezTo>
                    <a:pt x="1187" y="83"/>
                    <a:pt x="973" y="1"/>
                    <a:pt x="7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70"/>
            <p:cNvSpPr/>
            <p:nvPr/>
          </p:nvSpPr>
          <p:spPr>
            <a:xfrm>
              <a:off x="4092640" y="2323810"/>
              <a:ext cx="59204" cy="20059"/>
            </a:xfrm>
            <a:custGeom>
              <a:avLst/>
              <a:gdLst/>
              <a:ahLst/>
              <a:cxnLst/>
              <a:rect l="l" t="t" r="r" b="b"/>
              <a:pathLst>
                <a:path w="2553" h="865" extrusionOk="0">
                  <a:moveTo>
                    <a:pt x="1281" y="1"/>
                  </a:moveTo>
                  <a:cubicBezTo>
                    <a:pt x="862" y="1"/>
                    <a:pt x="460" y="162"/>
                    <a:pt x="166" y="456"/>
                  </a:cubicBezTo>
                  <a:cubicBezTo>
                    <a:pt x="1" y="628"/>
                    <a:pt x="160" y="864"/>
                    <a:pt x="344" y="864"/>
                  </a:cubicBezTo>
                  <a:cubicBezTo>
                    <a:pt x="398" y="864"/>
                    <a:pt x="454" y="844"/>
                    <a:pt x="505" y="795"/>
                  </a:cubicBezTo>
                  <a:cubicBezTo>
                    <a:pt x="710" y="590"/>
                    <a:pt x="987" y="474"/>
                    <a:pt x="1281" y="474"/>
                  </a:cubicBezTo>
                  <a:cubicBezTo>
                    <a:pt x="1567" y="474"/>
                    <a:pt x="1843" y="590"/>
                    <a:pt x="2057" y="795"/>
                  </a:cubicBezTo>
                  <a:cubicBezTo>
                    <a:pt x="2106" y="844"/>
                    <a:pt x="2161" y="864"/>
                    <a:pt x="2214" y="864"/>
                  </a:cubicBezTo>
                  <a:cubicBezTo>
                    <a:pt x="2393" y="864"/>
                    <a:pt x="2553" y="628"/>
                    <a:pt x="2387" y="456"/>
                  </a:cubicBezTo>
                  <a:cubicBezTo>
                    <a:pt x="2093" y="162"/>
                    <a:pt x="1700" y="1"/>
                    <a:pt x="1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70"/>
            <p:cNvSpPr/>
            <p:nvPr/>
          </p:nvSpPr>
          <p:spPr>
            <a:xfrm>
              <a:off x="4083758" y="2298625"/>
              <a:ext cx="77130" cy="23816"/>
            </a:xfrm>
            <a:custGeom>
              <a:avLst/>
              <a:gdLst/>
              <a:ahLst/>
              <a:cxnLst/>
              <a:rect l="l" t="t" r="r" b="b"/>
              <a:pathLst>
                <a:path w="3326" h="1027" extrusionOk="0">
                  <a:moveTo>
                    <a:pt x="1660" y="1"/>
                  </a:moveTo>
                  <a:cubicBezTo>
                    <a:pt x="1118" y="1"/>
                    <a:pt x="576" y="208"/>
                    <a:pt x="165" y="623"/>
                  </a:cubicBezTo>
                  <a:cubicBezTo>
                    <a:pt x="1" y="788"/>
                    <a:pt x="158" y="1026"/>
                    <a:pt x="337" y="1026"/>
                  </a:cubicBezTo>
                  <a:cubicBezTo>
                    <a:pt x="390" y="1026"/>
                    <a:pt x="446" y="1005"/>
                    <a:pt x="495" y="953"/>
                  </a:cubicBezTo>
                  <a:cubicBezTo>
                    <a:pt x="817" y="632"/>
                    <a:pt x="1238" y="471"/>
                    <a:pt x="1660" y="471"/>
                  </a:cubicBezTo>
                  <a:cubicBezTo>
                    <a:pt x="2081" y="471"/>
                    <a:pt x="2503" y="632"/>
                    <a:pt x="2824" y="953"/>
                  </a:cubicBezTo>
                  <a:cubicBezTo>
                    <a:pt x="2873" y="1005"/>
                    <a:pt x="2929" y="1026"/>
                    <a:pt x="2984" y="1026"/>
                  </a:cubicBezTo>
                  <a:cubicBezTo>
                    <a:pt x="3165" y="1026"/>
                    <a:pt x="3325" y="788"/>
                    <a:pt x="3154" y="623"/>
                  </a:cubicBezTo>
                  <a:cubicBezTo>
                    <a:pt x="2744" y="208"/>
                    <a:pt x="2202" y="1"/>
                    <a:pt x="16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70"/>
            <p:cNvSpPr/>
            <p:nvPr/>
          </p:nvSpPr>
          <p:spPr>
            <a:xfrm>
              <a:off x="4057367" y="2099762"/>
              <a:ext cx="129748" cy="129725"/>
            </a:xfrm>
            <a:custGeom>
              <a:avLst/>
              <a:gdLst/>
              <a:ahLst/>
              <a:cxnLst/>
              <a:rect l="l" t="t" r="r" b="b"/>
              <a:pathLst>
                <a:path w="5595" h="5594" extrusionOk="0">
                  <a:moveTo>
                    <a:pt x="2802" y="473"/>
                  </a:moveTo>
                  <a:cubicBezTo>
                    <a:pt x="4078" y="473"/>
                    <a:pt x="5122" y="1517"/>
                    <a:pt x="5122" y="2793"/>
                  </a:cubicBezTo>
                  <a:cubicBezTo>
                    <a:pt x="5122" y="4077"/>
                    <a:pt x="4078" y="5121"/>
                    <a:pt x="2802" y="5121"/>
                  </a:cubicBezTo>
                  <a:cubicBezTo>
                    <a:pt x="1517" y="5121"/>
                    <a:pt x="474" y="4077"/>
                    <a:pt x="474" y="2793"/>
                  </a:cubicBezTo>
                  <a:cubicBezTo>
                    <a:pt x="474" y="1517"/>
                    <a:pt x="1517" y="473"/>
                    <a:pt x="2802" y="473"/>
                  </a:cubicBezTo>
                  <a:close/>
                  <a:moveTo>
                    <a:pt x="2802" y="1"/>
                  </a:moveTo>
                  <a:cubicBezTo>
                    <a:pt x="1259" y="1"/>
                    <a:pt x="1" y="1249"/>
                    <a:pt x="1" y="2793"/>
                  </a:cubicBezTo>
                  <a:cubicBezTo>
                    <a:pt x="1" y="4336"/>
                    <a:pt x="1259" y="5594"/>
                    <a:pt x="2802" y="5594"/>
                  </a:cubicBezTo>
                  <a:cubicBezTo>
                    <a:pt x="4336" y="5594"/>
                    <a:pt x="5594" y="4336"/>
                    <a:pt x="5594" y="2793"/>
                  </a:cubicBezTo>
                  <a:cubicBezTo>
                    <a:pt x="5594" y="1249"/>
                    <a:pt x="4336" y="1"/>
                    <a:pt x="2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70"/>
            <p:cNvSpPr/>
            <p:nvPr/>
          </p:nvSpPr>
          <p:spPr>
            <a:xfrm>
              <a:off x="4083224" y="2125620"/>
              <a:ext cx="78034" cy="78011"/>
            </a:xfrm>
            <a:custGeom>
              <a:avLst/>
              <a:gdLst/>
              <a:ahLst/>
              <a:cxnLst/>
              <a:rect l="l" t="t" r="r" b="b"/>
              <a:pathLst>
                <a:path w="3365" h="3364" extrusionOk="0">
                  <a:moveTo>
                    <a:pt x="1687" y="473"/>
                  </a:moveTo>
                  <a:cubicBezTo>
                    <a:pt x="2347" y="473"/>
                    <a:pt x="2891" y="1018"/>
                    <a:pt x="2891" y="1678"/>
                  </a:cubicBezTo>
                  <a:cubicBezTo>
                    <a:pt x="2891" y="2347"/>
                    <a:pt x="2347" y="2891"/>
                    <a:pt x="1687" y="2891"/>
                  </a:cubicBezTo>
                  <a:cubicBezTo>
                    <a:pt x="1018" y="2891"/>
                    <a:pt x="474" y="2347"/>
                    <a:pt x="474" y="1678"/>
                  </a:cubicBezTo>
                  <a:cubicBezTo>
                    <a:pt x="474" y="1018"/>
                    <a:pt x="1018" y="473"/>
                    <a:pt x="1687" y="473"/>
                  </a:cubicBezTo>
                  <a:close/>
                  <a:moveTo>
                    <a:pt x="1687" y="1"/>
                  </a:moveTo>
                  <a:cubicBezTo>
                    <a:pt x="759" y="1"/>
                    <a:pt x="1" y="750"/>
                    <a:pt x="1" y="1678"/>
                  </a:cubicBezTo>
                  <a:cubicBezTo>
                    <a:pt x="1" y="2606"/>
                    <a:pt x="759" y="3364"/>
                    <a:pt x="1687" y="3364"/>
                  </a:cubicBezTo>
                  <a:cubicBezTo>
                    <a:pt x="2615" y="3364"/>
                    <a:pt x="3364" y="2606"/>
                    <a:pt x="3364" y="1678"/>
                  </a:cubicBezTo>
                  <a:cubicBezTo>
                    <a:pt x="3364" y="750"/>
                    <a:pt x="2615" y="1"/>
                    <a:pt x="1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9" name="Google Shape;4649;p70"/>
          <p:cNvGrpSpPr/>
          <p:nvPr/>
        </p:nvGrpSpPr>
        <p:grpSpPr>
          <a:xfrm>
            <a:off x="3587712" y="2174109"/>
            <a:ext cx="306217" cy="357235"/>
            <a:chOff x="3498974" y="2073278"/>
            <a:chExt cx="320277" cy="373637"/>
          </a:xfrm>
        </p:grpSpPr>
        <p:sp>
          <p:nvSpPr>
            <p:cNvPr id="4650" name="Google Shape;4650;p70"/>
            <p:cNvSpPr/>
            <p:nvPr/>
          </p:nvSpPr>
          <p:spPr>
            <a:xfrm>
              <a:off x="3504355" y="2078241"/>
              <a:ext cx="202356" cy="341380"/>
            </a:xfrm>
            <a:custGeom>
              <a:avLst/>
              <a:gdLst/>
              <a:ahLst/>
              <a:cxnLst/>
              <a:rect l="l" t="t" r="r" b="b"/>
              <a:pathLst>
                <a:path w="8726" h="14721" extrusionOk="0">
                  <a:moveTo>
                    <a:pt x="634" y="1"/>
                  </a:moveTo>
                  <a:cubicBezTo>
                    <a:pt x="286" y="1"/>
                    <a:pt x="1" y="286"/>
                    <a:pt x="1" y="634"/>
                  </a:cubicBezTo>
                  <a:lnTo>
                    <a:pt x="1" y="14087"/>
                  </a:lnTo>
                  <a:cubicBezTo>
                    <a:pt x="1" y="14435"/>
                    <a:pt x="286" y="14720"/>
                    <a:pt x="634" y="14720"/>
                  </a:cubicBezTo>
                  <a:lnTo>
                    <a:pt x="8101" y="14720"/>
                  </a:lnTo>
                  <a:cubicBezTo>
                    <a:pt x="8449" y="14720"/>
                    <a:pt x="8726" y="14435"/>
                    <a:pt x="8726" y="14087"/>
                  </a:cubicBezTo>
                  <a:lnTo>
                    <a:pt x="8726" y="634"/>
                  </a:lnTo>
                  <a:cubicBezTo>
                    <a:pt x="8726" y="286"/>
                    <a:pt x="8449" y="1"/>
                    <a:pt x="8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70"/>
            <p:cNvSpPr/>
            <p:nvPr/>
          </p:nvSpPr>
          <p:spPr>
            <a:xfrm>
              <a:off x="3580282" y="2381532"/>
              <a:ext cx="50925" cy="19062"/>
            </a:xfrm>
            <a:custGeom>
              <a:avLst/>
              <a:gdLst/>
              <a:ahLst/>
              <a:cxnLst/>
              <a:rect l="l" t="t" r="r" b="b"/>
              <a:pathLst>
                <a:path w="2196" h="822" extrusionOk="0">
                  <a:moveTo>
                    <a:pt x="429" y="1"/>
                  </a:moveTo>
                  <a:cubicBezTo>
                    <a:pt x="188" y="1"/>
                    <a:pt x="1" y="215"/>
                    <a:pt x="28" y="456"/>
                  </a:cubicBezTo>
                  <a:cubicBezTo>
                    <a:pt x="46" y="670"/>
                    <a:pt x="233" y="822"/>
                    <a:pt x="447" y="822"/>
                  </a:cubicBezTo>
                  <a:lnTo>
                    <a:pt x="1758" y="822"/>
                  </a:lnTo>
                  <a:cubicBezTo>
                    <a:pt x="1999" y="822"/>
                    <a:pt x="2196" y="616"/>
                    <a:pt x="2160" y="367"/>
                  </a:cubicBezTo>
                  <a:cubicBezTo>
                    <a:pt x="2142" y="153"/>
                    <a:pt x="1955" y="1"/>
                    <a:pt x="17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70"/>
            <p:cNvSpPr/>
            <p:nvPr/>
          </p:nvSpPr>
          <p:spPr>
            <a:xfrm>
              <a:off x="3504355" y="2111961"/>
              <a:ext cx="202356" cy="249942"/>
            </a:xfrm>
            <a:custGeom>
              <a:avLst/>
              <a:gdLst/>
              <a:ahLst/>
              <a:cxnLst/>
              <a:rect l="l" t="t" r="r" b="b"/>
              <a:pathLst>
                <a:path w="8726" h="10778" extrusionOk="0">
                  <a:moveTo>
                    <a:pt x="1" y="1"/>
                  </a:moveTo>
                  <a:lnTo>
                    <a:pt x="1" y="10777"/>
                  </a:lnTo>
                  <a:lnTo>
                    <a:pt x="8726" y="10777"/>
                  </a:lnTo>
                  <a:lnTo>
                    <a:pt x="87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70"/>
            <p:cNvSpPr/>
            <p:nvPr/>
          </p:nvSpPr>
          <p:spPr>
            <a:xfrm>
              <a:off x="3547188" y="2189558"/>
              <a:ext cx="116901" cy="94569"/>
            </a:xfrm>
            <a:custGeom>
              <a:avLst/>
              <a:gdLst/>
              <a:ahLst/>
              <a:cxnLst/>
              <a:rect l="l" t="t" r="r" b="b"/>
              <a:pathLst>
                <a:path w="5041" h="4078" extrusionOk="0">
                  <a:moveTo>
                    <a:pt x="1437" y="0"/>
                  </a:moveTo>
                  <a:cubicBezTo>
                    <a:pt x="643" y="0"/>
                    <a:pt x="1" y="643"/>
                    <a:pt x="1" y="1437"/>
                  </a:cubicBezTo>
                  <a:cubicBezTo>
                    <a:pt x="1" y="3140"/>
                    <a:pt x="2525" y="4077"/>
                    <a:pt x="2525" y="4077"/>
                  </a:cubicBezTo>
                  <a:cubicBezTo>
                    <a:pt x="2525" y="4077"/>
                    <a:pt x="5041" y="3140"/>
                    <a:pt x="5041" y="1437"/>
                  </a:cubicBezTo>
                  <a:cubicBezTo>
                    <a:pt x="5041" y="643"/>
                    <a:pt x="4399" y="0"/>
                    <a:pt x="3614" y="0"/>
                  </a:cubicBezTo>
                  <a:cubicBezTo>
                    <a:pt x="3176" y="0"/>
                    <a:pt x="2784" y="196"/>
                    <a:pt x="2525" y="500"/>
                  </a:cubicBezTo>
                  <a:cubicBezTo>
                    <a:pt x="2258" y="196"/>
                    <a:pt x="1874" y="0"/>
                    <a:pt x="14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70"/>
            <p:cNvSpPr/>
            <p:nvPr/>
          </p:nvSpPr>
          <p:spPr>
            <a:xfrm>
              <a:off x="3655397" y="2252869"/>
              <a:ext cx="156834" cy="188674"/>
            </a:xfrm>
            <a:custGeom>
              <a:avLst/>
              <a:gdLst/>
              <a:ahLst/>
              <a:cxnLst/>
              <a:rect l="l" t="t" r="r" b="b"/>
              <a:pathLst>
                <a:path w="6763" h="8136" extrusionOk="0">
                  <a:moveTo>
                    <a:pt x="3399" y="0"/>
                  </a:moveTo>
                  <a:cubicBezTo>
                    <a:pt x="1392" y="741"/>
                    <a:pt x="0" y="2908"/>
                    <a:pt x="188" y="4978"/>
                  </a:cubicBezTo>
                  <a:cubicBezTo>
                    <a:pt x="330" y="6673"/>
                    <a:pt x="1472" y="8136"/>
                    <a:pt x="3399" y="8136"/>
                  </a:cubicBezTo>
                  <a:cubicBezTo>
                    <a:pt x="5148" y="8136"/>
                    <a:pt x="6611" y="6673"/>
                    <a:pt x="6611" y="4924"/>
                  </a:cubicBezTo>
                  <a:cubicBezTo>
                    <a:pt x="6611" y="4924"/>
                    <a:pt x="6762" y="3069"/>
                    <a:pt x="5228" y="1909"/>
                  </a:cubicBezTo>
                  <a:lnTo>
                    <a:pt x="5228" y="1909"/>
                  </a:lnTo>
                  <a:cubicBezTo>
                    <a:pt x="5228" y="1909"/>
                    <a:pt x="5353" y="2855"/>
                    <a:pt x="4657" y="3444"/>
                  </a:cubicBezTo>
                  <a:cubicBezTo>
                    <a:pt x="4657" y="3444"/>
                    <a:pt x="2980" y="2944"/>
                    <a:pt x="33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70"/>
            <p:cNvSpPr/>
            <p:nvPr/>
          </p:nvSpPr>
          <p:spPr>
            <a:xfrm>
              <a:off x="3706696" y="2368708"/>
              <a:ext cx="54636" cy="72840"/>
            </a:xfrm>
            <a:custGeom>
              <a:avLst/>
              <a:gdLst/>
              <a:ahLst/>
              <a:cxnLst/>
              <a:rect l="l" t="t" r="r" b="b"/>
              <a:pathLst>
                <a:path w="2356" h="3141" extrusionOk="0">
                  <a:moveTo>
                    <a:pt x="1178" y="1"/>
                  </a:moveTo>
                  <a:cubicBezTo>
                    <a:pt x="1178" y="1"/>
                    <a:pt x="1" y="920"/>
                    <a:pt x="1" y="1963"/>
                  </a:cubicBezTo>
                  <a:cubicBezTo>
                    <a:pt x="1" y="2615"/>
                    <a:pt x="527" y="3141"/>
                    <a:pt x="1178" y="3141"/>
                  </a:cubicBezTo>
                  <a:cubicBezTo>
                    <a:pt x="1830" y="3141"/>
                    <a:pt x="2356" y="2615"/>
                    <a:pt x="2356" y="1963"/>
                  </a:cubicBezTo>
                  <a:cubicBezTo>
                    <a:pt x="2356" y="938"/>
                    <a:pt x="1178" y="1"/>
                    <a:pt x="1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70"/>
            <p:cNvSpPr/>
            <p:nvPr/>
          </p:nvSpPr>
          <p:spPr>
            <a:xfrm>
              <a:off x="3570982" y="2375758"/>
              <a:ext cx="69338" cy="30008"/>
            </a:xfrm>
            <a:custGeom>
              <a:avLst/>
              <a:gdLst/>
              <a:ahLst/>
              <a:cxnLst/>
              <a:rect l="l" t="t" r="r" b="b"/>
              <a:pathLst>
                <a:path w="2990" h="1294" extrusionOk="0">
                  <a:moveTo>
                    <a:pt x="2159" y="473"/>
                  </a:moveTo>
                  <a:cubicBezTo>
                    <a:pt x="2382" y="473"/>
                    <a:pt x="2382" y="821"/>
                    <a:pt x="2159" y="821"/>
                  </a:cubicBezTo>
                  <a:lnTo>
                    <a:pt x="830" y="821"/>
                  </a:lnTo>
                  <a:cubicBezTo>
                    <a:pt x="607" y="821"/>
                    <a:pt x="607" y="473"/>
                    <a:pt x="830" y="473"/>
                  </a:cubicBezTo>
                  <a:close/>
                  <a:moveTo>
                    <a:pt x="830" y="0"/>
                  </a:moveTo>
                  <a:cubicBezTo>
                    <a:pt x="0" y="0"/>
                    <a:pt x="0" y="1294"/>
                    <a:pt x="830" y="1294"/>
                  </a:cubicBezTo>
                  <a:lnTo>
                    <a:pt x="2159" y="1294"/>
                  </a:lnTo>
                  <a:cubicBezTo>
                    <a:pt x="2989" y="1294"/>
                    <a:pt x="2989" y="0"/>
                    <a:pt x="2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70"/>
            <p:cNvSpPr/>
            <p:nvPr/>
          </p:nvSpPr>
          <p:spPr>
            <a:xfrm>
              <a:off x="3541599" y="2184177"/>
              <a:ext cx="128078" cy="105422"/>
            </a:xfrm>
            <a:custGeom>
              <a:avLst/>
              <a:gdLst/>
              <a:ahLst/>
              <a:cxnLst/>
              <a:rect l="l" t="t" r="r" b="b"/>
              <a:pathLst>
                <a:path w="5523" h="4546" extrusionOk="0">
                  <a:moveTo>
                    <a:pt x="3855" y="473"/>
                  </a:moveTo>
                  <a:cubicBezTo>
                    <a:pt x="4515" y="473"/>
                    <a:pt x="5050" y="1008"/>
                    <a:pt x="5050" y="1669"/>
                  </a:cubicBezTo>
                  <a:cubicBezTo>
                    <a:pt x="5050" y="3025"/>
                    <a:pt x="3177" y="3881"/>
                    <a:pt x="2766" y="4050"/>
                  </a:cubicBezTo>
                  <a:cubicBezTo>
                    <a:pt x="2347" y="3881"/>
                    <a:pt x="474" y="3025"/>
                    <a:pt x="474" y="1669"/>
                  </a:cubicBezTo>
                  <a:cubicBezTo>
                    <a:pt x="474" y="1008"/>
                    <a:pt x="1018" y="473"/>
                    <a:pt x="1678" y="473"/>
                  </a:cubicBezTo>
                  <a:cubicBezTo>
                    <a:pt x="2026" y="473"/>
                    <a:pt x="2356" y="625"/>
                    <a:pt x="2588" y="892"/>
                  </a:cubicBezTo>
                  <a:cubicBezTo>
                    <a:pt x="2646" y="946"/>
                    <a:pt x="2704" y="973"/>
                    <a:pt x="2763" y="973"/>
                  </a:cubicBezTo>
                  <a:cubicBezTo>
                    <a:pt x="2822" y="973"/>
                    <a:pt x="2882" y="946"/>
                    <a:pt x="2945" y="892"/>
                  </a:cubicBezTo>
                  <a:cubicBezTo>
                    <a:pt x="3168" y="625"/>
                    <a:pt x="3498" y="473"/>
                    <a:pt x="3855" y="473"/>
                  </a:cubicBezTo>
                  <a:close/>
                  <a:moveTo>
                    <a:pt x="1678" y="0"/>
                  </a:moveTo>
                  <a:cubicBezTo>
                    <a:pt x="750" y="0"/>
                    <a:pt x="1" y="750"/>
                    <a:pt x="1" y="1669"/>
                  </a:cubicBezTo>
                  <a:cubicBezTo>
                    <a:pt x="1" y="2445"/>
                    <a:pt x="474" y="3185"/>
                    <a:pt x="1366" y="3818"/>
                  </a:cubicBezTo>
                  <a:cubicBezTo>
                    <a:pt x="2017" y="4282"/>
                    <a:pt x="2650" y="4514"/>
                    <a:pt x="2677" y="4532"/>
                  </a:cubicBezTo>
                  <a:cubicBezTo>
                    <a:pt x="2708" y="4541"/>
                    <a:pt x="2737" y="4546"/>
                    <a:pt x="2765" y="4546"/>
                  </a:cubicBezTo>
                  <a:cubicBezTo>
                    <a:pt x="2793" y="4546"/>
                    <a:pt x="2820" y="4541"/>
                    <a:pt x="2847" y="4532"/>
                  </a:cubicBezTo>
                  <a:cubicBezTo>
                    <a:pt x="2873" y="4514"/>
                    <a:pt x="3516" y="4282"/>
                    <a:pt x="4158" y="3818"/>
                  </a:cubicBezTo>
                  <a:cubicBezTo>
                    <a:pt x="5050" y="3185"/>
                    <a:pt x="5523" y="2445"/>
                    <a:pt x="5523" y="1669"/>
                  </a:cubicBezTo>
                  <a:cubicBezTo>
                    <a:pt x="5523" y="750"/>
                    <a:pt x="4773" y="0"/>
                    <a:pt x="3855" y="0"/>
                  </a:cubicBezTo>
                  <a:cubicBezTo>
                    <a:pt x="3453" y="0"/>
                    <a:pt x="3061" y="143"/>
                    <a:pt x="2766" y="402"/>
                  </a:cubicBezTo>
                  <a:cubicBezTo>
                    <a:pt x="2463" y="143"/>
                    <a:pt x="2079" y="0"/>
                    <a:pt x="16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70"/>
            <p:cNvSpPr/>
            <p:nvPr/>
          </p:nvSpPr>
          <p:spPr>
            <a:xfrm>
              <a:off x="3498974" y="2073278"/>
              <a:ext cx="320277" cy="373637"/>
            </a:xfrm>
            <a:custGeom>
              <a:avLst/>
              <a:gdLst/>
              <a:ahLst/>
              <a:cxnLst/>
              <a:rect l="l" t="t" r="r" b="b"/>
              <a:pathLst>
                <a:path w="13811" h="16112" extrusionOk="0">
                  <a:moveTo>
                    <a:pt x="8342" y="473"/>
                  </a:moveTo>
                  <a:cubicBezTo>
                    <a:pt x="8565" y="473"/>
                    <a:pt x="8744" y="643"/>
                    <a:pt x="8744" y="866"/>
                  </a:cubicBezTo>
                  <a:lnTo>
                    <a:pt x="8744" y="1446"/>
                  </a:lnTo>
                  <a:lnTo>
                    <a:pt x="483" y="1446"/>
                  </a:lnTo>
                  <a:lnTo>
                    <a:pt x="483" y="866"/>
                  </a:lnTo>
                  <a:cubicBezTo>
                    <a:pt x="483" y="643"/>
                    <a:pt x="661" y="473"/>
                    <a:pt x="875" y="473"/>
                  </a:cubicBezTo>
                  <a:close/>
                  <a:moveTo>
                    <a:pt x="6710" y="12668"/>
                  </a:moveTo>
                  <a:cubicBezTo>
                    <a:pt x="6763" y="13382"/>
                    <a:pt x="6986" y="14087"/>
                    <a:pt x="7388" y="14685"/>
                  </a:cubicBezTo>
                  <a:lnTo>
                    <a:pt x="875" y="14685"/>
                  </a:lnTo>
                  <a:cubicBezTo>
                    <a:pt x="661" y="14685"/>
                    <a:pt x="483" y="14506"/>
                    <a:pt x="483" y="14283"/>
                  </a:cubicBezTo>
                  <a:lnTo>
                    <a:pt x="483" y="12668"/>
                  </a:lnTo>
                  <a:close/>
                  <a:moveTo>
                    <a:pt x="10135" y="13052"/>
                  </a:moveTo>
                  <a:cubicBezTo>
                    <a:pt x="10430" y="13329"/>
                    <a:pt x="11081" y="14007"/>
                    <a:pt x="11081" y="14702"/>
                  </a:cubicBezTo>
                  <a:cubicBezTo>
                    <a:pt x="11081" y="15220"/>
                    <a:pt x="10653" y="15639"/>
                    <a:pt x="10135" y="15639"/>
                  </a:cubicBezTo>
                  <a:lnTo>
                    <a:pt x="10091" y="15639"/>
                  </a:lnTo>
                  <a:cubicBezTo>
                    <a:pt x="9591" y="15621"/>
                    <a:pt x="9199" y="15211"/>
                    <a:pt x="9199" y="14702"/>
                  </a:cubicBezTo>
                  <a:cubicBezTo>
                    <a:pt x="9199" y="13998"/>
                    <a:pt x="9841" y="13329"/>
                    <a:pt x="10135" y="13052"/>
                  </a:cubicBezTo>
                  <a:close/>
                  <a:moveTo>
                    <a:pt x="875" y="1"/>
                  </a:moveTo>
                  <a:cubicBezTo>
                    <a:pt x="402" y="1"/>
                    <a:pt x="10" y="384"/>
                    <a:pt x="10" y="866"/>
                  </a:cubicBezTo>
                  <a:lnTo>
                    <a:pt x="10" y="2980"/>
                  </a:lnTo>
                  <a:cubicBezTo>
                    <a:pt x="10" y="3132"/>
                    <a:pt x="128" y="3208"/>
                    <a:pt x="246" y="3208"/>
                  </a:cubicBezTo>
                  <a:cubicBezTo>
                    <a:pt x="364" y="3208"/>
                    <a:pt x="483" y="3132"/>
                    <a:pt x="483" y="2980"/>
                  </a:cubicBezTo>
                  <a:lnTo>
                    <a:pt x="483" y="1892"/>
                  </a:lnTo>
                  <a:lnTo>
                    <a:pt x="8744" y="1892"/>
                  </a:lnTo>
                  <a:lnTo>
                    <a:pt x="8744" y="8261"/>
                  </a:lnTo>
                  <a:cubicBezTo>
                    <a:pt x="8271" y="8627"/>
                    <a:pt x="7860" y="9082"/>
                    <a:pt x="7530" y="9600"/>
                  </a:cubicBezTo>
                  <a:cubicBezTo>
                    <a:pt x="7013" y="10403"/>
                    <a:pt x="6719" y="11304"/>
                    <a:pt x="6692" y="12196"/>
                  </a:cubicBezTo>
                  <a:lnTo>
                    <a:pt x="483" y="12196"/>
                  </a:lnTo>
                  <a:lnTo>
                    <a:pt x="483" y="4399"/>
                  </a:lnTo>
                  <a:cubicBezTo>
                    <a:pt x="483" y="4399"/>
                    <a:pt x="269" y="4260"/>
                    <a:pt x="128" y="4260"/>
                  </a:cubicBezTo>
                  <a:cubicBezTo>
                    <a:pt x="58" y="4260"/>
                    <a:pt x="7" y="4295"/>
                    <a:pt x="10" y="4399"/>
                  </a:cubicBezTo>
                  <a:lnTo>
                    <a:pt x="10" y="14292"/>
                  </a:lnTo>
                  <a:cubicBezTo>
                    <a:pt x="1" y="14765"/>
                    <a:pt x="393" y="15157"/>
                    <a:pt x="866" y="15157"/>
                  </a:cubicBezTo>
                  <a:lnTo>
                    <a:pt x="7753" y="15157"/>
                  </a:lnTo>
                  <a:cubicBezTo>
                    <a:pt x="8369" y="15782"/>
                    <a:pt x="9190" y="16112"/>
                    <a:pt x="10135" y="16112"/>
                  </a:cubicBezTo>
                  <a:cubicBezTo>
                    <a:pt x="10135" y="16112"/>
                    <a:pt x="10135" y="16103"/>
                    <a:pt x="10135" y="16103"/>
                  </a:cubicBezTo>
                  <a:lnTo>
                    <a:pt x="10153" y="16103"/>
                  </a:lnTo>
                  <a:cubicBezTo>
                    <a:pt x="11304" y="16103"/>
                    <a:pt x="12383" y="15514"/>
                    <a:pt x="13035" y="14524"/>
                  </a:cubicBezTo>
                  <a:cubicBezTo>
                    <a:pt x="13149" y="14346"/>
                    <a:pt x="12983" y="14164"/>
                    <a:pt x="12816" y="14164"/>
                  </a:cubicBezTo>
                  <a:cubicBezTo>
                    <a:pt x="12749" y="14164"/>
                    <a:pt x="12682" y="14193"/>
                    <a:pt x="12633" y="14265"/>
                  </a:cubicBezTo>
                  <a:cubicBezTo>
                    <a:pt x="12321" y="14747"/>
                    <a:pt x="11884" y="15122"/>
                    <a:pt x="11393" y="15354"/>
                  </a:cubicBezTo>
                  <a:cubicBezTo>
                    <a:pt x="11491" y="15157"/>
                    <a:pt x="11554" y="14925"/>
                    <a:pt x="11554" y="14694"/>
                  </a:cubicBezTo>
                  <a:cubicBezTo>
                    <a:pt x="11554" y="13569"/>
                    <a:pt x="10340" y="12588"/>
                    <a:pt x="10296" y="12544"/>
                  </a:cubicBezTo>
                  <a:cubicBezTo>
                    <a:pt x="10251" y="12508"/>
                    <a:pt x="10198" y="12490"/>
                    <a:pt x="10145" y="12490"/>
                  </a:cubicBezTo>
                  <a:cubicBezTo>
                    <a:pt x="10093" y="12490"/>
                    <a:pt x="10042" y="12508"/>
                    <a:pt x="10001" y="12544"/>
                  </a:cubicBezTo>
                  <a:cubicBezTo>
                    <a:pt x="9948" y="12579"/>
                    <a:pt x="8735" y="13552"/>
                    <a:pt x="8735" y="14694"/>
                  </a:cubicBezTo>
                  <a:cubicBezTo>
                    <a:pt x="8735" y="14934"/>
                    <a:pt x="8797" y="15166"/>
                    <a:pt x="8913" y="15372"/>
                  </a:cubicBezTo>
                  <a:cubicBezTo>
                    <a:pt x="8592" y="15229"/>
                    <a:pt x="8306" y="15024"/>
                    <a:pt x="8057" y="14765"/>
                  </a:cubicBezTo>
                  <a:cubicBezTo>
                    <a:pt x="7566" y="14239"/>
                    <a:pt x="7254" y="13507"/>
                    <a:pt x="7182" y="12695"/>
                  </a:cubicBezTo>
                  <a:cubicBezTo>
                    <a:pt x="7093" y="11741"/>
                    <a:pt x="7361" y="10733"/>
                    <a:pt x="7923" y="9858"/>
                  </a:cubicBezTo>
                  <a:cubicBezTo>
                    <a:pt x="8414" y="9091"/>
                    <a:pt x="9100" y="8485"/>
                    <a:pt x="9868" y="8119"/>
                  </a:cubicBezTo>
                  <a:lnTo>
                    <a:pt x="9868" y="8119"/>
                  </a:lnTo>
                  <a:cubicBezTo>
                    <a:pt x="9778" y="9207"/>
                    <a:pt x="9966" y="10072"/>
                    <a:pt x="10430" y="10706"/>
                  </a:cubicBezTo>
                  <a:cubicBezTo>
                    <a:pt x="10840" y="11250"/>
                    <a:pt x="11322" y="11402"/>
                    <a:pt x="11340" y="11411"/>
                  </a:cubicBezTo>
                  <a:cubicBezTo>
                    <a:pt x="11360" y="11415"/>
                    <a:pt x="11381" y="11417"/>
                    <a:pt x="11402" y="11417"/>
                  </a:cubicBezTo>
                  <a:cubicBezTo>
                    <a:pt x="11460" y="11417"/>
                    <a:pt x="11516" y="11399"/>
                    <a:pt x="11563" y="11366"/>
                  </a:cubicBezTo>
                  <a:cubicBezTo>
                    <a:pt x="11991" y="11000"/>
                    <a:pt x="12151" y="10518"/>
                    <a:pt x="12205" y="10162"/>
                  </a:cubicBezTo>
                  <a:cubicBezTo>
                    <a:pt x="12936" y="10929"/>
                    <a:pt x="13284" y="12098"/>
                    <a:pt x="13070" y="13204"/>
                  </a:cubicBezTo>
                  <a:cubicBezTo>
                    <a:pt x="13035" y="13377"/>
                    <a:pt x="13171" y="13481"/>
                    <a:pt x="13306" y="13481"/>
                  </a:cubicBezTo>
                  <a:cubicBezTo>
                    <a:pt x="13407" y="13481"/>
                    <a:pt x="13507" y="13423"/>
                    <a:pt x="13534" y="13293"/>
                  </a:cubicBezTo>
                  <a:cubicBezTo>
                    <a:pt x="13811" y="11848"/>
                    <a:pt x="13249" y="10313"/>
                    <a:pt x="12125" y="9466"/>
                  </a:cubicBezTo>
                  <a:cubicBezTo>
                    <a:pt x="12082" y="9432"/>
                    <a:pt x="12033" y="9418"/>
                    <a:pt x="11985" y="9418"/>
                  </a:cubicBezTo>
                  <a:cubicBezTo>
                    <a:pt x="11854" y="9418"/>
                    <a:pt x="11730" y="9530"/>
                    <a:pt x="11750" y="9680"/>
                  </a:cubicBezTo>
                  <a:cubicBezTo>
                    <a:pt x="11750" y="9689"/>
                    <a:pt x="11830" y="10403"/>
                    <a:pt x="11357" y="10902"/>
                  </a:cubicBezTo>
                  <a:cubicBezTo>
                    <a:pt x="11224" y="10831"/>
                    <a:pt x="11001" y="10679"/>
                    <a:pt x="10795" y="10394"/>
                  </a:cubicBezTo>
                  <a:cubicBezTo>
                    <a:pt x="10367" y="9805"/>
                    <a:pt x="10224" y="8895"/>
                    <a:pt x="10385" y="7780"/>
                  </a:cubicBezTo>
                  <a:cubicBezTo>
                    <a:pt x="10408" y="7628"/>
                    <a:pt x="10283" y="7509"/>
                    <a:pt x="10146" y="7509"/>
                  </a:cubicBezTo>
                  <a:cubicBezTo>
                    <a:pt x="10122" y="7509"/>
                    <a:pt x="10097" y="7513"/>
                    <a:pt x="10073" y="7521"/>
                  </a:cubicBezTo>
                  <a:cubicBezTo>
                    <a:pt x="9770" y="7637"/>
                    <a:pt x="9484" y="7771"/>
                    <a:pt x="9216" y="7940"/>
                  </a:cubicBezTo>
                  <a:lnTo>
                    <a:pt x="9216" y="866"/>
                  </a:lnTo>
                  <a:cubicBezTo>
                    <a:pt x="9216" y="384"/>
                    <a:pt x="8824" y="1"/>
                    <a:pt x="8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9" name="Google Shape;4659;p70"/>
          <p:cNvGrpSpPr/>
          <p:nvPr/>
        </p:nvGrpSpPr>
        <p:grpSpPr>
          <a:xfrm>
            <a:off x="2528669" y="2190217"/>
            <a:ext cx="357833" cy="325019"/>
            <a:chOff x="2317858" y="2072443"/>
            <a:chExt cx="374263" cy="339942"/>
          </a:xfrm>
        </p:grpSpPr>
        <p:sp>
          <p:nvSpPr>
            <p:cNvPr id="4660" name="Google Shape;4660;p70"/>
            <p:cNvSpPr/>
            <p:nvPr/>
          </p:nvSpPr>
          <p:spPr>
            <a:xfrm>
              <a:off x="2350140" y="2247883"/>
              <a:ext cx="21126" cy="37266"/>
            </a:xfrm>
            <a:custGeom>
              <a:avLst/>
              <a:gdLst/>
              <a:ahLst/>
              <a:cxnLst/>
              <a:rect l="l" t="t" r="r" b="b"/>
              <a:pathLst>
                <a:path w="911" h="1607" extrusionOk="0">
                  <a:moveTo>
                    <a:pt x="0" y="1"/>
                  </a:moveTo>
                  <a:lnTo>
                    <a:pt x="0" y="1607"/>
                  </a:lnTo>
                  <a:lnTo>
                    <a:pt x="910" y="1607"/>
                  </a:lnTo>
                  <a:lnTo>
                    <a:pt x="9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70"/>
            <p:cNvSpPr/>
            <p:nvPr/>
          </p:nvSpPr>
          <p:spPr>
            <a:xfrm>
              <a:off x="2323030" y="2228402"/>
              <a:ext cx="27132" cy="75831"/>
            </a:xfrm>
            <a:custGeom>
              <a:avLst/>
              <a:gdLst/>
              <a:ahLst/>
              <a:cxnLst/>
              <a:rect l="l" t="t" r="r" b="b"/>
              <a:pathLst>
                <a:path w="1170" h="3270" extrusionOk="0">
                  <a:moveTo>
                    <a:pt x="580" y="0"/>
                  </a:moveTo>
                  <a:cubicBezTo>
                    <a:pt x="542" y="0"/>
                    <a:pt x="504" y="4"/>
                    <a:pt x="465" y="11"/>
                  </a:cubicBezTo>
                  <a:cubicBezTo>
                    <a:pt x="188" y="65"/>
                    <a:pt x="1" y="315"/>
                    <a:pt x="1" y="591"/>
                  </a:cubicBezTo>
                  <a:lnTo>
                    <a:pt x="1" y="2679"/>
                  </a:lnTo>
                  <a:cubicBezTo>
                    <a:pt x="1" y="2955"/>
                    <a:pt x="188" y="3205"/>
                    <a:pt x="465" y="3259"/>
                  </a:cubicBezTo>
                  <a:cubicBezTo>
                    <a:pt x="504" y="3266"/>
                    <a:pt x="542" y="3270"/>
                    <a:pt x="580" y="3270"/>
                  </a:cubicBezTo>
                  <a:cubicBezTo>
                    <a:pt x="905" y="3270"/>
                    <a:pt x="1169" y="3007"/>
                    <a:pt x="1169" y="2688"/>
                  </a:cubicBezTo>
                  <a:lnTo>
                    <a:pt x="1169" y="582"/>
                  </a:lnTo>
                  <a:cubicBezTo>
                    <a:pt x="1169" y="263"/>
                    <a:pt x="905" y="0"/>
                    <a:pt x="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70"/>
            <p:cNvSpPr/>
            <p:nvPr/>
          </p:nvSpPr>
          <p:spPr>
            <a:xfrm>
              <a:off x="2371244" y="2211264"/>
              <a:ext cx="231714" cy="195956"/>
            </a:xfrm>
            <a:custGeom>
              <a:avLst/>
              <a:gdLst/>
              <a:ahLst/>
              <a:cxnLst/>
              <a:rect l="l" t="t" r="r" b="b"/>
              <a:pathLst>
                <a:path w="9992" h="8450" extrusionOk="0">
                  <a:moveTo>
                    <a:pt x="999" y="1"/>
                  </a:moveTo>
                  <a:cubicBezTo>
                    <a:pt x="446" y="1"/>
                    <a:pt x="0" y="447"/>
                    <a:pt x="0" y="1000"/>
                  </a:cubicBezTo>
                  <a:lnTo>
                    <a:pt x="0" y="7450"/>
                  </a:lnTo>
                  <a:cubicBezTo>
                    <a:pt x="0" y="8003"/>
                    <a:pt x="446" y="8449"/>
                    <a:pt x="999" y="8449"/>
                  </a:cubicBezTo>
                  <a:lnTo>
                    <a:pt x="8993" y="8449"/>
                  </a:lnTo>
                  <a:cubicBezTo>
                    <a:pt x="9546" y="8449"/>
                    <a:pt x="9992" y="8003"/>
                    <a:pt x="9992" y="7450"/>
                  </a:cubicBezTo>
                  <a:lnTo>
                    <a:pt x="9992" y="1000"/>
                  </a:lnTo>
                  <a:cubicBezTo>
                    <a:pt x="9992" y="447"/>
                    <a:pt x="9546" y="1"/>
                    <a:pt x="89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70"/>
            <p:cNvSpPr/>
            <p:nvPr/>
          </p:nvSpPr>
          <p:spPr>
            <a:xfrm>
              <a:off x="2602945" y="2217688"/>
              <a:ext cx="56305" cy="116507"/>
            </a:xfrm>
            <a:custGeom>
              <a:avLst/>
              <a:gdLst/>
              <a:ahLst/>
              <a:cxnLst/>
              <a:rect l="l" t="t" r="r" b="b"/>
              <a:pathLst>
                <a:path w="2428" h="5024" extrusionOk="0">
                  <a:moveTo>
                    <a:pt x="2427" y="0"/>
                  </a:moveTo>
                  <a:lnTo>
                    <a:pt x="1" y="1330"/>
                  </a:lnTo>
                  <a:lnTo>
                    <a:pt x="1" y="3694"/>
                  </a:lnTo>
                  <a:lnTo>
                    <a:pt x="2427" y="5023"/>
                  </a:lnTo>
                  <a:lnTo>
                    <a:pt x="24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70"/>
            <p:cNvSpPr/>
            <p:nvPr/>
          </p:nvSpPr>
          <p:spPr>
            <a:xfrm>
              <a:off x="2659229" y="2199228"/>
              <a:ext cx="26924" cy="153425"/>
            </a:xfrm>
            <a:custGeom>
              <a:avLst/>
              <a:gdLst/>
              <a:ahLst/>
              <a:cxnLst/>
              <a:rect l="l" t="t" r="r" b="b"/>
              <a:pathLst>
                <a:path w="1161" h="6616" extrusionOk="0">
                  <a:moveTo>
                    <a:pt x="580" y="0"/>
                  </a:moveTo>
                  <a:cubicBezTo>
                    <a:pt x="542" y="0"/>
                    <a:pt x="503" y="4"/>
                    <a:pt x="464" y="11"/>
                  </a:cubicBezTo>
                  <a:cubicBezTo>
                    <a:pt x="188" y="65"/>
                    <a:pt x="0" y="315"/>
                    <a:pt x="0" y="600"/>
                  </a:cubicBezTo>
                  <a:lnTo>
                    <a:pt x="0" y="6024"/>
                  </a:lnTo>
                  <a:cubicBezTo>
                    <a:pt x="0" y="6301"/>
                    <a:pt x="188" y="6551"/>
                    <a:pt x="464" y="6604"/>
                  </a:cubicBezTo>
                  <a:cubicBezTo>
                    <a:pt x="503" y="6612"/>
                    <a:pt x="542" y="6615"/>
                    <a:pt x="580" y="6615"/>
                  </a:cubicBezTo>
                  <a:cubicBezTo>
                    <a:pt x="903" y="6615"/>
                    <a:pt x="1160" y="6353"/>
                    <a:pt x="1160" y="6033"/>
                  </a:cubicBezTo>
                  <a:lnTo>
                    <a:pt x="1160" y="582"/>
                  </a:lnTo>
                  <a:cubicBezTo>
                    <a:pt x="1160" y="263"/>
                    <a:pt x="903" y="0"/>
                    <a:pt x="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70"/>
            <p:cNvSpPr/>
            <p:nvPr/>
          </p:nvSpPr>
          <p:spPr>
            <a:xfrm>
              <a:off x="2395664" y="2352173"/>
              <a:ext cx="31469" cy="31678"/>
            </a:xfrm>
            <a:custGeom>
              <a:avLst/>
              <a:gdLst/>
              <a:ahLst/>
              <a:cxnLst/>
              <a:rect l="l" t="t" r="r" b="b"/>
              <a:pathLst>
                <a:path w="1357" h="1366" extrusionOk="0">
                  <a:moveTo>
                    <a:pt x="678" y="0"/>
                  </a:moveTo>
                  <a:cubicBezTo>
                    <a:pt x="303" y="0"/>
                    <a:pt x="0" y="303"/>
                    <a:pt x="0" y="687"/>
                  </a:cubicBezTo>
                  <a:cubicBezTo>
                    <a:pt x="0" y="1062"/>
                    <a:pt x="303" y="1365"/>
                    <a:pt x="678" y="1365"/>
                  </a:cubicBezTo>
                  <a:cubicBezTo>
                    <a:pt x="1053" y="1365"/>
                    <a:pt x="1356" y="1062"/>
                    <a:pt x="1356" y="687"/>
                  </a:cubicBezTo>
                  <a:cubicBezTo>
                    <a:pt x="1356" y="303"/>
                    <a:pt x="1053" y="0"/>
                    <a:pt x="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70"/>
            <p:cNvSpPr/>
            <p:nvPr/>
          </p:nvSpPr>
          <p:spPr>
            <a:xfrm>
              <a:off x="2444481" y="2352173"/>
              <a:ext cx="31469" cy="31678"/>
            </a:xfrm>
            <a:custGeom>
              <a:avLst/>
              <a:gdLst/>
              <a:ahLst/>
              <a:cxnLst/>
              <a:rect l="l" t="t" r="r" b="b"/>
              <a:pathLst>
                <a:path w="1357" h="1366" extrusionOk="0">
                  <a:moveTo>
                    <a:pt x="678" y="0"/>
                  </a:moveTo>
                  <a:cubicBezTo>
                    <a:pt x="304" y="0"/>
                    <a:pt x="0" y="303"/>
                    <a:pt x="0" y="687"/>
                  </a:cubicBezTo>
                  <a:cubicBezTo>
                    <a:pt x="0" y="1062"/>
                    <a:pt x="304" y="1365"/>
                    <a:pt x="678" y="1365"/>
                  </a:cubicBezTo>
                  <a:cubicBezTo>
                    <a:pt x="1053" y="1365"/>
                    <a:pt x="1356" y="1062"/>
                    <a:pt x="1356" y="687"/>
                  </a:cubicBezTo>
                  <a:cubicBezTo>
                    <a:pt x="1356" y="303"/>
                    <a:pt x="1053" y="0"/>
                    <a:pt x="6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70"/>
            <p:cNvSpPr/>
            <p:nvPr/>
          </p:nvSpPr>
          <p:spPr>
            <a:xfrm>
              <a:off x="2354686" y="2078241"/>
              <a:ext cx="132647" cy="132856"/>
            </a:xfrm>
            <a:custGeom>
              <a:avLst/>
              <a:gdLst/>
              <a:ahLst/>
              <a:cxnLst/>
              <a:rect l="l" t="t" r="r" b="b"/>
              <a:pathLst>
                <a:path w="5720" h="5729" extrusionOk="0">
                  <a:moveTo>
                    <a:pt x="2855" y="1"/>
                  </a:moveTo>
                  <a:cubicBezTo>
                    <a:pt x="1285" y="1"/>
                    <a:pt x="1" y="1285"/>
                    <a:pt x="1" y="2864"/>
                  </a:cubicBezTo>
                  <a:cubicBezTo>
                    <a:pt x="1" y="4443"/>
                    <a:pt x="1285" y="5728"/>
                    <a:pt x="2855" y="5728"/>
                  </a:cubicBezTo>
                  <a:cubicBezTo>
                    <a:pt x="4434" y="5728"/>
                    <a:pt x="5719" y="4443"/>
                    <a:pt x="5719" y="2864"/>
                  </a:cubicBezTo>
                  <a:cubicBezTo>
                    <a:pt x="5719" y="1285"/>
                    <a:pt x="4434" y="1"/>
                    <a:pt x="28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70"/>
            <p:cNvSpPr/>
            <p:nvPr/>
          </p:nvSpPr>
          <p:spPr>
            <a:xfrm>
              <a:off x="2377853" y="2101409"/>
              <a:ext cx="86290" cy="86499"/>
            </a:xfrm>
            <a:custGeom>
              <a:avLst/>
              <a:gdLst/>
              <a:ahLst/>
              <a:cxnLst/>
              <a:rect l="l" t="t" r="r" b="b"/>
              <a:pathLst>
                <a:path w="3721" h="3730" extrusionOk="0">
                  <a:moveTo>
                    <a:pt x="1856" y="1"/>
                  </a:moveTo>
                  <a:cubicBezTo>
                    <a:pt x="830" y="1"/>
                    <a:pt x="1" y="839"/>
                    <a:pt x="1" y="1865"/>
                  </a:cubicBezTo>
                  <a:cubicBezTo>
                    <a:pt x="1" y="2891"/>
                    <a:pt x="830" y="3730"/>
                    <a:pt x="1856" y="3730"/>
                  </a:cubicBezTo>
                  <a:cubicBezTo>
                    <a:pt x="2882" y="3730"/>
                    <a:pt x="3721" y="2891"/>
                    <a:pt x="3721" y="1865"/>
                  </a:cubicBezTo>
                  <a:cubicBezTo>
                    <a:pt x="3721" y="839"/>
                    <a:pt x="2882" y="1"/>
                    <a:pt x="1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70"/>
            <p:cNvSpPr/>
            <p:nvPr/>
          </p:nvSpPr>
          <p:spPr>
            <a:xfrm>
              <a:off x="2487315" y="2078241"/>
              <a:ext cx="132415" cy="132856"/>
            </a:xfrm>
            <a:custGeom>
              <a:avLst/>
              <a:gdLst/>
              <a:ahLst/>
              <a:cxnLst/>
              <a:rect l="l" t="t" r="r" b="b"/>
              <a:pathLst>
                <a:path w="5710" h="5729" extrusionOk="0">
                  <a:moveTo>
                    <a:pt x="2855" y="1"/>
                  </a:moveTo>
                  <a:cubicBezTo>
                    <a:pt x="1276" y="1"/>
                    <a:pt x="0" y="1285"/>
                    <a:pt x="0" y="2864"/>
                  </a:cubicBezTo>
                  <a:cubicBezTo>
                    <a:pt x="0" y="4443"/>
                    <a:pt x="1276" y="5728"/>
                    <a:pt x="2855" y="5728"/>
                  </a:cubicBezTo>
                  <a:cubicBezTo>
                    <a:pt x="4434" y="5728"/>
                    <a:pt x="5710" y="4443"/>
                    <a:pt x="5710" y="2864"/>
                  </a:cubicBezTo>
                  <a:cubicBezTo>
                    <a:pt x="5710" y="1285"/>
                    <a:pt x="4434" y="1"/>
                    <a:pt x="28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70"/>
            <p:cNvSpPr/>
            <p:nvPr/>
          </p:nvSpPr>
          <p:spPr>
            <a:xfrm>
              <a:off x="2510274" y="2101409"/>
              <a:ext cx="86290" cy="86499"/>
            </a:xfrm>
            <a:custGeom>
              <a:avLst/>
              <a:gdLst/>
              <a:ahLst/>
              <a:cxnLst/>
              <a:rect l="l" t="t" r="r" b="b"/>
              <a:pathLst>
                <a:path w="3721" h="3730" extrusionOk="0">
                  <a:moveTo>
                    <a:pt x="1865" y="1"/>
                  </a:moveTo>
                  <a:cubicBezTo>
                    <a:pt x="839" y="1"/>
                    <a:pt x="0" y="839"/>
                    <a:pt x="0" y="1865"/>
                  </a:cubicBezTo>
                  <a:cubicBezTo>
                    <a:pt x="0" y="2900"/>
                    <a:pt x="839" y="3730"/>
                    <a:pt x="1865" y="3730"/>
                  </a:cubicBezTo>
                  <a:cubicBezTo>
                    <a:pt x="2891" y="3730"/>
                    <a:pt x="3720" y="2900"/>
                    <a:pt x="3720" y="1865"/>
                  </a:cubicBezTo>
                  <a:cubicBezTo>
                    <a:pt x="3720" y="839"/>
                    <a:pt x="2891" y="1"/>
                    <a:pt x="18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70"/>
            <p:cNvSpPr/>
            <p:nvPr/>
          </p:nvSpPr>
          <p:spPr>
            <a:xfrm>
              <a:off x="2317858" y="2072443"/>
              <a:ext cx="374263" cy="339942"/>
            </a:xfrm>
            <a:custGeom>
              <a:avLst/>
              <a:gdLst/>
              <a:ahLst/>
              <a:cxnLst/>
              <a:rect l="l" t="t" r="r" b="b"/>
              <a:pathLst>
                <a:path w="16139" h="14659" extrusionOk="0">
                  <a:moveTo>
                    <a:pt x="7307" y="4301"/>
                  </a:moveTo>
                  <a:cubicBezTo>
                    <a:pt x="7548" y="4890"/>
                    <a:pt x="7976" y="5398"/>
                    <a:pt x="8520" y="5737"/>
                  </a:cubicBezTo>
                  <a:lnTo>
                    <a:pt x="6085" y="5737"/>
                  </a:lnTo>
                  <a:cubicBezTo>
                    <a:pt x="6629" y="5398"/>
                    <a:pt x="7057" y="4890"/>
                    <a:pt x="7307" y="4301"/>
                  </a:cubicBezTo>
                  <a:close/>
                  <a:moveTo>
                    <a:pt x="10162" y="492"/>
                  </a:moveTo>
                  <a:cubicBezTo>
                    <a:pt x="11607" y="492"/>
                    <a:pt x="12776" y="1669"/>
                    <a:pt x="12776" y="3114"/>
                  </a:cubicBezTo>
                  <a:cubicBezTo>
                    <a:pt x="12776" y="4560"/>
                    <a:pt x="11607" y="5737"/>
                    <a:pt x="10162" y="5737"/>
                  </a:cubicBezTo>
                  <a:cubicBezTo>
                    <a:pt x="8717" y="5737"/>
                    <a:pt x="7539" y="4560"/>
                    <a:pt x="7539" y="3114"/>
                  </a:cubicBezTo>
                  <a:cubicBezTo>
                    <a:pt x="7539" y="1669"/>
                    <a:pt x="8717" y="492"/>
                    <a:pt x="10162" y="492"/>
                  </a:cubicBezTo>
                  <a:close/>
                  <a:moveTo>
                    <a:pt x="2079" y="7789"/>
                  </a:moveTo>
                  <a:lnTo>
                    <a:pt x="2079" y="8922"/>
                  </a:lnTo>
                  <a:lnTo>
                    <a:pt x="1642" y="8922"/>
                  </a:lnTo>
                  <a:lnTo>
                    <a:pt x="1642" y="7789"/>
                  </a:lnTo>
                  <a:close/>
                  <a:moveTo>
                    <a:pt x="824" y="6958"/>
                  </a:moveTo>
                  <a:cubicBezTo>
                    <a:pt x="1013" y="6958"/>
                    <a:pt x="1169" y="7112"/>
                    <a:pt x="1169" y="7307"/>
                  </a:cubicBezTo>
                  <a:lnTo>
                    <a:pt x="1169" y="9422"/>
                  </a:lnTo>
                  <a:cubicBezTo>
                    <a:pt x="1169" y="9609"/>
                    <a:pt x="1013" y="9762"/>
                    <a:pt x="824" y="9762"/>
                  </a:cubicBezTo>
                  <a:cubicBezTo>
                    <a:pt x="797" y="9762"/>
                    <a:pt x="769" y="9758"/>
                    <a:pt x="741" y="9752"/>
                  </a:cubicBezTo>
                  <a:cubicBezTo>
                    <a:pt x="581" y="9716"/>
                    <a:pt x="474" y="9573"/>
                    <a:pt x="474" y="9413"/>
                  </a:cubicBezTo>
                  <a:lnTo>
                    <a:pt x="474" y="7307"/>
                  </a:lnTo>
                  <a:cubicBezTo>
                    <a:pt x="474" y="7147"/>
                    <a:pt x="581" y="7004"/>
                    <a:pt x="741" y="6968"/>
                  </a:cubicBezTo>
                  <a:cubicBezTo>
                    <a:pt x="769" y="6962"/>
                    <a:pt x="797" y="6958"/>
                    <a:pt x="824" y="6958"/>
                  </a:cubicBezTo>
                  <a:close/>
                  <a:moveTo>
                    <a:pt x="14497" y="6665"/>
                  </a:moveTo>
                  <a:lnTo>
                    <a:pt x="14497" y="10893"/>
                  </a:lnTo>
                  <a:lnTo>
                    <a:pt x="12544" y="9814"/>
                  </a:lnTo>
                  <a:lnTo>
                    <a:pt x="12544" y="7735"/>
                  </a:lnTo>
                  <a:lnTo>
                    <a:pt x="14497" y="6665"/>
                  </a:lnTo>
                  <a:close/>
                  <a:moveTo>
                    <a:pt x="15315" y="5700"/>
                  </a:moveTo>
                  <a:cubicBezTo>
                    <a:pt x="15509" y="5700"/>
                    <a:pt x="15666" y="5853"/>
                    <a:pt x="15666" y="6040"/>
                  </a:cubicBezTo>
                  <a:lnTo>
                    <a:pt x="15666" y="11509"/>
                  </a:lnTo>
                  <a:cubicBezTo>
                    <a:pt x="15666" y="11697"/>
                    <a:pt x="15508" y="11858"/>
                    <a:pt x="15312" y="11858"/>
                  </a:cubicBezTo>
                  <a:cubicBezTo>
                    <a:pt x="15285" y="11858"/>
                    <a:pt x="15257" y="11855"/>
                    <a:pt x="15229" y="11848"/>
                  </a:cubicBezTo>
                  <a:cubicBezTo>
                    <a:pt x="15077" y="11803"/>
                    <a:pt x="14970" y="11661"/>
                    <a:pt x="14970" y="11500"/>
                  </a:cubicBezTo>
                  <a:lnTo>
                    <a:pt x="14970" y="6049"/>
                  </a:lnTo>
                  <a:cubicBezTo>
                    <a:pt x="14970" y="5889"/>
                    <a:pt x="15077" y="5746"/>
                    <a:pt x="15229" y="5710"/>
                  </a:cubicBezTo>
                  <a:cubicBezTo>
                    <a:pt x="15258" y="5704"/>
                    <a:pt x="15287" y="5700"/>
                    <a:pt x="15315" y="5700"/>
                  </a:cubicBezTo>
                  <a:close/>
                  <a:moveTo>
                    <a:pt x="4452" y="1"/>
                  </a:moveTo>
                  <a:cubicBezTo>
                    <a:pt x="4069" y="1"/>
                    <a:pt x="3703" y="72"/>
                    <a:pt x="3346" y="215"/>
                  </a:cubicBezTo>
                  <a:cubicBezTo>
                    <a:pt x="3230" y="251"/>
                    <a:pt x="3159" y="376"/>
                    <a:pt x="3194" y="492"/>
                  </a:cubicBezTo>
                  <a:cubicBezTo>
                    <a:pt x="3222" y="602"/>
                    <a:pt x="3314" y="670"/>
                    <a:pt x="3416" y="670"/>
                  </a:cubicBezTo>
                  <a:cubicBezTo>
                    <a:pt x="3446" y="670"/>
                    <a:pt x="3477" y="664"/>
                    <a:pt x="3507" y="652"/>
                  </a:cubicBezTo>
                  <a:cubicBezTo>
                    <a:pt x="3810" y="536"/>
                    <a:pt x="4131" y="474"/>
                    <a:pt x="4452" y="474"/>
                  </a:cubicBezTo>
                  <a:cubicBezTo>
                    <a:pt x="5898" y="474"/>
                    <a:pt x="7075" y="1651"/>
                    <a:pt x="7075" y="3105"/>
                  </a:cubicBezTo>
                  <a:cubicBezTo>
                    <a:pt x="7075" y="4551"/>
                    <a:pt x="5898" y="5728"/>
                    <a:pt x="4452" y="5728"/>
                  </a:cubicBezTo>
                  <a:cubicBezTo>
                    <a:pt x="3007" y="5728"/>
                    <a:pt x="1838" y="4551"/>
                    <a:pt x="1838" y="3105"/>
                  </a:cubicBezTo>
                  <a:cubicBezTo>
                    <a:pt x="1838" y="2427"/>
                    <a:pt x="2088" y="1785"/>
                    <a:pt x="2552" y="1294"/>
                  </a:cubicBezTo>
                  <a:cubicBezTo>
                    <a:pt x="2641" y="1205"/>
                    <a:pt x="2650" y="1071"/>
                    <a:pt x="2579" y="973"/>
                  </a:cubicBezTo>
                  <a:cubicBezTo>
                    <a:pt x="2528" y="918"/>
                    <a:pt x="2460" y="888"/>
                    <a:pt x="2392" y="888"/>
                  </a:cubicBezTo>
                  <a:cubicBezTo>
                    <a:pt x="2330" y="888"/>
                    <a:pt x="2269" y="913"/>
                    <a:pt x="2222" y="964"/>
                  </a:cubicBezTo>
                  <a:cubicBezTo>
                    <a:pt x="1669" y="1544"/>
                    <a:pt x="1366" y="2303"/>
                    <a:pt x="1366" y="3105"/>
                  </a:cubicBezTo>
                  <a:cubicBezTo>
                    <a:pt x="1366" y="4247"/>
                    <a:pt x="1990" y="5255"/>
                    <a:pt x="2918" y="5791"/>
                  </a:cubicBezTo>
                  <a:cubicBezTo>
                    <a:pt x="2436" y="5951"/>
                    <a:pt x="2079" y="6415"/>
                    <a:pt x="2079" y="6959"/>
                  </a:cubicBezTo>
                  <a:lnTo>
                    <a:pt x="2079" y="7316"/>
                  </a:lnTo>
                  <a:lnTo>
                    <a:pt x="1642" y="7316"/>
                  </a:lnTo>
                  <a:lnTo>
                    <a:pt x="1642" y="7022"/>
                  </a:lnTo>
                  <a:cubicBezTo>
                    <a:pt x="1642" y="6950"/>
                    <a:pt x="1606" y="6870"/>
                    <a:pt x="1553" y="6817"/>
                  </a:cubicBezTo>
                  <a:cubicBezTo>
                    <a:pt x="1312" y="6579"/>
                    <a:pt x="1054" y="6479"/>
                    <a:pt x="819" y="6479"/>
                  </a:cubicBezTo>
                  <a:cubicBezTo>
                    <a:pt x="368" y="6479"/>
                    <a:pt x="1" y="6846"/>
                    <a:pt x="1" y="7298"/>
                  </a:cubicBezTo>
                  <a:lnTo>
                    <a:pt x="1" y="9671"/>
                  </a:lnTo>
                  <a:cubicBezTo>
                    <a:pt x="1" y="9743"/>
                    <a:pt x="36" y="9823"/>
                    <a:pt x="90" y="9876"/>
                  </a:cubicBezTo>
                  <a:cubicBezTo>
                    <a:pt x="331" y="10115"/>
                    <a:pt x="589" y="10214"/>
                    <a:pt x="824" y="10214"/>
                  </a:cubicBezTo>
                  <a:cubicBezTo>
                    <a:pt x="1275" y="10214"/>
                    <a:pt x="1642" y="9847"/>
                    <a:pt x="1642" y="9395"/>
                  </a:cubicBezTo>
                  <a:lnTo>
                    <a:pt x="2079" y="9395"/>
                  </a:lnTo>
                  <a:lnTo>
                    <a:pt x="2079" y="13418"/>
                  </a:lnTo>
                  <a:cubicBezTo>
                    <a:pt x="2079" y="14105"/>
                    <a:pt x="2632" y="14658"/>
                    <a:pt x="3310" y="14658"/>
                  </a:cubicBezTo>
                  <a:lnTo>
                    <a:pt x="12294" y="14658"/>
                  </a:lnTo>
                  <a:cubicBezTo>
                    <a:pt x="12437" y="14658"/>
                    <a:pt x="12544" y="14542"/>
                    <a:pt x="12544" y="14408"/>
                  </a:cubicBezTo>
                  <a:lnTo>
                    <a:pt x="12544" y="12544"/>
                  </a:lnTo>
                  <a:cubicBezTo>
                    <a:pt x="12544" y="12526"/>
                    <a:pt x="12544" y="12517"/>
                    <a:pt x="12535" y="12508"/>
                  </a:cubicBezTo>
                  <a:cubicBezTo>
                    <a:pt x="12459" y="12433"/>
                    <a:pt x="12379" y="12402"/>
                    <a:pt x="12307" y="12402"/>
                  </a:cubicBezTo>
                  <a:cubicBezTo>
                    <a:pt x="12175" y="12402"/>
                    <a:pt x="12071" y="12506"/>
                    <a:pt x="12071" y="12633"/>
                  </a:cubicBezTo>
                  <a:lnTo>
                    <a:pt x="12071" y="13418"/>
                  </a:lnTo>
                  <a:cubicBezTo>
                    <a:pt x="12071" y="13837"/>
                    <a:pt x="11732" y="14185"/>
                    <a:pt x="11313" y="14185"/>
                  </a:cubicBezTo>
                  <a:lnTo>
                    <a:pt x="3310" y="14185"/>
                  </a:lnTo>
                  <a:cubicBezTo>
                    <a:pt x="2891" y="14185"/>
                    <a:pt x="2552" y="13837"/>
                    <a:pt x="2552" y="13418"/>
                  </a:cubicBezTo>
                  <a:lnTo>
                    <a:pt x="2552" y="6968"/>
                  </a:lnTo>
                  <a:cubicBezTo>
                    <a:pt x="2552" y="6549"/>
                    <a:pt x="2891" y="6210"/>
                    <a:pt x="3310" y="6210"/>
                  </a:cubicBezTo>
                  <a:lnTo>
                    <a:pt x="11821" y="6210"/>
                  </a:lnTo>
                  <a:cubicBezTo>
                    <a:pt x="11964" y="6210"/>
                    <a:pt x="12071" y="6317"/>
                    <a:pt x="12071" y="6460"/>
                  </a:cubicBezTo>
                  <a:lnTo>
                    <a:pt x="12071" y="11464"/>
                  </a:lnTo>
                  <a:cubicBezTo>
                    <a:pt x="12071" y="11482"/>
                    <a:pt x="12080" y="11509"/>
                    <a:pt x="12098" y="11518"/>
                  </a:cubicBezTo>
                  <a:cubicBezTo>
                    <a:pt x="12168" y="11589"/>
                    <a:pt x="12244" y="11618"/>
                    <a:pt x="12312" y="11618"/>
                  </a:cubicBezTo>
                  <a:cubicBezTo>
                    <a:pt x="12440" y="11618"/>
                    <a:pt x="12544" y="11513"/>
                    <a:pt x="12544" y="11384"/>
                  </a:cubicBezTo>
                  <a:lnTo>
                    <a:pt x="12544" y="10358"/>
                  </a:lnTo>
                  <a:lnTo>
                    <a:pt x="14497" y="11438"/>
                  </a:lnTo>
                  <a:lnTo>
                    <a:pt x="14497" y="11482"/>
                  </a:lnTo>
                  <a:cubicBezTo>
                    <a:pt x="14497" y="11884"/>
                    <a:pt x="14783" y="12232"/>
                    <a:pt x="15175" y="12303"/>
                  </a:cubicBezTo>
                  <a:cubicBezTo>
                    <a:pt x="15224" y="12311"/>
                    <a:pt x="15273" y="12315"/>
                    <a:pt x="15320" y="12315"/>
                  </a:cubicBezTo>
                  <a:cubicBezTo>
                    <a:pt x="15773" y="12315"/>
                    <a:pt x="16139" y="11944"/>
                    <a:pt x="16139" y="11491"/>
                  </a:cubicBezTo>
                  <a:lnTo>
                    <a:pt x="16139" y="6067"/>
                  </a:lnTo>
                  <a:cubicBezTo>
                    <a:pt x="16139" y="5666"/>
                    <a:pt x="15853" y="5318"/>
                    <a:pt x="15461" y="5246"/>
                  </a:cubicBezTo>
                  <a:cubicBezTo>
                    <a:pt x="15415" y="5239"/>
                    <a:pt x="15370" y="5236"/>
                    <a:pt x="15326" y="5236"/>
                  </a:cubicBezTo>
                  <a:cubicBezTo>
                    <a:pt x="14868" y="5236"/>
                    <a:pt x="14497" y="5603"/>
                    <a:pt x="14497" y="6058"/>
                  </a:cubicBezTo>
                  <a:lnTo>
                    <a:pt x="14497" y="6121"/>
                  </a:lnTo>
                  <a:lnTo>
                    <a:pt x="12544" y="7191"/>
                  </a:lnTo>
                  <a:lnTo>
                    <a:pt x="12544" y="6959"/>
                  </a:lnTo>
                  <a:cubicBezTo>
                    <a:pt x="12544" y="6415"/>
                    <a:pt x="12196" y="5951"/>
                    <a:pt x="11705" y="5791"/>
                  </a:cubicBezTo>
                  <a:cubicBezTo>
                    <a:pt x="12633" y="5255"/>
                    <a:pt x="13266" y="4247"/>
                    <a:pt x="13266" y="3105"/>
                  </a:cubicBezTo>
                  <a:cubicBezTo>
                    <a:pt x="13266" y="1393"/>
                    <a:pt x="11875" y="1"/>
                    <a:pt x="10171" y="1"/>
                  </a:cubicBezTo>
                  <a:cubicBezTo>
                    <a:pt x="8886" y="1"/>
                    <a:pt x="7780" y="795"/>
                    <a:pt x="7316" y="1919"/>
                  </a:cubicBezTo>
                  <a:cubicBezTo>
                    <a:pt x="6852" y="795"/>
                    <a:pt x="5746" y="1"/>
                    <a:pt x="4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70"/>
            <p:cNvSpPr/>
            <p:nvPr/>
          </p:nvSpPr>
          <p:spPr>
            <a:xfrm>
              <a:off x="2390075" y="2346792"/>
              <a:ext cx="42623" cy="42415"/>
            </a:xfrm>
            <a:custGeom>
              <a:avLst/>
              <a:gdLst/>
              <a:ahLst/>
              <a:cxnLst/>
              <a:rect l="l" t="t" r="r" b="b"/>
              <a:pathLst>
                <a:path w="1838" h="1829" extrusionOk="0">
                  <a:moveTo>
                    <a:pt x="919" y="473"/>
                  </a:moveTo>
                  <a:cubicBezTo>
                    <a:pt x="1160" y="473"/>
                    <a:pt x="1365" y="669"/>
                    <a:pt x="1365" y="919"/>
                  </a:cubicBezTo>
                  <a:cubicBezTo>
                    <a:pt x="1365" y="1160"/>
                    <a:pt x="1160" y="1356"/>
                    <a:pt x="919" y="1356"/>
                  </a:cubicBezTo>
                  <a:cubicBezTo>
                    <a:pt x="678" y="1356"/>
                    <a:pt x="473" y="1160"/>
                    <a:pt x="473" y="919"/>
                  </a:cubicBezTo>
                  <a:cubicBezTo>
                    <a:pt x="473" y="669"/>
                    <a:pt x="678" y="473"/>
                    <a:pt x="919" y="473"/>
                  </a:cubicBezTo>
                  <a:close/>
                  <a:moveTo>
                    <a:pt x="919" y="0"/>
                  </a:moveTo>
                  <a:cubicBezTo>
                    <a:pt x="411" y="0"/>
                    <a:pt x="0" y="411"/>
                    <a:pt x="0" y="919"/>
                  </a:cubicBezTo>
                  <a:cubicBezTo>
                    <a:pt x="0" y="1419"/>
                    <a:pt x="411" y="1829"/>
                    <a:pt x="919" y="1829"/>
                  </a:cubicBezTo>
                  <a:cubicBezTo>
                    <a:pt x="1428" y="1829"/>
                    <a:pt x="1838" y="1419"/>
                    <a:pt x="1838" y="919"/>
                  </a:cubicBezTo>
                  <a:cubicBezTo>
                    <a:pt x="1838" y="411"/>
                    <a:pt x="1428" y="0"/>
                    <a:pt x="9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70"/>
            <p:cNvSpPr/>
            <p:nvPr/>
          </p:nvSpPr>
          <p:spPr>
            <a:xfrm>
              <a:off x="2438892" y="2346792"/>
              <a:ext cx="42438" cy="42415"/>
            </a:xfrm>
            <a:custGeom>
              <a:avLst/>
              <a:gdLst/>
              <a:ahLst/>
              <a:cxnLst/>
              <a:rect l="l" t="t" r="r" b="b"/>
              <a:pathLst>
                <a:path w="1830" h="1829" extrusionOk="0">
                  <a:moveTo>
                    <a:pt x="919" y="473"/>
                  </a:moveTo>
                  <a:cubicBezTo>
                    <a:pt x="1160" y="473"/>
                    <a:pt x="1357" y="669"/>
                    <a:pt x="1357" y="919"/>
                  </a:cubicBezTo>
                  <a:cubicBezTo>
                    <a:pt x="1357" y="1160"/>
                    <a:pt x="1160" y="1356"/>
                    <a:pt x="919" y="1356"/>
                  </a:cubicBezTo>
                  <a:cubicBezTo>
                    <a:pt x="670" y="1356"/>
                    <a:pt x="473" y="1160"/>
                    <a:pt x="473" y="919"/>
                  </a:cubicBezTo>
                  <a:cubicBezTo>
                    <a:pt x="473" y="669"/>
                    <a:pt x="670" y="473"/>
                    <a:pt x="919" y="473"/>
                  </a:cubicBezTo>
                  <a:close/>
                  <a:moveTo>
                    <a:pt x="919" y="0"/>
                  </a:moveTo>
                  <a:cubicBezTo>
                    <a:pt x="411" y="0"/>
                    <a:pt x="1" y="411"/>
                    <a:pt x="1" y="919"/>
                  </a:cubicBezTo>
                  <a:cubicBezTo>
                    <a:pt x="1" y="1419"/>
                    <a:pt x="411" y="1829"/>
                    <a:pt x="919" y="1829"/>
                  </a:cubicBezTo>
                  <a:cubicBezTo>
                    <a:pt x="1419" y="1829"/>
                    <a:pt x="1829" y="1419"/>
                    <a:pt x="1829" y="919"/>
                  </a:cubicBezTo>
                  <a:cubicBezTo>
                    <a:pt x="1829" y="411"/>
                    <a:pt x="1419" y="0"/>
                    <a:pt x="9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70"/>
            <p:cNvSpPr/>
            <p:nvPr/>
          </p:nvSpPr>
          <p:spPr>
            <a:xfrm>
              <a:off x="2372264" y="2096028"/>
              <a:ext cx="97468" cy="97468"/>
            </a:xfrm>
            <a:custGeom>
              <a:avLst/>
              <a:gdLst/>
              <a:ahLst/>
              <a:cxnLst/>
              <a:rect l="l" t="t" r="r" b="b"/>
              <a:pathLst>
                <a:path w="4203" h="4203" extrusionOk="0">
                  <a:moveTo>
                    <a:pt x="2097" y="474"/>
                  </a:moveTo>
                  <a:cubicBezTo>
                    <a:pt x="2998" y="474"/>
                    <a:pt x="3730" y="1205"/>
                    <a:pt x="3730" y="2097"/>
                  </a:cubicBezTo>
                  <a:cubicBezTo>
                    <a:pt x="3730" y="2998"/>
                    <a:pt x="2998" y="3730"/>
                    <a:pt x="2097" y="3730"/>
                  </a:cubicBezTo>
                  <a:cubicBezTo>
                    <a:pt x="1205" y="3730"/>
                    <a:pt x="474" y="2998"/>
                    <a:pt x="474" y="2097"/>
                  </a:cubicBezTo>
                  <a:cubicBezTo>
                    <a:pt x="474" y="1205"/>
                    <a:pt x="1205" y="474"/>
                    <a:pt x="2097" y="474"/>
                  </a:cubicBezTo>
                  <a:close/>
                  <a:moveTo>
                    <a:pt x="2097" y="1"/>
                  </a:moveTo>
                  <a:cubicBezTo>
                    <a:pt x="947" y="1"/>
                    <a:pt x="1" y="938"/>
                    <a:pt x="1" y="2097"/>
                  </a:cubicBezTo>
                  <a:cubicBezTo>
                    <a:pt x="1" y="3257"/>
                    <a:pt x="947" y="4203"/>
                    <a:pt x="2097" y="4203"/>
                  </a:cubicBezTo>
                  <a:cubicBezTo>
                    <a:pt x="3257" y="4203"/>
                    <a:pt x="4203" y="3257"/>
                    <a:pt x="4203" y="2097"/>
                  </a:cubicBezTo>
                  <a:cubicBezTo>
                    <a:pt x="4203" y="938"/>
                    <a:pt x="3257" y="1"/>
                    <a:pt x="2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70"/>
            <p:cNvSpPr/>
            <p:nvPr/>
          </p:nvSpPr>
          <p:spPr>
            <a:xfrm>
              <a:off x="2504893" y="2096028"/>
              <a:ext cx="97259" cy="97468"/>
            </a:xfrm>
            <a:custGeom>
              <a:avLst/>
              <a:gdLst/>
              <a:ahLst/>
              <a:cxnLst/>
              <a:rect l="l" t="t" r="r" b="b"/>
              <a:pathLst>
                <a:path w="4194" h="4203" extrusionOk="0">
                  <a:moveTo>
                    <a:pt x="2097" y="474"/>
                  </a:moveTo>
                  <a:cubicBezTo>
                    <a:pt x="2989" y="474"/>
                    <a:pt x="3720" y="1205"/>
                    <a:pt x="3720" y="2097"/>
                  </a:cubicBezTo>
                  <a:cubicBezTo>
                    <a:pt x="3720" y="2998"/>
                    <a:pt x="2989" y="3730"/>
                    <a:pt x="2097" y="3730"/>
                  </a:cubicBezTo>
                  <a:cubicBezTo>
                    <a:pt x="1196" y="3730"/>
                    <a:pt x="473" y="2998"/>
                    <a:pt x="473" y="2097"/>
                  </a:cubicBezTo>
                  <a:cubicBezTo>
                    <a:pt x="473" y="1205"/>
                    <a:pt x="1196" y="474"/>
                    <a:pt x="2097" y="474"/>
                  </a:cubicBezTo>
                  <a:close/>
                  <a:moveTo>
                    <a:pt x="2097" y="1"/>
                  </a:moveTo>
                  <a:cubicBezTo>
                    <a:pt x="937" y="1"/>
                    <a:pt x="0" y="938"/>
                    <a:pt x="0" y="2097"/>
                  </a:cubicBezTo>
                  <a:cubicBezTo>
                    <a:pt x="0" y="3257"/>
                    <a:pt x="937" y="4203"/>
                    <a:pt x="2097" y="4203"/>
                  </a:cubicBezTo>
                  <a:cubicBezTo>
                    <a:pt x="3248" y="4203"/>
                    <a:pt x="4193" y="3257"/>
                    <a:pt x="4193" y="2097"/>
                  </a:cubicBezTo>
                  <a:cubicBezTo>
                    <a:pt x="4193" y="938"/>
                    <a:pt x="3248" y="1"/>
                    <a:pt x="2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70"/>
            <p:cNvSpPr/>
            <p:nvPr/>
          </p:nvSpPr>
          <p:spPr>
            <a:xfrm>
              <a:off x="2406401" y="2130699"/>
              <a:ext cx="29196" cy="28106"/>
            </a:xfrm>
            <a:custGeom>
              <a:avLst/>
              <a:gdLst/>
              <a:ahLst/>
              <a:cxnLst/>
              <a:rect l="l" t="t" r="r" b="b"/>
              <a:pathLst>
                <a:path w="1259" h="1212" extrusionOk="0">
                  <a:moveTo>
                    <a:pt x="260" y="0"/>
                  </a:moveTo>
                  <a:cubicBezTo>
                    <a:pt x="199" y="0"/>
                    <a:pt x="139" y="23"/>
                    <a:pt x="90" y="67"/>
                  </a:cubicBezTo>
                  <a:cubicBezTo>
                    <a:pt x="1" y="156"/>
                    <a:pt x="1" y="308"/>
                    <a:pt x="90" y="397"/>
                  </a:cubicBezTo>
                  <a:lnTo>
                    <a:pt x="295" y="602"/>
                  </a:lnTo>
                  <a:lnTo>
                    <a:pt x="90" y="808"/>
                  </a:lnTo>
                  <a:cubicBezTo>
                    <a:pt x="1" y="897"/>
                    <a:pt x="1" y="1048"/>
                    <a:pt x="90" y="1138"/>
                  </a:cubicBezTo>
                  <a:cubicBezTo>
                    <a:pt x="148" y="1187"/>
                    <a:pt x="204" y="1211"/>
                    <a:pt x="260" y="1211"/>
                  </a:cubicBezTo>
                  <a:cubicBezTo>
                    <a:pt x="315" y="1211"/>
                    <a:pt x="371" y="1187"/>
                    <a:pt x="429" y="1138"/>
                  </a:cubicBezTo>
                  <a:lnTo>
                    <a:pt x="625" y="941"/>
                  </a:lnTo>
                  <a:lnTo>
                    <a:pt x="831" y="1138"/>
                  </a:lnTo>
                  <a:cubicBezTo>
                    <a:pt x="889" y="1187"/>
                    <a:pt x="944" y="1211"/>
                    <a:pt x="1000" y="1211"/>
                  </a:cubicBezTo>
                  <a:cubicBezTo>
                    <a:pt x="1056" y="1211"/>
                    <a:pt x="1112" y="1187"/>
                    <a:pt x="1170" y="1138"/>
                  </a:cubicBezTo>
                  <a:cubicBezTo>
                    <a:pt x="1259" y="1048"/>
                    <a:pt x="1259" y="897"/>
                    <a:pt x="1170" y="808"/>
                  </a:cubicBezTo>
                  <a:lnTo>
                    <a:pt x="964" y="602"/>
                  </a:lnTo>
                  <a:lnTo>
                    <a:pt x="1170" y="397"/>
                  </a:lnTo>
                  <a:cubicBezTo>
                    <a:pt x="1259" y="308"/>
                    <a:pt x="1259" y="156"/>
                    <a:pt x="1170" y="67"/>
                  </a:cubicBezTo>
                  <a:cubicBezTo>
                    <a:pt x="1121" y="23"/>
                    <a:pt x="1060" y="0"/>
                    <a:pt x="1000" y="0"/>
                  </a:cubicBezTo>
                  <a:cubicBezTo>
                    <a:pt x="940" y="0"/>
                    <a:pt x="880" y="23"/>
                    <a:pt x="831" y="67"/>
                  </a:cubicBezTo>
                  <a:lnTo>
                    <a:pt x="625" y="272"/>
                  </a:lnTo>
                  <a:lnTo>
                    <a:pt x="429" y="67"/>
                  </a:lnTo>
                  <a:cubicBezTo>
                    <a:pt x="380" y="23"/>
                    <a:pt x="320" y="0"/>
                    <a:pt x="2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70"/>
            <p:cNvSpPr/>
            <p:nvPr/>
          </p:nvSpPr>
          <p:spPr>
            <a:xfrm>
              <a:off x="2538822" y="2130699"/>
              <a:ext cx="29196" cy="28106"/>
            </a:xfrm>
            <a:custGeom>
              <a:avLst/>
              <a:gdLst/>
              <a:ahLst/>
              <a:cxnLst/>
              <a:rect l="l" t="t" r="r" b="b"/>
              <a:pathLst>
                <a:path w="1259" h="1212" extrusionOk="0">
                  <a:moveTo>
                    <a:pt x="264" y="0"/>
                  </a:moveTo>
                  <a:cubicBezTo>
                    <a:pt x="203" y="0"/>
                    <a:pt x="143" y="23"/>
                    <a:pt x="99" y="67"/>
                  </a:cubicBezTo>
                  <a:cubicBezTo>
                    <a:pt x="0" y="156"/>
                    <a:pt x="0" y="308"/>
                    <a:pt x="99" y="397"/>
                  </a:cubicBezTo>
                  <a:lnTo>
                    <a:pt x="295" y="602"/>
                  </a:lnTo>
                  <a:lnTo>
                    <a:pt x="99" y="808"/>
                  </a:lnTo>
                  <a:cubicBezTo>
                    <a:pt x="0" y="897"/>
                    <a:pt x="0" y="1048"/>
                    <a:pt x="99" y="1138"/>
                  </a:cubicBezTo>
                  <a:cubicBezTo>
                    <a:pt x="152" y="1187"/>
                    <a:pt x="208" y="1211"/>
                    <a:pt x="264" y="1211"/>
                  </a:cubicBezTo>
                  <a:cubicBezTo>
                    <a:pt x="319" y="1211"/>
                    <a:pt x="375" y="1187"/>
                    <a:pt x="429" y="1138"/>
                  </a:cubicBezTo>
                  <a:lnTo>
                    <a:pt x="634" y="941"/>
                  </a:lnTo>
                  <a:lnTo>
                    <a:pt x="839" y="1138"/>
                  </a:lnTo>
                  <a:cubicBezTo>
                    <a:pt x="892" y="1187"/>
                    <a:pt x="948" y="1211"/>
                    <a:pt x="1004" y="1211"/>
                  </a:cubicBezTo>
                  <a:cubicBezTo>
                    <a:pt x="1060" y="1211"/>
                    <a:pt x="1116" y="1187"/>
                    <a:pt x="1169" y="1138"/>
                  </a:cubicBezTo>
                  <a:cubicBezTo>
                    <a:pt x="1258" y="1048"/>
                    <a:pt x="1258" y="897"/>
                    <a:pt x="1169" y="808"/>
                  </a:cubicBezTo>
                  <a:lnTo>
                    <a:pt x="964" y="602"/>
                  </a:lnTo>
                  <a:lnTo>
                    <a:pt x="1169" y="397"/>
                  </a:lnTo>
                  <a:cubicBezTo>
                    <a:pt x="1258" y="308"/>
                    <a:pt x="1258" y="156"/>
                    <a:pt x="1169" y="67"/>
                  </a:cubicBezTo>
                  <a:cubicBezTo>
                    <a:pt x="1124" y="23"/>
                    <a:pt x="1064" y="0"/>
                    <a:pt x="1004" y="0"/>
                  </a:cubicBezTo>
                  <a:cubicBezTo>
                    <a:pt x="944" y="0"/>
                    <a:pt x="884" y="23"/>
                    <a:pt x="839" y="67"/>
                  </a:cubicBezTo>
                  <a:lnTo>
                    <a:pt x="634" y="272"/>
                  </a:lnTo>
                  <a:lnTo>
                    <a:pt x="429" y="67"/>
                  </a:lnTo>
                  <a:cubicBezTo>
                    <a:pt x="384" y="23"/>
                    <a:pt x="324" y="0"/>
                    <a:pt x="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8" name="Google Shape;4678;p70"/>
          <p:cNvGrpSpPr/>
          <p:nvPr/>
        </p:nvGrpSpPr>
        <p:grpSpPr>
          <a:xfrm>
            <a:off x="5131570" y="2734465"/>
            <a:ext cx="358232" cy="357634"/>
            <a:chOff x="4947621" y="2678423"/>
            <a:chExt cx="374681" cy="374055"/>
          </a:xfrm>
        </p:grpSpPr>
        <p:sp>
          <p:nvSpPr>
            <p:cNvPr id="4679" name="Google Shape;4679;p70"/>
            <p:cNvSpPr/>
            <p:nvPr/>
          </p:nvSpPr>
          <p:spPr>
            <a:xfrm>
              <a:off x="5185746" y="2881576"/>
              <a:ext cx="83183" cy="55470"/>
            </a:xfrm>
            <a:custGeom>
              <a:avLst/>
              <a:gdLst/>
              <a:ahLst/>
              <a:cxnLst/>
              <a:rect l="l" t="t" r="r" b="b"/>
              <a:pathLst>
                <a:path w="3587" h="2392" extrusionOk="0">
                  <a:moveTo>
                    <a:pt x="0" y="1"/>
                  </a:moveTo>
                  <a:lnTo>
                    <a:pt x="2025" y="2392"/>
                  </a:lnTo>
                  <a:lnTo>
                    <a:pt x="3586" y="2392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70"/>
            <p:cNvSpPr/>
            <p:nvPr/>
          </p:nvSpPr>
          <p:spPr>
            <a:xfrm>
              <a:off x="4995001" y="2683595"/>
              <a:ext cx="321506" cy="222833"/>
            </a:xfrm>
            <a:custGeom>
              <a:avLst/>
              <a:gdLst/>
              <a:ahLst/>
              <a:cxnLst/>
              <a:rect l="l" t="t" r="r" b="b"/>
              <a:pathLst>
                <a:path w="13864" h="9609" extrusionOk="0">
                  <a:moveTo>
                    <a:pt x="0" y="1"/>
                  </a:moveTo>
                  <a:lnTo>
                    <a:pt x="0" y="9608"/>
                  </a:lnTo>
                  <a:lnTo>
                    <a:pt x="13863" y="9608"/>
                  </a:lnTo>
                  <a:lnTo>
                    <a:pt x="1386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70"/>
            <p:cNvSpPr/>
            <p:nvPr/>
          </p:nvSpPr>
          <p:spPr>
            <a:xfrm>
              <a:off x="5020650" y="2709035"/>
              <a:ext cx="270419" cy="172557"/>
            </a:xfrm>
            <a:custGeom>
              <a:avLst/>
              <a:gdLst/>
              <a:ahLst/>
              <a:cxnLst/>
              <a:rect l="l" t="t" r="r" b="b"/>
              <a:pathLst>
                <a:path w="11661" h="7441" extrusionOk="0">
                  <a:moveTo>
                    <a:pt x="0" y="1"/>
                  </a:moveTo>
                  <a:lnTo>
                    <a:pt x="0" y="7441"/>
                  </a:lnTo>
                  <a:lnTo>
                    <a:pt x="11660" y="7441"/>
                  </a:lnTo>
                  <a:lnTo>
                    <a:pt x="1166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70"/>
            <p:cNvSpPr/>
            <p:nvPr/>
          </p:nvSpPr>
          <p:spPr>
            <a:xfrm>
              <a:off x="4952793" y="2805603"/>
              <a:ext cx="169867" cy="98558"/>
            </a:xfrm>
            <a:custGeom>
              <a:avLst/>
              <a:gdLst/>
              <a:ahLst/>
              <a:cxnLst/>
              <a:rect l="l" t="t" r="r" b="b"/>
              <a:pathLst>
                <a:path w="7325" h="4250" extrusionOk="0">
                  <a:moveTo>
                    <a:pt x="2720" y="0"/>
                  </a:moveTo>
                  <a:cubicBezTo>
                    <a:pt x="2691" y="0"/>
                    <a:pt x="2661" y="1"/>
                    <a:pt x="2632" y="3"/>
                  </a:cubicBezTo>
                  <a:cubicBezTo>
                    <a:pt x="1775" y="48"/>
                    <a:pt x="1124" y="779"/>
                    <a:pt x="1169" y="1636"/>
                  </a:cubicBezTo>
                  <a:lnTo>
                    <a:pt x="1089" y="1636"/>
                  </a:lnTo>
                  <a:cubicBezTo>
                    <a:pt x="473" y="1671"/>
                    <a:pt x="0" y="2198"/>
                    <a:pt x="27" y="2813"/>
                  </a:cubicBezTo>
                  <a:cubicBezTo>
                    <a:pt x="61" y="3415"/>
                    <a:pt x="552" y="3877"/>
                    <a:pt x="1147" y="3877"/>
                  </a:cubicBezTo>
                  <a:cubicBezTo>
                    <a:pt x="1169" y="3877"/>
                    <a:pt x="1191" y="3876"/>
                    <a:pt x="1213" y="3875"/>
                  </a:cubicBezTo>
                  <a:lnTo>
                    <a:pt x="2221" y="4249"/>
                  </a:lnTo>
                  <a:lnTo>
                    <a:pt x="5817" y="4249"/>
                  </a:lnTo>
                  <a:cubicBezTo>
                    <a:pt x="6673" y="4205"/>
                    <a:pt x="7324" y="3482"/>
                    <a:pt x="7280" y="2626"/>
                  </a:cubicBezTo>
                  <a:cubicBezTo>
                    <a:pt x="7235" y="1814"/>
                    <a:pt x="6575" y="1181"/>
                    <a:pt x="5772" y="1163"/>
                  </a:cubicBezTo>
                  <a:cubicBezTo>
                    <a:pt x="5772" y="1154"/>
                    <a:pt x="5772" y="1154"/>
                    <a:pt x="5772" y="1154"/>
                  </a:cubicBezTo>
                  <a:cubicBezTo>
                    <a:pt x="5746" y="560"/>
                    <a:pt x="5255" y="90"/>
                    <a:pt x="4660" y="90"/>
                  </a:cubicBezTo>
                  <a:cubicBezTo>
                    <a:pt x="4638" y="90"/>
                    <a:pt x="4616" y="91"/>
                    <a:pt x="4594" y="92"/>
                  </a:cubicBezTo>
                  <a:cubicBezTo>
                    <a:pt x="4282" y="110"/>
                    <a:pt x="4015" y="253"/>
                    <a:pt x="3818" y="467"/>
                  </a:cubicBezTo>
                  <a:cubicBezTo>
                    <a:pt x="3534" y="183"/>
                    <a:pt x="3148" y="0"/>
                    <a:pt x="2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70"/>
            <p:cNvSpPr/>
            <p:nvPr/>
          </p:nvSpPr>
          <p:spPr>
            <a:xfrm>
              <a:off x="4966429" y="2874967"/>
              <a:ext cx="57140" cy="131603"/>
            </a:xfrm>
            <a:custGeom>
              <a:avLst/>
              <a:gdLst/>
              <a:ahLst/>
              <a:cxnLst/>
              <a:rect l="l" t="t" r="r" b="b"/>
              <a:pathLst>
                <a:path w="2464" h="5675" extrusionOk="0">
                  <a:moveTo>
                    <a:pt x="1098" y="0"/>
                  </a:moveTo>
                  <a:cubicBezTo>
                    <a:pt x="474" y="0"/>
                    <a:pt x="1" y="571"/>
                    <a:pt x="108" y="1187"/>
                  </a:cubicBezTo>
                  <a:lnTo>
                    <a:pt x="1205" y="5460"/>
                  </a:lnTo>
                  <a:cubicBezTo>
                    <a:pt x="1232" y="5585"/>
                    <a:pt x="1339" y="5674"/>
                    <a:pt x="1464" y="5674"/>
                  </a:cubicBezTo>
                  <a:lnTo>
                    <a:pt x="2463" y="5674"/>
                  </a:lnTo>
                  <a:lnTo>
                    <a:pt x="2115" y="1009"/>
                  </a:lnTo>
                  <a:cubicBezTo>
                    <a:pt x="2115" y="455"/>
                    <a:pt x="1660" y="0"/>
                    <a:pt x="1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70"/>
            <p:cNvSpPr/>
            <p:nvPr/>
          </p:nvSpPr>
          <p:spPr>
            <a:xfrm>
              <a:off x="5053743" y="2874967"/>
              <a:ext cx="57326" cy="131603"/>
            </a:xfrm>
            <a:custGeom>
              <a:avLst/>
              <a:gdLst/>
              <a:ahLst/>
              <a:cxnLst/>
              <a:rect l="l" t="t" r="r" b="b"/>
              <a:pathLst>
                <a:path w="2472" h="5675" extrusionOk="0">
                  <a:moveTo>
                    <a:pt x="1366" y="0"/>
                  </a:moveTo>
                  <a:cubicBezTo>
                    <a:pt x="812" y="0"/>
                    <a:pt x="357" y="455"/>
                    <a:pt x="357" y="1009"/>
                  </a:cubicBezTo>
                  <a:lnTo>
                    <a:pt x="1" y="5674"/>
                  </a:lnTo>
                  <a:lnTo>
                    <a:pt x="1000" y="5674"/>
                  </a:lnTo>
                  <a:cubicBezTo>
                    <a:pt x="1125" y="5674"/>
                    <a:pt x="1232" y="5585"/>
                    <a:pt x="1258" y="5460"/>
                  </a:cubicBezTo>
                  <a:lnTo>
                    <a:pt x="2365" y="1187"/>
                  </a:lnTo>
                  <a:cubicBezTo>
                    <a:pt x="2472" y="571"/>
                    <a:pt x="1999" y="0"/>
                    <a:pt x="1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70"/>
            <p:cNvSpPr/>
            <p:nvPr/>
          </p:nvSpPr>
          <p:spPr>
            <a:xfrm>
              <a:off x="5015270" y="2874549"/>
              <a:ext cx="46774" cy="131186"/>
            </a:xfrm>
            <a:custGeom>
              <a:avLst/>
              <a:gdLst/>
              <a:ahLst/>
              <a:cxnLst/>
              <a:rect l="l" t="t" r="r" b="b"/>
              <a:pathLst>
                <a:path w="2017" h="5657" extrusionOk="0">
                  <a:moveTo>
                    <a:pt x="1008" y="1"/>
                  </a:moveTo>
                  <a:cubicBezTo>
                    <a:pt x="455" y="1"/>
                    <a:pt x="0" y="447"/>
                    <a:pt x="0" y="1009"/>
                  </a:cubicBezTo>
                  <a:lnTo>
                    <a:pt x="357" y="5657"/>
                  </a:lnTo>
                  <a:lnTo>
                    <a:pt x="1669" y="5657"/>
                  </a:lnTo>
                  <a:lnTo>
                    <a:pt x="2016" y="1009"/>
                  </a:lnTo>
                  <a:cubicBezTo>
                    <a:pt x="2016" y="447"/>
                    <a:pt x="1570" y="1"/>
                    <a:pt x="1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70"/>
            <p:cNvSpPr/>
            <p:nvPr/>
          </p:nvSpPr>
          <p:spPr>
            <a:xfrm>
              <a:off x="5081874" y="2928353"/>
              <a:ext cx="61477" cy="118339"/>
            </a:xfrm>
            <a:custGeom>
              <a:avLst/>
              <a:gdLst/>
              <a:ahLst/>
              <a:cxnLst/>
              <a:rect l="l" t="t" r="r" b="b"/>
              <a:pathLst>
                <a:path w="2651" h="5103" extrusionOk="0">
                  <a:moveTo>
                    <a:pt x="474" y="0"/>
                  </a:moveTo>
                  <a:cubicBezTo>
                    <a:pt x="215" y="0"/>
                    <a:pt x="1" y="214"/>
                    <a:pt x="1" y="473"/>
                  </a:cubicBezTo>
                  <a:lnTo>
                    <a:pt x="1" y="4630"/>
                  </a:lnTo>
                  <a:cubicBezTo>
                    <a:pt x="1" y="4889"/>
                    <a:pt x="215" y="5103"/>
                    <a:pt x="474" y="5103"/>
                  </a:cubicBezTo>
                  <a:lnTo>
                    <a:pt x="2178" y="5103"/>
                  </a:lnTo>
                  <a:cubicBezTo>
                    <a:pt x="2436" y="5103"/>
                    <a:pt x="2650" y="4889"/>
                    <a:pt x="2650" y="4630"/>
                  </a:cubicBezTo>
                  <a:lnTo>
                    <a:pt x="2650" y="473"/>
                  </a:lnTo>
                  <a:cubicBezTo>
                    <a:pt x="2650" y="214"/>
                    <a:pt x="2436" y="0"/>
                    <a:pt x="2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70"/>
            <p:cNvSpPr/>
            <p:nvPr/>
          </p:nvSpPr>
          <p:spPr>
            <a:xfrm>
              <a:off x="5081874" y="2947995"/>
              <a:ext cx="61477" cy="71611"/>
            </a:xfrm>
            <a:custGeom>
              <a:avLst/>
              <a:gdLst/>
              <a:ahLst/>
              <a:cxnLst/>
              <a:rect l="l" t="t" r="r" b="b"/>
              <a:pathLst>
                <a:path w="2651" h="3088" extrusionOk="0">
                  <a:moveTo>
                    <a:pt x="1" y="1"/>
                  </a:moveTo>
                  <a:lnTo>
                    <a:pt x="1" y="3087"/>
                  </a:lnTo>
                  <a:lnTo>
                    <a:pt x="2650" y="3087"/>
                  </a:lnTo>
                  <a:lnTo>
                    <a:pt x="26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70"/>
            <p:cNvSpPr/>
            <p:nvPr/>
          </p:nvSpPr>
          <p:spPr>
            <a:xfrm>
              <a:off x="5131224" y="2816410"/>
              <a:ext cx="49673" cy="18181"/>
            </a:xfrm>
            <a:custGeom>
              <a:avLst/>
              <a:gdLst/>
              <a:ahLst/>
              <a:cxnLst/>
              <a:rect l="l" t="t" r="r" b="b"/>
              <a:pathLst>
                <a:path w="2142" h="784" extrusionOk="0">
                  <a:moveTo>
                    <a:pt x="1067" y="1"/>
                  </a:moveTo>
                  <a:cubicBezTo>
                    <a:pt x="728" y="1"/>
                    <a:pt x="406" y="135"/>
                    <a:pt x="166" y="376"/>
                  </a:cubicBezTo>
                  <a:cubicBezTo>
                    <a:pt x="0" y="548"/>
                    <a:pt x="159" y="784"/>
                    <a:pt x="339" y="784"/>
                  </a:cubicBezTo>
                  <a:cubicBezTo>
                    <a:pt x="392" y="784"/>
                    <a:pt x="447" y="763"/>
                    <a:pt x="496" y="715"/>
                  </a:cubicBezTo>
                  <a:cubicBezTo>
                    <a:pt x="647" y="563"/>
                    <a:pt x="853" y="474"/>
                    <a:pt x="1067" y="474"/>
                  </a:cubicBezTo>
                  <a:cubicBezTo>
                    <a:pt x="1281" y="474"/>
                    <a:pt x="1486" y="563"/>
                    <a:pt x="1638" y="715"/>
                  </a:cubicBezTo>
                  <a:cubicBezTo>
                    <a:pt x="1686" y="763"/>
                    <a:pt x="1742" y="784"/>
                    <a:pt x="1795" y="784"/>
                  </a:cubicBezTo>
                  <a:cubicBezTo>
                    <a:pt x="1977" y="784"/>
                    <a:pt x="2142" y="548"/>
                    <a:pt x="1977" y="376"/>
                  </a:cubicBezTo>
                  <a:cubicBezTo>
                    <a:pt x="1736" y="135"/>
                    <a:pt x="1415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70"/>
            <p:cNvSpPr/>
            <p:nvPr/>
          </p:nvSpPr>
          <p:spPr>
            <a:xfrm>
              <a:off x="5110306" y="2786632"/>
              <a:ext cx="91461" cy="26831"/>
            </a:xfrm>
            <a:custGeom>
              <a:avLst/>
              <a:gdLst/>
              <a:ahLst/>
              <a:cxnLst/>
              <a:rect l="l" t="t" r="r" b="b"/>
              <a:pathLst>
                <a:path w="3944" h="1157" extrusionOk="0">
                  <a:moveTo>
                    <a:pt x="1969" y="0"/>
                  </a:moveTo>
                  <a:cubicBezTo>
                    <a:pt x="1291" y="0"/>
                    <a:pt x="648" y="268"/>
                    <a:pt x="167" y="750"/>
                  </a:cubicBezTo>
                  <a:cubicBezTo>
                    <a:pt x="1" y="916"/>
                    <a:pt x="167" y="1157"/>
                    <a:pt x="350" y="1157"/>
                  </a:cubicBezTo>
                  <a:cubicBezTo>
                    <a:pt x="403" y="1157"/>
                    <a:pt x="458" y="1137"/>
                    <a:pt x="506" y="1089"/>
                  </a:cubicBezTo>
                  <a:cubicBezTo>
                    <a:pt x="898" y="696"/>
                    <a:pt x="1416" y="473"/>
                    <a:pt x="1969" y="473"/>
                  </a:cubicBezTo>
                  <a:cubicBezTo>
                    <a:pt x="2522" y="473"/>
                    <a:pt x="3048" y="696"/>
                    <a:pt x="3441" y="1089"/>
                  </a:cubicBezTo>
                  <a:cubicBezTo>
                    <a:pt x="3489" y="1137"/>
                    <a:pt x="3543" y="1157"/>
                    <a:pt x="3596" y="1157"/>
                  </a:cubicBezTo>
                  <a:cubicBezTo>
                    <a:pt x="3779" y="1157"/>
                    <a:pt x="3944" y="916"/>
                    <a:pt x="3771" y="750"/>
                  </a:cubicBezTo>
                  <a:cubicBezTo>
                    <a:pt x="3289" y="268"/>
                    <a:pt x="2656" y="0"/>
                    <a:pt x="1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70"/>
            <p:cNvSpPr/>
            <p:nvPr/>
          </p:nvSpPr>
          <p:spPr>
            <a:xfrm>
              <a:off x="5094815" y="2755858"/>
              <a:ext cx="122490" cy="33023"/>
            </a:xfrm>
            <a:custGeom>
              <a:avLst/>
              <a:gdLst/>
              <a:ahLst/>
              <a:cxnLst/>
              <a:rect l="l" t="t" r="r" b="b"/>
              <a:pathLst>
                <a:path w="5282" h="1424" extrusionOk="0">
                  <a:moveTo>
                    <a:pt x="2641" y="0"/>
                  </a:moveTo>
                  <a:cubicBezTo>
                    <a:pt x="1745" y="0"/>
                    <a:pt x="848" y="341"/>
                    <a:pt x="165" y="1024"/>
                  </a:cubicBezTo>
                  <a:cubicBezTo>
                    <a:pt x="0" y="1189"/>
                    <a:pt x="159" y="1423"/>
                    <a:pt x="343" y="1423"/>
                  </a:cubicBezTo>
                  <a:cubicBezTo>
                    <a:pt x="397" y="1423"/>
                    <a:pt x="454" y="1403"/>
                    <a:pt x="504" y="1354"/>
                  </a:cubicBezTo>
                  <a:cubicBezTo>
                    <a:pt x="1093" y="765"/>
                    <a:pt x="1867" y="471"/>
                    <a:pt x="2641" y="471"/>
                  </a:cubicBezTo>
                  <a:cubicBezTo>
                    <a:pt x="3415" y="471"/>
                    <a:pt x="4189" y="765"/>
                    <a:pt x="4778" y="1354"/>
                  </a:cubicBezTo>
                  <a:cubicBezTo>
                    <a:pt x="4827" y="1403"/>
                    <a:pt x="4882" y="1423"/>
                    <a:pt x="4936" y="1423"/>
                  </a:cubicBezTo>
                  <a:cubicBezTo>
                    <a:pt x="5118" y="1423"/>
                    <a:pt x="5282" y="1189"/>
                    <a:pt x="5117" y="1024"/>
                  </a:cubicBezTo>
                  <a:cubicBezTo>
                    <a:pt x="4434" y="341"/>
                    <a:pt x="3538" y="0"/>
                    <a:pt x="26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70"/>
            <p:cNvSpPr/>
            <p:nvPr/>
          </p:nvSpPr>
          <p:spPr>
            <a:xfrm>
              <a:off x="4947621" y="2678423"/>
              <a:ext cx="374681" cy="374055"/>
            </a:xfrm>
            <a:custGeom>
              <a:avLst/>
              <a:gdLst/>
              <a:ahLst/>
              <a:cxnLst/>
              <a:rect l="l" t="t" r="r" b="b"/>
              <a:pathLst>
                <a:path w="16157" h="16130" extrusionOk="0">
                  <a:moveTo>
                    <a:pt x="14586" y="1544"/>
                  </a:moveTo>
                  <a:lnTo>
                    <a:pt x="14586" y="8511"/>
                  </a:lnTo>
                  <a:lnTo>
                    <a:pt x="7717" y="8511"/>
                  </a:lnTo>
                  <a:cubicBezTo>
                    <a:pt x="7744" y="8368"/>
                    <a:pt x="7753" y="8235"/>
                    <a:pt x="7744" y="8092"/>
                  </a:cubicBezTo>
                  <a:cubicBezTo>
                    <a:pt x="7699" y="7235"/>
                    <a:pt x="7048" y="6540"/>
                    <a:pt x="6218" y="6415"/>
                  </a:cubicBezTo>
                  <a:cubicBezTo>
                    <a:pt x="6156" y="6138"/>
                    <a:pt x="6013" y="5879"/>
                    <a:pt x="5790" y="5683"/>
                  </a:cubicBezTo>
                  <a:cubicBezTo>
                    <a:pt x="5540" y="5450"/>
                    <a:pt x="5220" y="5334"/>
                    <a:pt x="4889" y="5334"/>
                  </a:cubicBezTo>
                  <a:cubicBezTo>
                    <a:pt x="4865" y="5334"/>
                    <a:pt x="4841" y="5334"/>
                    <a:pt x="4817" y="5335"/>
                  </a:cubicBezTo>
                  <a:cubicBezTo>
                    <a:pt x="4532" y="5353"/>
                    <a:pt x="4264" y="5451"/>
                    <a:pt x="4041" y="5621"/>
                  </a:cubicBezTo>
                  <a:cubicBezTo>
                    <a:pt x="3854" y="5469"/>
                    <a:pt x="3631" y="5362"/>
                    <a:pt x="3399" y="5300"/>
                  </a:cubicBezTo>
                  <a:lnTo>
                    <a:pt x="3399" y="1544"/>
                  </a:lnTo>
                  <a:close/>
                  <a:moveTo>
                    <a:pt x="2949" y="5725"/>
                  </a:moveTo>
                  <a:cubicBezTo>
                    <a:pt x="3295" y="5725"/>
                    <a:pt x="3633" y="5873"/>
                    <a:pt x="3872" y="6120"/>
                  </a:cubicBezTo>
                  <a:cubicBezTo>
                    <a:pt x="3927" y="6167"/>
                    <a:pt x="3983" y="6190"/>
                    <a:pt x="4038" y="6190"/>
                  </a:cubicBezTo>
                  <a:cubicBezTo>
                    <a:pt x="4099" y="6190"/>
                    <a:pt x="4159" y="6163"/>
                    <a:pt x="4220" y="6111"/>
                  </a:cubicBezTo>
                  <a:cubicBezTo>
                    <a:pt x="4380" y="5933"/>
                    <a:pt x="4594" y="5826"/>
                    <a:pt x="4835" y="5817"/>
                  </a:cubicBezTo>
                  <a:cubicBezTo>
                    <a:pt x="4857" y="5815"/>
                    <a:pt x="4878" y="5815"/>
                    <a:pt x="4899" y="5815"/>
                  </a:cubicBezTo>
                  <a:cubicBezTo>
                    <a:pt x="5109" y="5815"/>
                    <a:pt x="5315" y="5894"/>
                    <a:pt x="5469" y="6040"/>
                  </a:cubicBezTo>
                  <a:cubicBezTo>
                    <a:pt x="5647" y="6201"/>
                    <a:pt x="5754" y="6415"/>
                    <a:pt x="5763" y="6647"/>
                  </a:cubicBezTo>
                  <a:cubicBezTo>
                    <a:pt x="5763" y="6647"/>
                    <a:pt x="5763" y="6656"/>
                    <a:pt x="5763" y="6656"/>
                  </a:cubicBezTo>
                  <a:cubicBezTo>
                    <a:pt x="5772" y="6781"/>
                    <a:pt x="5870" y="6879"/>
                    <a:pt x="5995" y="6879"/>
                  </a:cubicBezTo>
                  <a:cubicBezTo>
                    <a:pt x="6673" y="6896"/>
                    <a:pt x="7235" y="7441"/>
                    <a:pt x="7271" y="8119"/>
                  </a:cubicBezTo>
                  <a:cubicBezTo>
                    <a:pt x="7280" y="8413"/>
                    <a:pt x="7208" y="8681"/>
                    <a:pt x="7057" y="8913"/>
                  </a:cubicBezTo>
                  <a:cubicBezTo>
                    <a:pt x="6843" y="8502"/>
                    <a:pt x="6405" y="8235"/>
                    <a:pt x="5942" y="8235"/>
                  </a:cubicBezTo>
                  <a:cubicBezTo>
                    <a:pt x="5531" y="8235"/>
                    <a:pt x="5156" y="8440"/>
                    <a:pt x="4933" y="8752"/>
                  </a:cubicBezTo>
                  <a:cubicBezTo>
                    <a:pt x="4710" y="8440"/>
                    <a:pt x="4345" y="8235"/>
                    <a:pt x="3925" y="8235"/>
                  </a:cubicBezTo>
                  <a:cubicBezTo>
                    <a:pt x="3515" y="8235"/>
                    <a:pt x="3149" y="8440"/>
                    <a:pt x="2917" y="8752"/>
                  </a:cubicBezTo>
                  <a:cubicBezTo>
                    <a:pt x="2694" y="8440"/>
                    <a:pt x="2329" y="8235"/>
                    <a:pt x="1909" y="8235"/>
                  </a:cubicBezTo>
                  <a:cubicBezTo>
                    <a:pt x="1445" y="8235"/>
                    <a:pt x="1008" y="8502"/>
                    <a:pt x="803" y="8913"/>
                  </a:cubicBezTo>
                  <a:cubicBezTo>
                    <a:pt x="616" y="8761"/>
                    <a:pt x="500" y="8538"/>
                    <a:pt x="491" y="8288"/>
                  </a:cubicBezTo>
                  <a:cubicBezTo>
                    <a:pt x="482" y="8047"/>
                    <a:pt x="562" y="7824"/>
                    <a:pt x="714" y="7646"/>
                  </a:cubicBezTo>
                  <a:cubicBezTo>
                    <a:pt x="874" y="7476"/>
                    <a:pt x="1088" y="7369"/>
                    <a:pt x="1329" y="7360"/>
                  </a:cubicBezTo>
                  <a:cubicBezTo>
                    <a:pt x="1481" y="7351"/>
                    <a:pt x="1642" y="7298"/>
                    <a:pt x="1624" y="7102"/>
                  </a:cubicBezTo>
                  <a:cubicBezTo>
                    <a:pt x="1588" y="6379"/>
                    <a:pt x="2141" y="5764"/>
                    <a:pt x="2864" y="5728"/>
                  </a:cubicBezTo>
                  <a:cubicBezTo>
                    <a:pt x="2892" y="5726"/>
                    <a:pt x="2921" y="5725"/>
                    <a:pt x="2949" y="5725"/>
                  </a:cubicBezTo>
                  <a:close/>
                  <a:moveTo>
                    <a:pt x="12650" y="10081"/>
                  </a:moveTo>
                  <a:lnTo>
                    <a:pt x="13337" y="10902"/>
                  </a:lnTo>
                  <a:lnTo>
                    <a:pt x="12400" y="10902"/>
                  </a:lnTo>
                  <a:lnTo>
                    <a:pt x="11705" y="10081"/>
                  </a:lnTo>
                  <a:close/>
                  <a:moveTo>
                    <a:pt x="7949" y="11000"/>
                  </a:moveTo>
                  <a:cubicBezTo>
                    <a:pt x="8083" y="11000"/>
                    <a:pt x="8190" y="11107"/>
                    <a:pt x="8190" y="11232"/>
                  </a:cubicBezTo>
                  <a:lnTo>
                    <a:pt x="8190" y="11375"/>
                  </a:lnTo>
                  <a:lnTo>
                    <a:pt x="6013" y="11375"/>
                  </a:lnTo>
                  <a:lnTo>
                    <a:pt x="6013" y="11232"/>
                  </a:lnTo>
                  <a:cubicBezTo>
                    <a:pt x="6013" y="11107"/>
                    <a:pt x="6120" y="11000"/>
                    <a:pt x="6254" y="11000"/>
                  </a:cubicBezTo>
                  <a:close/>
                  <a:moveTo>
                    <a:pt x="3916" y="8707"/>
                  </a:moveTo>
                  <a:cubicBezTo>
                    <a:pt x="4336" y="8707"/>
                    <a:pt x="4684" y="9055"/>
                    <a:pt x="4684" y="9475"/>
                  </a:cubicBezTo>
                  <a:lnTo>
                    <a:pt x="4354" y="13899"/>
                  </a:lnTo>
                  <a:lnTo>
                    <a:pt x="3479" y="13899"/>
                  </a:lnTo>
                  <a:lnTo>
                    <a:pt x="3337" y="12008"/>
                  </a:lnTo>
                  <a:cubicBezTo>
                    <a:pt x="3324" y="11865"/>
                    <a:pt x="3213" y="11798"/>
                    <a:pt x="3101" y="11798"/>
                  </a:cubicBezTo>
                  <a:cubicBezTo>
                    <a:pt x="2975" y="11798"/>
                    <a:pt x="2850" y="11883"/>
                    <a:pt x="2864" y="12044"/>
                  </a:cubicBezTo>
                  <a:lnTo>
                    <a:pt x="3007" y="13899"/>
                  </a:lnTo>
                  <a:lnTo>
                    <a:pt x="2266" y="13899"/>
                  </a:lnTo>
                  <a:cubicBezTo>
                    <a:pt x="2248" y="13891"/>
                    <a:pt x="2230" y="13882"/>
                    <a:pt x="2230" y="13864"/>
                  </a:cubicBezTo>
                  <a:lnTo>
                    <a:pt x="1142" y="9608"/>
                  </a:lnTo>
                  <a:cubicBezTo>
                    <a:pt x="1062" y="9145"/>
                    <a:pt x="1436" y="8707"/>
                    <a:pt x="1900" y="8707"/>
                  </a:cubicBezTo>
                  <a:cubicBezTo>
                    <a:pt x="2329" y="8707"/>
                    <a:pt x="2668" y="9055"/>
                    <a:pt x="2668" y="9475"/>
                  </a:cubicBezTo>
                  <a:cubicBezTo>
                    <a:pt x="2668" y="9484"/>
                    <a:pt x="2668" y="9492"/>
                    <a:pt x="2668" y="9501"/>
                  </a:cubicBezTo>
                  <a:lnTo>
                    <a:pt x="2766" y="10786"/>
                  </a:lnTo>
                  <a:cubicBezTo>
                    <a:pt x="2778" y="10929"/>
                    <a:pt x="2890" y="10996"/>
                    <a:pt x="3001" y="10996"/>
                  </a:cubicBezTo>
                  <a:cubicBezTo>
                    <a:pt x="3127" y="10996"/>
                    <a:pt x="3253" y="10911"/>
                    <a:pt x="3238" y="10750"/>
                  </a:cubicBezTo>
                  <a:lnTo>
                    <a:pt x="3140" y="9475"/>
                  </a:lnTo>
                  <a:cubicBezTo>
                    <a:pt x="3149" y="9055"/>
                    <a:pt x="3488" y="8707"/>
                    <a:pt x="3916" y="8707"/>
                  </a:cubicBezTo>
                  <a:close/>
                  <a:moveTo>
                    <a:pt x="5933" y="8725"/>
                  </a:moveTo>
                  <a:cubicBezTo>
                    <a:pt x="6397" y="8725"/>
                    <a:pt x="6771" y="9162"/>
                    <a:pt x="6691" y="9617"/>
                  </a:cubicBezTo>
                  <a:lnTo>
                    <a:pt x="6450" y="10554"/>
                  </a:lnTo>
                  <a:lnTo>
                    <a:pt x="6254" y="10554"/>
                  </a:lnTo>
                  <a:cubicBezTo>
                    <a:pt x="5861" y="10554"/>
                    <a:pt x="5540" y="10875"/>
                    <a:pt x="5540" y="11268"/>
                  </a:cubicBezTo>
                  <a:lnTo>
                    <a:pt x="5540" y="13899"/>
                  </a:lnTo>
                  <a:lnTo>
                    <a:pt x="4835" y="13899"/>
                  </a:lnTo>
                  <a:lnTo>
                    <a:pt x="5165" y="9510"/>
                  </a:lnTo>
                  <a:cubicBezTo>
                    <a:pt x="5165" y="9510"/>
                    <a:pt x="5165" y="9501"/>
                    <a:pt x="5165" y="9492"/>
                  </a:cubicBezTo>
                  <a:cubicBezTo>
                    <a:pt x="5165" y="9073"/>
                    <a:pt x="5513" y="8725"/>
                    <a:pt x="5933" y="8725"/>
                  </a:cubicBezTo>
                  <a:close/>
                  <a:moveTo>
                    <a:pt x="8190" y="11848"/>
                  </a:moveTo>
                  <a:lnTo>
                    <a:pt x="8190" y="14461"/>
                  </a:lnTo>
                  <a:lnTo>
                    <a:pt x="6013" y="14461"/>
                  </a:lnTo>
                  <a:lnTo>
                    <a:pt x="6013" y="11848"/>
                  </a:lnTo>
                  <a:close/>
                  <a:moveTo>
                    <a:pt x="8190" y="14934"/>
                  </a:moveTo>
                  <a:lnTo>
                    <a:pt x="8190" y="15389"/>
                  </a:lnTo>
                  <a:cubicBezTo>
                    <a:pt x="8190" y="15523"/>
                    <a:pt x="8083" y="15630"/>
                    <a:pt x="7949" y="15630"/>
                  </a:cubicBezTo>
                  <a:lnTo>
                    <a:pt x="6254" y="15630"/>
                  </a:lnTo>
                  <a:cubicBezTo>
                    <a:pt x="6120" y="15630"/>
                    <a:pt x="6013" y="15523"/>
                    <a:pt x="6013" y="15389"/>
                  </a:cubicBezTo>
                  <a:lnTo>
                    <a:pt x="6013" y="14934"/>
                  </a:lnTo>
                  <a:close/>
                  <a:moveTo>
                    <a:pt x="2061" y="1"/>
                  </a:moveTo>
                  <a:cubicBezTo>
                    <a:pt x="1927" y="1"/>
                    <a:pt x="1820" y="108"/>
                    <a:pt x="1820" y="232"/>
                  </a:cubicBezTo>
                  <a:lnTo>
                    <a:pt x="1820" y="5648"/>
                  </a:lnTo>
                  <a:cubicBezTo>
                    <a:pt x="1445" y="5951"/>
                    <a:pt x="1196" y="6406"/>
                    <a:pt x="1151" y="6905"/>
                  </a:cubicBezTo>
                  <a:cubicBezTo>
                    <a:pt x="848" y="6959"/>
                    <a:pt x="571" y="7111"/>
                    <a:pt x="366" y="7343"/>
                  </a:cubicBezTo>
                  <a:cubicBezTo>
                    <a:pt x="116" y="7610"/>
                    <a:pt x="0" y="7958"/>
                    <a:pt x="18" y="8324"/>
                  </a:cubicBezTo>
                  <a:cubicBezTo>
                    <a:pt x="36" y="8770"/>
                    <a:pt x="286" y="9180"/>
                    <a:pt x="669" y="9412"/>
                  </a:cubicBezTo>
                  <a:cubicBezTo>
                    <a:pt x="660" y="9501"/>
                    <a:pt x="669" y="9600"/>
                    <a:pt x="687" y="9698"/>
                  </a:cubicBezTo>
                  <a:cubicBezTo>
                    <a:pt x="687" y="9707"/>
                    <a:pt x="687" y="9716"/>
                    <a:pt x="687" y="9716"/>
                  </a:cubicBezTo>
                  <a:lnTo>
                    <a:pt x="1784" y="13980"/>
                  </a:lnTo>
                  <a:cubicBezTo>
                    <a:pt x="1838" y="14212"/>
                    <a:pt x="2043" y="14372"/>
                    <a:pt x="2275" y="14372"/>
                  </a:cubicBezTo>
                  <a:lnTo>
                    <a:pt x="5540" y="14372"/>
                  </a:lnTo>
                  <a:lnTo>
                    <a:pt x="5540" y="15425"/>
                  </a:lnTo>
                  <a:cubicBezTo>
                    <a:pt x="5540" y="15817"/>
                    <a:pt x="5861" y="16130"/>
                    <a:pt x="6254" y="16130"/>
                  </a:cubicBezTo>
                  <a:lnTo>
                    <a:pt x="7949" y="16130"/>
                  </a:lnTo>
                  <a:cubicBezTo>
                    <a:pt x="8341" y="16130"/>
                    <a:pt x="8662" y="15817"/>
                    <a:pt x="8662" y="15425"/>
                  </a:cubicBezTo>
                  <a:lnTo>
                    <a:pt x="8662" y="11268"/>
                  </a:lnTo>
                  <a:cubicBezTo>
                    <a:pt x="8662" y="10875"/>
                    <a:pt x="8341" y="10554"/>
                    <a:pt x="7949" y="10554"/>
                  </a:cubicBezTo>
                  <a:lnTo>
                    <a:pt x="6887" y="10554"/>
                  </a:lnTo>
                  <a:lnTo>
                    <a:pt x="7012" y="10081"/>
                  </a:lnTo>
                  <a:lnTo>
                    <a:pt x="11089" y="10081"/>
                  </a:lnTo>
                  <a:lnTo>
                    <a:pt x="12115" y="11295"/>
                  </a:lnTo>
                  <a:cubicBezTo>
                    <a:pt x="12160" y="11348"/>
                    <a:pt x="12222" y="11375"/>
                    <a:pt x="12293" y="11375"/>
                  </a:cubicBezTo>
                  <a:lnTo>
                    <a:pt x="13846" y="11375"/>
                  </a:lnTo>
                  <a:cubicBezTo>
                    <a:pt x="14051" y="11375"/>
                    <a:pt x="14158" y="11143"/>
                    <a:pt x="14033" y="10982"/>
                  </a:cubicBezTo>
                  <a:lnTo>
                    <a:pt x="13266" y="10081"/>
                  </a:lnTo>
                  <a:lnTo>
                    <a:pt x="15924" y="10081"/>
                  </a:lnTo>
                  <a:cubicBezTo>
                    <a:pt x="16058" y="10081"/>
                    <a:pt x="16156" y="9974"/>
                    <a:pt x="16156" y="9849"/>
                  </a:cubicBezTo>
                  <a:lnTo>
                    <a:pt x="16156" y="3123"/>
                  </a:lnTo>
                  <a:cubicBezTo>
                    <a:pt x="16156" y="2971"/>
                    <a:pt x="16038" y="2895"/>
                    <a:pt x="15920" y="2895"/>
                  </a:cubicBezTo>
                  <a:cubicBezTo>
                    <a:pt x="15802" y="2895"/>
                    <a:pt x="15683" y="2971"/>
                    <a:pt x="15683" y="3123"/>
                  </a:cubicBezTo>
                  <a:lnTo>
                    <a:pt x="15683" y="9608"/>
                  </a:lnTo>
                  <a:lnTo>
                    <a:pt x="7190" y="9608"/>
                  </a:lnTo>
                  <a:cubicBezTo>
                    <a:pt x="7190" y="9573"/>
                    <a:pt x="7199" y="9528"/>
                    <a:pt x="7199" y="9484"/>
                  </a:cubicBezTo>
                  <a:cubicBezTo>
                    <a:pt x="7351" y="9341"/>
                    <a:pt x="7476" y="9171"/>
                    <a:pt x="7565" y="8984"/>
                  </a:cubicBezTo>
                  <a:lnTo>
                    <a:pt x="14818" y="8984"/>
                  </a:lnTo>
                  <a:cubicBezTo>
                    <a:pt x="14952" y="8984"/>
                    <a:pt x="15059" y="8877"/>
                    <a:pt x="15059" y="8743"/>
                  </a:cubicBezTo>
                  <a:lnTo>
                    <a:pt x="15059" y="1303"/>
                  </a:lnTo>
                  <a:cubicBezTo>
                    <a:pt x="15059" y="1178"/>
                    <a:pt x="14952" y="1071"/>
                    <a:pt x="14818" y="1071"/>
                  </a:cubicBezTo>
                  <a:lnTo>
                    <a:pt x="3158" y="1071"/>
                  </a:lnTo>
                  <a:cubicBezTo>
                    <a:pt x="3033" y="1071"/>
                    <a:pt x="2926" y="1178"/>
                    <a:pt x="2926" y="1303"/>
                  </a:cubicBezTo>
                  <a:lnTo>
                    <a:pt x="2926" y="5291"/>
                  </a:lnTo>
                  <a:cubicBezTo>
                    <a:pt x="2712" y="5291"/>
                    <a:pt x="2498" y="5335"/>
                    <a:pt x="2293" y="5416"/>
                  </a:cubicBezTo>
                  <a:lnTo>
                    <a:pt x="2293" y="438"/>
                  </a:lnTo>
                  <a:lnTo>
                    <a:pt x="15683" y="438"/>
                  </a:lnTo>
                  <a:lnTo>
                    <a:pt x="15683" y="1865"/>
                  </a:lnTo>
                  <a:cubicBezTo>
                    <a:pt x="15683" y="1999"/>
                    <a:pt x="15790" y="2106"/>
                    <a:pt x="15924" y="2106"/>
                  </a:cubicBezTo>
                  <a:cubicBezTo>
                    <a:pt x="16058" y="2106"/>
                    <a:pt x="16156" y="1999"/>
                    <a:pt x="16156" y="1865"/>
                  </a:cubicBezTo>
                  <a:lnTo>
                    <a:pt x="16156" y="232"/>
                  </a:lnTo>
                  <a:cubicBezTo>
                    <a:pt x="16156" y="108"/>
                    <a:pt x="16058" y="1"/>
                    <a:pt x="15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2" name="Google Shape;4692;p70"/>
          <p:cNvGrpSpPr/>
          <p:nvPr/>
        </p:nvGrpSpPr>
        <p:grpSpPr>
          <a:xfrm>
            <a:off x="5597719" y="2734298"/>
            <a:ext cx="358232" cy="357967"/>
            <a:chOff x="5558959" y="2678075"/>
            <a:chExt cx="374681" cy="374404"/>
          </a:xfrm>
        </p:grpSpPr>
        <p:sp>
          <p:nvSpPr>
            <p:cNvPr id="4693" name="Google Shape;4693;p70"/>
            <p:cNvSpPr/>
            <p:nvPr/>
          </p:nvSpPr>
          <p:spPr>
            <a:xfrm>
              <a:off x="5576769" y="2829049"/>
              <a:ext cx="51946" cy="43667"/>
            </a:xfrm>
            <a:custGeom>
              <a:avLst/>
              <a:gdLst/>
              <a:ahLst/>
              <a:cxnLst/>
              <a:rect l="l" t="t" r="r" b="b"/>
              <a:pathLst>
                <a:path w="2240" h="1883" extrusionOk="0">
                  <a:moveTo>
                    <a:pt x="946" y="0"/>
                  </a:moveTo>
                  <a:cubicBezTo>
                    <a:pt x="428" y="0"/>
                    <a:pt x="0" y="419"/>
                    <a:pt x="0" y="937"/>
                  </a:cubicBezTo>
                  <a:cubicBezTo>
                    <a:pt x="0" y="1463"/>
                    <a:pt x="428" y="1882"/>
                    <a:pt x="946" y="1882"/>
                  </a:cubicBezTo>
                  <a:lnTo>
                    <a:pt x="2239" y="1882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70"/>
            <p:cNvSpPr/>
            <p:nvPr/>
          </p:nvSpPr>
          <p:spPr>
            <a:xfrm>
              <a:off x="5863294" y="2829049"/>
              <a:ext cx="51946" cy="43667"/>
            </a:xfrm>
            <a:custGeom>
              <a:avLst/>
              <a:gdLst/>
              <a:ahLst/>
              <a:cxnLst/>
              <a:rect l="l" t="t" r="r" b="b"/>
              <a:pathLst>
                <a:path w="2240" h="1883" extrusionOk="0">
                  <a:moveTo>
                    <a:pt x="1" y="0"/>
                  </a:moveTo>
                  <a:lnTo>
                    <a:pt x="1" y="1882"/>
                  </a:lnTo>
                  <a:lnTo>
                    <a:pt x="1294" y="1882"/>
                  </a:lnTo>
                  <a:cubicBezTo>
                    <a:pt x="1812" y="1882"/>
                    <a:pt x="2240" y="1463"/>
                    <a:pt x="2240" y="937"/>
                  </a:cubicBezTo>
                  <a:cubicBezTo>
                    <a:pt x="2240" y="419"/>
                    <a:pt x="1812" y="0"/>
                    <a:pt x="12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70"/>
            <p:cNvSpPr/>
            <p:nvPr/>
          </p:nvSpPr>
          <p:spPr>
            <a:xfrm>
              <a:off x="5576769" y="2850338"/>
              <a:ext cx="338458" cy="137192"/>
            </a:xfrm>
            <a:custGeom>
              <a:avLst/>
              <a:gdLst/>
              <a:ahLst/>
              <a:cxnLst/>
              <a:rect l="l" t="t" r="r" b="b"/>
              <a:pathLst>
                <a:path w="14595" h="5916" extrusionOk="0">
                  <a:moveTo>
                    <a:pt x="7262" y="1"/>
                  </a:moveTo>
                  <a:lnTo>
                    <a:pt x="1499" y="955"/>
                  </a:lnTo>
                  <a:cubicBezTo>
                    <a:pt x="669" y="955"/>
                    <a:pt x="0" y="1625"/>
                    <a:pt x="0" y="2454"/>
                  </a:cubicBezTo>
                  <a:lnTo>
                    <a:pt x="0" y="4417"/>
                  </a:lnTo>
                  <a:cubicBezTo>
                    <a:pt x="0" y="5246"/>
                    <a:pt x="669" y="5916"/>
                    <a:pt x="1499" y="5916"/>
                  </a:cubicBezTo>
                  <a:lnTo>
                    <a:pt x="13096" y="5916"/>
                  </a:lnTo>
                  <a:cubicBezTo>
                    <a:pt x="13917" y="5916"/>
                    <a:pt x="14595" y="5246"/>
                    <a:pt x="14595" y="4417"/>
                  </a:cubicBezTo>
                  <a:lnTo>
                    <a:pt x="14595" y="2454"/>
                  </a:lnTo>
                  <a:cubicBezTo>
                    <a:pt x="14595" y="1625"/>
                    <a:pt x="13917" y="955"/>
                    <a:pt x="13096" y="955"/>
                  </a:cubicBezTo>
                  <a:lnTo>
                    <a:pt x="72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70"/>
            <p:cNvSpPr/>
            <p:nvPr/>
          </p:nvSpPr>
          <p:spPr>
            <a:xfrm>
              <a:off x="5576769" y="2913023"/>
              <a:ext cx="75947" cy="48235"/>
            </a:xfrm>
            <a:custGeom>
              <a:avLst/>
              <a:gdLst/>
              <a:ahLst/>
              <a:cxnLst/>
              <a:rect l="l" t="t" r="r" b="b"/>
              <a:pathLst>
                <a:path w="3275" h="2080" extrusionOk="0">
                  <a:moveTo>
                    <a:pt x="0" y="1"/>
                  </a:moveTo>
                  <a:lnTo>
                    <a:pt x="0" y="2080"/>
                  </a:lnTo>
                  <a:lnTo>
                    <a:pt x="3274" y="2080"/>
                  </a:lnTo>
                  <a:lnTo>
                    <a:pt x="3274" y="2071"/>
                  </a:lnTo>
                  <a:cubicBezTo>
                    <a:pt x="3274" y="929"/>
                    <a:pt x="2346" y="1"/>
                    <a:pt x="1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70"/>
            <p:cNvSpPr/>
            <p:nvPr/>
          </p:nvSpPr>
          <p:spPr>
            <a:xfrm>
              <a:off x="5839082" y="2913023"/>
              <a:ext cx="76156" cy="48235"/>
            </a:xfrm>
            <a:custGeom>
              <a:avLst/>
              <a:gdLst/>
              <a:ahLst/>
              <a:cxnLst/>
              <a:rect l="l" t="t" r="r" b="b"/>
              <a:pathLst>
                <a:path w="3284" h="2080" extrusionOk="0">
                  <a:moveTo>
                    <a:pt x="2080" y="1"/>
                  </a:moveTo>
                  <a:cubicBezTo>
                    <a:pt x="929" y="1"/>
                    <a:pt x="1" y="929"/>
                    <a:pt x="1" y="2071"/>
                  </a:cubicBezTo>
                  <a:lnTo>
                    <a:pt x="1" y="2080"/>
                  </a:lnTo>
                  <a:lnTo>
                    <a:pt x="3284" y="2080"/>
                  </a:lnTo>
                  <a:lnTo>
                    <a:pt x="32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70"/>
            <p:cNvSpPr/>
            <p:nvPr/>
          </p:nvSpPr>
          <p:spPr>
            <a:xfrm>
              <a:off x="5697988" y="2706971"/>
              <a:ext cx="96633" cy="54033"/>
            </a:xfrm>
            <a:custGeom>
              <a:avLst/>
              <a:gdLst/>
              <a:ahLst/>
              <a:cxnLst/>
              <a:rect l="l" t="t" r="r" b="b"/>
              <a:pathLst>
                <a:path w="4167" h="2330" extrusionOk="0">
                  <a:moveTo>
                    <a:pt x="866" y="1"/>
                  </a:moveTo>
                  <a:cubicBezTo>
                    <a:pt x="393" y="1"/>
                    <a:pt x="1" y="384"/>
                    <a:pt x="1" y="866"/>
                  </a:cubicBezTo>
                  <a:lnTo>
                    <a:pt x="1" y="2329"/>
                  </a:lnTo>
                  <a:lnTo>
                    <a:pt x="4167" y="2329"/>
                  </a:lnTo>
                  <a:lnTo>
                    <a:pt x="4167" y="866"/>
                  </a:lnTo>
                  <a:cubicBezTo>
                    <a:pt x="4167" y="384"/>
                    <a:pt x="3774" y="1"/>
                    <a:pt x="3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70"/>
            <p:cNvSpPr/>
            <p:nvPr/>
          </p:nvSpPr>
          <p:spPr>
            <a:xfrm>
              <a:off x="5588550" y="2994748"/>
              <a:ext cx="71611" cy="51946"/>
            </a:xfrm>
            <a:custGeom>
              <a:avLst/>
              <a:gdLst/>
              <a:ahLst/>
              <a:cxnLst/>
              <a:rect l="l" t="t" r="r" b="b"/>
              <a:pathLst>
                <a:path w="3088" h="2240" extrusionOk="0">
                  <a:moveTo>
                    <a:pt x="1" y="1"/>
                  </a:moveTo>
                  <a:lnTo>
                    <a:pt x="1" y="1366"/>
                  </a:lnTo>
                  <a:cubicBezTo>
                    <a:pt x="1" y="1847"/>
                    <a:pt x="393" y="2240"/>
                    <a:pt x="875" y="2240"/>
                  </a:cubicBezTo>
                  <a:lnTo>
                    <a:pt x="2204" y="2240"/>
                  </a:lnTo>
                  <a:cubicBezTo>
                    <a:pt x="2695" y="2240"/>
                    <a:pt x="3087" y="1847"/>
                    <a:pt x="3087" y="1366"/>
                  </a:cubicBezTo>
                  <a:lnTo>
                    <a:pt x="3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70"/>
            <p:cNvSpPr/>
            <p:nvPr/>
          </p:nvSpPr>
          <p:spPr>
            <a:xfrm>
              <a:off x="5831847" y="2994748"/>
              <a:ext cx="71611" cy="51946"/>
            </a:xfrm>
            <a:custGeom>
              <a:avLst/>
              <a:gdLst/>
              <a:ahLst/>
              <a:cxnLst/>
              <a:rect l="l" t="t" r="r" b="b"/>
              <a:pathLst>
                <a:path w="3088" h="2240" extrusionOk="0">
                  <a:moveTo>
                    <a:pt x="1" y="1"/>
                  </a:moveTo>
                  <a:lnTo>
                    <a:pt x="1" y="1366"/>
                  </a:lnTo>
                  <a:cubicBezTo>
                    <a:pt x="1" y="1847"/>
                    <a:pt x="393" y="2240"/>
                    <a:pt x="875" y="2240"/>
                  </a:cubicBezTo>
                  <a:lnTo>
                    <a:pt x="2213" y="2240"/>
                  </a:lnTo>
                  <a:cubicBezTo>
                    <a:pt x="2695" y="2240"/>
                    <a:pt x="3087" y="1847"/>
                    <a:pt x="3087" y="1366"/>
                  </a:cubicBezTo>
                  <a:lnTo>
                    <a:pt x="3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70"/>
            <p:cNvSpPr/>
            <p:nvPr/>
          </p:nvSpPr>
          <p:spPr>
            <a:xfrm>
              <a:off x="5564339" y="2960402"/>
              <a:ext cx="363318" cy="37266"/>
            </a:xfrm>
            <a:custGeom>
              <a:avLst/>
              <a:gdLst/>
              <a:ahLst/>
              <a:cxnLst/>
              <a:rect l="l" t="t" r="r" b="b"/>
              <a:pathLst>
                <a:path w="15667" h="1607" extrusionOk="0">
                  <a:moveTo>
                    <a:pt x="795" y="1"/>
                  </a:moveTo>
                  <a:cubicBezTo>
                    <a:pt x="358" y="1"/>
                    <a:pt x="1" y="358"/>
                    <a:pt x="1" y="795"/>
                  </a:cubicBezTo>
                  <a:lnTo>
                    <a:pt x="1" y="813"/>
                  </a:lnTo>
                  <a:cubicBezTo>
                    <a:pt x="1" y="1259"/>
                    <a:pt x="358" y="1607"/>
                    <a:pt x="795" y="1607"/>
                  </a:cubicBezTo>
                  <a:lnTo>
                    <a:pt x="14863" y="1607"/>
                  </a:lnTo>
                  <a:cubicBezTo>
                    <a:pt x="15309" y="1607"/>
                    <a:pt x="15666" y="1259"/>
                    <a:pt x="15666" y="813"/>
                  </a:cubicBezTo>
                  <a:lnTo>
                    <a:pt x="15666" y="795"/>
                  </a:lnTo>
                  <a:cubicBezTo>
                    <a:pt x="15666" y="358"/>
                    <a:pt x="15309" y="1"/>
                    <a:pt x="148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70"/>
            <p:cNvSpPr/>
            <p:nvPr/>
          </p:nvSpPr>
          <p:spPr>
            <a:xfrm>
              <a:off x="5611718" y="2753724"/>
              <a:ext cx="268563" cy="118362"/>
            </a:xfrm>
            <a:custGeom>
              <a:avLst/>
              <a:gdLst/>
              <a:ahLst/>
              <a:cxnLst/>
              <a:rect l="l" t="t" r="r" b="b"/>
              <a:pathLst>
                <a:path w="11581" h="5104" extrusionOk="0">
                  <a:moveTo>
                    <a:pt x="1865" y="1"/>
                  </a:moveTo>
                  <a:cubicBezTo>
                    <a:pt x="1562" y="1"/>
                    <a:pt x="1294" y="206"/>
                    <a:pt x="1214" y="500"/>
                  </a:cubicBezTo>
                  <a:lnTo>
                    <a:pt x="1" y="5104"/>
                  </a:lnTo>
                  <a:lnTo>
                    <a:pt x="11580" y="5104"/>
                  </a:lnTo>
                  <a:lnTo>
                    <a:pt x="10367" y="500"/>
                  </a:lnTo>
                  <a:cubicBezTo>
                    <a:pt x="10296" y="206"/>
                    <a:pt x="10028" y="1"/>
                    <a:pt x="97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70"/>
            <p:cNvSpPr/>
            <p:nvPr/>
          </p:nvSpPr>
          <p:spPr>
            <a:xfrm>
              <a:off x="5724890" y="2724365"/>
              <a:ext cx="42438" cy="10969"/>
            </a:xfrm>
            <a:custGeom>
              <a:avLst/>
              <a:gdLst/>
              <a:ahLst/>
              <a:cxnLst/>
              <a:rect l="l" t="t" r="r" b="b"/>
              <a:pathLst>
                <a:path w="1830" h="473" extrusionOk="0">
                  <a:moveTo>
                    <a:pt x="259" y="0"/>
                  </a:moveTo>
                  <a:cubicBezTo>
                    <a:pt x="134" y="0"/>
                    <a:pt x="27" y="89"/>
                    <a:pt x="9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1571" y="473"/>
                  </a:lnTo>
                  <a:cubicBezTo>
                    <a:pt x="1695" y="473"/>
                    <a:pt x="1803" y="393"/>
                    <a:pt x="1811" y="268"/>
                  </a:cubicBezTo>
                  <a:cubicBezTo>
                    <a:pt x="1829" y="125"/>
                    <a:pt x="1722" y="0"/>
                    <a:pt x="1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70"/>
            <p:cNvSpPr/>
            <p:nvPr/>
          </p:nvSpPr>
          <p:spPr>
            <a:xfrm>
              <a:off x="5659306" y="2678075"/>
              <a:ext cx="32999" cy="22680"/>
            </a:xfrm>
            <a:custGeom>
              <a:avLst/>
              <a:gdLst/>
              <a:ahLst/>
              <a:cxnLst/>
              <a:rect l="l" t="t" r="r" b="b"/>
              <a:pathLst>
                <a:path w="1423" h="978" extrusionOk="0">
                  <a:moveTo>
                    <a:pt x="266" y="1"/>
                  </a:moveTo>
                  <a:cubicBezTo>
                    <a:pt x="186" y="1"/>
                    <a:pt x="109" y="38"/>
                    <a:pt x="63" y="114"/>
                  </a:cubicBezTo>
                  <a:cubicBezTo>
                    <a:pt x="1" y="221"/>
                    <a:pt x="27" y="372"/>
                    <a:pt x="143" y="435"/>
                  </a:cubicBezTo>
                  <a:lnTo>
                    <a:pt x="955" y="943"/>
                  </a:lnTo>
                  <a:cubicBezTo>
                    <a:pt x="994" y="967"/>
                    <a:pt x="1034" y="978"/>
                    <a:pt x="1071" y="978"/>
                  </a:cubicBezTo>
                  <a:cubicBezTo>
                    <a:pt x="1273" y="978"/>
                    <a:pt x="1423" y="677"/>
                    <a:pt x="1205" y="542"/>
                  </a:cubicBezTo>
                  <a:lnTo>
                    <a:pt x="393" y="33"/>
                  </a:lnTo>
                  <a:cubicBezTo>
                    <a:pt x="352" y="12"/>
                    <a:pt x="309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70"/>
            <p:cNvSpPr/>
            <p:nvPr/>
          </p:nvSpPr>
          <p:spPr>
            <a:xfrm>
              <a:off x="5641727" y="2719379"/>
              <a:ext cx="37452" cy="10992"/>
            </a:xfrm>
            <a:custGeom>
              <a:avLst/>
              <a:gdLst/>
              <a:ahLst/>
              <a:cxnLst/>
              <a:rect l="l" t="t" r="r" b="b"/>
              <a:pathLst>
                <a:path w="1615" h="474" extrusionOk="0">
                  <a:moveTo>
                    <a:pt x="250" y="1"/>
                  </a:moveTo>
                  <a:cubicBezTo>
                    <a:pt x="116" y="1"/>
                    <a:pt x="0" y="117"/>
                    <a:pt x="18" y="269"/>
                  </a:cubicBezTo>
                  <a:cubicBezTo>
                    <a:pt x="36" y="385"/>
                    <a:pt x="143" y="474"/>
                    <a:pt x="259" y="474"/>
                  </a:cubicBezTo>
                  <a:lnTo>
                    <a:pt x="1312" y="474"/>
                  </a:lnTo>
                  <a:cubicBezTo>
                    <a:pt x="1615" y="474"/>
                    <a:pt x="1615" y="1"/>
                    <a:pt x="1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70"/>
            <p:cNvSpPr/>
            <p:nvPr/>
          </p:nvSpPr>
          <p:spPr>
            <a:xfrm>
              <a:off x="5800191" y="2678075"/>
              <a:ext cx="32721" cy="22726"/>
            </a:xfrm>
            <a:custGeom>
              <a:avLst/>
              <a:gdLst/>
              <a:ahLst/>
              <a:cxnLst/>
              <a:rect l="l" t="t" r="r" b="b"/>
              <a:pathLst>
                <a:path w="1411" h="980" extrusionOk="0">
                  <a:moveTo>
                    <a:pt x="1145" y="1"/>
                  </a:moveTo>
                  <a:cubicBezTo>
                    <a:pt x="1102" y="1"/>
                    <a:pt x="1058" y="12"/>
                    <a:pt x="1018" y="33"/>
                  </a:cubicBezTo>
                  <a:lnTo>
                    <a:pt x="206" y="542"/>
                  </a:lnTo>
                  <a:cubicBezTo>
                    <a:pt x="1" y="667"/>
                    <a:pt x="108" y="979"/>
                    <a:pt x="331" y="979"/>
                  </a:cubicBezTo>
                  <a:cubicBezTo>
                    <a:pt x="375" y="979"/>
                    <a:pt x="420" y="961"/>
                    <a:pt x="456" y="943"/>
                  </a:cubicBezTo>
                  <a:lnTo>
                    <a:pt x="1268" y="435"/>
                  </a:lnTo>
                  <a:cubicBezTo>
                    <a:pt x="1375" y="372"/>
                    <a:pt x="1410" y="221"/>
                    <a:pt x="1348" y="114"/>
                  </a:cubicBezTo>
                  <a:cubicBezTo>
                    <a:pt x="1301" y="38"/>
                    <a:pt x="1225" y="1"/>
                    <a:pt x="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70"/>
            <p:cNvSpPr/>
            <p:nvPr/>
          </p:nvSpPr>
          <p:spPr>
            <a:xfrm>
              <a:off x="5814268" y="2719379"/>
              <a:ext cx="36223" cy="10992"/>
            </a:xfrm>
            <a:custGeom>
              <a:avLst/>
              <a:gdLst/>
              <a:ahLst/>
              <a:cxnLst/>
              <a:rect l="l" t="t" r="r" b="b"/>
              <a:pathLst>
                <a:path w="1562" h="474" extrusionOk="0">
                  <a:moveTo>
                    <a:pt x="250" y="1"/>
                  </a:moveTo>
                  <a:cubicBezTo>
                    <a:pt x="107" y="1"/>
                    <a:pt x="0" y="117"/>
                    <a:pt x="9" y="269"/>
                  </a:cubicBezTo>
                  <a:cubicBezTo>
                    <a:pt x="27" y="385"/>
                    <a:pt x="134" y="474"/>
                    <a:pt x="259" y="474"/>
                  </a:cubicBezTo>
                  <a:lnTo>
                    <a:pt x="1294" y="474"/>
                  </a:lnTo>
                  <a:cubicBezTo>
                    <a:pt x="1419" y="474"/>
                    <a:pt x="1526" y="385"/>
                    <a:pt x="1544" y="269"/>
                  </a:cubicBezTo>
                  <a:cubicBezTo>
                    <a:pt x="1562" y="117"/>
                    <a:pt x="1446" y="1"/>
                    <a:pt x="1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70"/>
            <p:cNvSpPr/>
            <p:nvPr/>
          </p:nvSpPr>
          <p:spPr>
            <a:xfrm>
              <a:off x="5558959" y="2700965"/>
              <a:ext cx="374681" cy="351514"/>
            </a:xfrm>
            <a:custGeom>
              <a:avLst/>
              <a:gdLst/>
              <a:ahLst/>
              <a:cxnLst/>
              <a:rect l="l" t="t" r="r" b="b"/>
              <a:pathLst>
                <a:path w="16157" h="15158" extrusionOk="0">
                  <a:moveTo>
                    <a:pt x="9279" y="474"/>
                  </a:moveTo>
                  <a:cubicBezTo>
                    <a:pt x="9627" y="474"/>
                    <a:pt x="9903" y="759"/>
                    <a:pt x="9903" y="1107"/>
                  </a:cubicBezTo>
                  <a:lnTo>
                    <a:pt x="9903" y="2017"/>
                  </a:lnTo>
                  <a:lnTo>
                    <a:pt x="6219" y="2017"/>
                  </a:lnTo>
                  <a:lnTo>
                    <a:pt x="6219" y="1107"/>
                  </a:lnTo>
                  <a:cubicBezTo>
                    <a:pt x="6219" y="759"/>
                    <a:pt x="6504" y="474"/>
                    <a:pt x="6852" y="474"/>
                  </a:cubicBezTo>
                  <a:close/>
                  <a:moveTo>
                    <a:pt x="2454" y="5773"/>
                  </a:moveTo>
                  <a:lnTo>
                    <a:pt x="2088" y="7164"/>
                  </a:lnTo>
                  <a:cubicBezTo>
                    <a:pt x="1979" y="7179"/>
                    <a:pt x="1894" y="7194"/>
                    <a:pt x="1793" y="7194"/>
                  </a:cubicBezTo>
                  <a:cubicBezTo>
                    <a:pt x="1770" y="7194"/>
                    <a:pt x="1747" y="7193"/>
                    <a:pt x="1723" y="7191"/>
                  </a:cubicBezTo>
                  <a:cubicBezTo>
                    <a:pt x="1312" y="7191"/>
                    <a:pt x="982" y="6843"/>
                    <a:pt x="1018" y="6415"/>
                  </a:cubicBezTo>
                  <a:cubicBezTo>
                    <a:pt x="1045" y="6058"/>
                    <a:pt x="1384" y="5773"/>
                    <a:pt x="1740" y="5773"/>
                  </a:cubicBezTo>
                  <a:close/>
                  <a:moveTo>
                    <a:pt x="14417" y="5773"/>
                  </a:moveTo>
                  <a:cubicBezTo>
                    <a:pt x="14810" y="5773"/>
                    <a:pt x="15122" y="6094"/>
                    <a:pt x="15122" y="6486"/>
                  </a:cubicBezTo>
                  <a:cubicBezTo>
                    <a:pt x="15122" y="6879"/>
                    <a:pt x="14810" y="7191"/>
                    <a:pt x="14417" y="7191"/>
                  </a:cubicBezTo>
                  <a:cubicBezTo>
                    <a:pt x="14393" y="7193"/>
                    <a:pt x="14369" y="7194"/>
                    <a:pt x="14346" y="7194"/>
                  </a:cubicBezTo>
                  <a:cubicBezTo>
                    <a:pt x="14244" y="7194"/>
                    <a:pt x="14153" y="7179"/>
                    <a:pt x="14051" y="7164"/>
                  </a:cubicBezTo>
                  <a:lnTo>
                    <a:pt x="13686" y="5773"/>
                  </a:lnTo>
                  <a:close/>
                  <a:moveTo>
                    <a:pt x="1981" y="9359"/>
                  </a:moveTo>
                  <a:cubicBezTo>
                    <a:pt x="2918" y="9359"/>
                    <a:pt x="3694" y="10064"/>
                    <a:pt x="3810" y="10974"/>
                  </a:cubicBezTo>
                  <a:lnTo>
                    <a:pt x="1018" y="10974"/>
                  </a:lnTo>
                  <a:lnTo>
                    <a:pt x="1018" y="9359"/>
                  </a:lnTo>
                  <a:close/>
                  <a:moveTo>
                    <a:pt x="15140" y="9359"/>
                  </a:moveTo>
                  <a:lnTo>
                    <a:pt x="15140" y="10974"/>
                  </a:lnTo>
                  <a:lnTo>
                    <a:pt x="12348" y="10974"/>
                  </a:lnTo>
                  <a:cubicBezTo>
                    <a:pt x="12464" y="10064"/>
                    <a:pt x="13240" y="9359"/>
                    <a:pt x="14176" y="9359"/>
                  </a:cubicBezTo>
                  <a:close/>
                  <a:moveTo>
                    <a:pt x="14463" y="7535"/>
                  </a:moveTo>
                  <a:cubicBezTo>
                    <a:pt x="14844" y="7535"/>
                    <a:pt x="15140" y="7825"/>
                    <a:pt x="15140" y="8217"/>
                  </a:cubicBezTo>
                  <a:lnTo>
                    <a:pt x="15140" y="8886"/>
                  </a:lnTo>
                  <a:lnTo>
                    <a:pt x="14176" y="8886"/>
                  </a:lnTo>
                  <a:cubicBezTo>
                    <a:pt x="12981" y="8886"/>
                    <a:pt x="11991" y="9805"/>
                    <a:pt x="11875" y="10974"/>
                  </a:cubicBezTo>
                  <a:lnTo>
                    <a:pt x="11143" y="10974"/>
                  </a:lnTo>
                  <a:cubicBezTo>
                    <a:pt x="10831" y="10974"/>
                    <a:pt x="10831" y="11447"/>
                    <a:pt x="11143" y="11447"/>
                  </a:cubicBezTo>
                  <a:lnTo>
                    <a:pt x="15104" y="11447"/>
                  </a:lnTo>
                  <a:cubicBezTo>
                    <a:pt x="15470" y="11447"/>
                    <a:pt x="15755" y="11803"/>
                    <a:pt x="15639" y="12187"/>
                  </a:cubicBezTo>
                  <a:cubicBezTo>
                    <a:pt x="15568" y="12419"/>
                    <a:pt x="15345" y="12580"/>
                    <a:pt x="15104" y="12580"/>
                  </a:cubicBezTo>
                  <a:lnTo>
                    <a:pt x="1036" y="12580"/>
                  </a:lnTo>
                  <a:cubicBezTo>
                    <a:pt x="688" y="12580"/>
                    <a:pt x="420" y="12258"/>
                    <a:pt x="483" y="11893"/>
                  </a:cubicBezTo>
                  <a:cubicBezTo>
                    <a:pt x="536" y="11643"/>
                    <a:pt x="795" y="11447"/>
                    <a:pt x="1045" y="11447"/>
                  </a:cubicBezTo>
                  <a:lnTo>
                    <a:pt x="9885" y="11447"/>
                  </a:lnTo>
                  <a:cubicBezTo>
                    <a:pt x="10198" y="11447"/>
                    <a:pt x="10198" y="10974"/>
                    <a:pt x="9885" y="10974"/>
                  </a:cubicBezTo>
                  <a:lnTo>
                    <a:pt x="4274" y="10974"/>
                  </a:lnTo>
                  <a:cubicBezTo>
                    <a:pt x="4158" y="9805"/>
                    <a:pt x="3168" y="8886"/>
                    <a:pt x="1972" y="8886"/>
                  </a:cubicBezTo>
                  <a:lnTo>
                    <a:pt x="1018" y="8886"/>
                  </a:lnTo>
                  <a:lnTo>
                    <a:pt x="1018" y="8217"/>
                  </a:lnTo>
                  <a:cubicBezTo>
                    <a:pt x="1018" y="7825"/>
                    <a:pt x="1314" y="7535"/>
                    <a:pt x="1695" y="7535"/>
                  </a:cubicBezTo>
                  <a:cubicBezTo>
                    <a:pt x="1721" y="7535"/>
                    <a:pt x="1749" y="7536"/>
                    <a:pt x="1776" y="7539"/>
                  </a:cubicBezTo>
                  <a:lnTo>
                    <a:pt x="2285" y="7602"/>
                  </a:lnTo>
                  <a:lnTo>
                    <a:pt x="13873" y="7602"/>
                  </a:lnTo>
                  <a:lnTo>
                    <a:pt x="14382" y="7539"/>
                  </a:lnTo>
                  <a:cubicBezTo>
                    <a:pt x="14409" y="7536"/>
                    <a:pt x="14436" y="7535"/>
                    <a:pt x="14463" y="7535"/>
                  </a:cubicBezTo>
                  <a:close/>
                  <a:moveTo>
                    <a:pt x="14631" y="13052"/>
                  </a:moveTo>
                  <a:lnTo>
                    <a:pt x="14631" y="14025"/>
                  </a:lnTo>
                  <a:cubicBezTo>
                    <a:pt x="14631" y="14373"/>
                    <a:pt x="14355" y="14658"/>
                    <a:pt x="14007" y="14658"/>
                  </a:cubicBezTo>
                  <a:lnTo>
                    <a:pt x="12660" y="14658"/>
                  </a:lnTo>
                  <a:cubicBezTo>
                    <a:pt x="12303" y="14658"/>
                    <a:pt x="12017" y="14373"/>
                    <a:pt x="12017" y="14016"/>
                  </a:cubicBezTo>
                  <a:lnTo>
                    <a:pt x="12017" y="13052"/>
                  </a:lnTo>
                  <a:close/>
                  <a:moveTo>
                    <a:pt x="4140" y="13052"/>
                  </a:moveTo>
                  <a:lnTo>
                    <a:pt x="4140" y="14043"/>
                  </a:lnTo>
                  <a:cubicBezTo>
                    <a:pt x="4140" y="14399"/>
                    <a:pt x="3855" y="14685"/>
                    <a:pt x="3498" y="14685"/>
                  </a:cubicBezTo>
                  <a:lnTo>
                    <a:pt x="2169" y="14685"/>
                  </a:lnTo>
                  <a:cubicBezTo>
                    <a:pt x="1812" y="14685"/>
                    <a:pt x="1526" y="14399"/>
                    <a:pt x="1526" y="14043"/>
                  </a:cubicBezTo>
                  <a:lnTo>
                    <a:pt x="1526" y="13052"/>
                  </a:lnTo>
                  <a:close/>
                  <a:moveTo>
                    <a:pt x="6852" y="1"/>
                  </a:moveTo>
                  <a:cubicBezTo>
                    <a:pt x="6237" y="1"/>
                    <a:pt x="5746" y="501"/>
                    <a:pt x="5746" y="1107"/>
                  </a:cubicBezTo>
                  <a:lnTo>
                    <a:pt x="5746" y="2017"/>
                  </a:lnTo>
                  <a:lnTo>
                    <a:pt x="4140" y="2017"/>
                  </a:lnTo>
                  <a:cubicBezTo>
                    <a:pt x="3730" y="2035"/>
                    <a:pt x="3364" y="2311"/>
                    <a:pt x="3257" y="2713"/>
                  </a:cubicBezTo>
                  <a:lnTo>
                    <a:pt x="3096" y="3337"/>
                  </a:lnTo>
                  <a:cubicBezTo>
                    <a:pt x="3049" y="3513"/>
                    <a:pt x="3193" y="3625"/>
                    <a:pt x="3334" y="3625"/>
                  </a:cubicBezTo>
                  <a:cubicBezTo>
                    <a:pt x="3429" y="3625"/>
                    <a:pt x="3522" y="3573"/>
                    <a:pt x="3551" y="3453"/>
                  </a:cubicBezTo>
                  <a:lnTo>
                    <a:pt x="3721" y="2838"/>
                  </a:lnTo>
                  <a:cubicBezTo>
                    <a:pt x="3765" y="2642"/>
                    <a:pt x="4140" y="2526"/>
                    <a:pt x="4140" y="2526"/>
                  </a:cubicBezTo>
                  <a:lnTo>
                    <a:pt x="12000" y="2526"/>
                  </a:lnTo>
                  <a:cubicBezTo>
                    <a:pt x="12196" y="2526"/>
                    <a:pt x="12374" y="2659"/>
                    <a:pt x="12419" y="2856"/>
                  </a:cubicBezTo>
                  <a:lnTo>
                    <a:pt x="13561" y="7156"/>
                  </a:lnTo>
                  <a:lnTo>
                    <a:pt x="2588" y="7156"/>
                  </a:lnTo>
                  <a:lnTo>
                    <a:pt x="3266" y="4586"/>
                  </a:lnTo>
                  <a:cubicBezTo>
                    <a:pt x="3314" y="4409"/>
                    <a:pt x="3169" y="4293"/>
                    <a:pt x="3028" y="4293"/>
                  </a:cubicBezTo>
                  <a:cubicBezTo>
                    <a:pt x="2934" y="4293"/>
                    <a:pt x="2843" y="4344"/>
                    <a:pt x="2811" y="4461"/>
                  </a:cubicBezTo>
                  <a:lnTo>
                    <a:pt x="2588" y="5300"/>
                  </a:lnTo>
                  <a:lnTo>
                    <a:pt x="1731" y="5300"/>
                  </a:lnTo>
                  <a:cubicBezTo>
                    <a:pt x="1080" y="5300"/>
                    <a:pt x="545" y="5826"/>
                    <a:pt x="545" y="6486"/>
                  </a:cubicBezTo>
                  <a:cubicBezTo>
                    <a:pt x="545" y="6941"/>
                    <a:pt x="813" y="7343"/>
                    <a:pt x="1196" y="7539"/>
                  </a:cubicBezTo>
                  <a:cubicBezTo>
                    <a:pt x="804" y="7860"/>
                    <a:pt x="545" y="8351"/>
                    <a:pt x="545" y="8895"/>
                  </a:cubicBezTo>
                  <a:lnTo>
                    <a:pt x="545" y="11108"/>
                  </a:lnTo>
                  <a:cubicBezTo>
                    <a:pt x="224" y="11286"/>
                    <a:pt x="1" y="11625"/>
                    <a:pt x="1" y="12018"/>
                  </a:cubicBezTo>
                  <a:cubicBezTo>
                    <a:pt x="1" y="12588"/>
                    <a:pt x="474" y="13052"/>
                    <a:pt x="1045" y="13052"/>
                  </a:cubicBezTo>
                  <a:lnTo>
                    <a:pt x="1053" y="13052"/>
                  </a:lnTo>
                  <a:lnTo>
                    <a:pt x="1053" y="14043"/>
                  </a:lnTo>
                  <a:cubicBezTo>
                    <a:pt x="1053" y="14658"/>
                    <a:pt x="1553" y="15158"/>
                    <a:pt x="2169" y="15158"/>
                  </a:cubicBezTo>
                  <a:lnTo>
                    <a:pt x="3560" y="15158"/>
                  </a:lnTo>
                  <a:cubicBezTo>
                    <a:pt x="4140" y="15158"/>
                    <a:pt x="4613" y="14685"/>
                    <a:pt x="4613" y="14105"/>
                  </a:cubicBezTo>
                  <a:lnTo>
                    <a:pt x="4613" y="13052"/>
                  </a:lnTo>
                  <a:lnTo>
                    <a:pt x="11545" y="13052"/>
                  </a:lnTo>
                  <a:lnTo>
                    <a:pt x="11545" y="14105"/>
                  </a:lnTo>
                  <a:cubicBezTo>
                    <a:pt x="11545" y="14685"/>
                    <a:pt x="12017" y="15158"/>
                    <a:pt x="12597" y="15158"/>
                  </a:cubicBezTo>
                  <a:lnTo>
                    <a:pt x="13989" y="15158"/>
                  </a:lnTo>
                  <a:cubicBezTo>
                    <a:pt x="14605" y="15158"/>
                    <a:pt x="15104" y="14658"/>
                    <a:pt x="15104" y="14043"/>
                  </a:cubicBezTo>
                  <a:lnTo>
                    <a:pt x="15104" y="13052"/>
                  </a:lnTo>
                  <a:lnTo>
                    <a:pt x="15113" y="13052"/>
                  </a:lnTo>
                  <a:cubicBezTo>
                    <a:pt x="15684" y="13052"/>
                    <a:pt x="16157" y="12588"/>
                    <a:pt x="16157" y="12018"/>
                  </a:cubicBezTo>
                  <a:cubicBezTo>
                    <a:pt x="16157" y="11625"/>
                    <a:pt x="15934" y="11286"/>
                    <a:pt x="15613" y="11108"/>
                  </a:cubicBezTo>
                  <a:lnTo>
                    <a:pt x="15613" y="8877"/>
                  </a:lnTo>
                  <a:cubicBezTo>
                    <a:pt x="15613" y="8333"/>
                    <a:pt x="15354" y="7851"/>
                    <a:pt x="14961" y="7530"/>
                  </a:cubicBezTo>
                  <a:cubicBezTo>
                    <a:pt x="15300" y="7361"/>
                    <a:pt x="15541" y="7040"/>
                    <a:pt x="15595" y="6647"/>
                  </a:cubicBezTo>
                  <a:cubicBezTo>
                    <a:pt x="15702" y="5933"/>
                    <a:pt x="15131" y="5300"/>
                    <a:pt x="14399" y="5300"/>
                  </a:cubicBezTo>
                  <a:lnTo>
                    <a:pt x="13579" y="5300"/>
                  </a:lnTo>
                  <a:lnTo>
                    <a:pt x="12901" y="2731"/>
                  </a:lnTo>
                  <a:cubicBezTo>
                    <a:pt x="12794" y="2329"/>
                    <a:pt x="12428" y="2053"/>
                    <a:pt x="12017" y="2053"/>
                  </a:cubicBezTo>
                  <a:lnTo>
                    <a:pt x="10376" y="2053"/>
                  </a:lnTo>
                  <a:lnTo>
                    <a:pt x="10376" y="1107"/>
                  </a:lnTo>
                  <a:cubicBezTo>
                    <a:pt x="10376" y="501"/>
                    <a:pt x="9885" y="1"/>
                    <a:pt x="9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9" name="Google Shape;4709;p70"/>
          <p:cNvGrpSpPr/>
          <p:nvPr/>
        </p:nvGrpSpPr>
        <p:grpSpPr>
          <a:xfrm>
            <a:off x="4096185" y="3259568"/>
            <a:ext cx="347945" cy="357833"/>
            <a:chOff x="3912353" y="3230392"/>
            <a:chExt cx="363921" cy="374263"/>
          </a:xfrm>
        </p:grpSpPr>
        <p:sp>
          <p:nvSpPr>
            <p:cNvPr id="4710" name="Google Shape;4710;p70"/>
            <p:cNvSpPr/>
            <p:nvPr/>
          </p:nvSpPr>
          <p:spPr>
            <a:xfrm>
              <a:off x="4209012" y="3463554"/>
              <a:ext cx="61477" cy="88563"/>
            </a:xfrm>
            <a:custGeom>
              <a:avLst/>
              <a:gdLst/>
              <a:ahLst/>
              <a:cxnLst/>
              <a:rect l="l" t="t" r="r" b="b"/>
              <a:pathLst>
                <a:path w="2651" h="3819" extrusionOk="0">
                  <a:moveTo>
                    <a:pt x="1" y="1"/>
                  </a:moveTo>
                  <a:lnTo>
                    <a:pt x="1" y="3819"/>
                  </a:lnTo>
                  <a:lnTo>
                    <a:pt x="1678" y="3819"/>
                  </a:lnTo>
                  <a:cubicBezTo>
                    <a:pt x="2213" y="3819"/>
                    <a:pt x="2651" y="3382"/>
                    <a:pt x="2651" y="2847"/>
                  </a:cubicBezTo>
                  <a:lnTo>
                    <a:pt x="2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70"/>
            <p:cNvSpPr/>
            <p:nvPr/>
          </p:nvSpPr>
          <p:spPr>
            <a:xfrm>
              <a:off x="4209012" y="3404394"/>
              <a:ext cx="61477" cy="88563"/>
            </a:xfrm>
            <a:custGeom>
              <a:avLst/>
              <a:gdLst/>
              <a:ahLst/>
              <a:cxnLst/>
              <a:rect l="l" t="t" r="r" b="b"/>
              <a:pathLst>
                <a:path w="2651" h="3819" extrusionOk="0">
                  <a:moveTo>
                    <a:pt x="1" y="0"/>
                  </a:moveTo>
                  <a:lnTo>
                    <a:pt x="1" y="3819"/>
                  </a:lnTo>
                  <a:lnTo>
                    <a:pt x="1678" y="3819"/>
                  </a:lnTo>
                  <a:cubicBezTo>
                    <a:pt x="2213" y="3819"/>
                    <a:pt x="2651" y="3381"/>
                    <a:pt x="2651" y="2846"/>
                  </a:cubicBezTo>
                  <a:lnTo>
                    <a:pt x="26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70"/>
            <p:cNvSpPr/>
            <p:nvPr/>
          </p:nvSpPr>
          <p:spPr>
            <a:xfrm>
              <a:off x="4209012" y="3343772"/>
              <a:ext cx="61477" cy="89189"/>
            </a:xfrm>
            <a:custGeom>
              <a:avLst/>
              <a:gdLst/>
              <a:ahLst/>
              <a:cxnLst/>
              <a:rect l="l" t="t" r="r" b="b"/>
              <a:pathLst>
                <a:path w="2651" h="3846" extrusionOk="0">
                  <a:moveTo>
                    <a:pt x="1" y="0"/>
                  </a:moveTo>
                  <a:lnTo>
                    <a:pt x="1" y="3845"/>
                  </a:lnTo>
                  <a:lnTo>
                    <a:pt x="1678" y="3845"/>
                  </a:lnTo>
                  <a:cubicBezTo>
                    <a:pt x="2213" y="3845"/>
                    <a:pt x="2651" y="3408"/>
                    <a:pt x="2651" y="2873"/>
                  </a:cubicBezTo>
                  <a:lnTo>
                    <a:pt x="26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70"/>
            <p:cNvSpPr/>
            <p:nvPr/>
          </p:nvSpPr>
          <p:spPr>
            <a:xfrm>
              <a:off x="4209012" y="3283777"/>
              <a:ext cx="61477" cy="88563"/>
            </a:xfrm>
            <a:custGeom>
              <a:avLst/>
              <a:gdLst/>
              <a:ahLst/>
              <a:cxnLst/>
              <a:rect l="l" t="t" r="r" b="b"/>
              <a:pathLst>
                <a:path w="2651" h="3819" extrusionOk="0">
                  <a:moveTo>
                    <a:pt x="1" y="0"/>
                  </a:moveTo>
                  <a:lnTo>
                    <a:pt x="1" y="3819"/>
                  </a:lnTo>
                  <a:lnTo>
                    <a:pt x="1678" y="3819"/>
                  </a:lnTo>
                  <a:cubicBezTo>
                    <a:pt x="2213" y="3819"/>
                    <a:pt x="2651" y="3381"/>
                    <a:pt x="2651" y="2846"/>
                  </a:cubicBezTo>
                  <a:lnTo>
                    <a:pt x="2651" y="973"/>
                  </a:lnTo>
                  <a:cubicBezTo>
                    <a:pt x="2651" y="438"/>
                    <a:pt x="2213" y="0"/>
                    <a:pt x="16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70"/>
            <p:cNvSpPr/>
            <p:nvPr/>
          </p:nvSpPr>
          <p:spPr>
            <a:xfrm>
              <a:off x="3951871" y="3236398"/>
              <a:ext cx="282825" cy="363086"/>
            </a:xfrm>
            <a:custGeom>
              <a:avLst/>
              <a:gdLst/>
              <a:ahLst/>
              <a:cxnLst/>
              <a:rect l="l" t="t" r="r" b="b"/>
              <a:pathLst>
                <a:path w="12196" h="15657" extrusionOk="0">
                  <a:moveTo>
                    <a:pt x="1749" y="0"/>
                  </a:moveTo>
                  <a:cubicBezTo>
                    <a:pt x="785" y="0"/>
                    <a:pt x="0" y="786"/>
                    <a:pt x="0" y="1749"/>
                  </a:cubicBezTo>
                  <a:lnTo>
                    <a:pt x="0" y="13908"/>
                  </a:lnTo>
                  <a:cubicBezTo>
                    <a:pt x="0" y="14872"/>
                    <a:pt x="785" y="15657"/>
                    <a:pt x="1749" y="15657"/>
                  </a:cubicBezTo>
                  <a:lnTo>
                    <a:pt x="10438" y="15657"/>
                  </a:lnTo>
                  <a:cubicBezTo>
                    <a:pt x="11410" y="15657"/>
                    <a:pt x="12195" y="14872"/>
                    <a:pt x="12195" y="13908"/>
                  </a:cubicBezTo>
                  <a:lnTo>
                    <a:pt x="12195" y="1749"/>
                  </a:lnTo>
                  <a:cubicBezTo>
                    <a:pt x="12195" y="786"/>
                    <a:pt x="11410" y="0"/>
                    <a:pt x="10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70"/>
            <p:cNvSpPr/>
            <p:nvPr/>
          </p:nvSpPr>
          <p:spPr>
            <a:xfrm>
              <a:off x="3951871" y="3236398"/>
              <a:ext cx="65813" cy="363086"/>
            </a:xfrm>
            <a:custGeom>
              <a:avLst/>
              <a:gdLst/>
              <a:ahLst/>
              <a:cxnLst/>
              <a:rect l="l" t="t" r="r" b="b"/>
              <a:pathLst>
                <a:path w="2838" h="15657" extrusionOk="0">
                  <a:moveTo>
                    <a:pt x="1749" y="0"/>
                  </a:moveTo>
                  <a:cubicBezTo>
                    <a:pt x="785" y="0"/>
                    <a:pt x="0" y="786"/>
                    <a:pt x="0" y="1749"/>
                  </a:cubicBezTo>
                  <a:lnTo>
                    <a:pt x="0" y="13908"/>
                  </a:lnTo>
                  <a:cubicBezTo>
                    <a:pt x="0" y="14872"/>
                    <a:pt x="785" y="15657"/>
                    <a:pt x="1749" y="15657"/>
                  </a:cubicBezTo>
                  <a:lnTo>
                    <a:pt x="2837" y="15657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70"/>
            <p:cNvSpPr/>
            <p:nvPr/>
          </p:nvSpPr>
          <p:spPr>
            <a:xfrm>
              <a:off x="3917525" y="3282316"/>
              <a:ext cx="68897" cy="30031"/>
            </a:xfrm>
            <a:custGeom>
              <a:avLst/>
              <a:gdLst/>
              <a:ahLst/>
              <a:cxnLst/>
              <a:rect l="l" t="t" r="r" b="b"/>
              <a:pathLst>
                <a:path w="2971" h="1295" extrusionOk="0">
                  <a:moveTo>
                    <a:pt x="660" y="1"/>
                  </a:moveTo>
                  <a:cubicBezTo>
                    <a:pt x="295" y="1"/>
                    <a:pt x="0" y="304"/>
                    <a:pt x="18" y="670"/>
                  </a:cubicBezTo>
                  <a:cubicBezTo>
                    <a:pt x="27" y="1027"/>
                    <a:pt x="330" y="1294"/>
                    <a:pt x="678" y="1294"/>
                  </a:cubicBezTo>
                  <a:lnTo>
                    <a:pt x="2311" y="1294"/>
                  </a:lnTo>
                  <a:cubicBezTo>
                    <a:pt x="2677" y="1294"/>
                    <a:pt x="2971" y="991"/>
                    <a:pt x="2962" y="625"/>
                  </a:cubicBezTo>
                  <a:cubicBezTo>
                    <a:pt x="2953" y="277"/>
                    <a:pt x="2650" y="1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70"/>
            <p:cNvSpPr/>
            <p:nvPr/>
          </p:nvSpPr>
          <p:spPr>
            <a:xfrm>
              <a:off x="3917525" y="3362812"/>
              <a:ext cx="68712" cy="30008"/>
            </a:xfrm>
            <a:custGeom>
              <a:avLst/>
              <a:gdLst/>
              <a:ahLst/>
              <a:cxnLst/>
              <a:rect l="l" t="t" r="r" b="b"/>
              <a:pathLst>
                <a:path w="2963" h="1294" extrusionOk="0">
                  <a:moveTo>
                    <a:pt x="660" y="0"/>
                  </a:moveTo>
                  <a:cubicBezTo>
                    <a:pt x="295" y="0"/>
                    <a:pt x="0" y="304"/>
                    <a:pt x="18" y="669"/>
                  </a:cubicBezTo>
                  <a:cubicBezTo>
                    <a:pt x="27" y="1017"/>
                    <a:pt x="330" y="1294"/>
                    <a:pt x="678" y="1294"/>
                  </a:cubicBezTo>
                  <a:lnTo>
                    <a:pt x="2311" y="1294"/>
                  </a:lnTo>
                  <a:cubicBezTo>
                    <a:pt x="2668" y="1294"/>
                    <a:pt x="2962" y="999"/>
                    <a:pt x="2962" y="643"/>
                  </a:cubicBezTo>
                  <a:cubicBezTo>
                    <a:pt x="2962" y="286"/>
                    <a:pt x="2668" y="0"/>
                    <a:pt x="2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70"/>
            <p:cNvSpPr/>
            <p:nvPr/>
          </p:nvSpPr>
          <p:spPr>
            <a:xfrm>
              <a:off x="3917525" y="3443076"/>
              <a:ext cx="68712" cy="30031"/>
            </a:xfrm>
            <a:custGeom>
              <a:avLst/>
              <a:gdLst/>
              <a:ahLst/>
              <a:cxnLst/>
              <a:rect l="l" t="t" r="r" b="b"/>
              <a:pathLst>
                <a:path w="2963" h="1295" extrusionOk="0">
                  <a:moveTo>
                    <a:pt x="660" y="1"/>
                  </a:moveTo>
                  <a:cubicBezTo>
                    <a:pt x="295" y="1"/>
                    <a:pt x="0" y="304"/>
                    <a:pt x="18" y="670"/>
                  </a:cubicBezTo>
                  <a:cubicBezTo>
                    <a:pt x="27" y="1026"/>
                    <a:pt x="330" y="1294"/>
                    <a:pt x="678" y="1294"/>
                  </a:cubicBezTo>
                  <a:lnTo>
                    <a:pt x="2311" y="1294"/>
                  </a:lnTo>
                  <a:cubicBezTo>
                    <a:pt x="2668" y="1294"/>
                    <a:pt x="2962" y="1009"/>
                    <a:pt x="2962" y="652"/>
                  </a:cubicBezTo>
                  <a:cubicBezTo>
                    <a:pt x="2962" y="295"/>
                    <a:pt x="2668" y="1"/>
                    <a:pt x="2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70"/>
            <p:cNvSpPr/>
            <p:nvPr/>
          </p:nvSpPr>
          <p:spPr>
            <a:xfrm>
              <a:off x="3917525" y="3523549"/>
              <a:ext cx="68712" cy="30031"/>
            </a:xfrm>
            <a:custGeom>
              <a:avLst/>
              <a:gdLst/>
              <a:ahLst/>
              <a:cxnLst/>
              <a:rect l="l" t="t" r="r" b="b"/>
              <a:pathLst>
                <a:path w="2963" h="1295" extrusionOk="0">
                  <a:moveTo>
                    <a:pt x="660" y="1"/>
                  </a:moveTo>
                  <a:cubicBezTo>
                    <a:pt x="295" y="1"/>
                    <a:pt x="0" y="304"/>
                    <a:pt x="18" y="670"/>
                  </a:cubicBezTo>
                  <a:cubicBezTo>
                    <a:pt x="27" y="1018"/>
                    <a:pt x="330" y="1294"/>
                    <a:pt x="678" y="1294"/>
                  </a:cubicBezTo>
                  <a:lnTo>
                    <a:pt x="2311" y="1294"/>
                  </a:lnTo>
                  <a:cubicBezTo>
                    <a:pt x="2668" y="1294"/>
                    <a:pt x="2962" y="1000"/>
                    <a:pt x="2962" y="643"/>
                  </a:cubicBezTo>
                  <a:cubicBezTo>
                    <a:pt x="2962" y="286"/>
                    <a:pt x="2668" y="1"/>
                    <a:pt x="2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70"/>
            <p:cNvSpPr/>
            <p:nvPr/>
          </p:nvSpPr>
          <p:spPr>
            <a:xfrm>
              <a:off x="3912353" y="3230392"/>
              <a:ext cx="363921" cy="374263"/>
            </a:xfrm>
            <a:custGeom>
              <a:avLst/>
              <a:gdLst/>
              <a:ahLst/>
              <a:cxnLst/>
              <a:rect l="l" t="t" r="r" b="b"/>
              <a:pathLst>
                <a:path w="15693" h="16139" extrusionOk="0">
                  <a:moveTo>
                    <a:pt x="2525" y="2463"/>
                  </a:moveTo>
                  <a:cubicBezTo>
                    <a:pt x="2739" y="2463"/>
                    <a:pt x="2935" y="2632"/>
                    <a:pt x="2944" y="2855"/>
                  </a:cubicBezTo>
                  <a:cubicBezTo>
                    <a:pt x="2953" y="3087"/>
                    <a:pt x="2766" y="3284"/>
                    <a:pt x="2534" y="3284"/>
                  </a:cubicBezTo>
                  <a:lnTo>
                    <a:pt x="883" y="3284"/>
                  </a:lnTo>
                  <a:cubicBezTo>
                    <a:pt x="651" y="3284"/>
                    <a:pt x="464" y="3087"/>
                    <a:pt x="473" y="2855"/>
                  </a:cubicBezTo>
                  <a:cubicBezTo>
                    <a:pt x="491" y="2632"/>
                    <a:pt x="678" y="2463"/>
                    <a:pt x="901" y="2463"/>
                  </a:cubicBezTo>
                  <a:close/>
                  <a:moveTo>
                    <a:pt x="14488" y="2525"/>
                  </a:moveTo>
                  <a:cubicBezTo>
                    <a:pt x="14889" y="2525"/>
                    <a:pt x="15220" y="2855"/>
                    <a:pt x="15220" y="3257"/>
                  </a:cubicBezTo>
                  <a:lnTo>
                    <a:pt x="15220" y="5130"/>
                  </a:lnTo>
                  <a:cubicBezTo>
                    <a:pt x="15220" y="5541"/>
                    <a:pt x="14889" y="5862"/>
                    <a:pt x="14488" y="5862"/>
                  </a:cubicBezTo>
                  <a:lnTo>
                    <a:pt x="14122" y="5862"/>
                  </a:lnTo>
                  <a:lnTo>
                    <a:pt x="14122" y="2525"/>
                  </a:lnTo>
                  <a:close/>
                  <a:moveTo>
                    <a:pt x="2525" y="5933"/>
                  </a:moveTo>
                  <a:cubicBezTo>
                    <a:pt x="2739" y="5933"/>
                    <a:pt x="2935" y="6103"/>
                    <a:pt x="2944" y="6317"/>
                  </a:cubicBezTo>
                  <a:cubicBezTo>
                    <a:pt x="2953" y="6558"/>
                    <a:pt x="2766" y="6745"/>
                    <a:pt x="2534" y="6745"/>
                  </a:cubicBezTo>
                  <a:lnTo>
                    <a:pt x="883" y="6745"/>
                  </a:lnTo>
                  <a:cubicBezTo>
                    <a:pt x="651" y="6745"/>
                    <a:pt x="464" y="6558"/>
                    <a:pt x="473" y="6317"/>
                  </a:cubicBezTo>
                  <a:cubicBezTo>
                    <a:pt x="491" y="6103"/>
                    <a:pt x="678" y="5933"/>
                    <a:pt x="901" y="5933"/>
                  </a:cubicBezTo>
                  <a:close/>
                  <a:moveTo>
                    <a:pt x="15220" y="6094"/>
                  </a:moveTo>
                  <a:lnTo>
                    <a:pt x="15220" y="7753"/>
                  </a:lnTo>
                  <a:cubicBezTo>
                    <a:pt x="15220" y="8155"/>
                    <a:pt x="14898" y="8485"/>
                    <a:pt x="14497" y="8485"/>
                  </a:cubicBezTo>
                  <a:lnTo>
                    <a:pt x="14122" y="8485"/>
                  </a:lnTo>
                  <a:lnTo>
                    <a:pt x="14122" y="6335"/>
                  </a:lnTo>
                  <a:lnTo>
                    <a:pt x="14488" y="6335"/>
                  </a:lnTo>
                  <a:cubicBezTo>
                    <a:pt x="14765" y="6335"/>
                    <a:pt x="15014" y="6245"/>
                    <a:pt x="15220" y="6094"/>
                  </a:cubicBezTo>
                  <a:close/>
                  <a:moveTo>
                    <a:pt x="2525" y="9430"/>
                  </a:moveTo>
                  <a:cubicBezTo>
                    <a:pt x="2739" y="9430"/>
                    <a:pt x="2935" y="9600"/>
                    <a:pt x="2944" y="9814"/>
                  </a:cubicBezTo>
                  <a:cubicBezTo>
                    <a:pt x="2953" y="10055"/>
                    <a:pt x="2766" y="10242"/>
                    <a:pt x="2534" y="10242"/>
                  </a:cubicBezTo>
                  <a:lnTo>
                    <a:pt x="883" y="10242"/>
                  </a:lnTo>
                  <a:cubicBezTo>
                    <a:pt x="651" y="10242"/>
                    <a:pt x="464" y="10055"/>
                    <a:pt x="473" y="9814"/>
                  </a:cubicBezTo>
                  <a:cubicBezTo>
                    <a:pt x="491" y="9600"/>
                    <a:pt x="678" y="9430"/>
                    <a:pt x="901" y="9430"/>
                  </a:cubicBezTo>
                  <a:close/>
                  <a:moveTo>
                    <a:pt x="15220" y="8708"/>
                  </a:moveTo>
                  <a:lnTo>
                    <a:pt x="15220" y="10331"/>
                  </a:lnTo>
                  <a:cubicBezTo>
                    <a:pt x="15220" y="10742"/>
                    <a:pt x="14889" y="11063"/>
                    <a:pt x="14488" y="11063"/>
                  </a:cubicBezTo>
                  <a:lnTo>
                    <a:pt x="14122" y="11063"/>
                  </a:lnTo>
                  <a:lnTo>
                    <a:pt x="14122" y="8957"/>
                  </a:lnTo>
                  <a:lnTo>
                    <a:pt x="14488" y="8957"/>
                  </a:lnTo>
                  <a:cubicBezTo>
                    <a:pt x="14765" y="8957"/>
                    <a:pt x="15014" y="8859"/>
                    <a:pt x="15220" y="8708"/>
                  </a:cubicBezTo>
                  <a:close/>
                  <a:moveTo>
                    <a:pt x="2525" y="12892"/>
                  </a:moveTo>
                  <a:cubicBezTo>
                    <a:pt x="2739" y="12892"/>
                    <a:pt x="2935" y="13061"/>
                    <a:pt x="2944" y="13284"/>
                  </a:cubicBezTo>
                  <a:cubicBezTo>
                    <a:pt x="2953" y="13516"/>
                    <a:pt x="2766" y="13712"/>
                    <a:pt x="2534" y="13712"/>
                  </a:cubicBezTo>
                  <a:lnTo>
                    <a:pt x="883" y="13712"/>
                  </a:lnTo>
                  <a:cubicBezTo>
                    <a:pt x="651" y="13712"/>
                    <a:pt x="464" y="13516"/>
                    <a:pt x="473" y="13284"/>
                  </a:cubicBezTo>
                  <a:cubicBezTo>
                    <a:pt x="491" y="13061"/>
                    <a:pt x="678" y="12892"/>
                    <a:pt x="901" y="12892"/>
                  </a:cubicBezTo>
                  <a:close/>
                  <a:moveTo>
                    <a:pt x="12133" y="509"/>
                  </a:moveTo>
                  <a:cubicBezTo>
                    <a:pt x="12971" y="509"/>
                    <a:pt x="13649" y="1187"/>
                    <a:pt x="13649" y="2026"/>
                  </a:cubicBezTo>
                  <a:lnTo>
                    <a:pt x="13649" y="12089"/>
                  </a:lnTo>
                  <a:cubicBezTo>
                    <a:pt x="13649" y="12240"/>
                    <a:pt x="13768" y="12316"/>
                    <a:pt x="13886" y="12316"/>
                  </a:cubicBezTo>
                  <a:cubicBezTo>
                    <a:pt x="14004" y="12316"/>
                    <a:pt x="14122" y="12240"/>
                    <a:pt x="14122" y="12089"/>
                  </a:cubicBezTo>
                  <a:lnTo>
                    <a:pt x="14122" y="11536"/>
                  </a:lnTo>
                  <a:lnTo>
                    <a:pt x="14488" y="11536"/>
                  </a:lnTo>
                  <a:cubicBezTo>
                    <a:pt x="14765" y="11536"/>
                    <a:pt x="15014" y="11446"/>
                    <a:pt x="15220" y="11286"/>
                  </a:cubicBezTo>
                  <a:lnTo>
                    <a:pt x="15220" y="12909"/>
                  </a:lnTo>
                  <a:cubicBezTo>
                    <a:pt x="15220" y="13320"/>
                    <a:pt x="14889" y="13650"/>
                    <a:pt x="14488" y="13650"/>
                  </a:cubicBezTo>
                  <a:lnTo>
                    <a:pt x="14122" y="13650"/>
                  </a:lnTo>
                  <a:lnTo>
                    <a:pt x="14122" y="13311"/>
                  </a:lnTo>
                  <a:cubicBezTo>
                    <a:pt x="14122" y="13159"/>
                    <a:pt x="14004" y="13083"/>
                    <a:pt x="13886" y="13083"/>
                  </a:cubicBezTo>
                  <a:cubicBezTo>
                    <a:pt x="13768" y="13083"/>
                    <a:pt x="13649" y="13159"/>
                    <a:pt x="13649" y="13311"/>
                  </a:cubicBezTo>
                  <a:lnTo>
                    <a:pt x="13649" y="14185"/>
                  </a:lnTo>
                  <a:cubicBezTo>
                    <a:pt x="13649" y="15024"/>
                    <a:pt x="12971" y="15702"/>
                    <a:pt x="12133" y="15702"/>
                  </a:cubicBezTo>
                  <a:lnTo>
                    <a:pt x="4791" y="15702"/>
                  </a:lnTo>
                  <a:lnTo>
                    <a:pt x="4791" y="3525"/>
                  </a:lnTo>
                  <a:cubicBezTo>
                    <a:pt x="4791" y="3525"/>
                    <a:pt x="4581" y="3390"/>
                    <a:pt x="4441" y="3390"/>
                  </a:cubicBezTo>
                  <a:cubicBezTo>
                    <a:pt x="4371" y="3390"/>
                    <a:pt x="4318" y="3423"/>
                    <a:pt x="4318" y="3525"/>
                  </a:cubicBezTo>
                  <a:lnTo>
                    <a:pt x="4318" y="15666"/>
                  </a:lnTo>
                  <a:lnTo>
                    <a:pt x="3453" y="15666"/>
                  </a:lnTo>
                  <a:cubicBezTo>
                    <a:pt x="3448" y="15666"/>
                    <a:pt x="3443" y="15666"/>
                    <a:pt x="3438" y="15666"/>
                  </a:cubicBezTo>
                  <a:cubicBezTo>
                    <a:pt x="2624" y="15666"/>
                    <a:pt x="1945" y="14185"/>
                    <a:pt x="1945" y="14185"/>
                  </a:cubicBezTo>
                  <a:lnTo>
                    <a:pt x="2534" y="14185"/>
                  </a:lnTo>
                  <a:cubicBezTo>
                    <a:pt x="3016" y="14185"/>
                    <a:pt x="3426" y="13810"/>
                    <a:pt x="3435" y="13329"/>
                  </a:cubicBezTo>
                  <a:cubicBezTo>
                    <a:pt x="3453" y="12829"/>
                    <a:pt x="3051" y="12419"/>
                    <a:pt x="2552" y="12419"/>
                  </a:cubicBezTo>
                  <a:lnTo>
                    <a:pt x="1954" y="12419"/>
                  </a:lnTo>
                  <a:lnTo>
                    <a:pt x="1954" y="10715"/>
                  </a:lnTo>
                  <a:lnTo>
                    <a:pt x="2534" y="10715"/>
                  </a:lnTo>
                  <a:cubicBezTo>
                    <a:pt x="3016" y="10715"/>
                    <a:pt x="3426" y="10340"/>
                    <a:pt x="3435" y="9858"/>
                  </a:cubicBezTo>
                  <a:cubicBezTo>
                    <a:pt x="3453" y="9368"/>
                    <a:pt x="3051" y="8957"/>
                    <a:pt x="2552" y="8957"/>
                  </a:cubicBezTo>
                  <a:lnTo>
                    <a:pt x="1954" y="8957"/>
                  </a:lnTo>
                  <a:lnTo>
                    <a:pt x="1954" y="7218"/>
                  </a:lnTo>
                  <a:lnTo>
                    <a:pt x="2534" y="7218"/>
                  </a:lnTo>
                  <a:cubicBezTo>
                    <a:pt x="3016" y="7218"/>
                    <a:pt x="3426" y="6843"/>
                    <a:pt x="3435" y="6361"/>
                  </a:cubicBezTo>
                  <a:cubicBezTo>
                    <a:pt x="3453" y="5862"/>
                    <a:pt x="3051" y="5460"/>
                    <a:pt x="2552" y="5460"/>
                  </a:cubicBezTo>
                  <a:lnTo>
                    <a:pt x="1954" y="5460"/>
                  </a:lnTo>
                  <a:lnTo>
                    <a:pt x="1954" y="3757"/>
                  </a:lnTo>
                  <a:lnTo>
                    <a:pt x="2534" y="3757"/>
                  </a:lnTo>
                  <a:cubicBezTo>
                    <a:pt x="3016" y="3757"/>
                    <a:pt x="3426" y="3382"/>
                    <a:pt x="3435" y="2900"/>
                  </a:cubicBezTo>
                  <a:cubicBezTo>
                    <a:pt x="3453" y="2401"/>
                    <a:pt x="3051" y="1990"/>
                    <a:pt x="2552" y="1990"/>
                  </a:cubicBezTo>
                  <a:lnTo>
                    <a:pt x="1945" y="1990"/>
                  </a:lnTo>
                  <a:cubicBezTo>
                    <a:pt x="1954" y="1169"/>
                    <a:pt x="2632" y="509"/>
                    <a:pt x="3462" y="509"/>
                  </a:cubicBezTo>
                  <a:lnTo>
                    <a:pt x="4318" y="509"/>
                  </a:lnTo>
                  <a:lnTo>
                    <a:pt x="4318" y="2293"/>
                  </a:lnTo>
                  <a:cubicBezTo>
                    <a:pt x="4318" y="2445"/>
                    <a:pt x="4436" y="2521"/>
                    <a:pt x="4554" y="2521"/>
                  </a:cubicBezTo>
                  <a:cubicBezTo>
                    <a:pt x="4673" y="2521"/>
                    <a:pt x="4791" y="2445"/>
                    <a:pt x="4791" y="2293"/>
                  </a:cubicBezTo>
                  <a:lnTo>
                    <a:pt x="4791" y="509"/>
                  </a:lnTo>
                  <a:close/>
                  <a:moveTo>
                    <a:pt x="3462" y="1"/>
                  </a:moveTo>
                  <a:cubicBezTo>
                    <a:pt x="2364" y="1"/>
                    <a:pt x="1463" y="893"/>
                    <a:pt x="1454" y="1990"/>
                  </a:cubicBezTo>
                  <a:lnTo>
                    <a:pt x="919" y="1990"/>
                  </a:lnTo>
                  <a:cubicBezTo>
                    <a:pt x="437" y="1990"/>
                    <a:pt x="27" y="2365"/>
                    <a:pt x="9" y="2847"/>
                  </a:cubicBezTo>
                  <a:cubicBezTo>
                    <a:pt x="0" y="3346"/>
                    <a:pt x="402" y="3757"/>
                    <a:pt x="892" y="3757"/>
                  </a:cubicBezTo>
                  <a:lnTo>
                    <a:pt x="1481" y="3757"/>
                  </a:lnTo>
                  <a:lnTo>
                    <a:pt x="1481" y="5460"/>
                  </a:lnTo>
                  <a:lnTo>
                    <a:pt x="919" y="5460"/>
                  </a:lnTo>
                  <a:cubicBezTo>
                    <a:pt x="437" y="5460"/>
                    <a:pt x="27" y="5835"/>
                    <a:pt x="9" y="6317"/>
                  </a:cubicBezTo>
                  <a:cubicBezTo>
                    <a:pt x="0" y="6807"/>
                    <a:pt x="402" y="7218"/>
                    <a:pt x="892" y="7218"/>
                  </a:cubicBezTo>
                  <a:lnTo>
                    <a:pt x="1481" y="7218"/>
                  </a:lnTo>
                  <a:lnTo>
                    <a:pt x="1481" y="8957"/>
                  </a:lnTo>
                  <a:lnTo>
                    <a:pt x="919" y="8957"/>
                  </a:lnTo>
                  <a:cubicBezTo>
                    <a:pt x="437" y="8957"/>
                    <a:pt x="27" y="9332"/>
                    <a:pt x="9" y="9814"/>
                  </a:cubicBezTo>
                  <a:cubicBezTo>
                    <a:pt x="0" y="10313"/>
                    <a:pt x="402" y="10715"/>
                    <a:pt x="892" y="10715"/>
                  </a:cubicBezTo>
                  <a:lnTo>
                    <a:pt x="1481" y="10715"/>
                  </a:lnTo>
                  <a:lnTo>
                    <a:pt x="1481" y="12419"/>
                  </a:lnTo>
                  <a:lnTo>
                    <a:pt x="919" y="12419"/>
                  </a:lnTo>
                  <a:cubicBezTo>
                    <a:pt x="437" y="12419"/>
                    <a:pt x="27" y="12793"/>
                    <a:pt x="9" y="13275"/>
                  </a:cubicBezTo>
                  <a:cubicBezTo>
                    <a:pt x="0" y="13775"/>
                    <a:pt x="402" y="14185"/>
                    <a:pt x="892" y="14185"/>
                  </a:cubicBezTo>
                  <a:lnTo>
                    <a:pt x="1472" y="14185"/>
                  </a:lnTo>
                  <a:cubicBezTo>
                    <a:pt x="1490" y="15265"/>
                    <a:pt x="2364" y="16139"/>
                    <a:pt x="3453" y="16139"/>
                  </a:cubicBezTo>
                  <a:lnTo>
                    <a:pt x="12142" y="16139"/>
                  </a:lnTo>
                  <a:cubicBezTo>
                    <a:pt x="13257" y="16139"/>
                    <a:pt x="14140" y="15211"/>
                    <a:pt x="14122" y="14123"/>
                  </a:cubicBezTo>
                  <a:lnTo>
                    <a:pt x="14488" y="14123"/>
                  </a:lnTo>
                  <a:cubicBezTo>
                    <a:pt x="15157" y="14123"/>
                    <a:pt x="15692" y="13579"/>
                    <a:pt x="15692" y="12918"/>
                  </a:cubicBezTo>
                  <a:lnTo>
                    <a:pt x="15692" y="3266"/>
                  </a:lnTo>
                  <a:cubicBezTo>
                    <a:pt x="15692" y="2597"/>
                    <a:pt x="15148" y="2053"/>
                    <a:pt x="14479" y="2053"/>
                  </a:cubicBezTo>
                  <a:lnTo>
                    <a:pt x="14122" y="2053"/>
                  </a:lnTo>
                  <a:cubicBezTo>
                    <a:pt x="14131" y="946"/>
                    <a:pt x="13239" y="1"/>
                    <a:pt x="12124" y="1"/>
                  </a:cubicBezTo>
                  <a:lnTo>
                    <a:pt x="4577" y="1"/>
                  </a:lnTo>
                  <a:cubicBezTo>
                    <a:pt x="4577" y="1"/>
                    <a:pt x="4568" y="10"/>
                    <a:pt x="4568" y="10"/>
                  </a:cubicBezTo>
                  <a:cubicBezTo>
                    <a:pt x="4568" y="10"/>
                    <a:pt x="4568" y="1"/>
                    <a:pt x="4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70"/>
            <p:cNvSpPr/>
            <p:nvPr/>
          </p:nvSpPr>
          <p:spPr>
            <a:xfrm>
              <a:off x="4054885" y="3302817"/>
              <a:ext cx="136983" cy="146584"/>
            </a:xfrm>
            <a:custGeom>
              <a:avLst/>
              <a:gdLst/>
              <a:ahLst/>
              <a:cxnLst/>
              <a:rect l="l" t="t" r="r" b="b"/>
              <a:pathLst>
                <a:path w="5907" h="6321" extrusionOk="0">
                  <a:moveTo>
                    <a:pt x="2954" y="0"/>
                  </a:moveTo>
                  <a:cubicBezTo>
                    <a:pt x="1883" y="0"/>
                    <a:pt x="1018" y="865"/>
                    <a:pt x="1018" y="1936"/>
                  </a:cubicBezTo>
                  <a:cubicBezTo>
                    <a:pt x="1018" y="2516"/>
                    <a:pt x="1277" y="3051"/>
                    <a:pt x="1705" y="3417"/>
                  </a:cubicBezTo>
                  <a:cubicBezTo>
                    <a:pt x="688" y="3899"/>
                    <a:pt x="1" y="4933"/>
                    <a:pt x="1" y="6093"/>
                  </a:cubicBezTo>
                  <a:cubicBezTo>
                    <a:pt x="1" y="6245"/>
                    <a:pt x="119" y="6321"/>
                    <a:pt x="237" y="6321"/>
                  </a:cubicBezTo>
                  <a:cubicBezTo>
                    <a:pt x="355" y="6321"/>
                    <a:pt x="474" y="6245"/>
                    <a:pt x="474" y="6093"/>
                  </a:cubicBezTo>
                  <a:cubicBezTo>
                    <a:pt x="474" y="4978"/>
                    <a:pt x="1223" y="3997"/>
                    <a:pt x="2294" y="3702"/>
                  </a:cubicBezTo>
                  <a:cubicBezTo>
                    <a:pt x="2499" y="3649"/>
                    <a:pt x="2525" y="3354"/>
                    <a:pt x="2329" y="3265"/>
                  </a:cubicBezTo>
                  <a:cubicBezTo>
                    <a:pt x="1821" y="3024"/>
                    <a:pt x="1491" y="2498"/>
                    <a:pt x="1491" y="1936"/>
                  </a:cubicBezTo>
                  <a:cubicBezTo>
                    <a:pt x="1491" y="1124"/>
                    <a:pt x="2142" y="473"/>
                    <a:pt x="2954" y="473"/>
                  </a:cubicBezTo>
                  <a:cubicBezTo>
                    <a:pt x="3765" y="473"/>
                    <a:pt x="4417" y="1124"/>
                    <a:pt x="4417" y="1936"/>
                  </a:cubicBezTo>
                  <a:cubicBezTo>
                    <a:pt x="4417" y="2498"/>
                    <a:pt x="4087" y="3024"/>
                    <a:pt x="3578" y="3265"/>
                  </a:cubicBezTo>
                  <a:cubicBezTo>
                    <a:pt x="3382" y="3354"/>
                    <a:pt x="3409" y="3649"/>
                    <a:pt x="3614" y="3702"/>
                  </a:cubicBezTo>
                  <a:cubicBezTo>
                    <a:pt x="4684" y="3997"/>
                    <a:pt x="5434" y="4978"/>
                    <a:pt x="5434" y="6093"/>
                  </a:cubicBezTo>
                  <a:cubicBezTo>
                    <a:pt x="5434" y="6245"/>
                    <a:pt x="5552" y="6321"/>
                    <a:pt x="5670" y="6321"/>
                  </a:cubicBezTo>
                  <a:cubicBezTo>
                    <a:pt x="5788" y="6321"/>
                    <a:pt x="5907" y="6245"/>
                    <a:pt x="5907" y="6093"/>
                  </a:cubicBezTo>
                  <a:cubicBezTo>
                    <a:pt x="5907" y="4933"/>
                    <a:pt x="5220" y="3899"/>
                    <a:pt x="4203" y="3417"/>
                  </a:cubicBezTo>
                  <a:cubicBezTo>
                    <a:pt x="4631" y="3051"/>
                    <a:pt x="4890" y="2516"/>
                    <a:pt x="4890" y="1936"/>
                  </a:cubicBezTo>
                  <a:cubicBezTo>
                    <a:pt x="4890" y="865"/>
                    <a:pt x="4024" y="0"/>
                    <a:pt x="2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70"/>
            <p:cNvSpPr/>
            <p:nvPr/>
          </p:nvSpPr>
          <p:spPr>
            <a:xfrm>
              <a:off x="4053239" y="3486327"/>
              <a:ext cx="140068" cy="10969"/>
            </a:xfrm>
            <a:custGeom>
              <a:avLst/>
              <a:gdLst/>
              <a:ahLst/>
              <a:cxnLst/>
              <a:rect l="l" t="t" r="r" b="b"/>
              <a:pathLst>
                <a:path w="6040" h="473" extrusionOk="0">
                  <a:moveTo>
                    <a:pt x="313" y="0"/>
                  </a:moveTo>
                  <a:cubicBezTo>
                    <a:pt x="0" y="0"/>
                    <a:pt x="0" y="473"/>
                    <a:pt x="313" y="473"/>
                  </a:cubicBezTo>
                  <a:lnTo>
                    <a:pt x="5737" y="473"/>
                  </a:lnTo>
                  <a:cubicBezTo>
                    <a:pt x="6040" y="473"/>
                    <a:pt x="6040" y="0"/>
                    <a:pt x="5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70"/>
            <p:cNvSpPr/>
            <p:nvPr/>
          </p:nvSpPr>
          <p:spPr>
            <a:xfrm>
              <a:off x="4075363" y="3522111"/>
              <a:ext cx="96030" cy="10992"/>
            </a:xfrm>
            <a:custGeom>
              <a:avLst/>
              <a:gdLst/>
              <a:ahLst/>
              <a:cxnLst/>
              <a:rect l="l" t="t" r="r" b="b"/>
              <a:pathLst>
                <a:path w="4141" h="474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lnTo>
                    <a:pt x="3837" y="473"/>
                  </a:lnTo>
                  <a:cubicBezTo>
                    <a:pt x="4140" y="473"/>
                    <a:pt x="4140" y="0"/>
                    <a:pt x="38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4" name="Google Shape;4724;p70"/>
          <p:cNvGrpSpPr/>
          <p:nvPr/>
        </p:nvGrpSpPr>
        <p:grpSpPr>
          <a:xfrm>
            <a:off x="3042469" y="3259347"/>
            <a:ext cx="357833" cy="358277"/>
            <a:chOff x="2827016" y="3230763"/>
            <a:chExt cx="374263" cy="374727"/>
          </a:xfrm>
        </p:grpSpPr>
        <p:sp>
          <p:nvSpPr>
            <p:cNvPr id="4725" name="Google Shape;4725;p70"/>
            <p:cNvSpPr/>
            <p:nvPr/>
          </p:nvSpPr>
          <p:spPr>
            <a:xfrm>
              <a:off x="2876877" y="3350382"/>
              <a:ext cx="26924" cy="166574"/>
            </a:xfrm>
            <a:custGeom>
              <a:avLst/>
              <a:gdLst/>
              <a:ahLst/>
              <a:cxnLst/>
              <a:rect l="l" t="t" r="r" b="b"/>
              <a:pathLst>
                <a:path w="1161" h="7183" extrusionOk="0">
                  <a:moveTo>
                    <a:pt x="0" y="1"/>
                  </a:moveTo>
                  <a:lnTo>
                    <a:pt x="0" y="7182"/>
                  </a:lnTo>
                  <a:lnTo>
                    <a:pt x="1160" y="7182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70"/>
            <p:cNvSpPr/>
            <p:nvPr/>
          </p:nvSpPr>
          <p:spPr>
            <a:xfrm>
              <a:off x="2959413" y="3350382"/>
              <a:ext cx="26924" cy="166574"/>
            </a:xfrm>
            <a:custGeom>
              <a:avLst/>
              <a:gdLst/>
              <a:ahLst/>
              <a:cxnLst/>
              <a:rect l="l" t="t" r="r" b="b"/>
              <a:pathLst>
                <a:path w="1161" h="7183" extrusionOk="0">
                  <a:moveTo>
                    <a:pt x="1" y="1"/>
                  </a:moveTo>
                  <a:lnTo>
                    <a:pt x="1" y="7182"/>
                  </a:lnTo>
                  <a:lnTo>
                    <a:pt x="1161" y="7182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70"/>
            <p:cNvSpPr/>
            <p:nvPr/>
          </p:nvSpPr>
          <p:spPr>
            <a:xfrm>
              <a:off x="3041973" y="3350382"/>
              <a:ext cx="27132" cy="166574"/>
            </a:xfrm>
            <a:custGeom>
              <a:avLst/>
              <a:gdLst/>
              <a:ahLst/>
              <a:cxnLst/>
              <a:rect l="l" t="t" r="r" b="b"/>
              <a:pathLst>
                <a:path w="1170" h="7183" extrusionOk="0">
                  <a:moveTo>
                    <a:pt x="0" y="1"/>
                  </a:moveTo>
                  <a:lnTo>
                    <a:pt x="0" y="7182"/>
                  </a:lnTo>
                  <a:lnTo>
                    <a:pt x="1169" y="7182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70"/>
            <p:cNvSpPr/>
            <p:nvPr/>
          </p:nvSpPr>
          <p:spPr>
            <a:xfrm>
              <a:off x="3124510" y="3350382"/>
              <a:ext cx="27132" cy="166574"/>
            </a:xfrm>
            <a:custGeom>
              <a:avLst/>
              <a:gdLst/>
              <a:ahLst/>
              <a:cxnLst/>
              <a:rect l="l" t="t" r="r" b="b"/>
              <a:pathLst>
                <a:path w="1170" h="7183" extrusionOk="0">
                  <a:moveTo>
                    <a:pt x="1" y="1"/>
                  </a:moveTo>
                  <a:lnTo>
                    <a:pt x="1" y="7182"/>
                  </a:lnTo>
                  <a:lnTo>
                    <a:pt x="1170" y="7182"/>
                  </a:lnTo>
                  <a:lnTo>
                    <a:pt x="11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70"/>
            <p:cNvSpPr/>
            <p:nvPr/>
          </p:nvSpPr>
          <p:spPr>
            <a:xfrm>
              <a:off x="2857002" y="3331968"/>
              <a:ext cx="313877" cy="26506"/>
            </a:xfrm>
            <a:custGeom>
              <a:avLst/>
              <a:gdLst/>
              <a:ahLst/>
              <a:cxnLst/>
              <a:rect l="l" t="t" r="r" b="b"/>
              <a:pathLst>
                <a:path w="13535" h="1143" extrusionOk="0">
                  <a:moveTo>
                    <a:pt x="572" y="1"/>
                  </a:moveTo>
                  <a:cubicBezTo>
                    <a:pt x="260" y="1"/>
                    <a:pt x="1" y="260"/>
                    <a:pt x="1" y="572"/>
                  </a:cubicBezTo>
                  <a:cubicBezTo>
                    <a:pt x="1" y="884"/>
                    <a:pt x="260" y="1143"/>
                    <a:pt x="572" y="1143"/>
                  </a:cubicBezTo>
                  <a:lnTo>
                    <a:pt x="12963" y="1143"/>
                  </a:lnTo>
                  <a:cubicBezTo>
                    <a:pt x="13275" y="1143"/>
                    <a:pt x="13534" y="884"/>
                    <a:pt x="13534" y="572"/>
                  </a:cubicBezTo>
                  <a:cubicBezTo>
                    <a:pt x="13534" y="260"/>
                    <a:pt x="13275" y="1"/>
                    <a:pt x="129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70"/>
            <p:cNvSpPr/>
            <p:nvPr/>
          </p:nvSpPr>
          <p:spPr>
            <a:xfrm>
              <a:off x="2885968" y="3235981"/>
              <a:ext cx="255948" cy="96007"/>
            </a:xfrm>
            <a:custGeom>
              <a:avLst/>
              <a:gdLst/>
              <a:ahLst/>
              <a:cxnLst/>
              <a:rect l="l" t="t" r="r" b="b"/>
              <a:pathLst>
                <a:path w="11037" h="4140" extrusionOk="0">
                  <a:moveTo>
                    <a:pt x="5514" y="1"/>
                  </a:moveTo>
                  <a:lnTo>
                    <a:pt x="1" y="4140"/>
                  </a:lnTo>
                  <a:lnTo>
                    <a:pt x="11036" y="4140"/>
                  </a:lnTo>
                  <a:lnTo>
                    <a:pt x="55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70"/>
            <p:cNvSpPr/>
            <p:nvPr/>
          </p:nvSpPr>
          <p:spPr>
            <a:xfrm>
              <a:off x="2935828" y="3273434"/>
              <a:ext cx="156231" cy="58555"/>
            </a:xfrm>
            <a:custGeom>
              <a:avLst/>
              <a:gdLst/>
              <a:ahLst/>
              <a:cxnLst/>
              <a:rect l="l" t="t" r="r" b="b"/>
              <a:pathLst>
                <a:path w="6737" h="2525" extrusionOk="0">
                  <a:moveTo>
                    <a:pt x="3364" y="0"/>
                  </a:moveTo>
                  <a:lnTo>
                    <a:pt x="1" y="2525"/>
                  </a:lnTo>
                  <a:lnTo>
                    <a:pt x="6736" y="2525"/>
                  </a:lnTo>
                  <a:lnTo>
                    <a:pt x="33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70"/>
            <p:cNvSpPr/>
            <p:nvPr/>
          </p:nvSpPr>
          <p:spPr>
            <a:xfrm>
              <a:off x="2864469" y="3476796"/>
              <a:ext cx="51111" cy="24860"/>
            </a:xfrm>
            <a:custGeom>
              <a:avLst/>
              <a:gdLst/>
              <a:ahLst/>
              <a:cxnLst/>
              <a:rect l="l" t="t" r="r" b="b"/>
              <a:pathLst>
                <a:path w="2204" h="1072" extrusionOk="0">
                  <a:moveTo>
                    <a:pt x="562" y="1"/>
                  </a:moveTo>
                  <a:cubicBezTo>
                    <a:pt x="250" y="1"/>
                    <a:pt x="0" y="250"/>
                    <a:pt x="0" y="563"/>
                  </a:cubicBezTo>
                  <a:lnTo>
                    <a:pt x="0" y="1071"/>
                  </a:lnTo>
                  <a:lnTo>
                    <a:pt x="2204" y="1071"/>
                  </a:lnTo>
                  <a:lnTo>
                    <a:pt x="2204" y="563"/>
                  </a:lnTo>
                  <a:cubicBezTo>
                    <a:pt x="2204" y="250"/>
                    <a:pt x="194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70"/>
            <p:cNvSpPr/>
            <p:nvPr/>
          </p:nvSpPr>
          <p:spPr>
            <a:xfrm>
              <a:off x="2947006" y="3476796"/>
              <a:ext cx="51134" cy="24860"/>
            </a:xfrm>
            <a:custGeom>
              <a:avLst/>
              <a:gdLst/>
              <a:ahLst/>
              <a:cxnLst/>
              <a:rect l="l" t="t" r="r" b="b"/>
              <a:pathLst>
                <a:path w="2205" h="1072" extrusionOk="0">
                  <a:moveTo>
                    <a:pt x="563" y="1"/>
                  </a:moveTo>
                  <a:cubicBezTo>
                    <a:pt x="250" y="1"/>
                    <a:pt x="1" y="250"/>
                    <a:pt x="1" y="563"/>
                  </a:cubicBezTo>
                  <a:lnTo>
                    <a:pt x="1" y="1071"/>
                  </a:lnTo>
                  <a:lnTo>
                    <a:pt x="2204" y="1071"/>
                  </a:lnTo>
                  <a:lnTo>
                    <a:pt x="2204" y="563"/>
                  </a:lnTo>
                  <a:cubicBezTo>
                    <a:pt x="2204" y="250"/>
                    <a:pt x="1954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70"/>
            <p:cNvSpPr/>
            <p:nvPr/>
          </p:nvSpPr>
          <p:spPr>
            <a:xfrm>
              <a:off x="3029566" y="3476796"/>
              <a:ext cx="51111" cy="24860"/>
            </a:xfrm>
            <a:custGeom>
              <a:avLst/>
              <a:gdLst/>
              <a:ahLst/>
              <a:cxnLst/>
              <a:rect l="l" t="t" r="r" b="b"/>
              <a:pathLst>
                <a:path w="2204" h="1072" extrusionOk="0">
                  <a:moveTo>
                    <a:pt x="562" y="1"/>
                  </a:moveTo>
                  <a:cubicBezTo>
                    <a:pt x="250" y="1"/>
                    <a:pt x="0" y="250"/>
                    <a:pt x="0" y="563"/>
                  </a:cubicBezTo>
                  <a:lnTo>
                    <a:pt x="0" y="1071"/>
                  </a:lnTo>
                  <a:lnTo>
                    <a:pt x="2204" y="1071"/>
                  </a:lnTo>
                  <a:lnTo>
                    <a:pt x="2204" y="563"/>
                  </a:lnTo>
                  <a:cubicBezTo>
                    <a:pt x="2204" y="250"/>
                    <a:pt x="1954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70"/>
            <p:cNvSpPr/>
            <p:nvPr/>
          </p:nvSpPr>
          <p:spPr>
            <a:xfrm>
              <a:off x="3112103" y="3476796"/>
              <a:ext cx="51134" cy="24860"/>
            </a:xfrm>
            <a:custGeom>
              <a:avLst/>
              <a:gdLst/>
              <a:ahLst/>
              <a:cxnLst/>
              <a:rect l="l" t="t" r="r" b="b"/>
              <a:pathLst>
                <a:path w="2205" h="1072" extrusionOk="0">
                  <a:moveTo>
                    <a:pt x="563" y="1"/>
                  </a:moveTo>
                  <a:cubicBezTo>
                    <a:pt x="250" y="1"/>
                    <a:pt x="1" y="250"/>
                    <a:pt x="1" y="563"/>
                  </a:cubicBezTo>
                  <a:lnTo>
                    <a:pt x="1" y="1071"/>
                  </a:lnTo>
                  <a:lnTo>
                    <a:pt x="2204" y="1071"/>
                  </a:lnTo>
                  <a:lnTo>
                    <a:pt x="2204" y="563"/>
                  </a:lnTo>
                  <a:cubicBezTo>
                    <a:pt x="2204" y="250"/>
                    <a:pt x="1954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70"/>
            <p:cNvSpPr/>
            <p:nvPr/>
          </p:nvSpPr>
          <p:spPr>
            <a:xfrm>
              <a:off x="2845430" y="3498735"/>
              <a:ext cx="336812" cy="38704"/>
            </a:xfrm>
            <a:custGeom>
              <a:avLst/>
              <a:gdLst/>
              <a:ahLst/>
              <a:cxnLst/>
              <a:rect l="l" t="t" r="r" b="b"/>
              <a:pathLst>
                <a:path w="14524" h="1669" extrusionOk="0">
                  <a:moveTo>
                    <a:pt x="0" y="0"/>
                  </a:moveTo>
                  <a:lnTo>
                    <a:pt x="0" y="1669"/>
                  </a:lnTo>
                  <a:lnTo>
                    <a:pt x="14524" y="1669"/>
                  </a:lnTo>
                  <a:lnTo>
                    <a:pt x="145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70"/>
            <p:cNvSpPr/>
            <p:nvPr/>
          </p:nvSpPr>
          <p:spPr>
            <a:xfrm>
              <a:off x="2832188" y="3544027"/>
              <a:ext cx="363295" cy="36455"/>
            </a:xfrm>
            <a:custGeom>
              <a:avLst/>
              <a:gdLst/>
              <a:ahLst/>
              <a:cxnLst/>
              <a:rect l="l" t="t" r="r" b="b"/>
              <a:pathLst>
                <a:path w="15666" h="1572" extrusionOk="0">
                  <a:moveTo>
                    <a:pt x="0" y="1"/>
                  </a:moveTo>
                  <a:lnTo>
                    <a:pt x="0" y="1571"/>
                  </a:lnTo>
                  <a:lnTo>
                    <a:pt x="15666" y="1571"/>
                  </a:lnTo>
                  <a:lnTo>
                    <a:pt x="156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70"/>
            <p:cNvSpPr/>
            <p:nvPr/>
          </p:nvSpPr>
          <p:spPr>
            <a:xfrm>
              <a:off x="2832188" y="3525822"/>
              <a:ext cx="363295" cy="24860"/>
            </a:xfrm>
            <a:custGeom>
              <a:avLst/>
              <a:gdLst/>
              <a:ahLst/>
              <a:cxnLst/>
              <a:rect l="l" t="t" r="r" b="b"/>
              <a:pathLst>
                <a:path w="15666" h="1072" extrusionOk="0">
                  <a:moveTo>
                    <a:pt x="0" y="1"/>
                  </a:moveTo>
                  <a:lnTo>
                    <a:pt x="0" y="1071"/>
                  </a:lnTo>
                  <a:lnTo>
                    <a:pt x="15666" y="1071"/>
                  </a:lnTo>
                  <a:lnTo>
                    <a:pt x="15666" y="1"/>
                  </a:lnTo>
                  <a:lnTo>
                    <a:pt x="11161" y="1"/>
                  </a:lnTo>
                  <a:lnTo>
                    <a:pt x="7833" y="411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70"/>
            <p:cNvSpPr/>
            <p:nvPr/>
          </p:nvSpPr>
          <p:spPr>
            <a:xfrm>
              <a:off x="2832188" y="3574662"/>
              <a:ext cx="363295" cy="24836"/>
            </a:xfrm>
            <a:custGeom>
              <a:avLst/>
              <a:gdLst/>
              <a:ahLst/>
              <a:cxnLst/>
              <a:rect l="l" t="t" r="r" b="b"/>
              <a:pathLst>
                <a:path w="15666" h="1071" extrusionOk="0">
                  <a:moveTo>
                    <a:pt x="0" y="0"/>
                  </a:moveTo>
                  <a:lnTo>
                    <a:pt x="0" y="1071"/>
                  </a:lnTo>
                  <a:lnTo>
                    <a:pt x="4497" y="1071"/>
                  </a:lnTo>
                  <a:lnTo>
                    <a:pt x="7833" y="536"/>
                  </a:lnTo>
                  <a:lnTo>
                    <a:pt x="11161" y="1071"/>
                  </a:lnTo>
                  <a:lnTo>
                    <a:pt x="15666" y="1071"/>
                  </a:lnTo>
                  <a:lnTo>
                    <a:pt x="156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70"/>
            <p:cNvSpPr/>
            <p:nvPr/>
          </p:nvSpPr>
          <p:spPr>
            <a:xfrm>
              <a:off x="2936663" y="3525822"/>
              <a:ext cx="154353" cy="73675"/>
            </a:xfrm>
            <a:custGeom>
              <a:avLst/>
              <a:gdLst/>
              <a:ahLst/>
              <a:cxnLst/>
              <a:rect l="l" t="t" r="r" b="b"/>
              <a:pathLst>
                <a:path w="6656" h="3177" extrusionOk="0">
                  <a:moveTo>
                    <a:pt x="1" y="1"/>
                  </a:moveTo>
                  <a:lnTo>
                    <a:pt x="1" y="3177"/>
                  </a:lnTo>
                  <a:lnTo>
                    <a:pt x="6656" y="3177"/>
                  </a:lnTo>
                  <a:lnTo>
                    <a:pt x="66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70"/>
            <p:cNvSpPr/>
            <p:nvPr/>
          </p:nvSpPr>
          <p:spPr>
            <a:xfrm>
              <a:off x="2827016" y="3230763"/>
              <a:ext cx="374263" cy="374727"/>
            </a:xfrm>
            <a:custGeom>
              <a:avLst/>
              <a:gdLst/>
              <a:ahLst/>
              <a:cxnLst/>
              <a:rect l="l" t="t" r="r" b="b"/>
              <a:pathLst>
                <a:path w="16139" h="16159" extrusionOk="0">
                  <a:moveTo>
                    <a:pt x="8056" y="2153"/>
                  </a:moveTo>
                  <a:lnTo>
                    <a:pt x="10715" y="4151"/>
                  </a:lnTo>
                  <a:lnTo>
                    <a:pt x="5398" y="4151"/>
                  </a:lnTo>
                  <a:lnTo>
                    <a:pt x="8056" y="2153"/>
                  </a:lnTo>
                  <a:close/>
                  <a:moveTo>
                    <a:pt x="14247" y="4624"/>
                  </a:moveTo>
                  <a:cubicBezTo>
                    <a:pt x="14658" y="4624"/>
                    <a:pt x="14676" y="5284"/>
                    <a:pt x="14247" y="5284"/>
                  </a:cubicBezTo>
                  <a:lnTo>
                    <a:pt x="1874" y="5284"/>
                  </a:lnTo>
                  <a:cubicBezTo>
                    <a:pt x="1686" y="5284"/>
                    <a:pt x="1526" y="5114"/>
                    <a:pt x="1544" y="4918"/>
                  </a:cubicBezTo>
                  <a:cubicBezTo>
                    <a:pt x="1562" y="4749"/>
                    <a:pt x="1713" y="4624"/>
                    <a:pt x="1892" y="4624"/>
                  </a:cubicBezTo>
                  <a:close/>
                  <a:moveTo>
                    <a:pt x="3060" y="5757"/>
                  </a:moveTo>
                  <a:lnTo>
                    <a:pt x="3060" y="10387"/>
                  </a:lnTo>
                  <a:lnTo>
                    <a:pt x="2364" y="10387"/>
                  </a:lnTo>
                  <a:lnTo>
                    <a:pt x="2364" y="5757"/>
                  </a:lnTo>
                  <a:close/>
                  <a:moveTo>
                    <a:pt x="6620" y="5757"/>
                  </a:moveTo>
                  <a:lnTo>
                    <a:pt x="6620" y="10387"/>
                  </a:lnTo>
                  <a:lnTo>
                    <a:pt x="5924" y="10387"/>
                  </a:lnTo>
                  <a:lnTo>
                    <a:pt x="5924" y="5757"/>
                  </a:lnTo>
                  <a:close/>
                  <a:moveTo>
                    <a:pt x="10179" y="5757"/>
                  </a:moveTo>
                  <a:lnTo>
                    <a:pt x="10179" y="10387"/>
                  </a:lnTo>
                  <a:lnTo>
                    <a:pt x="9492" y="10387"/>
                  </a:lnTo>
                  <a:lnTo>
                    <a:pt x="9492" y="5757"/>
                  </a:lnTo>
                  <a:close/>
                  <a:moveTo>
                    <a:pt x="13739" y="5757"/>
                  </a:moveTo>
                  <a:lnTo>
                    <a:pt x="13739" y="10387"/>
                  </a:lnTo>
                  <a:lnTo>
                    <a:pt x="13052" y="10387"/>
                  </a:lnTo>
                  <a:lnTo>
                    <a:pt x="13052" y="5757"/>
                  </a:lnTo>
                  <a:close/>
                  <a:moveTo>
                    <a:pt x="3266" y="10859"/>
                  </a:moveTo>
                  <a:cubicBezTo>
                    <a:pt x="3453" y="10859"/>
                    <a:pt x="3596" y="11011"/>
                    <a:pt x="3596" y="11190"/>
                  </a:cubicBezTo>
                  <a:lnTo>
                    <a:pt x="3596" y="11332"/>
                  </a:lnTo>
                  <a:lnTo>
                    <a:pt x="1865" y="11332"/>
                  </a:lnTo>
                  <a:lnTo>
                    <a:pt x="1865" y="11190"/>
                  </a:lnTo>
                  <a:cubicBezTo>
                    <a:pt x="1865" y="11011"/>
                    <a:pt x="2008" y="10859"/>
                    <a:pt x="2195" y="10859"/>
                  </a:cubicBezTo>
                  <a:close/>
                  <a:moveTo>
                    <a:pt x="5451" y="5757"/>
                  </a:moveTo>
                  <a:lnTo>
                    <a:pt x="5451" y="10440"/>
                  </a:lnTo>
                  <a:cubicBezTo>
                    <a:pt x="5157" y="10556"/>
                    <a:pt x="4952" y="10851"/>
                    <a:pt x="4952" y="11190"/>
                  </a:cubicBezTo>
                  <a:lnTo>
                    <a:pt x="4952" y="11332"/>
                  </a:lnTo>
                  <a:lnTo>
                    <a:pt x="4068" y="11332"/>
                  </a:lnTo>
                  <a:lnTo>
                    <a:pt x="4068" y="11190"/>
                  </a:lnTo>
                  <a:cubicBezTo>
                    <a:pt x="4068" y="10851"/>
                    <a:pt x="3845" y="10556"/>
                    <a:pt x="3533" y="10440"/>
                  </a:cubicBezTo>
                  <a:lnTo>
                    <a:pt x="3533" y="5757"/>
                  </a:lnTo>
                  <a:close/>
                  <a:moveTo>
                    <a:pt x="6825" y="10859"/>
                  </a:moveTo>
                  <a:cubicBezTo>
                    <a:pt x="7012" y="10859"/>
                    <a:pt x="7155" y="11011"/>
                    <a:pt x="7155" y="11190"/>
                  </a:cubicBezTo>
                  <a:lnTo>
                    <a:pt x="7155" y="11332"/>
                  </a:lnTo>
                  <a:lnTo>
                    <a:pt x="5424" y="11332"/>
                  </a:lnTo>
                  <a:lnTo>
                    <a:pt x="5424" y="11190"/>
                  </a:lnTo>
                  <a:cubicBezTo>
                    <a:pt x="5424" y="11011"/>
                    <a:pt x="5567" y="10859"/>
                    <a:pt x="5754" y="10859"/>
                  </a:cubicBezTo>
                  <a:close/>
                  <a:moveTo>
                    <a:pt x="9020" y="5757"/>
                  </a:moveTo>
                  <a:lnTo>
                    <a:pt x="9020" y="10440"/>
                  </a:lnTo>
                  <a:cubicBezTo>
                    <a:pt x="8707" y="10556"/>
                    <a:pt x="8484" y="10851"/>
                    <a:pt x="8484" y="11190"/>
                  </a:cubicBezTo>
                  <a:lnTo>
                    <a:pt x="8484" y="11332"/>
                  </a:lnTo>
                  <a:lnTo>
                    <a:pt x="7601" y="11332"/>
                  </a:lnTo>
                  <a:lnTo>
                    <a:pt x="7601" y="11190"/>
                  </a:lnTo>
                  <a:cubicBezTo>
                    <a:pt x="7601" y="10851"/>
                    <a:pt x="7387" y="10556"/>
                    <a:pt x="7093" y="10440"/>
                  </a:cubicBezTo>
                  <a:lnTo>
                    <a:pt x="7093" y="5757"/>
                  </a:lnTo>
                  <a:close/>
                  <a:moveTo>
                    <a:pt x="10358" y="10859"/>
                  </a:moveTo>
                  <a:cubicBezTo>
                    <a:pt x="10536" y="10859"/>
                    <a:pt x="10688" y="11011"/>
                    <a:pt x="10688" y="11190"/>
                  </a:cubicBezTo>
                  <a:lnTo>
                    <a:pt x="10688" y="11332"/>
                  </a:lnTo>
                  <a:lnTo>
                    <a:pt x="8957" y="11332"/>
                  </a:lnTo>
                  <a:lnTo>
                    <a:pt x="8957" y="11190"/>
                  </a:lnTo>
                  <a:cubicBezTo>
                    <a:pt x="8957" y="11011"/>
                    <a:pt x="9100" y="10859"/>
                    <a:pt x="9278" y="10859"/>
                  </a:cubicBezTo>
                  <a:close/>
                  <a:moveTo>
                    <a:pt x="12579" y="5757"/>
                  </a:moveTo>
                  <a:lnTo>
                    <a:pt x="12579" y="10440"/>
                  </a:lnTo>
                  <a:cubicBezTo>
                    <a:pt x="12267" y="10547"/>
                    <a:pt x="12044" y="10842"/>
                    <a:pt x="12044" y="11190"/>
                  </a:cubicBezTo>
                  <a:lnTo>
                    <a:pt x="12044" y="11332"/>
                  </a:lnTo>
                  <a:lnTo>
                    <a:pt x="11161" y="11332"/>
                  </a:lnTo>
                  <a:lnTo>
                    <a:pt x="11161" y="11190"/>
                  </a:lnTo>
                  <a:cubicBezTo>
                    <a:pt x="11161" y="10851"/>
                    <a:pt x="10947" y="10565"/>
                    <a:pt x="10652" y="10449"/>
                  </a:cubicBezTo>
                  <a:lnTo>
                    <a:pt x="10652" y="5757"/>
                  </a:lnTo>
                  <a:close/>
                  <a:moveTo>
                    <a:pt x="13917" y="10859"/>
                  </a:moveTo>
                  <a:cubicBezTo>
                    <a:pt x="14096" y="10859"/>
                    <a:pt x="14247" y="11011"/>
                    <a:pt x="14247" y="11190"/>
                  </a:cubicBezTo>
                  <a:lnTo>
                    <a:pt x="14247" y="11332"/>
                  </a:lnTo>
                  <a:lnTo>
                    <a:pt x="12517" y="11332"/>
                  </a:lnTo>
                  <a:lnTo>
                    <a:pt x="12517" y="11190"/>
                  </a:lnTo>
                  <a:cubicBezTo>
                    <a:pt x="12517" y="11011"/>
                    <a:pt x="12659" y="10859"/>
                    <a:pt x="12838" y="10859"/>
                  </a:cubicBezTo>
                  <a:close/>
                  <a:moveTo>
                    <a:pt x="15095" y="11805"/>
                  </a:moveTo>
                  <a:lnTo>
                    <a:pt x="15095" y="12465"/>
                  </a:lnTo>
                  <a:lnTo>
                    <a:pt x="1044" y="12465"/>
                  </a:lnTo>
                  <a:lnTo>
                    <a:pt x="1044" y="11805"/>
                  </a:lnTo>
                  <a:close/>
                  <a:moveTo>
                    <a:pt x="4514" y="12938"/>
                  </a:moveTo>
                  <a:lnTo>
                    <a:pt x="4514" y="13536"/>
                  </a:lnTo>
                  <a:lnTo>
                    <a:pt x="473" y="13536"/>
                  </a:lnTo>
                  <a:lnTo>
                    <a:pt x="473" y="12938"/>
                  </a:lnTo>
                  <a:close/>
                  <a:moveTo>
                    <a:pt x="15666" y="12938"/>
                  </a:moveTo>
                  <a:lnTo>
                    <a:pt x="15666" y="13536"/>
                  </a:lnTo>
                  <a:lnTo>
                    <a:pt x="11633" y="13536"/>
                  </a:lnTo>
                  <a:lnTo>
                    <a:pt x="11633" y="12938"/>
                  </a:lnTo>
                  <a:close/>
                  <a:moveTo>
                    <a:pt x="4514" y="14009"/>
                  </a:moveTo>
                  <a:lnTo>
                    <a:pt x="4514" y="14606"/>
                  </a:lnTo>
                  <a:lnTo>
                    <a:pt x="473" y="14606"/>
                  </a:lnTo>
                  <a:lnTo>
                    <a:pt x="473" y="14009"/>
                  </a:lnTo>
                  <a:close/>
                  <a:moveTo>
                    <a:pt x="15666" y="14009"/>
                  </a:moveTo>
                  <a:lnTo>
                    <a:pt x="15666" y="14606"/>
                  </a:lnTo>
                  <a:lnTo>
                    <a:pt x="11633" y="14606"/>
                  </a:lnTo>
                  <a:lnTo>
                    <a:pt x="11633" y="14009"/>
                  </a:lnTo>
                  <a:close/>
                  <a:moveTo>
                    <a:pt x="11161" y="12938"/>
                  </a:moveTo>
                  <a:lnTo>
                    <a:pt x="11161" y="15650"/>
                  </a:lnTo>
                  <a:lnTo>
                    <a:pt x="4978" y="15650"/>
                  </a:lnTo>
                  <a:lnTo>
                    <a:pt x="4978" y="12938"/>
                  </a:lnTo>
                  <a:close/>
                  <a:moveTo>
                    <a:pt x="4514" y="15079"/>
                  </a:moveTo>
                  <a:lnTo>
                    <a:pt x="4514" y="15686"/>
                  </a:lnTo>
                  <a:lnTo>
                    <a:pt x="473" y="15686"/>
                  </a:lnTo>
                  <a:lnTo>
                    <a:pt x="473" y="15079"/>
                  </a:lnTo>
                  <a:close/>
                  <a:moveTo>
                    <a:pt x="8025" y="0"/>
                  </a:moveTo>
                  <a:cubicBezTo>
                    <a:pt x="7976" y="0"/>
                    <a:pt x="7927" y="16"/>
                    <a:pt x="7887" y="47"/>
                  </a:cubicBezTo>
                  <a:lnTo>
                    <a:pt x="5683" y="1715"/>
                  </a:lnTo>
                  <a:cubicBezTo>
                    <a:pt x="5488" y="1860"/>
                    <a:pt x="5639" y="2140"/>
                    <a:pt x="5832" y="2140"/>
                  </a:cubicBezTo>
                  <a:cubicBezTo>
                    <a:pt x="5876" y="2140"/>
                    <a:pt x="5923" y="2125"/>
                    <a:pt x="5969" y="2090"/>
                  </a:cubicBezTo>
                  <a:lnTo>
                    <a:pt x="8029" y="538"/>
                  </a:lnTo>
                  <a:lnTo>
                    <a:pt x="12811" y="4151"/>
                  </a:lnTo>
                  <a:lnTo>
                    <a:pt x="11455" y="4151"/>
                  </a:lnTo>
                  <a:lnTo>
                    <a:pt x="8163" y="1671"/>
                  </a:lnTo>
                  <a:cubicBezTo>
                    <a:pt x="8123" y="1635"/>
                    <a:pt x="8074" y="1617"/>
                    <a:pt x="8025" y="1617"/>
                  </a:cubicBezTo>
                  <a:cubicBezTo>
                    <a:pt x="7976" y="1617"/>
                    <a:pt x="7927" y="1635"/>
                    <a:pt x="7887" y="1671"/>
                  </a:cubicBezTo>
                  <a:lnTo>
                    <a:pt x="4604" y="4151"/>
                  </a:lnTo>
                  <a:lnTo>
                    <a:pt x="3248" y="4151"/>
                  </a:lnTo>
                  <a:lnTo>
                    <a:pt x="4978" y="2839"/>
                  </a:lnTo>
                  <a:cubicBezTo>
                    <a:pt x="5173" y="2688"/>
                    <a:pt x="5024" y="2414"/>
                    <a:pt x="4832" y="2414"/>
                  </a:cubicBezTo>
                  <a:cubicBezTo>
                    <a:pt x="4786" y="2414"/>
                    <a:pt x="4739" y="2429"/>
                    <a:pt x="4693" y="2465"/>
                  </a:cubicBezTo>
                  <a:lnTo>
                    <a:pt x="2463" y="4151"/>
                  </a:lnTo>
                  <a:lnTo>
                    <a:pt x="1847" y="4151"/>
                  </a:lnTo>
                  <a:cubicBezTo>
                    <a:pt x="791" y="4151"/>
                    <a:pt x="829" y="5766"/>
                    <a:pt x="1850" y="5766"/>
                  </a:cubicBezTo>
                  <a:cubicBezTo>
                    <a:pt x="1864" y="5766"/>
                    <a:pt x="1878" y="5766"/>
                    <a:pt x="1892" y="5766"/>
                  </a:cubicBezTo>
                  <a:lnTo>
                    <a:pt x="1892" y="10449"/>
                  </a:lnTo>
                  <a:cubicBezTo>
                    <a:pt x="1597" y="10565"/>
                    <a:pt x="1392" y="10851"/>
                    <a:pt x="1392" y="11190"/>
                  </a:cubicBezTo>
                  <a:lnTo>
                    <a:pt x="1392" y="11332"/>
                  </a:lnTo>
                  <a:lnTo>
                    <a:pt x="803" y="11332"/>
                  </a:lnTo>
                  <a:cubicBezTo>
                    <a:pt x="678" y="11332"/>
                    <a:pt x="571" y="11439"/>
                    <a:pt x="571" y="11573"/>
                  </a:cubicBezTo>
                  <a:lnTo>
                    <a:pt x="571" y="12465"/>
                  </a:lnTo>
                  <a:lnTo>
                    <a:pt x="241" y="12465"/>
                  </a:lnTo>
                  <a:cubicBezTo>
                    <a:pt x="107" y="12465"/>
                    <a:pt x="0" y="12572"/>
                    <a:pt x="0" y="12706"/>
                  </a:cubicBezTo>
                  <a:lnTo>
                    <a:pt x="0" y="15918"/>
                  </a:lnTo>
                  <a:cubicBezTo>
                    <a:pt x="0" y="16051"/>
                    <a:pt x="107" y="16159"/>
                    <a:pt x="241" y="16159"/>
                  </a:cubicBezTo>
                  <a:lnTo>
                    <a:pt x="13114" y="16159"/>
                  </a:lnTo>
                  <a:cubicBezTo>
                    <a:pt x="13418" y="16159"/>
                    <a:pt x="13418" y="15686"/>
                    <a:pt x="13114" y="15686"/>
                  </a:cubicBezTo>
                  <a:lnTo>
                    <a:pt x="11633" y="15686"/>
                  </a:lnTo>
                  <a:lnTo>
                    <a:pt x="11633" y="15079"/>
                  </a:lnTo>
                  <a:lnTo>
                    <a:pt x="15666" y="15079"/>
                  </a:lnTo>
                  <a:lnTo>
                    <a:pt x="15666" y="15686"/>
                  </a:lnTo>
                  <a:lnTo>
                    <a:pt x="14524" y="15686"/>
                  </a:lnTo>
                  <a:cubicBezTo>
                    <a:pt x="14212" y="15686"/>
                    <a:pt x="14212" y="16159"/>
                    <a:pt x="14524" y="16159"/>
                  </a:cubicBezTo>
                  <a:lnTo>
                    <a:pt x="15898" y="16159"/>
                  </a:lnTo>
                  <a:cubicBezTo>
                    <a:pt x="16032" y="16159"/>
                    <a:pt x="16139" y="16051"/>
                    <a:pt x="16139" y="15918"/>
                  </a:cubicBezTo>
                  <a:lnTo>
                    <a:pt x="16139" y="12697"/>
                  </a:lnTo>
                  <a:cubicBezTo>
                    <a:pt x="16139" y="12572"/>
                    <a:pt x="16032" y="12465"/>
                    <a:pt x="15898" y="12465"/>
                  </a:cubicBezTo>
                  <a:lnTo>
                    <a:pt x="15568" y="12465"/>
                  </a:lnTo>
                  <a:lnTo>
                    <a:pt x="15568" y="11573"/>
                  </a:lnTo>
                  <a:cubicBezTo>
                    <a:pt x="15568" y="11439"/>
                    <a:pt x="15461" y="11332"/>
                    <a:pt x="15336" y="11332"/>
                  </a:cubicBezTo>
                  <a:lnTo>
                    <a:pt x="14720" y="11332"/>
                  </a:lnTo>
                  <a:lnTo>
                    <a:pt x="14720" y="11190"/>
                  </a:lnTo>
                  <a:cubicBezTo>
                    <a:pt x="14720" y="10859"/>
                    <a:pt x="14515" y="10565"/>
                    <a:pt x="14212" y="10449"/>
                  </a:cubicBezTo>
                  <a:lnTo>
                    <a:pt x="14212" y="5766"/>
                  </a:lnTo>
                  <a:cubicBezTo>
                    <a:pt x="14226" y="5766"/>
                    <a:pt x="14240" y="5766"/>
                    <a:pt x="14254" y="5766"/>
                  </a:cubicBezTo>
                  <a:cubicBezTo>
                    <a:pt x="15292" y="5766"/>
                    <a:pt x="15330" y="4151"/>
                    <a:pt x="14265" y="4151"/>
                  </a:cubicBezTo>
                  <a:lnTo>
                    <a:pt x="13587" y="4151"/>
                  </a:lnTo>
                  <a:lnTo>
                    <a:pt x="8163" y="47"/>
                  </a:lnTo>
                  <a:cubicBezTo>
                    <a:pt x="8123" y="16"/>
                    <a:pt x="8074" y="0"/>
                    <a:pt x="8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2" name="Google Shape;4742;p70"/>
          <p:cNvGrpSpPr/>
          <p:nvPr/>
        </p:nvGrpSpPr>
        <p:grpSpPr>
          <a:xfrm>
            <a:off x="2526883" y="3785421"/>
            <a:ext cx="361403" cy="358011"/>
            <a:chOff x="2293856" y="3768933"/>
            <a:chExt cx="377997" cy="374449"/>
          </a:xfrm>
        </p:grpSpPr>
        <p:sp>
          <p:nvSpPr>
            <p:cNvPr id="4743" name="Google Shape;4743;p70"/>
            <p:cNvSpPr/>
            <p:nvPr/>
          </p:nvSpPr>
          <p:spPr>
            <a:xfrm>
              <a:off x="2299862" y="3774707"/>
              <a:ext cx="348824" cy="363109"/>
            </a:xfrm>
            <a:custGeom>
              <a:avLst/>
              <a:gdLst/>
              <a:ahLst/>
              <a:cxnLst/>
              <a:rect l="l" t="t" r="r" b="b"/>
              <a:pathLst>
                <a:path w="15042" h="15658" extrusionOk="0">
                  <a:moveTo>
                    <a:pt x="7521" y="1"/>
                  </a:moveTo>
                  <a:cubicBezTo>
                    <a:pt x="3364" y="1"/>
                    <a:pt x="1" y="3346"/>
                    <a:pt x="1" y="7486"/>
                  </a:cubicBezTo>
                  <a:cubicBezTo>
                    <a:pt x="1" y="9814"/>
                    <a:pt x="1062" y="11893"/>
                    <a:pt x="2739" y="13266"/>
                  </a:cubicBezTo>
                  <a:lnTo>
                    <a:pt x="2739" y="15657"/>
                  </a:lnTo>
                  <a:lnTo>
                    <a:pt x="5032" y="14551"/>
                  </a:lnTo>
                  <a:cubicBezTo>
                    <a:pt x="5808" y="14828"/>
                    <a:pt x="6647" y="14970"/>
                    <a:pt x="7521" y="14970"/>
                  </a:cubicBezTo>
                  <a:cubicBezTo>
                    <a:pt x="11669" y="14970"/>
                    <a:pt x="15041" y="11616"/>
                    <a:pt x="15041" y="7486"/>
                  </a:cubicBezTo>
                  <a:cubicBezTo>
                    <a:pt x="15041" y="3346"/>
                    <a:pt x="11669" y="1"/>
                    <a:pt x="75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70"/>
            <p:cNvSpPr/>
            <p:nvPr/>
          </p:nvSpPr>
          <p:spPr>
            <a:xfrm>
              <a:off x="2353851" y="3919952"/>
              <a:ext cx="27758" cy="55679"/>
            </a:xfrm>
            <a:custGeom>
              <a:avLst/>
              <a:gdLst/>
              <a:ahLst/>
              <a:cxnLst/>
              <a:rect l="l" t="t" r="r" b="b"/>
              <a:pathLst>
                <a:path w="1197" h="2401" extrusionOk="0">
                  <a:moveTo>
                    <a:pt x="599" y="0"/>
                  </a:moveTo>
                  <a:cubicBezTo>
                    <a:pt x="269" y="0"/>
                    <a:pt x="1" y="268"/>
                    <a:pt x="1" y="598"/>
                  </a:cubicBezTo>
                  <a:lnTo>
                    <a:pt x="1" y="1802"/>
                  </a:lnTo>
                  <a:cubicBezTo>
                    <a:pt x="1" y="2133"/>
                    <a:pt x="269" y="2400"/>
                    <a:pt x="599" y="2400"/>
                  </a:cubicBezTo>
                  <a:cubicBezTo>
                    <a:pt x="929" y="2400"/>
                    <a:pt x="1196" y="2133"/>
                    <a:pt x="1196" y="1802"/>
                  </a:cubicBezTo>
                  <a:lnTo>
                    <a:pt x="1196" y="598"/>
                  </a:lnTo>
                  <a:cubicBezTo>
                    <a:pt x="1196" y="268"/>
                    <a:pt x="929" y="0"/>
                    <a:pt x="5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70"/>
            <p:cNvSpPr/>
            <p:nvPr/>
          </p:nvSpPr>
          <p:spPr>
            <a:xfrm>
              <a:off x="2513776" y="3886441"/>
              <a:ext cx="27967" cy="122072"/>
            </a:xfrm>
            <a:custGeom>
              <a:avLst/>
              <a:gdLst/>
              <a:ahLst/>
              <a:cxnLst/>
              <a:rect l="l" t="t" r="r" b="b"/>
              <a:pathLst>
                <a:path w="1206" h="5264" extrusionOk="0">
                  <a:moveTo>
                    <a:pt x="599" y="0"/>
                  </a:moveTo>
                  <a:cubicBezTo>
                    <a:pt x="269" y="0"/>
                    <a:pt x="1" y="268"/>
                    <a:pt x="1" y="598"/>
                  </a:cubicBezTo>
                  <a:lnTo>
                    <a:pt x="1" y="4666"/>
                  </a:lnTo>
                  <a:cubicBezTo>
                    <a:pt x="1" y="4996"/>
                    <a:pt x="269" y="5264"/>
                    <a:pt x="599" y="5264"/>
                  </a:cubicBezTo>
                  <a:lnTo>
                    <a:pt x="608" y="5264"/>
                  </a:lnTo>
                  <a:cubicBezTo>
                    <a:pt x="938" y="5264"/>
                    <a:pt x="1205" y="4996"/>
                    <a:pt x="1205" y="4666"/>
                  </a:cubicBezTo>
                  <a:lnTo>
                    <a:pt x="1205" y="598"/>
                  </a:lnTo>
                  <a:cubicBezTo>
                    <a:pt x="1205" y="268"/>
                    <a:pt x="938" y="0"/>
                    <a:pt x="6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70"/>
            <p:cNvSpPr/>
            <p:nvPr/>
          </p:nvSpPr>
          <p:spPr>
            <a:xfrm>
              <a:off x="2460622" y="3818585"/>
              <a:ext cx="27735" cy="257780"/>
            </a:xfrm>
            <a:custGeom>
              <a:avLst/>
              <a:gdLst/>
              <a:ahLst/>
              <a:cxnLst/>
              <a:rect l="l" t="t" r="r" b="b"/>
              <a:pathLst>
                <a:path w="1196" h="11116" extrusionOk="0">
                  <a:moveTo>
                    <a:pt x="589" y="0"/>
                  </a:moveTo>
                  <a:cubicBezTo>
                    <a:pt x="259" y="0"/>
                    <a:pt x="0" y="259"/>
                    <a:pt x="0" y="589"/>
                  </a:cubicBezTo>
                  <a:lnTo>
                    <a:pt x="0" y="10527"/>
                  </a:lnTo>
                  <a:cubicBezTo>
                    <a:pt x="0" y="10848"/>
                    <a:pt x="259" y="11116"/>
                    <a:pt x="589" y="11116"/>
                  </a:cubicBezTo>
                  <a:lnTo>
                    <a:pt x="598" y="11116"/>
                  </a:lnTo>
                  <a:cubicBezTo>
                    <a:pt x="928" y="11116"/>
                    <a:pt x="1196" y="10857"/>
                    <a:pt x="1196" y="10527"/>
                  </a:cubicBezTo>
                  <a:lnTo>
                    <a:pt x="1196" y="589"/>
                  </a:lnTo>
                  <a:cubicBezTo>
                    <a:pt x="1196" y="259"/>
                    <a:pt x="928" y="0"/>
                    <a:pt x="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70"/>
            <p:cNvSpPr/>
            <p:nvPr/>
          </p:nvSpPr>
          <p:spPr>
            <a:xfrm>
              <a:off x="2407236" y="3865338"/>
              <a:ext cx="27758" cy="165113"/>
            </a:xfrm>
            <a:custGeom>
              <a:avLst/>
              <a:gdLst/>
              <a:ahLst/>
              <a:cxnLst/>
              <a:rect l="l" t="t" r="r" b="b"/>
              <a:pathLst>
                <a:path w="1197" h="7120" extrusionOk="0">
                  <a:moveTo>
                    <a:pt x="589" y="0"/>
                  </a:moveTo>
                  <a:cubicBezTo>
                    <a:pt x="268" y="0"/>
                    <a:pt x="1" y="259"/>
                    <a:pt x="1" y="589"/>
                  </a:cubicBezTo>
                  <a:lnTo>
                    <a:pt x="1" y="6522"/>
                  </a:lnTo>
                  <a:cubicBezTo>
                    <a:pt x="1" y="6852"/>
                    <a:pt x="268" y="7119"/>
                    <a:pt x="589" y="7119"/>
                  </a:cubicBezTo>
                  <a:lnTo>
                    <a:pt x="598" y="7119"/>
                  </a:lnTo>
                  <a:cubicBezTo>
                    <a:pt x="928" y="7119"/>
                    <a:pt x="1196" y="6852"/>
                    <a:pt x="1196" y="6522"/>
                  </a:cubicBezTo>
                  <a:lnTo>
                    <a:pt x="1196" y="589"/>
                  </a:lnTo>
                  <a:cubicBezTo>
                    <a:pt x="1196" y="259"/>
                    <a:pt x="928" y="0"/>
                    <a:pt x="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70"/>
            <p:cNvSpPr/>
            <p:nvPr/>
          </p:nvSpPr>
          <p:spPr>
            <a:xfrm>
              <a:off x="2567161" y="3925959"/>
              <a:ext cx="27735" cy="43875"/>
            </a:xfrm>
            <a:custGeom>
              <a:avLst/>
              <a:gdLst/>
              <a:ahLst/>
              <a:cxnLst/>
              <a:rect l="l" t="t" r="r" b="b"/>
              <a:pathLst>
                <a:path w="1196" h="1892" extrusionOk="0">
                  <a:moveTo>
                    <a:pt x="598" y="0"/>
                  </a:moveTo>
                  <a:cubicBezTo>
                    <a:pt x="268" y="0"/>
                    <a:pt x="1" y="268"/>
                    <a:pt x="1" y="589"/>
                  </a:cubicBezTo>
                  <a:lnTo>
                    <a:pt x="1" y="1294"/>
                  </a:lnTo>
                  <a:cubicBezTo>
                    <a:pt x="1" y="1624"/>
                    <a:pt x="268" y="1891"/>
                    <a:pt x="598" y="1891"/>
                  </a:cubicBezTo>
                  <a:lnTo>
                    <a:pt x="607" y="1891"/>
                  </a:lnTo>
                  <a:cubicBezTo>
                    <a:pt x="937" y="1891"/>
                    <a:pt x="1196" y="1624"/>
                    <a:pt x="1196" y="1294"/>
                  </a:cubicBezTo>
                  <a:lnTo>
                    <a:pt x="1196" y="589"/>
                  </a:lnTo>
                  <a:cubicBezTo>
                    <a:pt x="1196" y="268"/>
                    <a:pt x="937" y="0"/>
                    <a:pt x="6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70"/>
            <p:cNvSpPr/>
            <p:nvPr/>
          </p:nvSpPr>
          <p:spPr>
            <a:xfrm>
              <a:off x="2557027" y="4019581"/>
              <a:ext cx="108831" cy="118339"/>
            </a:xfrm>
            <a:custGeom>
              <a:avLst/>
              <a:gdLst/>
              <a:ahLst/>
              <a:cxnLst/>
              <a:rect l="l" t="t" r="r" b="b"/>
              <a:pathLst>
                <a:path w="4693" h="5103" extrusionOk="0">
                  <a:moveTo>
                    <a:pt x="633" y="0"/>
                  </a:moveTo>
                  <a:cubicBezTo>
                    <a:pt x="304" y="0"/>
                    <a:pt x="0" y="263"/>
                    <a:pt x="0" y="629"/>
                  </a:cubicBezTo>
                  <a:lnTo>
                    <a:pt x="0" y="4474"/>
                  </a:lnTo>
                  <a:cubicBezTo>
                    <a:pt x="0" y="4840"/>
                    <a:pt x="304" y="5102"/>
                    <a:pt x="633" y="5102"/>
                  </a:cubicBezTo>
                  <a:cubicBezTo>
                    <a:pt x="738" y="5102"/>
                    <a:pt x="845" y="5076"/>
                    <a:pt x="946" y="5018"/>
                  </a:cubicBezTo>
                  <a:lnTo>
                    <a:pt x="4274" y="3091"/>
                  </a:lnTo>
                  <a:cubicBezTo>
                    <a:pt x="4693" y="2850"/>
                    <a:pt x="4693" y="2244"/>
                    <a:pt x="4274" y="2003"/>
                  </a:cubicBezTo>
                  <a:lnTo>
                    <a:pt x="946" y="85"/>
                  </a:lnTo>
                  <a:cubicBezTo>
                    <a:pt x="845" y="27"/>
                    <a:pt x="738" y="0"/>
                    <a:pt x="6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70"/>
            <p:cNvSpPr/>
            <p:nvPr/>
          </p:nvSpPr>
          <p:spPr>
            <a:xfrm>
              <a:off x="2348679" y="3914155"/>
              <a:ext cx="38727" cy="66648"/>
            </a:xfrm>
            <a:custGeom>
              <a:avLst/>
              <a:gdLst/>
              <a:ahLst/>
              <a:cxnLst/>
              <a:rect l="l" t="t" r="r" b="b"/>
              <a:pathLst>
                <a:path w="1670" h="2874" extrusionOk="0">
                  <a:moveTo>
                    <a:pt x="840" y="473"/>
                  </a:moveTo>
                  <a:cubicBezTo>
                    <a:pt x="1036" y="473"/>
                    <a:pt x="1196" y="634"/>
                    <a:pt x="1196" y="830"/>
                  </a:cubicBezTo>
                  <a:lnTo>
                    <a:pt x="1196" y="2035"/>
                  </a:lnTo>
                  <a:cubicBezTo>
                    <a:pt x="1196" y="2240"/>
                    <a:pt x="1036" y="2400"/>
                    <a:pt x="840" y="2400"/>
                  </a:cubicBezTo>
                  <a:lnTo>
                    <a:pt x="831" y="2400"/>
                  </a:lnTo>
                  <a:cubicBezTo>
                    <a:pt x="634" y="2400"/>
                    <a:pt x="474" y="2240"/>
                    <a:pt x="474" y="2035"/>
                  </a:cubicBezTo>
                  <a:lnTo>
                    <a:pt x="474" y="830"/>
                  </a:lnTo>
                  <a:cubicBezTo>
                    <a:pt x="474" y="634"/>
                    <a:pt x="634" y="473"/>
                    <a:pt x="831" y="473"/>
                  </a:cubicBezTo>
                  <a:close/>
                  <a:moveTo>
                    <a:pt x="831" y="1"/>
                  </a:moveTo>
                  <a:cubicBezTo>
                    <a:pt x="376" y="1"/>
                    <a:pt x="1" y="375"/>
                    <a:pt x="1" y="830"/>
                  </a:cubicBezTo>
                  <a:lnTo>
                    <a:pt x="1" y="2035"/>
                  </a:lnTo>
                  <a:cubicBezTo>
                    <a:pt x="1" y="2499"/>
                    <a:pt x="376" y="2873"/>
                    <a:pt x="831" y="2873"/>
                  </a:cubicBezTo>
                  <a:lnTo>
                    <a:pt x="840" y="2873"/>
                  </a:lnTo>
                  <a:cubicBezTo>
                    <a:pt x="1303" y="2873"/>
                    <a:pt x="1669" y="2499"/>
                    <a:pt x="1669" y="2035"/>
                  </a:cubicBezTo>
                  <a:lnTo>
                    <a:pt x="1669" y="830"/>
                  </a:lnTo>
                  <a:cubicBezTo>
                    <a:pt x="1669" y="375"/>
                    <a:pt x="1294" y="1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70"/>
            <p:cNvSpPr/>
            <p:nvPr/>
          </p:nvSpPr>
          <p:spPr>
            <a:xfrm>
              <a:off x="2508001" y="3881270"/>
              <a:ext cx="38704" cy="133041"/>
            </a:xfrm>
            <a:custGeom>
              <a:avLst/>
              <a:gdLst/>
              <a:ahLst/>
              <a:cxnLst/>
              <a:rect l="l" t="t" r="r" b="b"/>
              <a:pathLst>
                <a:path w="1669" h="5737" extrusionOk="0">
                  <a:moveTo>
                    <a:pt x="839" y="473"/>
                  </a:moveTo>
                  <a:cubicBezTo>
                    <a:pt x="1035" y="473"/>
                    <a:pt x="1196" y="634"/>
                    <a:pt x="1196" y="830"/>
                  </a:cubicBezTo>
                  <a:lnTo>
                    <a:pt x="1196" y="4907"/>
                  </a:lnTo>
                  <a:cubicBezTo>
                    <a:pt x="1196" y="5103"/>
                    <a:pt x="1035" y="5264"/>
                    <a:pt x="839" y="5264"/>
                  </a:cubicBezTo>
                  <a:lnTo>
                    <a:pt x="830" y="5264"/>
                  </a:lnTo>
                  <a:cubicBezTo>
                    <a:pt x="634" y="5264"/>
                    <a:pt x="473" y="5103"/>
                    <a:pt x="473" y="4907"/>
                  </a:cubicBezTo>
                  <a:lnTo>
                    <a:pt x="473" y="830"/>
                  </a:lnTo>
                  <a:cubicBezTo>
                    <a:pt x="473" y="634"/>
                    <a:pt x="634" y="473"/>
                    <a:pt x="830" y="473"/>
                  </a:cubicBezTo>
                  <a:close/>
                  <a:moveTo>
                    <a:pt x="830" y="0"/>
                  </a:moveTo>
                  <a:cubicBezTo>
                    <a:pt x="375" y="0"/>
                    <a:pt x="0" y="375"/>
                    <a:pt x="0" y="830"/>
                  </a:cubicBezTo>
                  <a:lnTo>
                    <a:pt x="0" y="4907"/>
                  </a:lnTo>
                  <a:cubicBezTo>
                    <a:pt x="0" y="5362"/>
                    <a:pt x="375" y="5736"/>
                    <a:pt x="830" y="5736"/>
                  </a:cubicBezTo>
                  <a:lnTo>
                    <a:pt x="839" y="5736"/>
                  </a:lnTo>
                  <a:cubicBezTo>
                    <a:pt x="1303" y="5736"/>
                    <a:pt x="1668" y="5362"/>
                    <a:pt x="1668" y="4907"/>
                  </a:cubicBezTo>
                  <a:lnTo>
                    <a:pt x="1668" y="830"/>
                  </a:lnTo>
                  <a:cubicBezTo>
                    <a:pt x="1668" y="375"/>
                    <a:pt x="1294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70"/>
            <p:cNvSpPr/>
            <p:nvPr/>
          </p:nvSpPr>
          <p:spPr>
            <a:xfrm>
              <a:off x="2454615" y="3813413"/>
              <a:ext cx="38704" cy="268958"/>
            </a:xfrm>
            <a:custGeom>
              <a:avLst/>
              <a:gdLst/>
              <a:ahLst/>
              <a:cxnLst/>
              <a:rect l="l" t="t" r="r" b="b"/>
              <a:pathLst>
                <a:path w="1669" h="11598" extrusionOk="0">
                  <a:moveTo>
                    <a:pt x="839" y="473"/>
                  </a:moveTo>
                  <a:cubicBezTo>
                    <a:pt x="1035" y="473"/>
                    <a:pt x="1196" y="634"/>
                    <a:pt x="1196" y="830"/>
                  </a:cubicBezTo>
                  <a:lnTo>
                    <a:pt x="1196" y="10759"/>
                  </a:lnTo>
                  <a:cubicBezTo>
                    <a:pt x="1196" y="10964"/>
                    <a:pt x="1035" y="11125"/>
                    <a:pt x="839" y="11125"/>
                  </a:cubicBezTo>
                  <a:lnTo>
                    <a:pt x="830" y="11125"/>
                  </a:lnTo>
                  <a:cubicBezTo>
                    <a:pt x="634" y="11125"/>
                    <a:pt x="473" y="10964"/>
                    <a:pt x="473" y="10759"/>
                  </a:cubicBezTo>
                  <a:lnTo>
                    <a:pt x="473" y="830"/>
                  </a:lnTo>
                  <a:cubicBezTo>
                    <a:pt x="473" y="634"/>
                    <a:pt x="634" y="473"/>
                    <a:pt x="830" y="473"/>
                  </a:cubicBezTo>
                  <a:close/>
                  <a:moveTo>
                    <a:pt x="830" y="0"/>
                  </a:moveTo>
                  <a:cubicBezTo>
                    <a:pt x="375" y="0"/>
                    <a:pt x="1" y="375"/>
                    <a:pt x="1" y="830"/>
                  </a:cubicBezTo>
                  <a:lnTo>
                    <a:pt x="1" y="10759"/>
                  </a:lnTo>
                  <a:cubicBezTo>
                    <a:pt x="1" y="11223"/>
                    <a:pt x="375" y="11597"/>
                    <a:pt x="830" y="11597"/>
                  </a:cubicBezTo>
                  <a:lnTo>
                    <a:pt x="839" y="11597"/>
                  </a:lnTo>
                  <a:cubicBezTo>
                    <a:pt x="1303" y="11597"/>
                    <a:pt x="1669" y="11223"/>
                    <a:pt x="1669" y="10759"/>
                  </a:cubicBezTo>
                  <a:lnTo>
                    <a:pt x="1669" y="830"/>
                  </a:lnTo>
                  <a:cubicBezTo>
                    <a:pt x="1669" y="375"/>
                    <a:pt x="1303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70"/>
            <p:cNvSpPr/>
            <p:nvPr/>
          </p:nvSpPr>
          <p:spPr>
            <a:xfrm>
              <a:off x="2401230" y="3859331"/>
              <a:ext cx="38936" cy="176499"/>
            </a:xfrm>
            <a:custGeom>
              <a:avLst/>
              <a:gdLst/>
              <a:ahLst/>
              <a:cxnLst/>
              <a:rect l="l" t="t" r="r" b="b"/>
              <a:pathLst>
                <a:path w="1679" h="7611" extrusionOk="0">
                  <a:moveTo>
                    <a:pt x="839" y="1"/>
                  </a:moveTo>
                  <a:cubicBezTo>
                    <a:pt x="376" y="1"/>
                    <a:pt x="1" y="375"/>
                    <a:pt x="1" y="839"/>
                  </a:cubicBezTo>
                  <a:lnTo>
                    <a:pt x="1" y="1446"/>
                  </a:lnTo>
                  <a:cubicBezTo>
                    <a:pt x="1" y="1597"/>
                    <a:pt x="119" y="1673"/>
                    <a:pt x="237" y="1673"/>
                  </a:cubicBezTo>
                  <a:cubicBezTo>
                    <a:pt x="355" y="1673"/>
                    <a:pt x="474" y="1597"/>
                    <a:pt x="474" y="1446"/>
                  </a:cubicBezTo>
                  <a:lnTo>
                    <a:pt x="474" y="821"/>
                  </a:lnTo>
                  <a:cubicBezTo>
                    <a:pt x="474" y="625"/>
                    <a:pt x="634" y="464"/>
                    <a:pt x="839" y="464"/>
                  </a:cubicBezTo>
                  <a:cubicBezTo>
                    <a:pt x="1036" y="464"/>
                    <a:pt x="1205" y="616"/>
                    <a:pt x="1205" y="821"/>
                  </a:cubicBezTo>
                  <a:lnTo>
                    <a:pt x="1205" y="6781"/>
                  </a:lnTo>
                  <a:cubicBezTo>
                    <a:pt x="1205" y="6977"/>
                    <a:pt x="1045" y="7137"/>
                    <a:pt x="839" y="7137"/>
                  </a:cubicBezTo>
                  <a:cubicBezTo>
                    <a:pt x="643" y="7137"/>
                    <a:pt x="474" y="6986"/>
                    <a:pt x="474" y="6781"/>
                  </a:cubicBezTo>
                  <a:lnTo>
                    <a:pt x="474" y="2695"/>
                  </a:lnTo>
                  <a:cubicBezTo>
                    <a:pt x="474" y="2543"/>
                    <a:pt x="355" y="2467"/>
                    <a:pt x="237" y="2467"/>
                  </a:cubicBezTo>
                  <a:cubicBezTo>
                    <a:pt x="119" y="2467"/>
                    <a:pt x="1" y="2543"/>
                    <a:pt x="1" y="2695"/>
                  </a:cubicBezTo>
                  <a:lnTo>
                    <a:pt x="1" y="6781"/>
                  </a:lnTo>
                  <a:cubicBezTo>
                    <a:pt x="1" y="7236"/>
                    <a:pt x="384" y="7610"/>
                    <a:pt x="839" y="7610"/>
                  </a:cubicBezTo>
                  <a:cubicBezTo>
                    <a:pt x="1303" y="7610"/>
                    <a:pt x="1678" y="7236"/>
                    <a:pt x="1678" y="6781"/>
                  </a:cubicBezTo>
                  <a:lnTo>
                    <a:pt x="1678" y="839"/>
                  </a:lnTo>
                  <a:cubicBezTo>
                    <a:pt x="1678" y="375"/>
                    <a:pt x="1303" y="1"/>
                    <a:pt x="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70"/>
            <p:cNvSpPr/>
            <p:nvPr/>
          </p:nvSpPr>
          <p:spPr>
            <a:xfrm>
              <a:off x="2561364" y="3919952"/>
              <a:ext cx="38727" cy="54844"/>
            </a:xfrm>
            <a:custGeom>
              <a:avLst/>
              <a:gdLst/>
              <a:ahLst/>
              <a:cxnLst/>
              <a:rect l="l" t="t" r="r" b="b"/>
              <a:pathLst>
                <a:path w="1670" h="2365" extrusionOk="0">
                  <a:moveTo>
                    <a:pt x="830" y="482"/>
                  </a:moveTo>
                  <a:cubicBezTo>
                    <a:pt x="1027" y="482"/>
                    <a:pt x="1196" y="634"/>
                    <a:pt x="1196" y="839"/>
                  </a:cubicBezTo>
                  <a:lnTo>
                    <a:pt x="1196" y="1535"/>
                  </a:lnTo>
                  <a:cubicBezTo>
                    <a:pt x="1196" y="1731"/>
                    <a:pt x="1036" y="1901"/>
                    <a:pt x="839" y="1901"/>
                  </a:cubicBezTo>
                  <a:cubicBezTo>
                    <a:pt x="643" y="1892"/>
                    <a:pt x="474" y="1740"/>
                    <a:pt x="474" y="1535"/>
                  </a:cubicBezTo>
                  <a:lnTo>
                    <a:pt x="474" y="839"/>
                  </a:lnTo>
                  <a:cubicBezTo>
                    <a:pt x="474" y="643"/>
                    <a:pt x="634" y="482"/>
                    <a:pt x="830" y="482"/>
                  </a:cubicBezTo>
                  <a:close/>
                  <a:moveTo>
                    <a:pt x="830" y="0"/>
                  </a:moveTo>
                  <a:cubicBezTo>
                    <a:pt x="375" y="0"/>
                    <a:pt x="1" y="375"/>
                    <a:pt x="1" y="839"/>
                  </a:cubicBezTo>
                  <a:lnTo>
                    <a:pt x="1" y="1535"/>
                  </a:lnTo>
                  <a:cubicBezTo>
                    <a:pt x="1" y="1990"/>
                    <a:pt x="384" y="2365"/>
                    <a:pt x="839" y="2365"/>
                  </a:cubicBezTo>
                  <a:cubicBezTo>
                    <a:pt x="1294" y="2365"/>
                    <a:pt x="1669" y="1990"/>
                    <a:pt x="1669" y="1535"/>
                  </a:cubicBezTo>
                  <a:lnTo>
                    <a:pt x="1669" y="839"/>
                  </a:lnTo>
                  <a:cubicBezTo>
                    <a:pt x="1669" y="375"/>
                    <a:pt x="1294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70"/>
            <p:cNvSpPr/>
            <p:nvPr/>
          </p:nvSpPr>
          <p:spPr>
            <a:xfrm>
              <a:off x="2293856" y="3768933"/>
              <a:ext cx="377997" cy="374449"/>
            </a:xfrm>
            <a:custGeom>
              <a:avLst/>
              <a:gdLst/>
              <a:ahLst/>
              <a:cxnLst/>
              <a:rect l="l" t="t" r="r" b="b"/>
              <a:pathLst>
                <a:path w="16300" h="16147" extrusionOk="0">
                  <a:moveTo>
                    <a:pt x="7771" y="473"/>
                  </a:moveTo>
                  <a:cubicBezTo>
                    <a:pt x="9725" y="473"/>
                    <a:pt x="11554" y="1222"/>
                    <a:pt x="12927" y="2596"/>
                  </a:cubicBezTo>
                  <a:cubicBezTo>
                    <a:pt x="14310" y="3970"/>
                    <a:pt x="15069" y="5790"/>
                    <a:pt x="15069" y="7735"/>
                  </a:cubicBezTo>
                  <a:cubicBezTo>
                    <a:pt x="15069" y="9108"/>
                    <a:pt x="14685" y="10438"/>
                    <a:pt x="13953" y="11588"/>
                  </a:cubicBezTo>
                  <a:lnTo>
                    <a:pt x="12392" y="10687"/>
                  </a:lnTo>
                  <a:cubicBezTo>
                    <a:pt x="12258" y="10612"/>
                    <a:pt x="12111" y="10574"/>
                    <a:pt x="11963" y="10574"/>
                  </a:cubicBezTo>
                  <a:cubicBezTo>
                    <a:pt x="11815" y="10574"/>
                    <a:pt x="11665" y="10612"/>
                    <a:pt x="11527" y="10687"/>
                  </a:cubicBezTo>
                  <a:cubicBezTo>
                    <a:pt x="11259" y="10848"/>
                    <a:pt x="11099" y="11125"/>
                    <a:pt x="11099" y="11446"/>
                  </a:cubicBezTo>
                  <a:lnTo>
                    <a:pt x="11099" y="14202"/>
                  </a:lnTo>
                  <a:cubicBezTo>
                    <a:pt x="10073" y="14720"/>
                    <a:pt x="8931" y="14996"/>
                    <a:pt x="7771" y="14996"/>
                  </a:cubicBezTo>
                  <a:cubicBezTo>
                    <a:pt x="6941" y="14996"/>
                    <a:pt x="6130" y="14862"/>
                    <a:pt x="5353" y="14586"/>
                  </a:cubicBezTo>
                  <a:cubicBezTo>
                    <a:pt x="5335" y="14580"/>
                    <a:pt x="5313" y="14577"/>
                    <a:pt x="5291" y="14577"/>
                  </a:cubicBezTo>
                  <a:cubicBezTo>
                    <a:pt x="5252" y="14577"/>
                    <a:pt x="5210" y="14587"/>
                    <a:pt x="5175" y="14604"/>
                  </a:cubicBezTo>
                  <a:lnTo>
                    <a:pt x="3212" y="15549"/>
                  </a:lnTo>
                  <a:lnTo>
                    <a:pt x="3212" y="13524"/>
                  </a:lnTo>
                  <a:cubicBezTo>
                    <a:pt x="3212" y="13453"/>
                    <a:pt x="3186" y="13382"/>
                    <a:pt x="3132" y="13337"/>
                  </a:cubicBezTo>
                  <a:cubicBezTo>
                    <a:pt x="1437" y="11954"/>
                    <a:pt x="474" y="9911"/>
                    <a:pt x="474" y="7735"/>
                  </a:cubicBezTo>
                  <a:cubicBezTo>
                    <a:pt x="474" y="5790"/>
                    <a:pt x="1232" y="3970"/>
                    <a:pt x="2606" y="2596"/>
                  </a:cubicBezTo>
                  <a:cubicBezTo>
                    <a:pt x="3989" y="1222"/>
                    <a:pt x="5817" y="473"/>
                    <a:pt x="7771" y="473"/>
                  </a:cubicBezTo>
                  <a:close/>
                  <a:moveTo>
                    <a:pt x="7771" y="0"/>
                  </a:moveTo>
                  <a:cubicBezTo>
                    <a:pt x="5692" y="0"/>
                    <a:pt x="3748" y="803"/>
                    <a:pt x="2276" y="2266"/>
                  </a:cubicBezTo>
                  <a:cubicBezTo>
                    <a:pt x="813" y="3720"/>
                    <a:pt x="1" y="5665"/>
                    <a:pt x="1" y="7735"/>
                  </a:cubicBezTo>
                  <a:cubicBezTo>
                    <a:pt x="1" y="10018"/>
                    <a:pt x="1000" y="12159"/>
                    <a:pt x="2740" y="13631"/>
                  </a:cubicBezTo>
                  <a:lnTo>
                    <a:pt x="2740" y="15906"/>
                  </a:lnTo>
                  <a:cubicBezTo>
                    <a:pt x="2740" y="16045"/>
                    <a:pt x="2853" y="16146"/>
                    <a:pt x="2979" y="16146"/>
                  </a:cubicBezTo>
                  <a:cubicBezTo>
                    <a:pt x="3015" y="16146"/>
                    <a:pt x="3052" y="16138"/>
                    <a:pt x="3088" y="16120"/>
                  </a:cubicBezTo>
                  <a:lnTo>
                    <a:pt x="5291" y="15059"/>
                  </a:lnTo>
                  <a:cubicBezTo>
                    <a:pt x="6094" y="15317"/>
                    <a:pt x="6924" y="15460"/>
                    <a:pt x="7771" y="15460"/>
                  </a:cubicBezTo>
                  <a:cubicBezTo>
                    <a:pt x="8922" y="15460"/>
                    <a:pt x="10064" y="15201"/>
                    <a:pt x="11099" y="14711"/>
                  </a:cubicBezTo>
                  <a:lnTo>
                    <a:pt x="11099" y="15282"/>
                  </a:lnTo>
                  <a:cubicBezTo>
                    <a:pt x="11099" y="15774"/>
                    <a:pt x="11528" y="16140"/>
                    <a:pt x="11982" y="16140"/>
                  </a:cubicBezTo>
                  <a:cubicBezTo>
                    <a:pt x="12120" y="16140"/>
                    <a:pt x="12261" y="16106"/>
                    <a:pt x="12392" y="16031"/>
                  </a:cubicBezTo>
                  <a:lnTo>
                    <a:pt x="12803" y="15790"/>
                  </a:lnTo>
                  <a:cubicBezTo>
                    <a:pt x="13020" y="15663"/>
                    <a:pt x="12891" y="15352"/>
                    <a:pt x="12685" y="15352"/>
                  </a:cubicBezTo>
                  <a:cubicBezTo>
                    <a:pt x="12646" y="15352"/>
                    <a:pt x="12604" y="15363"/>
                    <a:pt x="12562" y="15389"/>
                  </a:cubicBezTo>
                  <a:lnTo>
                    <a:pt x="12160" y="15621"/>
                  </a:lnTo>
                  <a:cubicBezTo>
                    <a:pt x="12099" y="15654"/>
                    <a:pt x="12034" y="15670"/>
                    <a:pt x="11970" y="15670"/>
                  </a:cubicBezTo>
                  <a:cubicBezTo>
                    <a:pt x="11761" y="15670"/>
                    <a:pt x="11563" y="15507"/>
                    <a:pt x="11563" y="15282"/>
                  </a:cubicBezTo>
                  <a:lnTo>
                    <a:pt x="11563" y="14345"/>
                  </a:lnTo>
                  <a:lnTo>
                    <a:pt x="11563" y="11446"/>
                  </a:lnTo>
                  <a:cubicBezTo>
                    <a:pt x="11563" y="11214"/>
                    <a:pt x="11754" y="11045"/>
                    <a:pt x="11964" y="11045"/>
                  </a:cubicBezTo>
                  <a:cubicBezTo>
                    <a:pt x="12030" y="11045"/>
                    <a:pt x="12097" y="11062"/>
                    <a:pt x="12160" y="11098"/>
                  </a:cubicBezTo>
                  <a:lnTo>
                    <a:pt x="15488" y="13025"/>
                  </a:lnTo>
                  <a:cubicBezTo>
                    <a:pt x="15747" y="13176"/>
                    <a:pt x="15747" y="13560"/>
                    <a:pt x="15488" y="13712"/>
                  </a:cubicBezTo>
                  <a:lnTo>
                    <a:pt x="13641" y="14773"/>
                  </a:lnTo>
                  <a:cubicBezTo>
                    <a:pt x="13414" y="14902"/>
                    <a:pt x="13553" y="15217"/>
                    <a:pt x="13764" y="15217"/>
                  </a:cubicBezTo>
                  <a:cubicBezTo>
                    <a:pt x="13801" y="15217"/>
                    <a:pt x="13841" y="15207"/>
                    <a:pt x="13882" y="15184"/>
                  </a:cubicBezTo>
                  <a:lnTo>
                    <a:pt x="15729" y="14122"/>
                  </a:lnTo>
                  <a:cubicBezTo>
                    <a:pt x="16291" y="13792"/>
                    <a:pt x="16300" y="12944"/>
                    <a:pt x="15729" y="12614"/>
                  </a:cubicBezTo>
                  <a:lnTo>
                    <a:pt x="14364" y="11829"/>
                  </a:lnTo>
                  <a:cubicBezTo>
                    <a:pt x="15131" y="10598"/>
                    <a:pt x="15541" y="9189"/>
                    <a:pt x="15541" y="7735"/>
                  </a:cubicBezTo>
                  <a:cubicBezTo>
                    <a:pt x="15541" y="5665"/>
                    <a:pt x="14730" y="3720"/>
                    <a:pt x="13266" y="2266"/>
                  </a:cubicBezTo>
                  <a:cubicBezTo>
                    <a:pt x="11794" y="803"/>
                    <a:pt x="9850" y="0"/>
                    <a:pt x="77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6" name="Google Shape;4756;p70"/>
          <p:cNvGrpSpPr/>
          <p:nvPr/>
        </p:nvGrpSpPr>
        <p:grpSpPr>
          <a:xfrm>
            <a:off x="3037819" y="3785565"/>
            <a:ext cx="367135" cy="357723"/>
            <a:chOff x="2817090" y="3769141"/>
            <a:chExt cx="383992" cy="374148"/>
          </a:xfrm>
        </p:grpSpPr>
        <p:sp>
          <p:nvSpPr>
            <p:cNvPr id="4757" name="Google Shape;4757;p70"/>
            <p:cNvSpPr/>
            <p:nvPr/>
          </p:nvSpPr>
          <p:spPr>
            <a:xfrm>
              <a:off x="2822471" y="3799035"/>
              <a:ext cx="350888" cy="339247"/>
            </a:xfrm>
            <a:custGeom>
              <a:avLst/>
              <a:gdLst/>
              <a:ahLst/>
              <a:cxnLst/>
              <a:rect l="l" t="t" r="r" b="b"/>
              <a:pathLst>
                <a:path w="15131" h="14629" extrusionOk="0">
                  <a:moveTo>
                    <a:pt x="9550" y="0"/>
                  </a:moveTo>
                  <a:cubicBezTo>
                    <a:pt x="9303" y="0"/>
                    <a:pt x="9055" y="94"/>
                    <a:pt x="8868" y="281"/>
                  </a:cubicBezTo>
                  <a:lnTo>
                    <a:pt x="1633" y="7516"/>
                  </a:lnTo>
                  <a:cubicBezTo>
                    <a:pt x="0" y="9140"/>
                    <a:pt x="0" y="11780"/>
                    <a:pt x="1633" y="13404"/>
                  </a:cubicBezTo>
                  <a:cubicBezTo>
                    <a:pt x="2445" y="14220"/>
                    <a:pt x="3508" y="14628"/>
                    <a:pt x="4572" y="14628"/>
                  </a:cubicBezTo>
                  <a:cubicBezTo>
                    <a:pt x="5636" y="14628"/>
                    <a:pt x="6700" y="14220"/>
                    <a:pt x="7512" y="13404"/>
                  </a:cubicBezTo>
                  <a:lnTo>
                    <a:pt x="14756" y="6169"/>
                  </a:lnTo>
                  <a:cubicBezTo>
                    <a:pt x="15130" y="5794"/>
                    <a:pt x="15130" y="5179"/>
                    <a:pt x="14756" y="4795"/>
                  </a:cubicBezTo>
                  <a:lnTo>
                    <a:pt x="10233" y="281"/>
                  </a:lnTo>
                  <a:cubicBezTo>
                    <a:pt x="10045" y="94"/>
                    <a:pt x="9798" y="0"/>
                    <a:pt x="95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70"/>
            <p:cNvSpPr/>
            <p:nvPr/>
          </p:nvSpPr>
          <p:spPr>
            <a:xfrm>
              <a:off x="3020243" y="3845927"/>
              <a:ext cx="33741" cy="30541"/>
            </a:xfrm>
            <a:custGeom>
              <a:avLst/>
              <a:gdLst/>
              <a:ahLst/>
              <a:cxnLst/>
              <a:rect l="l" t="t" r="r" b="b"/>
              <a:pathLst>
                <a:path w="1455" h="1317" extrusionOk="0">
                  <a:moveTo>
                    <a:pt x="728" y="1"/>
                  </a:moveTo>
                  <a:cubicBezTo>
                    <a:pt x="558" y="1"/>
                    <a:pt x="389" y="66"/>
                    <a:pt x="259" y="195"/>
                  </a:cubicBezTo>
                  <a:cubicBezTo>
                    <a:pt x="1" y="454"/>
                    <a:pt x="1" y="864"/>
                    <a:pt x="259" y="1123"/>
                  </a:cubicBezTo>
                  <a:cubicBezTo>
                    <a:pt x="389" y="1252"/>
                    <a:pt x="558" y="1317"/>
                    <a:pt x="728" y="1317"/>
                  </a:cubicBezTo>
                  <a:cubicBezTo>
                    <a:pt x="897" y="1317"/>
                    <a:pt x="1067" y="1252"/>
                    <a:pt x="1196" y="1123"/>
                  </a:cubicBezTo>
                  <a:cubicBezTo>
                    <a:pt x="1455" y="864"/>
                    <a:pt x="1455" y="454"/>
                    <a:pt x="1196" y="195"/>
                  </a:cubicBezTo>
                  <a:cubicBezTo>
                    <a:pt x="1067" y="66"/>
                    <a:pt x="897" y="1"/>
                    <a:pt x="7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70"/>
            <p:cNvSpPr/>
            <p:nvPr/>
          </p:nvSpPr>
          <p:spPr>
            <a:xfrm>
              <a:off x="3092251" y="3917726"/>
              <a:ext cx="33533" cy="30750"/>
            </a:xfrm>
            <a:custGeom>
              <a:avLst/>
              <a:gdLst/>
              <a:ahLst/>
              <a:cxnLst/>
              <a:rect l="l" t="t" r="r" b="b"/>
              <a:pathLst>
                <a:path w="1446" h="1326" extrusionOk="0">
                  <a:moveTo>
                    <a:pt x="719" y="1"/>
                  </a:moveTo>
                  <a:cubicBezTo>
                    <a:pt x="551" y="1"/>
                    <a:pt x="384" y="65"/>
                    <a:pt x="259" y="195"/>
                  </a:cubicBezTo>
                  <a:cubicBezTo>
                    <a:pt x="0" y="453"/>
                    <a:pt x="0" y="873"/>
                    <a:pt x="259" y="1131"/>
                  </a:cubicBezTo>
                  <a:cubicBezTo>
                    <a:pt x="384" y="1261"/>
                    <a:pt x="551" y="1325"/>
                    <a:pt x="719" y="1325"/>
                  </a:cubicBezTo>
                  <a:cubicBezTo>
                    <a:pt x="888" y="1325"/>
                    <a:pt x="1057" y="1261"/>
                    <a:pt x="1187" y="1131"/>
                  </a:cubicBezTo>
                  <a:cubicBezTo>
                    <a:pt x="1445" y="873"/>
                    <a:pt x="1445" y="453"/>
                    <a:pt x="1187" y="195"/>
                  </a:cubicBezTo>
                  <a:cubicBezTo>
                    <a:pt x="1057" y="65"/>
                    <a:pt x="888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70"/>
            <p:cNvSpPr/>
            <p:nvPr/>
          </p:nvSpPr>
          <p:spPr>
            <a:xfrm>
              <a:off x="3056236" y="3881734"/>
              <a:ext cx="33556" cy="30750"/>
            </a:xfrm>
            <a:custGeom>
              <a:avLst/>
              <a:gdLst/>
              <a:ahLst/>
              <a:cxnLst/>
              <a:rect l="l" t="t" r="r" b="b"/>
              <a:pathLst>
                <a:path w="1447" h="1326" extrusionOk="0">
                  <a:moveTo>
                    <a:pt x="728" y="0"/>
                  </a:moveTo>
                  <a:cubicBezTo>
                    <a:pt x="558" y="0"/>
                    <a:pt x="389" y="65"/>
                    <a:pt x="260" y="194"/>
                  </a:cubicBezTo>
                  <a:cubicBezTo>
                    <a:pt x="1" y="453"/>
                    <a:pt x="1" y="872"/>
                    <a:pt x="260" y="1131"/>
                  </a:cubicBezTo>
                  <a:cubicBezTo>
                    <a:pt x="389" y="1260"/>
                    <a:pt x="558" y="1325"/>
                    <a:pt x="728" y="1325"/>
                  </a:cubicBezTo>
                  <a:cubicBezTo>
                    <a:pt x="897" y="1325"/>
                    <a:pt x="1067" y="1260"/>
                    <a:pt x="1196" y="1131"/>
                  </a:cubicBezTo>
                  <a:cubicBezTo>
                    <a:pt x="1446" y="872"/>
                    <a:pt x="1446" y="453"/>
                    <a:pt x="1196" y="194"/>
                  </a:cubicBezTo>
                  <a:cubicBezTo>
                    <a:pt x="1067" y="65"/>
                    <a:pt x="897" y="0"/>
                    <a:pt x="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70"/>
            <p:cNvSpPr/>
            <p:nvPr/>
          </p:nvSpPr>
          <p:spPr>
            <a:xfrm>
              <a:off x="2983625" y="3882545"/>
              <a:ext cx="33741" cy="30611"/>
            </a:xfrm>
            <a:custGeom>
              <a:avLst/>
              <a:gdLst/>
              <a:ahLst/>
              <a:cxnLst/>
              <a:rect l="l" t="t" r="r" b="b"/>
              <a:pathLst>
                <a:path w="1455" h="1320" extrusionOk="0">
                  <a:moveTo>
                    <a:pt x="728" y="1"/>
                  </a:moveTo>
                  <a:cubicBezTo>
                    <a:pt x="558" y="1"/>
                    <a:pt x="389" y="66"/>
                    <a:pt x="259" y="195"/>
                  </a:cubicBezTo>
                  <a:cubicBezTo>
                    <a:pt x="1" y="454"/>
                    <a:pt x="1" y="873"/>
                    <a:pt x="259" y="1132"/>
                  </a:cubicBezTo>
                  <a:cubicBezTo>
                    <a:pt x="389" y="1257"/>
                    <a:pt x="558" y="1319"/>
                    <a:pt x="728" y="1319"/>
                  </a:cubicBezTo>
                  <a:cubicBezTo>
                    <a:pt x="897" y="1319"/>
                    <a:pt x="1067" y="1257"/>
                    <a:pt x="1196" y="1132"/>
                  </a:cubicBezTo>
                  <a:cubicBezTo>
                    <a:pt x="1455" y="873"/>
                    <a:pt x="1455" y="454"/>
                    <a:pt x="1196" y="195"/>
                  </a:cubicBezTo>
                  <a:cubicBezTo>
                    <a:pt x="1067" y="66"/>
                    <a:pt x="897" y="1"/>
                    <a:pt x="7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70"/>
            <p:cNvSpPr/>
            <p:nvPr/>
          </p:nvSpPr>
          <p:spPr>
            <a:xfrm>
              <a:off x="3055424" y="3954345"/>
              <a:ext cx="33741" cy="30750"/>
            </a:xfrm>
            <a:custGeom>
              <a:avLst/>
              <a:gdLst/>
              <a:ahLst/>
              <a:cxnLst/>
              <a:rect l="l" t="t" r="r" b="b"/>
              <a:pathLst>
                <a:path w="1455" h="1326" extrusionOk="0">
                  <a:moveTo>
                    <a:pt x="727" y="1"/>
                  </a:moveTo>
                  <a:cubicBezTo>
                    <a:pt x="558" y="1"/>
                    <a:pt x="388" y="65"/>
                    <a:pt x="259" y="195"/>
                  </a:cubicBezTo>
                  <a:cubicBezTo>
                    <a:pt x="0" y="453"/>
                    <a:pt x="0" y="873"/>
                    <a:pt x="259" y="1131"/>
                  </a:cubicBezTo>
                  <a:cubicBezTo>
                    <a:pt x="388" y="1261"/>
                    <a:pt x="558" y="1325"/>
                    <a:pt x="727" y="1325"/>
                  </a:cubicBezTo>
                  <a:cubicBezTo>
                    <a:pt x="897" y="1325"/>
                    <a:pt x="1066" y="1261"/>
                    <a:pt x="1196" y="1131"/>
                  </a:cubicBezTo>
                  <a:cubicBezTo>
                    <a:pt x="1454" y="873"/>
                    <a:pt x="1454" y="453"/>
                    <a:pt x="1196" y="195"/>
                  </a:cubicBezTo>
                  <a:cubicBezTo>
                    <a:pt x="1066" y="65"/>
                    <a:pt x="897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70"/>
            <p:cNvSpPr/>
            <p:nvPr/>
          </p:nvSpPr>
          <p:spPr>
            <a:xfrm>
              <a:off x="3019617" y="3918491"/>
              <a:ext cx="33556" cy="30611"/>
            </a:xfrm>
            <a:custGeom>
              <a:avLst/>
              <a:gdLst/>
              <a:ahLst/>
              <a:cxnLst/>
              <a:rect l="l" t="t" r="r" b="b"/>
              <a:pathLst>
                <a:path w="1447" h="1320" extrusionOk="0">
                  <a:moveTo>
                    <a:pt x="723" y="1"/>
                  </a:moveTo>
                  <a:cubicBezTo>
                    <a:pt x="556" y="1"/>
                    <a:pt x="389" y="63"/>
                    <a:pt x="260" y="188"/>
                  </a:cubicBezTo>
                  <a:cubicBezTo>
                    <a:pt x="1" y="447"/>
                    <a:pt x="1" y="866"/>
                    <a:pt x="260" y="1125"/>
                  </a:cubicBezTo>
                  <a:cubicBezTo>
                    <a:pt x="389" y="1254"/>
                    <a:pt x="556" y="1319"/>
                    <a:pt x="723" y="1319"/>
                  </a:cubicBezTo>
                  <a:cubicBezTo>
                    <a:pt x="891" y="1319"/>
                    <a:pt x="1058" y="1254"/>
                    <a:pt x="1187" y="1125"/>
                  </a:cubicBezTo>
                  <a:cubicBezTo>
                    <a:pt x="1446" y="866"/>
                    <a:pt x="1446" y="447"/>
                    <a:pt x="1187" y="188"/>
                  </a:cubicBezTo>
                  <a:cubicBezTo>
                    <a:pt x="1058" y="63"/>
                    <a:pt x="891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70"/>
            <p:cNvSpPr/>
            <p:nvPr/>
          </p:nvSpPr>
          <p:spPr>
            <a:xfrm>
              <a:off x="2921774" y="3944975"/>
              <a:ext cx="103451" cy="103265"/>
            </a:xfrm>
            <a:custGeom>
              <a:avLst/>
              <a:gdLst/>
              <a:ahLst/>
              <a:cxnLst/>
              <a:rect l="l" t="t" r="r" b="b"/>
              <a:pathLst>
                <a:path w="4461" h="4453" extrusionOk="0">
                  <a:moveTo>
                    <a:pt x="2230" y="1"/>
                  </a:moveTo>
                  <a:cubicBezTo>
                    <a:pt x="999" y="1"/>
                    <a:pt x="0" y="1000"/>
                    <a:pt x="0" y="2231"/>
                  </a:cubicBezTo>
                  <a:cubicBezTo>
                    <a:pt x="0" y="3462"/>
                    <a:pt x="999" y="4452"/>
                    <a:pt x="2230" y="4452"/>
                  </a:cubicBezTo>
                  <a:cubicBezTo>
                    <a:pt x="3462" y="4452"/>
                    <a:pt x="4461" y="3462"/>
                    <a:pt x="4461" y="2231"/>
                  </a:cubicBezTo>
                  <a:cubicBezTo>
                    <a:pt x="4461" y="1000"/>
                    <a:pt x="3462" y="1"/>
                    <a:pt x="22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70"/>
            <p:cNvSpPr/>
            <p:nvPr/>
          </p:nvSpPr>
          <p:spPr>
            <a:xfrm>
              <a:off x="2951552" y="3974776"/>
              <a:ext cx="43899" cy="43875"/>
            </a:xfrm>
            <a:custGeom>
              <a:avLst/>
              <a:gdLst/>
              <a:ahLst/>
              <a:cxnLst/>
              <a:rect l="l" t="t" r="r" b="b"/>
              <a:pathLst>
                <a:path w="1893" h="1892" extrusionOk="0">
                  <a:moveTo>
                    <a:pt x="946" y="1"/>
                  </a:moveTo>
                  <a:cubicBezTo>
                    <a:pt x="429" y="1"/>
                    <a:pt x="1" y="420"/>
                    <a:pt x="1" y="946"/>
                  </a:cubicBezTo>
                  <a:cubicBezTo>
                    <a:pt x="1" y="1464"/>
                    <a:pt x="429" y="1892"/>
                    <a:pt x="946" y="1892"/>
                  </a:cubicBezTo>
                  <a:cubicBezTo>
                    <a:pt x="1464" y="1892"/>
                    <a:pt x="1892" y="1464"/>
                    <a:pt x="1892" y="946"/>
                  </a:cubicBezTo>
                  <a:cubicBezTo>
                    <a:pt x="1892" y="420"/>
                    <a:pt x="1464" y="1"/>
                    <a:pt x="9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70"/>
            <p:cNvSpPr/>
            <p:nvPr/>
          </p:nvSpPr>
          <p:spPr>
            <a:xfrm>
              <a:off x="2817090" y="3793538"/>
              <a:ext cx="362251" cy="349752"/>
            </a:xfrm>
            <a:custGeom>
              <a:avLst/>
              <a:gdLst/>
              <a:ahLst/>
              <a:cxnLst/>
              <a:rect l="l" t="t" r="r" b="b"/>
              <a:pathLst>
                <a:path w="15621" h="15082" extrusionOk="0">
                  <a:moveTo>
                    <a:pt x="9782" y="1"/>
                  </a:moveTo>
                  <a:cubicBezTo>
                    <a:pt x="9474" y="1"/>
                    <a:pt x="9167" y="117"/>
                    <a:pt x="8930" y="349"/>
                  </a:cubicBezTo>
                  <a:lnTo>
                    <a:pt x="1695" y="7584"/>
                  </a:lnTo>
                  <a:cubicBezTo>
                    <a:pt x="0" y="9279"/>
                    <a:pt x="0" y="12115"/>
                    <a:pt x="1695" y="13810"/>
                  </a:cubicBezTo>
                  <a:cubicBezTo>
                    <a:pt x="2543" y="14658"/>
                    <a:pt x="3673" y="15082"/>
                    <a:pt x="4804" y="15082"/>
                  </a:cubicBezTo>
                  <a:cubicBezTo>
                    <a:pt x="5935" y="15082"/>
                    <a:pt x="7066" y="14658"/>
                    <a:pt x="7913" y="13810"/>
                  </a:cubicBezTo>
                  <a:lnTo>
                    <a:pt x="15157" y="6575"/>
                  </a:lnTo>
                  <a:cubicBezTo>
                    <a:pt x="15621" y="6112"/>
                    <a:pt x="15621" y="5335"/>
                    <a:pt x="15157" y="4872"/>
                  </a:cubicBezTo>
                  <a:lnTo>
                    <a:pt x="13337" y="3052"/>
                  </a:lnTo>
                  <a:cubicBezTo>
                    <a:pt x="13288" y="3003"/>
                    <a:pt x="13233" y="2982"/>
                    <a:pt x="13179" y="2982"/>
                  </a:cubicBezTo>
                  <a:cubicBezTo>
                    <a:pt x="12997" y="2982"/>
                    <a:pt x="12833" y="3217"/>
                    <a:pt x="12998" y="3382"/>
                  </a:cubicBezTo>
                  <a:lnTo>
                    <a:pt x="14818" y="5202"/>
                  </a:lnTo>
                  <a:cubicBezTo>
                    <a:pt x="15095" y="5487"/>
                    <a:pt x="15104" y="5960"/>
                    <a:pt x="14818" y="6236"/>
                  </a:cubicBezTo>
                  <a:lnTo>
                    <a:pt x="7583" y="13480"/>
                  </a:lnTo>
                  <a:cubicBezTo>
                    <a:pt x="6816" y="14243"/>
                    <a:pt x="5810" y="14624"/>
                    <a:pt x="4804" y="14624"/>
                  </a:cubicBezTo>
                  <a:cubicBezTo>
                    <a:pt x="3798" y="14624"/>
                    <a:pt x="2792" y="14243"/>
                    <a:pt x="2025" y="13480"/>
                  </a:cubicBezTo>
                  <a:cubicBezTo>
                    <a:pt x="518" y="11964"/>
                    <a:pt x="518" y="9430"/>
                    <a:pt x="2025" y="7923"/>
                  </a:cubicBezTo>
                  <a:lnTo>
                    <a:pt x="9269" y="688"/>
                  </a:lnTo>
                  <a:cubicBezTo>
                    <a:pt x="9412" y="545"/>
                    <a:pt x="9599" y="474"/>
                    <a:pt x="9787" y="474"/>
                  </a:cubicBezTo>
                  <a:cubicBezTo>
                    <a:pt x="9974" y="474"/>
                    <a:pt x="10161" y="545"/>
                    <a:pt x="10304" y="688"/>
                  </a:cubicBezTo>
                  <a:lnTo>
                    <a:pt x="12115" y="2499"/>
                  </a:lnTo>
                  <a:cubicBezTo>
                    <a:pt x="12164" y="2547"/>
                    <a:pt x="12219" y="2568"/>
                    <a:pt x="12273" y="2568"/>
                  </a:cubicBezTo>
                  <a:cubicBezTo>
                    <a:pt x="12455" y="2568"/>
                    <a:pt x="12617" y="2334"/>
                    <a:pt x="12445" y="2169"/>
                  </a:cubicBezTo>
                  <a:lnTo>
                    <a:pt x="10634" y="349"/>
                  </a:lnTo>
                  <a:cubicBezTo>
                    <a:pt x="10398" y="117"/>
                    <a:pt x="10090" y="1"/>
                    <a:pt x="9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70"/>
            <p:cNvSpPr/>
            <p:nvPr/>
          </p:nvSpPr>
          <p:spPr>
            <a:xfrm>
              <a:off x="3016324" y="3840662"/>
              <a:ext cx="42229" cy="41649"/>
            </a:xfrm>
            <a:custGeom>
              <a:avLst/>
              <a:gdLst/>
              <a:ahLst/>
              <a:cxnLst/>
              <a:rect l="l" t="t" r="r" b="b"/>
              <a:pathLst>
                <a:path w="1821" h="1796" extrusionOk="0">
                  <a:moveTo>
                    <a:pt x="898" y="460"/>
                  </a:moveTo>
                  <a:cubicBezTo>
                    <a:pt x="1006" y="460"/>
                    <a:pt x="1114" y="501"/>
                    <a:pt x="1196" y="583"/>
                  </a:cubicBezTo>
                  <a:cubicBezTo>
                    <a:pt x="1303" y="690"/>
                    <a:pt x="1347" y="841"/>
                    <a:pt x="1312" y="984"/>
                  </a:cubicBezTo>
                  <a:cubicBezTo>
                    <a:pt x="1303" y="1029"/>
                    <a:pt x="1285" y="1064"/>
                    <a:pt x="1267" y="1100"/>
                  </a:cubicBezTo>
                  <a:cubicBezTo>
                    <a:pt x="1181" y="1241"/>
                    <a:pt x="1038" y="1311"/>
                    <a:pt x="896" y="1311"/>
                  </a:cubicBezTo>
                  <a:cubicBezTo>
                    <a:pt x="787" y="1311"/>
                    <a:pt x="679" y="1270"/>
                    <a:pt x="598" y="1189"/>
                  </a:cubicBezTo>
                  <a:cubicBezTo>
                    <a:pt x="491" y="1082"/>
                    <a:pt x="455" y="939"/>
                    <a:pt x="482" y="788"/>
                  </a:cubicBezTo>
                  <a:cubicBezTo>
                    <a:pt x="491" y="752"/>
                    <a:pt x="509" y="707"/>
                    <a:pt x="526" y="672"/>
                  </a:cubicBezTo>
                  <a:cubicBezTo>
                    <a:pt x="612" y="530"/>
                    <a:pt x="756" y="460"/>
                    <a:pt x="898" y="460"/>
                  </a:cubicBezTo>
                  <a:close/>
                  <a:moveTo>
                    <a:pt x="897" y="0"/>
                  </a:moveTo>
                  <a:cubicBezTo>
                    <a:pt x="667" y="0"/>
                    <a:pt x="437" y="87"/>
                    <a:pt x="259" y="261"/>
                  </a:cubicBezTo>
                  <a:cubicBezTo>
                    <a:pt x="89" y="431"/>
                    <a:pt x="0" y="663"/>
                    <a:pt x="0" y="895"/>
                  </a:cubicBezTo>
                  <a:cubicBezTo>
                    <a:pt x="0" y="1136"/>
                    <a:pt x="89" y="1368"/>
                    <a:pt x="259" y="1537"/>
                  </a:cubicBezTo>
                  <a:cubicBezTo>
                    <a:pt x="437" y="1707"/>
                    <a:pt x="669" y="1796"/>
                    <a:pt x="901" y="1796"/>
                  </a:cubicBezTo>
                  <a:cubicBezTo>
                    <a:pt x="1169" y="1796"/>
                    <a:pt x="1445" y="1671"/>
                    <a:pt x="1633" y="1421"/>
                  </a:cubicBezTo>
                  <a:cubicBezTo>
                    <a:pt x="1713" y="1296"/>
                    <a:pt x="1767" y="1162"/>
                    <a:pt x="1784" y="1011"/>
                  </a:cubicBezTo>
                  <a:cubicBezTo>
                    <a:pt x="1820" y="734"/>
                    <a:pt x="1731" y="458"/>
                    <a:pt x="1535" y="261"/>
                  </a:cubicBezTo>
                  <a:cubicBezTo>
                    <a:pt x="1356" y="87"/>
                    <a:pt x="1126" y="0"/>
                    <a:pt x="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70"/>
            <p:cNvSpPr/>
            <p:nvPr/>
          </p:nvSpPr>
          <p:spPr>
            <a:xfrm>
              <a:off x="3088100" y="3912253"/>
              <a:ext cx="43690" cy="41649"/>
            </a:xfrm>
            <a:custGeom>
              <a:avLst/>
              <a:gdLst/>
              <a:ahLst/>
              <a:cxnLst/>
              <a:rect l="l" t="t" r="r" b="b"/>
              <a:pathLst>
                <a:path w="1884" h="1796" extrusionOk="0">
                  <a:moveTo>
                    <a:pt x="901" y="473"/>
                  </a:moveTo>
                  <a:cubicBezTo>
                    <a:pt x="1009" y="473"/>
                    <a:pt x="1116" y="515"/>
                    <a:pt x="1196" y="600"/>
                  </a:cubicBezTo>
                  <a:cubicBezTo>
                    <a:pt x="1366" y="761"/>
                    <a:pt x="1366" y="1028"/>
                    <a:pt x="1196" y="1198"/>
                  </a:cubicBezTo>
                  <a:cubicBezTo>
                    <a:pt x="1116" y="1283"/>
                    <a:pt x="1009" y="1325"/>
                    <a:pt x="901" y="1325"/>
                  </a:cubicBezTo>
                  <a:cubicBezTo>
                    <a:pt x="793" y="1325"/>
                    <a:pt x="683" y="1283"/>
                    <a:pt x="598" y="1198"/>
                  </a:cubicBezTo>
                  <a:cubicBezTo>
                    <a:pt x="518" y="1117"/>
                    <a:pt x="474" y="1010"/>
                    <a:pt x="474" y="894"/>
                  </a:cubicBezTo>
                  <a:cubicBezTo>
                    <a:pt x="474" y="787"/>
                    <a:pt x="518" y="680"/>
                    <a:pt x="598" y="600"/>
                  </a:cubicBezTo>
                  <a:cubicBezTo>
                    <a:pt x="683" y="515"/>
                    <a:pt x="793" y="473"/>
                    <a:pt x="901" y="473"/>
                  </a:cubicBezTo>
                  <a:close/>
                  <a:moveTo>
                    <a:pt x="902" y="0"/>
                  </a:moveTo>
                  <a:cubicBezTo>
                    <a:pt x="672" y="0"/>
                    <a:pt x="442" y="87"/>
                    <a:pt x="268" y="261"/>
                  </a:cubicBezTo>
                  <a:cubicBezTo>
                    <a:pt x="99" y="431"/>
                    <a:pt x="1" y="663"/>
                    <a:pt x="1" y="894"/>
                  </a:cubicBezTo>
                  <a:cubicBezTo>
                    <a:pt x="1" y="1135"/>
                    <a:pt x="99" y="1367"/>
                    <a:pt x="268" y="1537"/>
                  </a:cubicBezTo>
                  <a:cubicBezTo>
                    <a:pt x="438" y="1706"/>
                    <a:pt x="670" y="1795"/>
                    <a:pt x="902" y="1795"/>
                  </a:cubicBezTo>
                  <a:cubicBezTo>
                    <a:pt x="1134" y="1795"/>
                    <a:pt x="1357" y="1706"/>
                    <a:pt x="1535" y="1537"/>
                  </a:cubicBezTo>
                  <a:cubicBezTo>
                    <a:pt x="1883" y="1180"/>
                    <a:pt x="1883" y="609"/>
                    <a:pt x="1535" y="261"/>
                  </a:cubicBezTo>
                  <a:cubicBezTo>
                    <a:pt x="1361" y="87"/>
                    <a:pt x="1132" y="0"/>
                    <a:pt x="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70"/>
            <p:cNvSpPr/>
            <p:nvPr/>
          </p:nvSpPr>
          <p:spPr>
            <a:xfrm>
              <a:off x="3052316" y="3876307"/>
              <a:ext cx="41603" cy="41603"/>
            </a:xfrm>
            <a:custGeom>
              <a:avLst/>
              <a:gdLst/>
              <a:ahLst/>
              <a:cxnLst/>
              <a:rect l="l" t="t" r="r" b="b"/>
              <a:pathLst>
                <a:path w="1794" h="1794" extrusionOk="0">
                  <a:moveTo>
                    <a:pt x="893" y="473"/>
                  </a:moveTo>
                  <a:cubicBezTo>
                    <a:pt x="1000" y="473"/>
                    <a:pt x="1116" y="518"/>
                    <a:pt x="1196" y="598"/>
                  </a:cubicBezTo>
                  <a:cubicBezTo>
                    <a:pt x="1276" y="678"/>
                    <a:pt x="1321" y="785"/>
                    <a:pt x="1321" y="901"/>
                  </a:cubicBezTo>
                  <a:cubicBezTo>
                    <a:pt x="1321" y="1008"/>
                    <a:pt x="1276" y="1115"/>
                    <a:pt x="1196" y="1196"/>
                  </a:cubicBezTo>
                  <a:cubicBezTo>
                    <a:pt x="1111" y="1280"/>
                    <a:pt x="1002" y="1323"/>
                    <a:pt x="894" y="1323"/>
                  </a:cubicBezTo>
                  <a:cubicBezTo>
                    <a:pt x="785" y="1323"/>
                    <a:pt x="678" y="1280"/>
                    <a:pt x="598" y="1196"/>
                  </a:cubicBezTo>
                  <a:cubicBezTo>
                    <a:pt x="518" y="1115"/>
                    <a:pt x="473" y="1008"/>
                    <a:pt x="473" y="901"/>
                  </a:cubicBezTo>
                  <a:cubicBezTo>
                    <a:pt x="473" y="785"/>
                    <a:pt x="518" y="678"/>
                    <a:pt x="598" y="598"/>
                  </a:cubicBezTo>
                  <a:cubicBezTo>
                    <a:pt x="678" y="518"/>
                    <a:pt x="785" y="473"/>
                    <a:pt x="893" y="473"/>
                  </a:cubicBezTo>
                  <a:close/>
                  <a:moveTo>
                    <a:pt x="893" y="0"/>
                  </a:moveTo>
                  <a:cubicBezTo>
                    <a:pt x="663" y="0"/>
                    <a:pt x="433" y="89"/>
                    <a:pt x="259" y="268"/>
                  </a:cubicBezTo>
                  <a:cubicBezTo>
                    <a:pt x="90" y="437"/>
                    <a:pt x="0" y="660"/>
                    <a:pt x="0" y="901"/>
                  </a:cubicBezTo>
                  <a:cubicBezTo>
                    <a:pt x="0" y="1142"/>
                    <a:pt x="90" y="1365"/>
                    <a:pt x="259" y="1535"/>
                  </a:cubicBezTo>
                  <a:cubicBezTo>
                    <a:pt x="438" y="1704"/>
                    <a:pt x="661" y="1793"/>
                    <a:pt x="893" y="1793"/>
                  </a:cubicBezTo>
                  <a:cubicBezTo>
                    <a:pt x="1124" y="1793"/>
                    <a:pt x="1356" y="1704"/>
                    <a:pt x="1526" y="1535"/>
                  </a:cubicBezTo>
                  <a:cubicBezTo>
                    <a:pt x="1695" y="1365"/>
                    <a:pt x="1794" y="1142"/>
                    <a:pt x="1794" y="901"/>
                  </a:cubicBezTo>
                  <a:cubicBezTo>
                    <a:pt x="1794" y="660"/>
                    <a:pt x="1695" y="437"/>
                    <a:pt x="1526" y="268"/>
                  </a:cubicBezTo>
                  <a:cubicBezTo>
                    <a:pt x="1352" y="89"/>
                    <a:pt x="1122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70"/>
            <p:cNvSpPr/>
            <p:nvPr/>
          </p:nvSpPr>
          <p:spPr>
            <a:xfrm>
              <a:off x="2979705" y="3877072"/>
              <a:ext cx="41603" cy="41649"/>
            </a:xfrm>
            <a:custGeom>
              <a:avLst/>
              <a:gdLst/>
              <a:ahLst/>
              <a:cxnLst/>
              <a:rect l="l" t="t" r="r" b="b"/>
              <a:pathLst>
                <a:path w="1794" h="1796" extrusionOk="0">
                  <a:moveTo>
                    <a:pt x="893" y="473"/>
                  </a:moveTo>
                  <a:cubicBezTo>
                    <a:pt x="1002" y="473"/>
                    <a:pt x="1111" y="516"/>
                    <a:pt x="1196" y="601"/>
                  </a:cubicBezTo>
                  <a:cubicBezTo>
                    <a:pt x="1276" y="681"/>
                    <a:pt x="1320" y="779"/>
                    <a:pt x="1320" y="895"/>
                  </a:cubicBezTo>
                  <a:cubicBezTo>
                    <a:pt x="1320" y="1011"/>
                    <a:pt x="1276" y="1118"/>
                    <a:pt x="1196" y="1198"/>
                  </a:cubicBezTo>
                  <a:cubicBezTo>
                    <a:pt x="1111" y="1279"/>
                    <a:pt x="1002" y="1319"/>
                    <a:pt x="893" y="1319"/>
                  </a:cubicBezTo>
                  <a:cubicBezTo>
                    <a:pt x="785" y="1319"/>
                    <a:pt x="678" y="1279"/>
                    <a:pt x="598" y="1198"/>
                  </a:cubicBezTo>
                  <a:cubicBezTo>
                    <a:pt x="518" y="1118"/>
                    <a:pt x="473" y="1011"/>
                    <a:pt x="473" y="895"/>
                  </a:cubicBezTo>
                  <a:cubicBezTo>
                    <a:pt x="473" y="779"/>
                    <a:pt x="518" y="681"/>
                    <a:pt x="598" y="601"/>
                  </a:cubicBezTo>
                  <a:cubicBezTo>
                    <a:pt x="678" y="516"/>
                    <a:pt x="785" y="473"/>
                    <a:pt x="893" y="473"/>
                  </a:cubicBezTo>
                  <a:close/>
                  <a:moveTo>
                    <a:pt x="892" y="1"/>
                  </a:moveTo>
                  <a:cubicBezTo>
                    <a:pt x="663" y="1"/>
                    <a:pt x="433" y="88"/>
                    <a:pt x="259" y="262"/>
                  </a:cubicBezTo>
                  <a:cubicBezTo>
                    <a:pt x="89" y="431"/>
                    <a:pt x="0" y="654"/>
                    <a:pt x="0" y="895"/>
                  </a:cubicBezTo>
                  <a:cubicBezTo>
                    <a:pt x="0" y="1136"/>
                    <a:pt x="89" y="1359"/>
                    <a:pt x="259" y="1528"/>
                  </a:cubicBezTo>
                  <a:cubicBezTo>
                    <a:pt x="437" y="1707"/>
                    <a:pt x="669" y="1796"/>
                    <a:pt x="892" y="1796"/>
                  </a:cubicBezTo>
                  <a:cubicBezTo>
                    <a:pt x="1124" y="1796"/>
                    <a:pt x="1356" y="1707"/>
                    <a:pt x="1526" y="1528"/>
                  </a:cubicBezTo>
                  <a:cubicBezTo>
                    <a:pt x="1695" y="1359"/>
                    <a:pt x="1793" y="1136"/>
                    <a:pt x="1793" y="895"/>
                  </a:cubicBezTo>
                  <a:cubicBezTo>
                    <a:pt x="1793" y="654"/>
                    <a:pt x="1695" y="431"/>
                    <a:pt x="1526" y="262"/>
                  </a:cubicBezTo>
                  <a:cubicBezTo>
                    <a:pt x="1352" y="88"/>
                    <a:pt x="1122" y="1"/>
                    <a:pt x="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70"/>
            <p:cNvSpPr/>
            <p:nvPr/>
          </p:nvSpPr>
          <p:spPr>
            <a:xfrm>
              <a:off x="3051481" y="3948779"/>
              <a:ext cx="42855" cy="41672"/>
            </a:xfrm>
            <a:custGeom>
              <a:avLst/>
              <a:gdLst/>
              <a:ahLst/>
              <a:cxnLst/>
              <a:rect l="l" t="t" r="r" b="b"/>
              <a:pathLst>
                <a:path w="1848" h="1797" extrusionOk="0">
                  <a:moveTo>
                    <a:pt x="900" y="466"/>
                  </a:moveTo>
                  <a:cubicBezTo>
                    <a:pt x="936" y="466"/>
                    <a:pt x="972" y="470"/>
                    <a:pt x="1009" y="479"/>
                  </a:cubicBezTo>
                  <a:cubicBezTo>
                    <a:pt x="1044" y="488"/>
                    <a:pt x="1080" y="497"/>
                    <a:pt x="1116" y="524"/>
                  </a:cubicBezTo>
                  <a:cubicBezTo>
                    <a:pt x="1250" y="604"/>
                    <a:pt x="1321" y="738"/>
                    <a:pt x="1321" y="890"/>
                  </a:cubicBezTo>
                  <a:cubicBezTo>
                    <a:pt x="1321" y="1006"/>
                    <a:pt x="1276" y="1104"/>
                    <a:pt x="1196" y="1184"/>
                  </a:cubicBezTo>
                  <a:cubicBezTo>
                    <a:pt x="1116" y="1269"/>
                    <a:pt x="1009" y="1311"/>
                    <a:pt x="901" y="1311"/>
                  </a:cubicBezTo>
                  <a:cubicBezTo>
                    <a:pt x="792" y="1311"/>
                    <a:pt x="683" y="1269"/>
                    <a:pt x="598" y="1184"/>
                  </a:cubicBezTo>
                  <a:cubicBezTo>
                    <a:pt x="491" y="1086"/>
                    <a:pt x="456" y="934"/>
                    <a:pt x="491" y="783"/>
                  </a:cubicBezTo>
                  <a:cubicBezTo>
                    <a:pt x="500" y="747"/>
                    <a:pt x="509" y="711"/>
                    <a:pt x="536" y="675"/>
                  </a:cubicBezTo>
                  <a:cubicBezTo>
                    <a:pt x="615" y="539"/>
                    <a:pt x="752" y="466"/>
                    <a:pt x="900" y="466"/>
                  </a:cubicBezTo>
                  <a:close/>
                  <a:moveTo>
                    <a:pt x="897" y="1"/>
                  </a:moveTo>
                  <a:cubicBezTo>
                    <a:pt x="843" y="1"/>
                    <a:pt x="788" y="6"/>
                    <a:pt x="732" y="15"/>
                  </a:cubicBezTo>
                  <a:cubicBezTo>
                    <a:pt x="607" y="42"/>
                    <a:pt x="491" y="87"/>
                    <a:pt x="393" y="158"/>
                  </a:cubicBezTo>
                  <a:cubicBezTo>
                    <a:pt x="143" y="336"/>
                    <a:pt x="1" y="604"/>
                    <a:pt x="1" y="898"/>
                  </a:cubicBezTo>
                  <a:cubicBezTo>
                    <a:pt x="1" y="1139"/>
                    <a:pt x="99" y="1362"/>
                    <a:pt x="268" y="1532"/>
                  </a:cubicBezTo>
                  <a:cubicBezTo>
                    <a:pt x="435" y="1705"/>
                    <a:pt x="659" y="1797"/>
                    <a:pt x="895" y="1797"/>
                  </a:cubicBezTo>
                  <a:cubicBezTo>
                    <a:pt x="951" y="1797"/>
                    <a:pt x="1006" y="1792"/>
                    <a:pt x="1062" y="1782"/>
                  </a:cubicBezTo>
                  <a:cubicBezTo>
                    <a:pt x="1187" y="1764"/>
                    <a:pt x="1303" y="1710"/>
                    <a:pt x="1401" y="1639"/>
                  </a:cubicBezTo>
                  <a:cubicBezTo>
                    <a:pt x="1705" y="1434"/>
                    <a:pt x="1847" y="1086"/>
                    <a:pt x="1785" y="729"/>
                  </a:cubicBezTo>
                  <a:cubicBezTo>
                    <a:pt x="1758" y="613"/>
                    <a:pt x="1714" y="497"/>
                    <a:pt x="1642" y="390"/>
                  </a:cubicBezTo>
                  <a:cubicBezTo>
                    <a:pt x="1469" y="141"/>
                    <a:pt x="1194" y="1"/>
                    <a:pt x="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70"/>
            <p:cNvSpPr/>
            <p:nvPr/>
          </p:nvSpPr>
          <p:spPr>
            <a:xfrm>
              <a:off x="3015489" y="3913065"/>
              <a:ext cx="41812" cy="41464"/>
            </a:xfrm>
            <a:custGeom>
              <a:avLst/>
              <a:gdLst/>
              <a:ahLst/>
              <a:cxnLst/>
              <a:rect l="l" t="t" r="r" b="b"/>
              <a:pathLst>
                <a:path w="1803" h="1788" extrusionOk="0">
                  <a:moveTo>
                    <a:pt x="901" y="471"/>
                  </a:moveTo>
                  <a:cubicBezTo>
                    <a:pt x="1011" y="471"/>
                    <a:pt x="1120" y="512"/>
                    <a:pt x="1205" y="592"/>
                  </a:cubicBezTo>
                  <a:cubicBezTo>
                    <a:pt x="1285" y="672"/>
                    <a:pt x="1330" y="779"/>
                    <a:pt x="1330" y="895"/>
                  </a:cubicBezTo>
                  <a:cubicBezTo>
                    <a:pt x="1330" y="1011"/>
                    <a:pt x="1285" y="1118"/>
                    <a:pt x="1205" y="1198"/>
                  </a:cubicBezTo>
                  <a:cubicBezTo>
                    <a:pt x="1120" y="1279"/>
                    <a:pt x="1011" y="1319"/>
                    <a:pt x="901" y="1319"/>
                  </a:cubicBezTo>
                  <a:cubicBezTo>
                    <a:pt x="792" y="1319"/>
                    <a:pt x="683" y="1279"/>
                    <a:pt x="598" y="1198"/>
                  </a:cubicBezTo>
                  <a:cubicBezTo>
                    <a:pt x="518" y="1118"/>
                    <a:pt x="482" y="1011"/>
                    <a:pt x="482" y="895"/>
                  </a:cubicBezTo>
                  <a:cubicBezTo>
                    <a:pt x="482" y="779"/>
                    <a:pt x="518" y="672"/>
                    <a:pt x="598" y="592"/>
                  </a:cubicBezTo>
                  <a:cubicBezTo>
                    <a:pt x="683" y="512"/>
                    <a:pt x="792" y="471"/>
                    <a:pt x="901" y="471"/>
                  </a:cubicBezTo>
                  <a:close/>
                  <a:moveTo>
                    <a:pt x="901" y="1"/>
                  </a:moveTo>
                  <a:cubicBezTo>
                    <a:pt x="672" y="1"/>
                    <a:pt x="442" y="88"/>
                    <a:pt x="268" y="262"/>
                  </a:cubicBezTo>
                  <a:cubicBezTo>
                    <a:pt x="99" y="431"/>
                    <a:pt x="0" y="654"/>
                    <a:pt x="0" y="895"/>
                  </a:cubicBezTo>
                  <a:cubicBezTo>
                    <a:pt x="0" y="1136"/>
                    <a:pt x="99" y="1359"/>
                    <a:pt x="268" y="1529"/>
                  </a:cubicBezTo>
                  <a:cubicBezTo>
                    <a:pt x="447" y="1707"/>
                    <a:pt x="670" y="1787"/>
                    <a:pt x="901" y="1787"/>
                  </a:cubicBezTo>
                  <a:cubicBezTo>
                    <a:pt x="1133" y="1787"/>
                    <a:pt x="1365" y="1707"/>
                    <a:pt x="1535" y="1529"/>
                  </a:cubicBezTo>
                  <a:cubicBezTo>
                    <a:pt x="1704" y="1359"/>
                    <a:pt x="1803" y="1136"/>
                    <a:pt x="1803" y="895"/>
                  </a:cubicBezTo>
                  <a:cubicBezTo>
                    <a:pt x="1803" y="654"/>
                    <a:pt x="1704" y="431"/>
                    <a:pt x="1535" y="262"/>
                  </a:cubicBezTo>
                  <a:cubicBezTo>
                    <a:pt x="1361" y="88"/>
                    <a:pt x="1131" y="1"/>
                    <a:pt x="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70"/>
            <p:cNvSpPr/>
            <p:nvPr/>
          </p:nvSpPr>
          <p:spPr>
            <a:xfrm>
              <a:off x="3098234" y="3800380"/>
              <a:ext cx="71611" cy="69779"/>
            </a:xfrm>
            <a:custGeom>
              <a:avLst/>
              <a:gdLst/>
              <a:ahLst/>
              <a:cxnLst/>
              <a:rect l="l" t="t" r="r" b="b"/>
              <a:pathLst>
                <a:path w="3088" h="3009" extrusionOk="0">
                  <a:moveTo>
                    <a:pt x="313" y="0"/>
                  </a:moveTo>
                  <a:cubicBezTo>
                    <a:pt x="1" y="0"/>
                    <a:pt x="1" y="473"/>
                    <a:pt x="313" y="473"/>
                  </a:cubicBezTo>
                  <a:cubicBezTo>
                    <a:pt x="1580" y="473"/>
                    <a:pt x="2615" y="1508"/>
                    <a:pt x="2615" y="2775"/>
                  </a:cubicBezTo>
                  <a:cubicBezTo>
                    <a:pt x="2615" y="2931"/>
                    <a:pt x="2733" y="3009"/>
                    <a:pt x="2851" y="3009"/>
                  </a:cubicBezTo>
                  <a:cubicBezTo>
                    <a:pt x="2969" y="3009"/>
                    <a:pt x="3088" y="2931"/>
                    <a:pt x="3088" y="2775"/>
                  </a:cubicBezTo>
                  <a:cubicBezTo>
                    <a:pt x="3088" y="1249"/>
                    <a:pt x="1839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70"/>
            <p:cNvSpPr/>
            <p:nvPr/>
          </p:nvSpPr>
          <p:spPr>
            <a:xfrm>
              <a:off x="3105285" y="3769141"/>
              <a:ext cx="95798" cy="94035"/>
            </a:xfrm>
            <a:custGeom>
              <a:avLst/>
              <a:gdLst/>
              <a:ahLst/>
              <a:cxnLst/>
              <a:rect l="l" t="t" r="r" b="b"/>
              <a:pathLst>
                <a:path w="4131" h="4055" extrusionOk="0">
                  <a:moveTo>
                    <a:pt x="304" y="0"/>
                  </a:moveTo>
                  <a:cubicBezTo>
                    <a:pt x="0" y="0"/>
                    <a:pt x="0" y="473"/>
                    <a:pt x="304" y="473"/>
                  </a:cubicBezTo>
                  <a:cubicBezTo>
                    <a:pt x="2150" y="473"/>
                    <a:pt x="3658" y="1980"/>
                    <a:pt x="3658" y="3827"/>
                  </a:cubicBezTo>
                  <a:cubicBezTo>
                    <a:pt x="3658" y="3979"/>
                    <a:pt x="3776" y="4055"/>
                    <a:pt x="3894" y="4055"/>
                  </a:cubicBezTo>
                  <a:cubicBezTo>
                    <a:pt x="4012" y="4055"/>
                    <a:pt x="4131" y="3979"/>
                    <a:pt x="4131" y="3827"/>
                  </a:cubicBezTo>
                  <a:cubicBezTo>
                    <a:pt x="4131" y="1713"/>
                    <a:pt x="2409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70"/>
            <p:cNvSpPr/>
            <p:nvPr/>
          </p:nvSpPr>
          <p:spPr>
            <a:xfrm>
              <a:off x="2911222" y="3939479"/>
              <a:ext cx="119382" cy="114350"/>
            </a:xfrm>
            <a:custGeom>
              <a:avLst/>
              <a:gdLst/>
              <a:ahLst/>
              <a:cxnLst/>
              <a:rect l="l" t="t" r="r" b="b"/>
              <a:pathLst>
                <a:path w="5148" h="4931" extrusionOk="0">
                  <a:moveTo>
                    <a:pt x="2700" y="1"/>
                  </a:moveTo>
                  <a:cubicBezTo>
                    <a:pt x="2290" y="1"/>
                    <a:pt x="1883" y="102"/>
                    <a:pt x="1526" y="291"/>
                  </a:cubicBezTo>
                  <a:cubicBezTo>
                    <a:pt x="1296" y="414"/>
                    <a:pt x="1428" y="740"/>
                    <a:pt x="1639" y="740"/>
                  </a:cubicBezTo>
                  <a:cubicBezTo>
                    <a:pt x="1674" y="740"/>
                    <a:pt x="1711" y="731"/>
                    <a:pt x="1749" y="711"/>
                  </a:cubicBezTo>
                  <a:cubicBezTo>
                    <a:pt x="2046" y="550"/>
                    <a:pt x="2369" y="472"/>
                    <a:pt x="2689" y="472"/>
                  </a:cubicBezTo>
                  <a:cubicBezTo>
                    <a:pt x="3203" y="472"/>
                    <a:pt x="3710" y="674"/>
                    <a:pt x="4095" y="1059"/>
                  </a:cubicBezTo>
                  <a:cubicBezTo>
                    <a:pt x="4470" y="1433"/>
                    <a:pt x="4675" y="1933"/>
                    <a:pt x="4675" y="2468"/>
                  </a:cubicBezTo>
                  <a:cubicBezTo>
                    <a:pt x="4675" y="2994"/>
                    <a:pt x="4470" y="3494"/>
                    <a:pt x="4095" y="3878"/>
                  </a:cubicBezTo>
                  <a:cubicBezTo>
                    <a:pt x="3702" y="4261"/>
                    <a:pt x="3194" y="4458"/>
                    <a:pt x="2685" y="4458"/>
                  </a:cubicBezTo>
                  <a:cubicBezTo>
                    <a:pt x="2177" y="4458"/>
                    <a:pt x="1668" y="4261"/>
                    <a:pt x="1276" y="3878"/>
                  </a:cubicBezTo>
                  <a:cubicBezTo>
                    <a:pt x="643" y="3244"/>
                    <a:pt x="509" y="2254"/>
                    <a:pt x="955" y="1478"/>
                  </a:cubicBezTo>
                  <a:cubicBezTo>
                    <a:pt x="1026" y="1362"/>
                    <a:pt x="982" y="1219"/>
                    <a:pt x="866" y="1157"/>
                  </a:cubicBezTo>
                  <a:cubicBezTo>
                    <a:pt x="830" y="1136"/>
                    <a:pt x="792" y="1126"/>
                    <a:pt x="753" y="1126"/>
                  </a:cubicBezTo>
                  <a:cubicBezTo>
                    <a:pt x="673" y="1126"/>
                    <a:pt x="592" y="1168"/>
                    <a:pt x="544" y="1246"/>
                  </a:cubicBezTo>
                  <a:cubicBezTo>
                    <a:pt x="0" y="2201"/>
                    <a:pt x="161" y="3423"/>
                    <a:pt x="946" y="4208"/>
                  </a:cubicBezTo>
                  <a:cubicBezTo>
                    <a:pt x="1428" y="4689"/>
                    <a:pt x="2052" y="4930"/>
                    <a:pt x="2685" y="4930"/>
                  </a:cubicBezTo>
                  <a:cubicBezTo>
                    <a:pt x="3319" y="4930"/>
                    <a:pt x="3943" y="4689"/>
                    <a:pt x="4425" y="4208"/>
                  </a:cubicBezTo>
                  <a:cubicBezTo>
                    <a:pt x="4889" y="3744"/>
                    <a:pt x="5148" y="3128"/>
                    <a:pt x="5148" y="2468"/>
                  </a:cubicBezTo>
                  <a:cubicBezTo>
                    <a:pt x="5148" y="1808"/>
                    <a:pt x="4889" y="1192"/>
                    <a:pt x="4425" y="720"/>
                  </a:cubicBezTo>
                  <a:cubicBezTo>
                    <a:pt x="4050" y="345"/>
                    <a:pt x="3569" y="104"/>
                    <a:pt x="3033" y="24"/>
                  </a:cubicBezTo>
                  <a:cubicBezTo>
                    <a:pt x="2923" y="8"/>
                    <a:pt x="2811" y="1"/>
                    <a:pt x="27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70"/>
            <p:cNvSpPr/>
            <p:nvPr/>
          </p:nvSpPr>
          <p:spPr>
            <a:xfrm>
              <a:off x="2943481" y="3969349"/>
              <a:ext cx="60039" cy="54682"/>
            </a:xfrm>
            <a:custGeom>
              <a:avLst/>
              <a:gdLst/>
              <a:ahLst/>
              <a:cxnLst/>
              <a:rect l="l" t="t" r="r" b="b"/>
              <a:pathLst>
                <a:path w="2589" h="2358" extrusionOk="0">
                  <a:moveTo>
                    <a:pt x="1294" y="473"/>
                  </a:moveTo>
                  <a:cubicBezTo>
                    <a:pt x="1475" y="473"/>
                    <a:pt x="1656" y="542"/>
                    <a:pt x="1794" y="681"/>
                  </a:cubicBezTo>
                  <a:cubicBezTo>
                    <a:pt x="2062" y="948"/>
                    <a:pt x="2062" y="1403"/>
                    <a:pt x="1794" y="1680"/>
                  </a:cubicBezTo>
                  <a:cubicBezTo>
                    <a:pt x="1656" y="1818"/>
                    <a:pt x="1475" y="1887"/>
                    <a:pt x="1294" y="1887"/>
                  </a:cubicBezTo>
                  <a:cubicBezTo>
                    <a:pt x="1114" y="1887"/>
                    <a:pt x="933" y="1818"/>
                    <a:pt x="795" y="1680"/>
                  </a:cubicBezTo>
                  <a:cubicBezTo>
                    <a:pt x="661" y="1546"/>
                    <a:pt x="590" y="1367"/>
                    <a:pt x="590" y="1180"/>
                  </a:cubicBezTo>
                  <a:cubicBezTo>
                    <a:pt x="590" y="993"/>
                    <a:pt x="661" y="814"/>
                    <a:pt x="795" y="681"/>
                  </a:cubicBezTo>
                  <a:cubicBezTo>
                    <a:pt x="933" y="542"/>
                    <a:pt x="1114" y="473"/>
                    <a:pt x="1294" y="473"/>
                  </a:cubicBezTo>
                  <a:close/>
                  <a:moveTo>
                    <a:pt x="1294" y="0"/>
                  </a:moveTo>
                  <a:cubicBezTo>
                    <a:pt x="991" y="0"/>
                    <a:pt x="688" y="114"/>
                    <a:pt x="456" y="342"/>
                  </a:cubicBezTo>
                  <a:cubicBezTo>
                    <a:pt x="1" y="797"/>
                    <a:pt x="1" y="1555"/>
                    <a:pt x="456" y="2010"/>
                  </a:cubicBezTo>
                  <a:cubicBezTo>
                    <a:pt x="688" y="2242"/>
                    <a:pt x="991" y="2358"/>
                    <a:pt x="1294" y="2358"/>
                  </a:cubicBezTo>
                  <a:cubicBezTo>
                    <a:pt x="1598" y="2358"/>
                    <a:pt x="1901" y="2242"/>
                    <a:pt x="2133" y="2010"/>
                  </a:cubicBezTo>
                  <a:cubicBezTo>
                    <a:pt x="2588" y="1555"/>
                    <a:pt x="2588" y="797"/>
                    <a:pt x="2133" y="342"/>
                  </a:cubicBezTo>
                  <a:cubicBezTo>
                    <a:pt x="1901" y="114"/>
                    <a:pt x="1598" y="0"/>
                    <a:pt x="1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7" name="Google Shape;4777;p70"/>
          <p:cNvGrpSpPr/>
          <p:nvPr/>
        </p:nvGrpSpPr>
        <p:grpSpPr>
          <a:xfrm>
            <a:off x="3560410" y="3785399"/>
            <a:ext cx="360818" cy="358055"/>
            <a:chOff x="3316717" y="3769118"/>
            <a:chExt cx="377385" cy="374495"/>
          </a:xfrm>
        </p:grpSpPr>
        <p:sp>
          <p:nvSpPr>
            <p:cNvPr id="4778" name="Google Shape;4778;p70"/>
            <p:cNvSpPr/>
            <p:nvPr/>
          </p:nvSpPr>
          <p:spPr>
            <a:xfrm>
              <a:off x="3373395" y="3774707"/>
              <a:ext cx="262766" cy="284286"/>
            </a:xfrm>
            <a:custGeom>
              <a:avLst/>
              <a:gdLst/>
              <a:ahLst/>
              <a:cxnLst/>
              <a:rect l="l" t="t" r="r" b="b"/>
              <a:pathLst>
                <a:path w="11331" h="12259" extrusionOk="0">
                  <a:moveTo>
                    <a:pt x="5689" y="1"/>
                  </a:moveTo>
                  <a:cubicBezTo>
                    <a:pt x="2632" y="1"/>
                    <a:pt x="107" y="2458"/>
                    <a:pt x="37" y="5523"/>
                  </a:cubicBezTo>
                  <a:cubicBezTo>
                    <a:pt x="1" y="7352"/>
                    <a:pt x="831" y="8993"/>
                    <a:pt x="2151" y="10046"/>
                  </a:cubicBezTo>
                  <a:lnTo>
                    <a:pt x="2151" y="10831"/>
                  </a:lnTo>
                  <a:cubicBezTo>
                    <a:pt x="2151" y="11616"/>
                    <a:pt x="2793" y="12258"/>
                    <a:pt x="3578" y="12258"/>
                  </a:cubicBezTo>
                  <a:lnTo>
                    <a:pt x="7789" y="12258"/>
                  </a:lnTo>
                  <a:cubicBezTo>
                    <a:pt x="8574" y="12258"/>
                    <a:pt x="9216" y="11616"/>
                    <a:pt x="9216" y="10831"/>
                  </a:cubicBezTo>
                  <a:lnTo>
                    <a:pt x="9216" y="10046"/>
                  </a:lnTo>
                  <a:cubicBezTo>
                    <a:pt x="10501" y="9011"/>
                    <a:pt x="11331" y="7423"/>
                    <a:pt x="11331" y="5648"/>
                  </a:cubicBezTo>
                  <a:cubicBezTo>
                    <a:pt x="11331" y="2552"/>
                    <a:pt x="8842" y="37"/>
                    <a:pt x="5755" y="1"/>
                  </a:cubicBezTo>
                  <a:cubicBezTo>
                    <a:pt x="5733" y="1"/>
                    <a:pt x="5711" y="1"/>
                    <a:pt x="5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70"/>
            <p:cNvSpPr/>
            <p:nvPr/>
          </p:nvSpPr>
          <p:spPr>
            <a:xfrm>
              <a:off x="3468993" y="4081524"/>
              <a:ext cx="72422" cy="56305"/>
            </a:xfrm>
            <a:custGeom>
              <a:avLst/>
              <a:gdLst/>
              <a:ahLst/>
              <a:cxnLst/>
              <a:rect l="l" t="t" r="r" b="b"/>
              <a:pathLst>
                <a:path w="3123" h="2428" extrusionOk="0">
                  <a:moveTo>
                    <a:pt x="0" y="1"/>
                  </a:moveTo>
                  <a:lnTo>
                    <a:pt x="0" y="1464"/>
                  </a:lnTo>
                  <a:cubicBezTo>
                    <a:pt x="0" y="1999"/>
                    <a:pt x="428" y="2427"/>
                    <a:pt x="964" y="2427"/>
                  </a:cubicBezTo>
                  <a:lnTo>
                    <a:pt x="2159" y="2427"/>
                  </a:lnTo>
                  <a:cubicBezTo>
                    <a:pt x="2685" y="2427"/>
                    <a:pt x="3123" y="1999"/>
                    <a:pt x="3123" y="1464"/>
                  </a:cubicBezTo>
                  <a:lnTo>
                    <a:pt x="3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70"/>
            <p:cNvSpPr/>
            <p:nvPr/>
          </p:nvSpPr>
          <p:spPr>
            <a:xfrm>
              <a:off x="3451201" y="4058982"/>
              <a:ext cx="107996" cy="49673"/>
            </a:xfrm>
            <a:custGeom>
              <a:avLst/>
              <a:gdLst/>
              <a:ahLst/>
              <a:cxnLst/>
              <a:rect l="l" t="t" r="r" b="b"/>
              <a:pathLst>
                <a:path w="4657" h="2142" extrusionOk="0">
                  <a:moveTo>
                    <a:pt x="0" y="0"/>
                  </a:moveTo>
                  <a:lnTo>
                    <a:pt x="0" y="1374"/>
                  </a:lnTo>
                  <a:cubicBezTo>
                    <a:pt x="0" y="1793"/>
                    <a:pt x="339" y="2141"/>
                    <a:pt x="758" y="2141"/>
                  </a:cubicBezTo>
                  <a:lnTo>
                    <a:pt x="3890" y="2141"/>
                  </a:lnTo>
                  <a:cubicBezTo>
                    <a:pt x="4318" y="2141"/>
                    <a:pt x="4657" y="1793"/>
                    <a:pt x="4657" y="1374"/>
                  </a:cubicBezTo>
                  <a:lnTo>
                    <a:pt x="46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70"/>
            <p:cNvSpPr/>
            <p:nvPr/>
          </p:nvSpPr>
          <p:spPr>
            <a:xfrm>
              <a:off x="3316717" y="3901121"/>
              <a:ext cx="39330" cy="10992"/>
            </a:xfrm>
            <a:custGeom>
              <a:avLst/>
              <a:gdLst/>
              <a:ahLst/>
              <a:cxnLst/>
              <a:rect l="l" t="t" r="r" b="b"/>
              <a:pathLst>
                <a:path w="1696" h="474" extrusionOk="0">
                  <a:moveTo>
                    <a:pt x="313" y="1"/>
                  </a:moveTo>
                  <a:cubicBezTo>
                    <a:pt x="1" y="1"/>
                    <a:pt x="1" y="473"/>
                    <a:pt x="313" y="473"/>
                  </a:cubicBezTo>
                  <a:lnTo>
                    <a:pt x="1446" y="473"/>
                  </a:lnTo>
                  <a:cubicBezTo>
                    <a:pt x="1588" y="473"/>
                    <a:pt x="1696" y="349"/>
                    <a:pt x="1678" y="206"/>
                  </a:cubicBezTo>
                  <a:cubicBezTo>
                    <a:pt x="1669" y="81"/>
                    <a:pt x="1553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70"/>
            <p:cNvSpPr/>
            <p:nvPr/>
          </p:nvSpPr>
          <p:spPr>
            <a:xfrm>
              <a:off x="3321772" y="3941265"/>
              <a:ext cx="39237" cy="17787"/>
            </a:xfrm>
            <a:custGeom>
              <a:avLst/>
              <a:gdLst/>
              <a:ahLst/>
              <a:cxnLst/>
              <a:rect l="l" t="t" r="r" b="b"/>
              <a:pathLst>
                <a:path w="1692" h="767" extrusionOk="0">
                  <a:moveTo>
                    <a:pt x="1435" y="0"/>
                  </a:moveTo>
                  <a:cubicBezTo>
                    <a:pt x="1414" y="0"/>
                    <a:pt x="1392" y="3"/>
                    <a:pt x="1370" y="9"/>
                  </a:cubicBezTo>
                  <a:lnTo>
                    <a:pt x="273" y="304"/>
                  </a:lnTo>
                  <a:cubicBezTo>
                    <a:pt x="0" y="370"/>
                    <a:pt x="95" y="766"/>
                    <a:pt x="339" y="766"/>
                  </a:cubicBezTo>
                  <a:cubicBezTo>
                    <a:pt x="358" y="766"/>
                    <a:pt x="377" y="764"/>
                    <a:pt x="398" y="759"/>
                  </a:cubicBezTo>
                  <a:lnTo>
                    <a:pt x="1486" y="464"/>
                  </a:lnTo>
                  <a:cubicBezTo>
                    <a:pt x="1620" y="429"/>
                    <a:pt x="1692" y="304"/>
                    <a:pt x="1656" y="179"/>
                  </a:cubicBezTo>
                  <a:cubicBezTo>
                    <a:pt x="1626" y="68"/>
                    <a:pt x="1536" y="0"/>
                    <a:pt x="14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70"/>
            <p:cNvSpPr/>
            <p:nvPr/>
          </p:nvSpPr>
          <p:spPr>
            <a:xfrm>
              <a:off x="3339328" y="3978765"/>
              <a:ext cx="38542" cy="24118"/>
            </a:xfrm>
            <a:custGeom>
              <a:avLst/>
              <a:gdLst/>
              <a:ahLst/>
              <a:cxnLst/>
              <a:rect l="l" t="t" r="r" b="b"/>
              <a:pathLst>
                <a:path w="1662" h="1040" extrusionOk="0">
                  <a:moveTo>
                    <a:pt x="1317" y="1"/>
                  </a:moveTo>
                  <a:cubicBezTo>
                    <a:pt x="1280" y="1"/>
                    <a:pt x="1242" y="11"/>
                    <a:pt x="1202" y="34"/>
                  </a:cubicBezTo>
                  <a:lnTo>
                    <a:pt x="212" y="596"/>
                  </a:lnTo>
                  <a:cubicBezTo>
                    <a:pt x="0" y="724"/>
                    <a:pt x="135" y="1039"/>
                    <a:pt x="339" y="1039"/>
                  </a:cubicBezTo>
                  <a:cubicBezTo>
                    <a:pt x="375" y="1039"/>
                    <a:pt x="414" y="1029"/>
                    <a:pt x="453" y="1006"/>
                  </a:cubicBezTo>
                  <a:lnTo>
                    <a:pt x="1434" y="444"/>
                  </a:lnTo>
                  <a:cubicBezTo>
                    <a:pt x="1661" y="315"/>
                    <a:pt x="1522" y="1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70"/>
            <p:cNvSpPr/>
            <p:nvPr/>
          </p:nvSpPr>
          <p:spPr>
            <a:xfrm>
              <a:off x="3321819" y="3853951"/>
              <a:ext cx="40722" cy="17833"/>
            </a:xfrm>
            <a:custGeom>
              <a:avLst/>
              <a:gdLst/>
              <a:ahLst/>
              <a:cxnLst/>
              <a:rect l="l" t="t" r="r" b="b"/>
              <a:pathLst>
                <a:path w="1756" h="769" extrusionOk="0">
                  <a:moveTo>
                    <a:pt x="328" y="0"/>
                  </a:moveTo>
                  <a:cubicBezTo>
                    <a:pt x="84" y="0"/>
                    <a:pt x="0" y="391"/>
                    <a:pt x="271" y="465"/>
                  </a:cubicBezTo>
                  <a:lnTo>
                    <a:pt x="1368" y="759"/>
                  </a:lnTo>
                  <a:cubicBezTo>
                    <a:pt x="1391" y="765"/>
                    <a:pt x="1413" y="768"/>
                    <a:pt x="1434" y="768"/>
                  </a:cubicBezTo>
                  <a:cubicBezTo>
                    <a:pt x="1671" y="768"/>
                    <a:pt x="1755" y="378"/>
                    <a:pt x="1484" y="304"/>
                  </a:cubicBezTo>
                  <a:lnTo>
                    <a:pt x="396" y="10"/>
                  </a:lnTo>
                  <a:cubicBezTo>
                    <a:pt x="372" y="3"/>
                    <a:pt x="350" y="0"/>
                    <a:pt x="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70"/>
            <p:cNvSpPr/>
            <p:nvPr/>
          </p:nvSpPr>
          <p:spPr>
            <a:xfrm>
              <a:off x="3339189" y="3810073"/>
              <a:ext cx="38681" cy="24187"/>
            </a:xfrm>
            <a:custGeom>
              <a:avLst/>
              <a:gdLst/>
              <a:ahLst/>
              <a:cxnLst/>
              <a:rect l="l" t="t" r="r" b="b"/>
              <a:pathLst>
                <a:path w="1668" h="1043" extrusionOk="0">
                  <a:moveTo>
                    <a:pt x="336" y="0"/>
                  </a:moveTo>
                  <a:cubicBezTo>
                    <a:pt x="130" y="0"/>
                    <a:pt x="0" y="311"/>
                    <a:pt x="218" y="439"/>
                  </a:cubicBezTo>
                  <a:lnTo>
                    <a:pt x="1208" y="1009"/>
                  </a:lnTo>
                  <a:cubicBezTo>
                    <a:pt x="1246" y="1032"/>
                    <a:pt x="1284" y="1043"/>
                    <a:pt x="1320" y="1043"/>
                  </a:cubicBezTo>
                  <a:cubicBezTo>
                    <a:pt x="1522" y="1043"/>
                    <a:pt x="1667" y="728"/>
                    <a:pt x="1440" y="599"/>
                  </a:cubicBezTo>
                  <a:lnTo>
                    <a:pt x="459" y="37"/>
                  </a:lnTo>
                  <a:cubicBezTo>
                    <a:pt x="416" y="12"/>
                    <a:pt x="375" y="0"/>
                    <a:pt x="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70"/>
            <p:cNvSpPr/>
            <p:nvPr/>
          </p:nvSpPr>
          <p:spPr>
            <a:xfrm>
              <a:off x="3653728" y="3901121"/>
              <a:ext cx="40374" cy="10992"/>
            </a:xfrm>
            <a:custGeom>
              <a:avLst/>
              <a:gdLst/>
              <a:ahLst/>
              <a:cxnLst/>
              <a:rect l="l" t="t" r="r" b="b"/>
              <a:pathLst>
                <a:path w="1741" h="474" extrusionOk="0">
                  <a:moveTo>
                    <a:pt x="304" y="1"/>
                  </a:moveTo>
                  <a:cubicBezTo>
                    <a:pt x="1" y="1"/>
                    <a:pt x="1" y="473"/>
                    <a:pt x="304" y="473"/>
                  </a:cubicBezTo>
                  <a:lnTo>
                    <a:pt x="1437" y="473"/>
                  </a:lnTo>
                  <a:cubicBezTo>
                    <a:pt x="1741" y="473"/>
                    <a:pt x="1741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70"/>
            <p:cNvSpPr/>
            <p:nvPr/>
          </p:nvSpPr>
          <p:spPr>
            <a:xfrm>
              <a:off x="3648278" y="3941242"/>
              <a:ext cx="40977" cy="17810"/>
            </a:xfrm>
            <a:custGeom>
              <a:avLst/>
              <a:gdLst/>
              <a:ahLst/>
              <a:cxnLst/>
              <a:rect l="l" t="t" r="r" b="b"/>
              <a:pathLst>
                <a:path w="1767" h="768" extrusionOk="0">
                  <a:moveTo>
                    <a:pt x="329" y="1"/>
                  </a:moveTo>
                  <a:cubicBezTo>
                    <a:pt x="85" y="1"/>
                    <a:pt x="1" y="391"/>
                    <a:pt x="272" y="465"/>
                  </a:cubicBezTo>
                  <a:lnTo>
                    <a:pt x="1369" y="760"/>
                  </a:lnTo>
                  <a:cubicBezTo>
                    <a:pt x="1390" y="765"/>
                    <a:pt x="1409" y="767"/>
                    <a:pt x="1428" y="767"/>
                  </a:cubicBezTo>
                  <a:cubicBezTo>
                    <a:pt x="1671" y="767"/>
                    <a:pt x="1767" y="371"/>
                    <a:pt x="1494" y="305"/>
                  </a:cubicBezTo>
                  <a:lnTo>
                    <a:pt x="396" y="10"/>
                  </a:lnTo>
                  <a:cubicBezTo>
                    <a:pt x="373" y="4"/>
                    <a:pt x="350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70"/>
            <p:cNvSpPr/>
            <p:nvPr/>
          </p:nvSpPr>
          <p:spPr>
            <a:xfrm>
              <a:off x="3633157" y="3978765"/>
              <a:ext cx="38681" cy="24118"/>
            </a:xfrm>
            <a:custGeom>
              <a:avLst/>
              <a:gdLst/>
              <a:ahLst/>
              <a:cxnLst/>
              <a:rect l="l" t="t" r="r" b="b"/>
              <a:pathLst>
                <a:path w="1668" h="1040" extrusionOk="0">
                  <a:moveTo>
                    <a:pt x="345" y="1"/>
                  </a:moveTo>
                  <a:cubicBezTo>
                    <a:pt x="140" y="1"/>
                    <a:pt x="1" y="315"/>
                    <a:pt x="228" y="444"/>
                  </a:cubicBezTo>
                  <a:lnTo>
                    <a:pt x="1209" y="1006"/>
                  </a:lnTo>
                  <a:cubicBezTo>
                    <a:pt x="1249" y="1029"/>
                    <a:pt x="1288" y="1040"/>
                    <a:pt x="1326" y="1040"/>
                  </a:cubicBezTo>
                  <a:cubicBezTo>
                    <a:pt x="1530" y="1040"/>
                    <a:pt x="1667" y="732"/>
                    <a:pt x="1441" y="596"/>
                  </a:cubicBezTo>
                  <a:lnTo>
                    <a:pt x="460" y="34"/>
                  </a:lnTo>
                  <a:cubicBezTo>
                    <a:pt x="420" y="11"/>
                    <a:pt x="382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70"/>
            <p:cNvSpPr/>
            <p:nvPr/>
          </p:nvSpPr>
          <p:spPr>
            <a:xfrm>
              <a:off x="3650017" y="3853951"/>
              <a:ext cx="39191" cy="17787"/>
            </a:xfrm>
            <a:custGeom>
              <a:avLst/>
              <a:gdLst/>
              <a:ahLst/>
              <a:cxnLst/>
              <a:rect l="l" t="t" r="r" b="b"/>
              <a:pathLst>
                <a:path w="1690" h="767" extrusionOk="0">
                  <a:moveTo>
                    <a:pt x="1362" y="0"/>
                  </a:moveTo>
                  <a:cubicBezTo>
                    <a:pt x="1340" y="0"/>
                    <a:pt x="1318" y="3"/>
                    <a:pt x="1294" y="10"/>
                  </a:cubicBezTo>
                  <a:lnTo>
                    <a:pt x="197" y="304"/>
                  </a:lnTo>
                  <a:cubicBezTo>
                    <a:pt x="72" y="340"/>
                    <a:pt x="0" y="465"/>
                    <a:pt x="36" y="589"/>
                  </a:cubicBezTo>
                  <a:cubicBezTo>
                    <a:pt x="59" y="688"/>
                    <a:pt x="165" y="767"/>
                    <a:pt x="267" y="767"/>
                  </a:cubicBezTo>
                  <a:cubicBezTo>
                    <a:pt x="286" y="767"/>
                    <a:pt x="304" y="764"/>
                    <a:pt x="321" y="759"/>
                  </a:cubicBezTo>
                  <a:lnTo>
                    <a:pt x="1419" y="465"/>
                  </a:lnTo>
                  <a:cubicBezTo>
                    <a:pt x="1689" y="391"/>
                    <a:pt x="1606" y="0"/>
                    <a:pt x="1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70"/>
            <p:cNvSpPr/>
            <p:nvPr/>
          </p:nvSpPr>
          <p:spPr>
            <a:xfrm>
              <a:off x="3633459" y="3810073"/>
              <a:ext cx="38356" cy="24257"/>
            </a:xfrm>
            <a:custGeom>
              <a:avLst/>
              <a:gdLst/>
              <a:ahLst/>
              <a:cxnLst/>
              <a:rect l="l" t="t" r="r" b="b"/>
              <a:pathLst>
                <a:path w="1654" h="1046" extrusionOk="0">
                  <a:moveTo>
                    <a:pt x="1319" y="0"/>
                  </a:moveTo>
                  <a:cubicBezTo>
                    <a:pt x="1280" y="0"/>
                    <a:pt x="1239" y="12"/>
                    <a:pt x="1196" y="37"/>
                  </a:cubicBezTo>
                  <a:lnTo>
                    <a:pt x="215" y="599"/>
                  </a:lnTo>
                  <a:cubicBezTo>
                    <a:pt x="1" y="724"/>
                    <a:pt x="108" y="1045"/>
                    <a:pt x="331" y="1045"/>
                  </a:cubicBezTo>
                  <a:cubicBezTo>
                    <a:pt x="375" y="1045"/>
                    <a:pt x="411" y="1027"/>
                    <a:pt x="447" y="1009"/>
                  </a:cubicBezTo>
                  <a:lnTo>
                    <a:pt x="1428" y="439"/>
                  </a:lnTo>
                  <a:cubicBezTo>
                    <a:pt x="1653" y="311"/>
                    <a:pt x="1525" y="0"/>
                    <a:pt x="1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70"/>
            <p:cNvSpPr/>
            <p:nvPr/>
          </p:nvSpPr>
          <p:spPr>
            <a:xfrm>
              <a:off x="3368224" y="3769118"/>
              <a:ext cx="273943" cy="374495"/>
            </a:xfrm>
            <a:custGeom>
              <a:avLst/>
              <a:gdLst/>
              <a:ahLst/>
              <a:cxnLst/>
              <a:rect l="l" t="t" r="r" b="b"/>
              <a:pathLst>
                <a:path w="11813" h="16149" extrusionOk="0">
                  <a:moveTo>
                    <a:pt x="8021" y="12713"/>
                  </a:moveTo>
                  <a:lnTo>
                    <a:pt x="8021" y="13249"/>
                  </a:lnTo>
                  <a:lnTo>
                    <a:pt x="3828" y="13249"/>
                  </a:lnTo>
                  <a:lnTo>
                    <a:pt x="3828" y="12713"/>
                  </a:lnTo>
                  <a:close/>
                  <a:moveTo>
                    <a:pt x="8021" y="13722"/>
                  </a:moveTo>
                  <a:lnTo>
                    <a:pt x="8021" y="13855"/>
                  </a:lnTo>
                  <a:cubicBezTo>
                    <a:pt x="8021" y="14150"/>
                    <a:pt x="7780" y="14391"/>
                    <a:pt x="7486" y="14391"/>
                  </a:cubicBezTo>
                  <a:lnTo>
                    <a:pt x="7084" y="14391"/>
                  </a:lnTo>
                  <a:cubicBezTo>
                    <a:pt x="6781" y="14391"/>
                    <a:pt x="6781" y="14863"/>
                    <a:pt x="7084" y="14863"/>
                  </a:cubicBezTo>
                  <a:lnTo>
                    <a:pt x="7209" y="14863"/>
                  </a:lnTo>
                  <a:cubicBezTo>
                    <a:pt x="7236" y="15274"/>
                    <a:pt x="6924" y="15648"/>
                    <a:pt x="6504" y="15648"/>
                  </a:cubicBezTo>
                  <a:lnTo>
                    <a:pt x="5336" y="15648"/>
                  </a:lnTo>
                  <a:cubicBezTo>
                    <a:pt x="4907" y="15648"/>
                    <a:pt x="4595" y="15274"/>
                    <a:pt x="4622" y="14863"/>
                  </a:cubicBezTo>
                  <a:lnTo>
                    <a:pt x="5826" y="14863"/>
                  </a:lnTo>
                  <a:cubicBezTo>
                    <a:pt x="6130" y="14863"/>
                    <a:pt x="6130" y="14391"/>
                    <a:pt x="5826" y="14391"/>
                  </a:cubicBezTo>
                  <a:lnTo>
                    <a:pt x="4345" y="14391"/>
                  </a:lnTo>
                  <a:cubicBezTo>
                    <a:pt x="3989" y="14391"/>
                    <a:pt x="3783" y="14052"/>
                    <a:pt x="3819" y="13722"/>
                  </a:cubicBezTo>
                  <a:close/>
                  <a:moveTo>
                    <a:pt x="5937" y="1"/>
                  </a:moveTo>
                  <a:cubicBezTo>
                    <a:pt x="4883" y="1"/>
                    <a:pt x="3849" y="277"/>
                    <a:pt x="2945" y="813"/>
                  </a:cubicBezTo>
                  <a:cubicBezTo>
                    <a:pt x="2829" y="875"/>
                    <a:pt x="2793" y="1018"/>
                    <a:pt x="2865" y="1134"/>
                  </a:cubicBezTo>
                  <a:cubicBezTo>
                    <a:pt x="2905" y="1210"/>
                    <a:pt x="2980" y="1251"/>
                    <a:pt x="3059" y="1251"/>
                  </a:cubicBezTo>
                  <a:cubicBezTo>
                    <a:pt x="3102" y="1251"/>
                    <a:pt x="3145" y="1239"/>
                    <a:pt x="3186" y="1214"/>
                  </a:cubicBezTo>
                  <a:cubicBezTo>
                    <a:pt x="4019" y="732"/>
                    <a:pt x="4965" y="474"/>
                    <a:pt x="5937" y="474"/>
                  </a:cubicBezTo>
                  <a:cubicBezTo>
                    <a:pt x="5954" y="474"/>
                    <a:pt x="5970" y="474"/>
                    <a:pt x="5987" y="474"/>
                  </a:cubicBezTo>
                  <a:cubicBezTo>
                    <a:pt x="7414" y="492"/>
                    <a:pt x="8761" y="1063"/>
                    <a:pt x="9769" y="2080"/>
                  </a:cubicBezTo>
                  <a:cubicBezTo>
                    <a:pt x="10777" y="3106"/>
                    <a:pt x="11340" y="4453"/>
                    <a:pt x="11340" y="5880"/>
                  </a:cubicBezTo>
                  <a:cubicBezTo>
                    <a:pt x="11340" y="7530"/>
                    <a:pt x="10590" y="9074"/>
                    <a:pt x="9306" y="10109"/>
                  </a:cubicBezTo>
                  <a:cubicBezTo>
                    <a:pt x="9243" y="10153"/>
                    <a:pt x="9216" y="10216"/>
                    <a:pt x="9216" y="10287"/>
                  </a:cubicBezTo>
                  <a:lnTo>
                    <a:pt x="9216" y="11063"/>
                  </a:lnTo>
                  <a:cubicBezTo>
                    <a:pt x="9216" y="11679"/>
                    <a:pt x="8735" y="12187"/>
                    <a:pt x="8128" y="12241"/>
                  </a:cubicBezTo>
                  <a:lnTo>
                    <a:pt x="6130" y="12241"/>
                  </a:lnTo>
                  <a:lnTo>
                    <a:pt x="6130" y="6130"/>
                  </a:lnTo>
                  <a:lnTo>
                    <a:pt x="8306" y="6130"/>
                  </a:lnTo>
                  <a:cubicBezTo>
                    <a:pt x="8422" y="6130"/>
                    <a:pt x="8529" y="6041"/>
                    <a:pt x="8547" y="5925"/>
                  </a:cubicBezTo>
                  <a:cubicBezTo>
                    <a:pt x="8565" y="5782"/>
                    <a:pt x="8449" y="5657"/>
                    <a:pt x="8315" y="5657"/>
                  </a:cubicBezTo>
                  <a:lnTo>
                    <a:pt x="3525" y="5657"/>
                  </a:lnTo>
                  <a:cubicBezTo>
                    <a:pt x="3400" y="5657"/>
                    <a:pt x="3293" y="5746"/>
                    <a:pt x="3284" y="5862"/>
                  </a:cubicBezTo>
                  <a:cubicBezTo>
                    <a:pt x="3266" y="6005"/>
                    <a:pt x="3373" y="6130"/>
                    <a:pt x="3516" y="6130"/>
                  </a:cubicBezTo>
                  <a:lnTo>
                    <a:pt x="5657" y="6130"/>
                  </a:lnTo>
                  <a:lnTo>
                    <a:pt x="5657" y="12241"/>
                  </a:lnTo>
                  <a:lnTo>
                    <a:pt x="3712" y="12241"/>
                  </a:lnTo>
                  <a:cubicBezTo>
                    <a:pt x="3105" y="12187"/>
                    <a:pt x="2633" y="11679"/>
                    <a:pt x="2633" y="11063"/>
                  </a:cubicBezTo>
                  <a:lnTo>
                    <a:pt x="2633" y="10278"/>
                  </a:lnTo>
                  <a:cubicBezTo>
                    <a:pt x="2633" y="10207"/>
                    <a:pt x="2597" y="10144"/>
                    <a:pt x="2543" y="10100"/>
                  </a:cubicBezTo>
                  <a:cubicBezTo>
                    <a:pt x="1214" y="9038"/>
                    <a:pt x="474" y="7450"/>
                    <a:pt x="509" y="5755"/>
                  </a:cubicBezTo>
                  <a:cubicBezTo>
                    <a:pt x="536" y="4292"/>
                    <a:pt x="1152" y="2927"/>
                    <a:pt x="2240" y="1919"/>
                  </a:cubicBezTo>
                  <a:cubicBezTo>
                    <a:pt x="2329" y="1830"/>
                    <a:pt x="2338" y="1687"/>
                    <a:pt x="2249" y="1589"/>
                  </a:cubicBezTo>
                  <a:cubicBezTo>
                    <a:pt x="2202" y="1537"/>
                    <a:pt x="2138" y="1513"/>
                    <a:pt x="2075" y="1513"/>
                  </a:cubicBezTo>
                  <a:cubicBezTo>
                    <a:pt x="2018" y="1513"/>
                    <a:pt x="1961" y="1533"/>
                    <a:pt x="1919" y="1571"/>
                  </a:cubicBezTo>
                  <a:cubicBezTo>
                    <a:pt x="741" y="2668"/>
                    <a:pt x="72" y="4149"/>
                    <a:pt x="37" y="5746"/>
                  </a:cubicBezTo>
                  <a:cubicBezTo>
                    <a:pt x="1" y="7548"/>
                    <a:pt x="768" y="9243"/>
                    <a:pt x="2160" y="10394"/>
                  </a:cubicBezTo>
                  <a:lnTo>
                    <a:pt x="2160" y="11090"/>
                  </a:lnTo>
                  <a:cubicBezTo>
                    <a:pt x="2160" y="11839"/>
                    <a:pt x="2659" y="12482"/>
                    <a:pt x="3355" y="12678"/>
                  </a:cubicBezTo>
                  <a:lnTo>
                    <a:pt x="3355" y="13267"/>
                  </a:lnTo>
                  <a:cubicBezTo>
                    <a:pt x="3025" y="13284"/>
                    <a:pt x="2998" y="13730"/>
                    <a:pt x="3355" y="13739"/>
                  </a:cubicBezTo>
                  <a:cubicBezTo>
                    <a:pt x="3328" y="14248"/>
                    <a:pt x="3614" y="14730"/>
                    <a:pt x="4131" y="14854"/>
                  </a:cubicBezTo>
                  <a:cubicBezTo>
                    <a:pt x="4096" y="15541"/>
                    <a:pt x="4613" y="16148"/>
                    <a:pt x="5318" y="16148"/>
                  </a:cubicBezTo>
                  <a:lnTo>
                    <a:pt x="6522" y="16148"/>
                  </a:lnTo>
                  <a:cubicBezTo>
                    <a:pt x="7227" y="16148"/>
                    <a:pt x="7735" y="15541"/>
                    <a:pt x="7718" y="14854"/>
                  </a:cubicBezTo>
                  <a:cubicBezTo>
                    <a:pt x="8226" y="14730"/>
                    <a:pt x="8512" y="14248"/>
                    <a:pt x="8494" y="13739"/>
                  </a:cubicBezTo>
                  <a:cubicBezTo>
                    <a:pt x="8886" y="13739"/>
                    <a:pt x="8895" y="13267"/>
                    <a:pt x="8494" y="13267"/>
                  </a:cubicBezTo>
                  <a:lnTo>
                    <a:pt x="8494" y="12678"/>
                  </a:lnTo>
                  <a:cubicBezTo>
                    <a:pt x="9181" y="12482"/>
                    <a:pt x="9689" y="11839"/>
                    <a:pt x="9689" y="11090"/>
                  </a:cubicBezTo>
                  <a:lnTo>
                    <a:pt x="9689" y="10403"/>
                  </a:lnTo>
                  <a:cubicBezTo>
                    <a:pt x="11036" y="9279"/>
                    <a:pt x="11812" y="7637"/>
                    <a:pt x="11812" y="5880"/>
                  </a:cubicBezTo>
                  <a:cubicBezTo>
                    <a:pt x="11812" y="4328"/>
                    <a:pt x="11206" y="2856"/>
                    <a:pt x="10108" y="1750"/>
                  </a:cubicBezTo>
                  <a:cubicBezTo>
                    <a:pt x="9011" y="643"/>
                    <a:pt x="7548" y="28"/>
                    <a:pt x="5987" y="1"/>
                  </a:cubicBezTo>
                  <a:cubicBezTo>
                    <a:pt x="5970" y="1"/>
                    <a:pt x="5953" y="1"/>
                    <a:pt x="5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2" name="Google Shape;4792;p70"/>
          <p:cNvGrpSpPr/>
          <p:nvPr/>
        </p:nvGrpSpPr>
        <p:grpSpPr>
          <a:xfrm>
            <a:off x="4095193" y="3785698"/>
            <a:ext cx="349928" cy="357456"/>
            <a:chOff x="3889186" y="3769327"/>
            <a:chExt cx="365995" cy="373869"/>
          </a:xfrm>
        </p:grpSpPr>
        <p:sp>
          <p:nvSpPr>
            <p:cNvPr id="4793" name="Google Shape;4793;p70"/>
            <p:cNvSpPr/>
            <p:nvPr/>
          </p:nvSpPr>
          <p:spPr>
            <a:xfrm>
              <a:off x="3926407" y="3774707"/>
              <a:ext cx="33556" cy="363109"/>
            </a:xfrm>
            <a:custGeom>
              <a:avLst/>
              <a:gdLst/>
              <a:ahLst/>
              <a:cxnLst/>
              <a:rect l="l" t="t" r="r" b="b"/>
              <a:pathLst>
                <a:path w="1447" h="15658" extrusionOk="0">
                  <a:moveTo>
                    <a:pt x="723" y="1"/>
                  </a:moveTo>
                  <a:cubicBezTo>
                    <a:pt x="322" y="1"/>
                    <a:pt x="1" y="322"/>
                    <a:pt x="1" y="724"/>
                  </a:cubicBezTo>
                  <a:lnTo>
                    <a:pt x="1" y="14935"/>
                  </a:lnTo>
                  <a:cubicBezTo>
                    <a:pt x="1" y="15336"/>
                    <a:pt x="322" y="15657"/>
                    <a:pt x="723" y="15657"/>
                  </a:cubicBezTo>
                  <a:cubicBezTo>
                    <a:pt x="1125" y="15657"/>
                    <a:pt x="1446" y="15336"/>
                    <a:pt x="1446" y="14935"/>
                  </a:cubicBezTo>
                  <a:lnTo>
                    <a:pt x="1446" y="724"/>
                  </a:lnTo>
                  <a:cubicBezTo>
                    <a:pt x="1446" y="322"/>
                    <a:pt x="1125" y="1"/>
                    <a:pt x="7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70"/>
            <p:cNvSpPr/>
            <p:nvPr/>
          </p:nvSpPr>
          <p:spPr>
            <a:xfrm>
              <a:off x="4055720" y="3774707"/>
              <a:ext cx="33741" cy="363109"/>
            </a:xfrm>
            <a:custGeom>
              <a:avLst/>
              <a:gdLst/>
              <a:ahLst/>
              <a:cxnLst/>
              <a:rect l="l" t="t" r="r" b="b"/>
              <a:pathLst>
                <a:path w="1455" h="15658" extrusionOk="0">
                  <a:moveTo>
                    <a:pt x="723" y="1"/>
                  </a:moveTo>
                  <a:cubicBezTo>
                    <a:pt x="322" y="1"/>
                    <a:pt x="0" y="322"/>
                    <a:pt x="0" y="724"/>
                  </a:cubicBezTo>
                  <a:lnTo>
                    <a:pt x="0" y="14935"/>
                  </a:lnTo>
                  <a:cubicBezTo>
                    <a:pt x="0" y="15336"/>
                    <a:pt x="322" y="15657"/>
                    <a:pt x="723" y="15657"/>
                  </a:cubicBezTo>
                  <a:cubicBezTo>
                    <a:pt x="1125" y="15657"/>
                    <a:pt x="1455" y="15336"/>
                    <a:pt x="1455" y="14935"/>
                  </a:cubicBezTo>
                  <a:lnTo>
                    <a:pt x="1455" y="724"/>
                  </a:lnTo>
                  <a:cubicBezTo>
                    <a:pt x="1455" y="322"/>
                    <a:pt x="1125" y="1"/>
                    <a:pt x="7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70"/>
            <p:cNvSpPr/>
            <p:nvPr/>
          </p:nvSpPr>
          <p:spPr>
            <a:xfrm>
              <a:off x="4184407" y="3774707"/>
              <a:ext cx="33533" cy="363109"/>
            </a:xfrm>
            <a:custGeom>
              <a:avLst/>
              <a:gdLst/>
              <a:ahLst/>
              <a:cxnLst/>
              <a:rect l="l" t="t" r="r" b="b"/>
              <a:pathLst>
                <a:path w="1446" h="15658" extrusionOk="0">
                  <a:moveTo>
                    <a:pt x="723" y="1"/>
                  </a:moveTo>
                  <a:cubicBezTo>
                    <a:pt x="322" y="1"/>
                    <a:pt x="0" y="322"/>
                    <a:pt x="0" y="724"/>
                  </a:cubicBezTo>
                  <a:lnTo>
                    <a:pt x="0" y="14935"/>
                  </a:lnTo>
                  <a:cubicBezTo>
                    <a:pt x="0" y="15336"/>
                    <a:pt x="322" y="15657"/>
                    <a:pt x="723" y="15657"/>
                  </a:cubicBezTo>
                  <a:cubicBezTo>
                    <a:pt x="1124" y="15657"/>
                    <a:pt x="1446" y="15327"/>
                    <a:pt x="1446" y="14926"/>
                  </a:cubicBezTo>
                  <a:lnTo>
                    <a:pt x="1446" y="724"/>
                  </a:lnTo>
                  <a:cubicBezTo>
                    <a:pt x="1446" y="322"/>
                    <a:pt x="1124" y="1"/>
                    <a:pt x="7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70"/>
            <p:cNvSpPr/>
            <p:nvPr/>
          </p:nvSpPr>
          <p:spPr>
            <a:xfrm>
              <a:off x="3894149" y="3813413"/>
              <a:ext cx="96633" cy="136543"/>
            </a:xfrm>
            <a:custGeom>
              <a:avLst/>
              <a:gdLst/>
              <a:ahLst/>
              <a:cxnLst/>
              <a:rect l="l" t="t" r="r" b="b"/>
              <a:pathLst>
                <a:path w="4167" h="5888" extrusionOk="0">
                  <a:moveTo>
                    <a:pt x="1008" y="0"/>
                  </a:moveTo>
                  <a:cubicBezTo>
                    <a:pt x="455" y="0"/>
                    <a:pt x="0" y="446"/>
                    <a:pt x="0" y="1008"/>
                  </a:cubicBezTo>
                  <a:lnTo>
                    <a:pt x="0" y="4880"/>
                  </a:lnTo>
                  <a:cubicBezTo>
                    <a:pt x="0" y="5442"/>
                    <a:pt x="455" y="5888"/>
                    <a:pt x="1008" y="5888"/>
                  </a:cubicBezTo>
                  <a:lnTo>
                    <a:pt x="3158" y="5888"/>
                  </a:lnTo>
                  <a:cubicBezTo>
                    <a:pt x="3711" y="5888"/>
                    <a:pt x="4166" y="5442"/>
                    <a:pt x="4166" y="4880"/>
                  </a:cubicBezTo>
                  <a:lnTo>
                    <a:pt x="4166" y="1008"/>
                  </a:lnTo>
                  <a:cubicBezTo>
                    <a:pt x="4166" y="446"/>
                    <a:pt x="3711" y="0"/>
                    <a:pt x="3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70"/>
            <p:cNvSpPr/>
            <p:nvPr/>
          </p:nvSpPr>
          <p:spPr>
            <a:xfrm>
              <a:off x="4024273" y="3960908"/>
              <a:ext cx="96424" cy="136775"/>
            </a:xfrm>
            <a:custGeom>
              <a:avLst/>
              <a:gdLst/>
              <a:ahLst/>
              <a:cxnLst/>
              <a:rect l="l" t="t" r="r" b="b"/>
              <a:pathLst>
                <a:path w="4158" h="5898" extrusionOk="0">
                  <a:moveTo>
                    <a:pt x="1009" y="1"/>
                  </a:moveTo>
                  <a:cubicBezTo>
                    <a:pt x="455" y="1"/>
                    <a:pt x="0" y="456"/>
                    <a:pt x="0" y="1009"/>
                  </a:cubicBezTo>
                  <a:lnTo>
                    <a:pt x="0" y="4890"/>
                  </a:lnTo>
                  <a:cubicBezTo>
                    <a:pt x="0" y="5443"/>
                    <a:pt x="455" y="5898"/>
                    <a:pt x="1009" y="5898"/>
                  </a:cubicBezTo>
                  <a:lnTo>
                    <a:pt x="3159" y="5898"/>
                  </a:lnTo>
                  <a:cubicBezTo>
                    <a:pt x="3712" y="5898"/>
                    <a:pt x="4158" y="5443"/>
                    <a:pt x="4158" y="4890"/>
                  </a:cubicBezTo>
                  <a:lnTo>
                    <a:pt x="4158" y="1009"/>
                  </a:lnTo>
                  <a:cubicBezTo>
                    <a:pt x="4158" y="456"/>
                    <a:pt x="3712" y="1"/>
                    <a:pt x="31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70"/>
            <p:cNvSpPr/>
            <p:nvPr/>
          </p:nvSpPr>
          <p:spPr>
            <a:xfrm>
              <a:off x="4152960" y="3876307"/>
              <a:ext cx="96424" cy="136543"/>
            </a:xfrm>
            <a:custGeom>
              <a:avLst/>
              <a:gdLst/>
              <a:ahLst/>
              <a:cxnLst/>
              <a:rect l="l" t="t" r="r" b="b"/>
              <a:pathLst>
                <a:path w="4158" h="5888" extrusionOk="0">
                  <a:moveTo>
                    <a:pt x="1008" y="0"/>
                  </a:moveTo>
                  <a:cubicBezTo>
                    <a:pt x="446" y="0"/>
                    <a:pt x="0" y="446"/>
                    <a:pt x="0" y="999"/>
                  </a:cubicBezTo>
                  <a:lnTo>
                    <a:pt x="0" y="4880"/>
                  </a:lnTo>
                  <a:cubicBezTo>
                    <a:pt x="0" y="5442"/>
                    <a:pt x="446" y="5888"/>
                    <a:pt x="1008" y="5888"/>
                  </a:cubicBezTo>
                  <a:lnTo>
                    <a:pt x="3150" y="5888"/>
                  </a:lnTo>
                  <a:cubicBezTo>
                    <a:pt x="3712" y="5888"/>
                    <a:pt x="4158" y="5442"/>
                    <a:pt x="4158" y="4880"/>
                  </a:cubicBezTo>
                  <a:lnTo>
                    <a:pt x="4158" y="999"/>
                  </a:lnTo>
                  <a:cubicBezTo>
                    <a:pt x="4158" y="446"/>
                    <a:pt x="3712" y="0"/>
                    <a:pt x="3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70"/>
            <p:cNvSpPr/>
            <p:nvPr/>
          </p:nvSpPr>
          <p:spPr>
            <a:xfrm>
              <a:off x="3919798" y="3842564"/>
              <a:ext cx="45522" cy="10992"/>
            </a:xfrm>
            <a:custGeom>
              <a:avLst/>
              <a:gdLst/>
              <a:ahLst/>
              <a:cxnLst/>
              <a:rect l="l" t="t" r="r" b="b"/>
              <a:pathLst>
                <a:path w="1963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9"/>
                    <a:pt x="107" y="474"/>
                    <a:pt x="250" y="474"/>
                  </a:cubicBezTo>
                  <a:lnTo>
                    <a:pt x="1704" y="474"/>
                  </a:lnTo>
                  <a:cubicBezTo>
                    <a:pt x="1829" y="474"/>
                    <a:pt x="1936" y="385"/>
                    <a:pt x="1945" y="269"/>
                  </a:cubicBezTo>
                  <a:cubicBezTo>
                    <a:pt x="1963" y="126"/>
                    <a:pt x="1856" y="1"/>
                    <a:pt x="1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70"/>
            <p:cNvSpPr/>
            <p:nvPr/>
          </p:nvSpPr>
          <p:spPr>
            <a:xfrm>
              <a:off x="3919798" y="3876307"/>
              <a:ext cx="45522" cy="10969"/>
            </a:xfrm>
            <a:custGeom>
              <a:avLst/>
              <a:gdLst/>
              <a:ahLst/>
              <a:cxnLst/>
              <a:rect l="l" t="t" r="r" b="b"/>
              <a:pathLst>
                <a:path w="1963" h="473" extrusionOk="0">
                  <a:moveTo>
                    <a:pt x="259" y="0"/>
                  </a:moveTo>
                  <a:cubicBezTo>
                    <a:pt x="134" y="0"/>
                    <a:pt x="27" y="80"/>
                    <a:pt x="18" y="205"/>
                  </a:cubicBezTo>
                  <a:cubicBezTo>
                    <a:pt x="0" y="348"/>
                    <a:pt x="107" y="473"/>
                    <a:pt x="250" y="473"/>
                  </a:cubicBezTo>
                  <a:lnTo>
                    <a:pt x="1704" y="473"/>
                  </a:lnTo>
                  <a:cubicBezTo>
                    <a:pt x="1829" y="473"/>
                    <a:pt x="1936" y="384"/>
                    <a:pt x="1945" y="259"/>
                  </a:cubicBezTo>
                  <a:cubicBezTo>
                    <a:pt x="1963" y="116"/>
                    <a:pt x="1856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70"/>
            <p:cNvSpPr/>
            <p:nvPr/>
          </p:nvSpPr>
          <p:spPr>
            <a:xfrm>
              <a:off x="3919798" y="3910630"/>
              <a:ext cx="45522" cy="10992"/>
            </a:xfrm>
            <a:custGeom>
              <a:avLst/>
              <a:gdLst/>
              <a:ahLst/>
              <a:cxnLst/>
              <a:rect l="l" t="t" r="r" b="b"/>
              <a:pathLst>
                <a:path w="1963" h="474" extrusionOk="0">
                  <a:moveTo>
                    <a:pt x="259" y="1"/>
                  </a:moveTo>
                  <a:cubicBezTo>
                    <a:pt x="134" y="1"/>
                    <a:pt x="27" y="81"/>
                    <a:pt x="18" y="206"/>
                  </a:cubicBezTo>
                  <a:cubicBezTo>
                    <a:pt x="0" y="349"/>
                    <a:pt x="107" y="474"/>
                    <a:pt x="250" y="474"/>
                  </a:cubicBezTo>
                  <a:lnTo>
                    <a:pt x="1704" y="474"/>
                  </a:lnTo>
                  <a:cubicBezTo>
                    <a:pt x="1829" y="474"/>
                    <a:pt x="1936" y="385"/>
                    <a:pt x="1945" y="260"/>
                  </a:cubicBezTo>
                  <a:cubicBezTo>
                    <a:pt x="1963" y="117"/>
                    <a:pt x="1856" y="1"/>
                    <a:pt x="1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70"/>
            <p:cNvSpPr/>
            <p:nvPr/>
          </p:nvSpPr>
          <p:spPr>
            <a:xfrm>
              <a:off x="4049505" y="3990291"/>
              <a:ext cx="45545" cy="10992"/>
            </a:xfrm>
            <a:custGeom>
              <a:avLst/>
              <a:gdLst/>
              <a:ahLst/>
              <a:cxnLst/>
              <a:rect l="l" t="t" r="r" b="b"/>
              <a:pathLst>
                <a:path w="1964" h="474" extrusionOk="0">
                  <a:moveTo>
                    <a:pt x="260" y="1"/>
                  </a:moveTo>
                  <a:cubicBezTo>
                    <a:pt x="135" y="1"/>
                    <a:pt x="28" y="81"/>
                    <a:pt x="10" y="206"/>
                  </a:cubicBezTo>
                  <a:cubicBezTo>
                    <a:pt x="1" y="349"/>
                    <a:pt x="108" y="473"/>
                    <a:pt x="251" y="473"/>
                  </a:cubicBezTo>
                  <a:lnTo>
                    <a:pt x="1705" y="473"/>
                  </a:lnTo>
                  <a:cubicBezTo>
                    <a:pt x="1830" y="473"/>
                    <a:pt x="1937" y="384"/>
                    <a:pt x="1946" y="259"/>
                  </a:cubicBezTo>
                  <a:cubicBezTo>
                    <a:pt x="1963" y="117"/>
                    <a:pt x="1856" y="1"/>
                    <a:pt x="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70"/>
            <p:cNvSpPr/>
            <p:nvPr/>
          </p:nvSpPr>
          <p:spPr>
            <a:xfrm>
              <a:off x="4049505" y="4023802"/>
              <a:ext cx="45545" cy="10992"/>
            </a:xfrm>
            <a:custGeom>
              <a:avLst/>
              <a:gdLst/>
              <a:ahLst/>
              <a:cxnLst/>
              <a:rect l="l" t="t" r="r" b="b"/>
              <a:pathLst>
                <a:path w="1964" h="474" extrusionOk="0">
                  <a:moveTo>
                    <a:pt x="260" y="1"/>
                  </a:moveTo>
                  <a:cubicBezTo>
                    <a:pt x="135" y="1"/>
                    <a:pt x="28" y="90"/>
                    <a:pt x="10" y="206"/>
                  </a:cubicBezTo>
                  <a:cubicBezTo>
                    <a:pt x="1" y="349"/>
                    <a:pt x="108" y="474"/>
                    <a:pt x="251" y="474"/>
                  </a:cubicBezTo>
                  <a:lnTo>
                    <a:pt x="1705" y="474"/>
                  </a:lnTo>
                  <a:cubicBezTo>
                    <a:pt x="1830" y="474"/>
                    <a:pt x="1937" y="384"/>
                    <a:pt x="1946" y="268"/>
                  </a:cubicBezTo>
                  <a:cubicBezTo>
                    <a:pt x="1963" y="126"/>
                    <a:pt x="1856" y="1"/>
                    <a:pt x="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70"/>
            <p:cNvSpPr/>
            <p:nvPr/>
          </p:nvSpPr>
          <p:spPr>
            <a:xfrm>
              <a:off x="4049505" y="4057521"/>
              <a:ext cx="45545" cy="10992"/>
            </a:xfrm>
            <a:custGeom>
              <a:avLst/>
              <a:gdLst/>
              <a:ahLst/>
              <a:cxnLst/>
              <a:rect l="l" t="t" r="r" b="b"/>
              <a:pathLst>
                <a:path w="1964" h="474" extrusionOk="0">
                  <a:moveTo>
                    <a:pt x="260" y="1"/>
                  </a:moveTo>
                  <a:cubicBezTo>
                    <a:pt x="135" y="1"/>
                    <a:pt x="28" y="81"/>
                    <a:pt x="10" y="206"/>
                  </a:cubicBezTo>
                  <a:cubicBezTo>
                    <a:pt x="1" y="349"/>
                    <a:pt x="108" y="474"/>
                    <a:pt x="251" y="474"/>
                  </a:cubicBezTo>
                  <a:lnTo>
                    <a:pt x="1705" y="474"/>
                  </a:lnTo>
                  <a:cubicBezTo>
                    <a:pt x="1830" y="474"/>
                    <a:pt x="1937" y="385"/>
                    <a:pt x="1946" y="260"/>
                  </a:cubicBezTo>
                  <a:cubicBezTo>
                    <a:pt x="1963" y="117"/>
                    <a:pt x="1856" y="1"/>
                    <a:pt x="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70"/>
            <p:cNvSpPr/>
            <p:nvPr/>
          </p:nvSpPr>
          <p:spPr>
            <a:xfrm>
              <a:off x="4178192" y="3905458"/>
              <a:ext cx="45754" cy="10992"/>
            </a:xfrm>
            <a:custGeom>
              <a:avLst/>
              <a:gdLst/>
              <a:ahLst/>
              <a:cxnLst/>
              <a:rect l="l" t="t" r="r" b="b"/>
              <a:pathLst>
                <a:path w="1973" h="474" extrusionOk="0">
                  <a:moveTo>
                    <a:pt x="268" y="1"/>
                  </a:moveTo>
                  <a:cubicBezTo>
                    <a:pt x="143" y="1"/>
                    <a:pt x="36" y="90"/>
                    <a:pt x="19" y="206"/>
                  </a:cubicBezTo>
                  <a:cubicBezTo>
                    <a:pt x="1" y="349"/>
                    <a:pt x="117" y="474"/>
                    <a:pt x="259" y="474"/>
                  </a:cubicBezTo>
                  <a:lnTo>
                    <a:pt x="1714" y="474"/>
                  </a:lnTo>
                  <a:cubicBezTo>
                    <a:pt x="1830" y="474"/>
                    <a:pt x="1946" y="385"/>
                    <a:pt x="1954" y="269"/>
                  </a:cubicBezTo>
                  <a:cubicBezTo>
                    <a:pt x="1972" y="126"/>
                    <a:pt x="1865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70"/>
            <p:cNvSpPr/>
            <p:nvPr/>
          </p:nvSpPr>
          <p:spPr>
            <a:xfrm>
              <a:off x="4178192" y="3938992"/>
              <a:ext cx="45754" cy="10969"/>
            </a:xfrm>
            <a:custGeom>
              <a:avLst/>
              <a:gdLst/>
              <a:ahLst/>
              <a:cxnLst/>
              <a:rect l="l" t="t" r="r" b="b"/>
              <a:pathLst>
                <a:path w="1973" h="473" extrusionOk="0">
                  <a:moveTo>
                    <a:pt x="268" y="0"/>
                  </a:moveTo>
                  <a:cubicBezTo>
                    <a:pt x="143" y="0"/>
                    <a:pt x="36" y="89"/>
                    <a:pt x="19" y="214"/>
                  </a:cubicBezTo>
                  <a:cubicBezTo>
                    <a:pt x="1" y="357"/>
                    <a:pt x="117" y="473"/>
                    <a:pt x="259" y="473"/>
                  </a:cubicBezTo>
                  <a:lnTo>
                    <a:pt x="1714" y="473"/>
                  </a:lnTo>
                  <a:cubicBezTo>
                    <a:pt x="1830" y="473"/>
                    <a:pt x="1946" y="393"/>
                    <a:pt x="1954" y="268"/>
                  </a:cubicBezTo>
                  <a:cubicBezTo>
                    <a:pt x="1972" y="125"/>
                    <a:pt x="1865" y="0"/>
                    <a:pt x="17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70"/>
            <p:cNvSpPr/>
            <p:nvPr/>
          </p:nvSpPr>
          <p:spPr>
            <a:xfrm>
              <a:off x="4178192" y="3973338"/>
              <a:ext cx="45754" cy="10969"/>
            </a:xfrm>
            <a:custGeom>
              <a:avLst/>
              <a:gdLst/>
              <a:ahLst/>
              <a:cxnLst/>
              <a:rect l="l" t="t" r="r" b="b"/>
              <a:pathLst>
                <a:path w="1973" h="473" extrusionOk="0">
                  <a:moveTo>
                    <a:pt x="268" y="0"/>
                  </a:moveTo>
                  <a:cubicBezTo>
                    <a:pt x="143" y="0"/>
                    <a:pt x="36" y="89"/>
                    <a:pt x="19" y="214"/>
                  </a:cubicBezTo>
                  <a:cubicBezTo>
                    <a:pt x="1" y="357"/>
                    <a:pt x="117" y="473"/>
                    <a:pt x="259" y="473"/>
                  </a:cubicBezTo>
                  <a:lnTo>
                    <a:pt x="1714" y="473"/>
                  </a:lnTo>
                  <a:cubicBezTo>
                    <a:pt x="1830" y="473"/>
                    <a:pt x="1946" y="393"/>
                    <a:pt x="1954" y="268"/>
                  </a:cubicBezTo>
                  <a:cubicBezTo>
                    <a:pt x="1972" y="125"/>
                    <a:pt x="1865" y="0"/>
                    <a:pt x="17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70"/>
            <p:cNvSpPr/>
            <p:nvPr/>
          </p:nvSpPr>
          <p:spPr>
            <a:xfrm>
              <a:off x="3889186" y="3769327"/>
              <a:ext cx="107393" cy="373869"/>
            </a:xfrm>
            <a:custGeom>
              <a:avLst/>
              <a:gdLst/>
              <a:ahLst/>
              <a:cxnLst/>
              <a:rect l="l" t="t" r="r" b="b"/>
              <a:pathLst>
                <a:path w="4631" h="16122" extrusionOk="0">
                  <a:moveTo>
                    <a:pt x="2348" y="474"/>
                  </a:moveTo>
                  <a:cubicBezTo>
                    <a:pt x="2353" y="474"/>
                    <a:pt x="2359" y="474"/>
                    <a:pt x="2364" y="474"/>
                  </a:cubicBezTo>
                  <a:cubicBezTo>
                    <a:pt x="2623" y="483"/>
                    <a:pt x="2837" y="724"/>
                    <a:pt x="2837" y="982"/>
                  </a:cubicBezTo>
                  <a:lnTo>
                    <a:pt x="2837" y="1678"/>
                  </a:lnTo>
                  <a:lnTo>
                    <a:pt x="1856" y="1678"/>
                  </a:lnTo>
                  <a:lnTo>
                    <a:pt x="1856" y="973"/>
                  </a:lnTo>
                  <a:cubicBezTo>
                    <a:pt x="1856" y="693"/>
                    <a:pt x="2079" y="474"/>
                    <a:pt x="2348" y="474"/>
                  </a:cubicBezTo>
                  <a:close/>
                  <a:moveTo>
                    <a:pt x="2837" y="8048"/>
                  </a:moveTo>
                  <a:lnTo>
                    <a:pt x="2837" y="15167"/>
                  </a:lnTo>
                  <a:cubicBezTo>
                    <a:pt x="2837" y="15438"/>
                    <a:pt x="2614" y="15658"/>
                    <a:pt x="2344" y="15658"/>
                  </a:cubicBezTo>
                  <a:cubicBezTo>
                    <a:pt x="2339" y="15658"/>
                    <a:pt x="2334" y="15657"/>
                    <a:pt x="2328" y="15657"/>
                  </a:cubicBezTo>
                  <a:cubicBezTo>
                    <a:pt x="2070" y="15648"/>
                    <a:pt x="1856" y="15416"/>
                    <a:pt x="1856" y="15158"/>
                  </a:cubicBezTo>
                  <a:lnTo>
                    <a:pt x="1856" y="8048"/>
                  </a:lnTo>
                  <a:close/>
                  <a:moveTo>
                    <a:pt x="2336" y="1"/>
                  </a:moveTo>
                  <a:cubicBezTo>
                    <a:pt x="2330" y="1"/>
                    <a:pt x="2325" y="1"/>
                    <a:pt x="2320" y="1"/>
                  </a:cubicBezTo>
                  <a:cubicBezTo>
                    <a:pt x="1802" y="19"/>
                    <a:pt x="1383" y="474"/>
                    <a:pt x="1383" y="982"/>
                  </a:cubicBezTo>
                  <a:lnTo>
                    <a:pt x="1383" y="1660"/>
                  </a:lnTo>
                  <a:cubicBezTo>
                    <a:pt x="1360" y="1659"/>
                    <a:pt x="1337" y="1659"/>
                    <a:pt x="1314" y="1659"/>
                  </a:cubicBezTo>
                  <a:cubicBezTo>
                    <a:pt x="619" y="1659"/>
                    <a:pt x="0" y="2175"/>
                    <a:pt x="0" y="2909"/>
                  </a:cubicBezTo>
                  <a:lnTo>
                    <a:pt x="0" y="6799"/>
                  </a:lnTo>
                  <a:cubicBezTo>
                    <a:pt x="0" y="7541"/>
                    <a:pt x="618" y="8049"/>
                    <a:pt x="1312" y="8049"/>
                  </a:cubicBezTo>
                  <a:cubicBezTo>
                    <a:pt x="1336" y="8049"/>
                    <a:pt x="1359" y="8049"/>
                    <a:pt x="1383" y="8048"/>
                  </a:cubicBezTo>
                  <a:lnTo>
                    <a:pt x="1383" y="15167"/>
                  </a:lnTo>
                  <a:cubicBezTo>
                    <a:pt x="1383" y="15684"/>
                    <a:pt x="1802" y="16112"/>
                    <a:pt x="2328" y="16121"/>
                  </a:cubicBezTo>
                  <a:cubicBezTo>
                    <a:pt x="2339" y="16122"/>
                    <a:pt x="2349" y="16122"/>
                    <a:pt x="2359" y="16122"/>
                  </a:cubicBezTo>
                  <a:cubicBezTo>
                    <a:pt x="2881" y="16122"/>
                    <a:pt x="3310" y="15674"/>
                    <a:pt x="3310" y="15140"/>
                  </a:cubicBezTo>
                  <a:lnTo>
                    <a:pt x="3310" y="8048"/>
                  </a:lnTo>
                  <a:cubicBezTo>
                    <a:pt x="3321" y="8048"/>
                    <a:pt x="3332" y="8048"/>
                    <a:pt x="3342" y="8048"/>
                  </a:cubicBezTo>
                  <a:cubicBezTo>
                    <a:pt x="4033" y="8048"/>
                    <a:pt x="4630" y="7492"/>
                    <a:pt x="4630" y="6790"/>
                  </a:cubicBezTo>
                  <a:lnTo>
                    <a:pt x="4630" y="5443"/>
                  </a:lnTo>
                  <a:cubicBezTo>
                    <a:pt x="4630" y="5294"/>
                    <a:pt x="4510" y="5219"/>
                    <a:pt x="4391" y="5219"/>
                  </a:cubicBezTo>
                  <a:cubicBezTo>
                    <a:pt x="4274" y="5219"/>
                    <a:pt x="4157" y="5292"/>
                    <a:pt x="4157" y="5443"/>
                  </a:cubicBezTo>
                  <a:cubicBezTo>
                    <a:pt x="4157" y="5898"/>
                    <a:pt x="4157" y="6353"/>
                    <a:pt x="4157" y="6799"/>
                  </a:cubicBezTo>
                  <a:cubicBezTo>
                    <a:pt x="4157" y="7227"/>
                    <a:pt x="3809" y="7575"/>
                    <a:pt x="3390" y="7575"/>
                  </a:cubicBezTo>
                  <a:lnTo>
                    <a:pt x="1240" y="7575"/>
                  </a:lnTo>
                  <a:cubicBezTo>
                    <a:pt x="812" y="7575"/>
                    <a:pt x="473" y="7227"/>
                    <a:pt x="473" y="6799"/>
                  </a:cubicBezTo>
                  <a:lnTo>
                    <a:pt x="473" y="2918"/>
                  </a:lnTo>
                  <a:cubicBezTo>
                    <a:pt x="473" y="2499"/>
                    <a:pt x="812" y="2151"/>
                    <a:pt x="1240" y="2151"/>
                  </a:cubicBezTo>
                  <a:lnTo>
                    <a:pt x="3390" y="2151"/>
                  </a:lnTo>
                  <a:cubicBezTo>
                    <a:pt x="3809" y="2151"/>
                    <a:pt x="4157" y="2499"/>
                    <a:pt x="4157" y="2918"/>
                  </a:cubicBezTo>
                  <a:cubicBezTo>
                    <a:pt x="4157" y="3346"/>
                    <a:pt x="4157" y="3775"/>
                    <a:pt x="4157" y="4194"/>
                  </a:cubicBezTo>
                  <a:cubicBezTo>
                    <a:pt x="4157" y="4343"/>
                    <a:pt x="4279" y="4421"/>
                    <a:pt x="4399" y="4421"/>
                  </a:cubicBezTo>
                  <a:cubicBezTo>
                    <a:pt x="4515" y="4421"/>
                    <a:pt x="4630" y="4348"/>
                    <a:pt x="4630" y="4194"/>
                  </a:cubicBezTo>
                  <a:lnTo>
                    <a:pt x="4630" y="2918"/>
                  </a:lnTo>
                  <a:cubicBezTo>
                    <a:pt x="4630" y="2231"/>
                    <a:pt x="4077" y="1678"/>
                    <a:pt x="3390" y="1678"/>
                  </a:cubicBezTo>
                  <a:lnTo>
                    <a:pt x="3310" y="1678"/>
                  </a:lnTo>
                  <a:lnTo>
                    <a:pt x="3310" y="973"/>
                  </a:lnTo>
                  <a:cubicBezTo>
                    <a:pt x="3310" y="435"/>
                    <a:pt x="2873" y="1"/>
                    <a:pt x="2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70"/>
            <p:cNvSpPr/>
            <p:nvPr/>
          </p:nvSpPr>
          <p:spPr>
            <a:xfrm>
              <a:off x="4018475" y="3769536"/>
              <a:ext cx="107393" cy="373660"/>
            </a:xfrm>
            <a:custGeom>
              <a:avLst/>
              <a:gdLst/>
              <a:ahLst/>
              <a:cxnLst/>
              <a:rect l="l" t="t" r="r" b="b"/>
              <a:pathLst>
                <a:path w="4631" h="16113" extrusionOk="0">
                  <a:moveTo>
                    <a:pt x="2307" y="473"/>
                  </a:moveTo>
                  <a:cubicBezTo>
                    <a:pt x="2317" y="473"/>
                    <a:pt x="2328" y="473"/>
                    <a:pt x="2338" y="474"/>
                  </a:cubicBezTo>
                  <a:cubicBezTo>
                    <a:pt x="2597" y="483"/>
                    <a:pt x="2802" y="715"/>
                    <a:pt x="2802" y="973"/>
                  </a:cubicBezTo>
                  <a:lnTo>
                    <a:pt x="2802" y="8039"/>
                  </a:lnTo>
                  <a:lnTo>
                    <a:pt x="1830" y="8039"/>
                  </a:lnTo>
                  <a:lnTo>
                    <a:pt x="1830" y="964"/>
                  </a:lnTo>
                  <a:cubicBezTo>
                    <a:pt x="1830" y="698"/>
                    <a:pt x="2037" y="473"/>
                    <a:pt x="2307" y="473"/>
                  </a:cubicBezTo>
                  <a:close/>
                  <a:moveTo>
                    <a:pt x="3391" y="8512"/>
                  </a:moveTo>
                  <a:cubicBezTo>
                    <a:pt x="3819" y="8512"/>
                    <a:pt x="4158" y="8851"/>
                    <a:pt x="4158" y="9279"/>
                  </a:cubicBezTo>
                  <a:lnTo>
                    <a:pt x="4158" y="13159"/>
                  </a:lnTo>
                  <a:cubicBezTo>
                    <a:pt x="4158" y="13579"/>
                    <a:pt x="3819" y="13927"/>
                    <a:pt x="3391" y="13927"/>
                  </a:cubicBezTo>
                  <a:lnTo>
                    <a:pt x="1241" y="13927"/>
                  </a:lnTo>
                  <a:cubicBezTo>
                    <a:pt x="821" y="13927"/>
                    <a:pt x="474" y="13579"/>
                    <a:pt x="474" y="13159"/>
                  </a:cubicBezTo>
                  <a:lnTo>
                    <a:pt x="474" y="9279"/>
                  </a:lnTo>
                  <a:cubicBezTo>
                    <a:pt x="474" y="8851"/>
                    <a:pt x="821" y="8512"/>
                    <a:pt x="1241" y="8512"/>
                  </a:cubicBezTo>
                  <a:close/>
                  <a:moveTo>
                    <a:pt x="2802" y="14399"/>
                  </a:moveTo>
                  <a:lnTo>
                    <a:pt x="2802" y="15158"/>
                  </a:lnTo>
                  <a:cubicBezTo>
                    <a:pt x="2802" y="15424"/>
                    <a:pt x="2595" y="15649"/>
                    <a:pt x="2324" y="15649"/>
                  </a:cubicBezTo>
                  <a:cubicBezTo>
                    <a:pt x="2314" y="15649"/>
                    <a:pt x="2304" y="15649"/>
                    <a:pt x="2293" y="15648"/>
                  </a:cubicBezTo>
                  <a:cubicBezTo>
                    <a:pt x="2035" y="15639"/>
                    <a:pt x="1830" y="15407"/>
                    <a:pt x="1830" y="15149"/>
                  </a:cubicBezTo>
                  <a:lnTo>
                    <a:pt x="1830" y="14399"/>
                  </a:lnTo>
                  <a:close/>
                  <a:moveTo>
                    <a:pt x="2326" y="0"/>
                  </a:moveTo>
                  <a:cubicBezTo>
                    <a:pt x="2315" y="0"/>
                    <a:pt x="2304" y="1"/>
                    <a:pt x="2293" y="1"/>
                  </a:cubicBezTo>
                  <a:cubicBezTo>
                    <a:pt x="1776" y="10"/>
                    <a:pt x="1357" y="465"/>
                    <a:pt x="1357" y="982"/>
                  </a:cubicBezTo>
                  <a:lnTo>
                    <a:pt x="1357" y="8003"/>
                  </a:lnTo>
                  <a:cubicBezTo>
                    <a:pt x="1340" y="8002"/>
                    <a:pt x="1323" y="8002"/>
                    <a:pt x="1306" y="8002"/>
                  </a:cubicBezTo>
                  <a:cubicBezTo>
                    <a:pt x="605" y="8002"/>
                    <a:pt x="1" y="8538"/>
                    <a:pt x="1" y="9252"/>
                  </a:cubicBezTo>
                  <a:lnTo>
                    <a:pt x="1" y="13159"/>
                  </a:lnTo>
                  <a:cubicBezTo>
                    <a:pt x="1" y="13888"/>
                    <a:pt x="614" y="14418"/>
                    <a:pt x="1322" y="14418"/>
                  </a:cubicBezTo>
                  <a:cubicBezTo>
                    <a:pt x="1333" y="14418"/>
                    <a:pt x="1345" y="14417"/>
                    <a:pt x="1357" y="14417"/>
                  </a:cubicBezTo>
                  <a:lnTo>
                    <a:pt x="1357" y="15158"/>
                  </a:lnTo>
                  <a:cubicBezTo>
                    <a:pt x="1357" y="15675"/>
                    <a:pt x="1776" y="16103"/>
                    <a:pt x="2293" y="16112"/>
                  </a:cubicBezTo>
                  <a:cubicBezTo>
                    <a:pt x="2304" y="16113"/>
                    <a:pt x="2314" y="16113"/>
                    <a:pt x="2324" y="16113"/>
                  </a:cubicBezTo>
                  <a:cubicBezTo>
                    <a:pt x="2854" y="16113"/>
                    <a:pt x="3275" y="15665"/>
                    <a:pt x="3275" y="15131"/>
                  </a:cubicBezTo>
                  <a:lnTo>
                    <a:pt x="3275" y="14408"/>
                  </a:lnTo>
                  <a:cubicBezTo>
                    <a:pt x="3292" y="14409"/>
                    <a:pt x="3309" y="14409"/>
                    <a:pt x="3326" y="14409"/>
                  </a:cubicBezTo>
                  <a:cubicBezTo>
                    <a:pt x="4027" y="14409"/>
                    <a:pt x="4631" y="13874"/>
                    <a:pt x="4631" y="13159"/>
                  </a:cubicBezTo>
                  <a:lnTo>
                    <a:pt x="4631" y="9279"/>
                  </a:lnTo>
                  <a:cubicBezTo>
                    <a:pt x="4631" y="8592"/>
                    <a:pt x="4078" y="8039"/>
                    <a:pt x="3391" y="8039"/>
                  </a:cubicBezTo>
                  <a:lnTo>
                    <a:pt x="3275" y="8039"/>
                  </a:lnTo>
                  <a:lnTo>
                    <a:pt x="3275" y="964"/>
                  </a:lnTo>
                  <a:cubicBezTo>
                    <a:pt x="3275" y="431"/>
                    <a:pt x="2855" y="0"/>
                    <a:pt x="2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70"/>
            <p:cNvSpPr/>
            <p:nvPr/>
          </p:nvSpPr>
          <p:spPr>
            <a:xfrm>
              <a:off x="4147162" y="3769327"/>
              <a:ext cx="108019" cy="373869"/>
            </a:xfrm>
            <a:custGeom>
              <a:avLst/>
              <a:gdLst/>
              <a:ahLst/>
              <a:cxnLst/>
              <a:rect l="l" t="t" r="r" b="b"/>
              <a:pathLst>
                <a:path w="4658" h="16122" extrusionOk="0">
                  <a:moveTo>
                    <a:pt x="2313" y="474"/>
                  </a:moveTo>
                  <a:cubicBezTo>
                    <a:pt x="2318" y="474"/>
                    <a:pt x="2324" y="474"/>
                    <a:pt x="2329" y="474"/>
                  </a:cubicBezTo>
                  <a:cubicBezTo>
                    <a:pt x="2588" y="483"/>
                    <a:pt x="2802" y="724"/>
                    <a:pt x="2802" y="982"/>
                  </a:cubicBezTo>
                  <a:lnTo>
                    <a:pt x="2802" y="4390"/>
                  </a:lnTo>
                  <a:lnTo>
                    <a:pt x="1820" y="4390"/>
                  </a:lnTo>
                  <a:lnTo>
                    <a:pt x="1820" y="973"/>
                  </a:lnTo>
                  <a:cubicBezTo>
                    <a:pt x="1820" y="693"/>
                    <a:pt x="2044" y="474"/>
                    <a:pt x="2313" y="474"/>
                  </a:cubicBezTo>
                  <a:close/>
                  <a:moveTo>
                    <a:pt x="3391" y="4863"/>
                  </a:moveTo>
                  <a:cubicBezTo>
                    <a:pt x="3810" y="4863"/>
                    <a:pt x="4158" y="5202"/>
                    <a:pt x="4158" y="5630"/>
                  </a:cubicBezTo>
                  <a:lnTo>
                    <a:pt x="4158" y="9511"/>
                  </a:lnTo>
                  <a:cubicBezTo>
                    <a:pt x="4158" y="9939"/>
                    <a:pt x="3810" y="10278"/>
                    <a:pt x="3391" y="10278"/>
                  </a:cubicBezTo>
                  <a:lnTo>
                    <a:pt x="1241" y="10278"/>
                  </a:lnTo>
                  <a:cubicBezTo>
                    <a:pt x="812" y="10278"/>
                    <a:pt x="473" y="9939"/>
                    <a:pt x="473" y="9511"/>
                  </a:cubicBezTo>
                  <a:lnTo>
                    <a:pt x="473" y="5630"/>
                  </a:lnTo>
                  <a:cubicBezTo>
                    <a:pt x="473" y="5202"/>
                    <a:pt x="812" y="4863"/>
                    <a:pt x="1241" y="4863"/>
                  </a:cubicBezTo>
                  <a:close/>
                  <a:moveTo>
                    <a:pt x="2301" y="1"/>
                  </a:moveTo>
                  <a:cubicBezTo>
                    <a:pt x="2295" y="1"/>
                    <a:pt x="2290" y="1"/>
                    <a:pt x="2284" y="1"/>
                  </a:cubicBezTo>
                  <a:cubicBezTo>
                    <a:pt x="1776" y="19"/>
                    <a:pt x="1348" y="465"/>
                    <a:pt x="1348" y="982"/>
                  </a:cubicBezTo>
                  <a:lnTo>
                    <a:pt x="1348" y="4363"/>
                  </a:lnTo>
                  <a:cubicBezTo>
                    <a:pt x="1325" y="4362"/>
                    <a:pt x="1303" y="4362"/>
                    <a:pt x="1281" y="4362"/>
                  </a:cubicBezTo>
                  <a:cubicBezTo>
                    <a:pt x="595" y="4362"/>
                    <a:pt x="1" y="4895"/>
                    <a:pt x="1" y="5612"/>
                  </a:cubicBezTo>
                  <a:lnTo>
                    <a:pt x="1" y="9520"/>
                  </a:lnTo>
                  <a:cubicBezTo>
                    <a:pt x="1" y="10242"/>
                    <a:pt x="604" y="10770"/>
                    <a:pt x="1296" y="10770"/>
                  </a:cubicBezTo>
                  <a:cubicBezTo>
                    <a:pt x="1313" y="10770"/>
                    <a:pt x="1331" y="10769"/>
                    <a:pt x="1348" y="10769"/>
                  </a:cubicBezTo>
                  <a:lnTo>
                    <a:pt x="1348" y="15167"/>
                  </a:lnTo>
                  <a:cubicBezTo>
                    <a:pt x="1348" y="15684"/>
                    <a:pt x="1767" y="16112"/>
                    <a:pt x="2293" y="16121"/>
                  </a:cubicBezTo>
                  <a:cubicBezTo>
                    <a:pt x="2303" y="16122"/>
                    <a:pt x="2314" y="16122"/>
                    <a:pt x="2324" y="16122"/>
                  </a:cubicBezTo>
                  <a:cubicBezTo>
                    <a:pt x="2845" y="16122"/>
                    <a:pt x="3275" y="15674"/>
                    <a:pt x="3275" y="15140"/>
                  </a:cubicBezTo>
                  <a:lnTo>
                    <a:pt x="3275" y="13766"/>
                  </a:lnTo>
                  <a:cubicBezTo>
                    <a:pt x="3275" y="13614"/>
                    <a:pt x="3156" y="13539"/>
                    <a:pt x="3038" y="13539"/>
                  </a:cubicBezTo>
                  <a:cubicBezTo>
                    <a:pt x="2920" y="13539"/>
                    <a:pt x="2802" y="13614"/>
                    <a:pt x="2802" y="13766"/>
                  </a:cubicBezTo>
                  <a:lnTo>
                    <a:pt x="2802" y="15167"/>
                  </a:lnTo>
                  <a:cubicBezTo>
                    <a:pt x="2802" y="15438"/>
                    <a:pt x="2579" y="15658"/>
                    <a:pt x="2309" y="15658"/>
                  </a:cubicBezTo>
                  <a:cubicBezTo>
                    <a:pt x="2304" y="15658"/>
                    <a:pt x="2299" y="15657"/>
                    <a:pt x="2293" y="15657"/>
                  </a:cubicBezTo>
                  <a:cubicBezTo>
                    <a:pt x="2035" y="15648"/>
                    <a:pt x="1820" y="15416"/>
                    <a:pt x="1820" y="15158"/>
                  </a:cubicBezTo>
                  <a:lnTo>
                    <a:pt x="1820" y="10751"/>
                  </a:lnTo>
                  <a:lnTo>
                    <a:pt x="2829" y="10751"/>
                  </a:lnTo>
                  <a:lnTo>
                    <a:pt x="2829" y="12410"/>
                  </a:lnTo>
                  <a:cubicBezTo>
                    <a:pt x="2829" y="12566"/>
                    <a:pt x="2947" y="12644"/>
                    <a:pt x="3065" y="12644"/>
                  </a:cubicBezTo>
                  <a:cubicBezTo>
                    <a:pt x="3183" y="12644"/>
                    <a:pt x="3301" y="12566"/>
                    <a:pt x="3301" y="12410"/>
                  </a:cubicBezTo>
                  <a:lnTo>
                    <a:pt x="3301" y="10760"/>
                  </a:lnTo>
                  <a:cubicBezTo>
                    <a:pt x="3319" y="10760"/>
                    <a:pt x="3336" y="10761"/>
                    <a:pt x="3353" y="10761"/>
                  </a:cubicBezTo>
                  <a:cubicBezTo>
                    <a:pt x="4054" y="10761"/>
                    <a:pt x="4657" y="10234"/>
                    <a:pt x="4657" y="9520"/>
                  </a:cubicBezTo>
                  <a:lnTo>
                    <a:pt x="4657" y="5630"/>
                  </a:lnTo>
                  <a:cubicBezTo>
                    <a:pt x="4657" y="4943"/>
                    <a:pt x="4095" y="4390"/>
                    <a:pt x="3408" y="4390"/>
                  </a:cubicBezTo>
                  <a:lnTo>
                    <a:pt x="3275" y="4390"/>
                  </a:lnTo>
                  <a:lnTo>
                    <a:pt x="3275" y="973"/>
                  </a:lnTo>
                  <a:cubicBezTo>
                    <a:pt x="3275" y="435"/>
                    <a:pt x="2837" y="1"/>
                    <a:pt x="2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1" name="Google Shape;4811;p70"/>
          <p:cNvGrpSpPr/>
          <p:nvPr/>
        </p:nvGrpSpPr>
        <p:grpSpPr>
          <a:xfrm>
            <a:off x="4608939" y="3785898"/>
            <a:ext cx="362778" cy="357057"/>
            <a:chOff x="4383640" y="3769536"/>
            <a:chExt cx="379435" cy="373452"/>
          </a:xfrm>
        </p:grpSpPr>
        <p:sp>
          <p:nvSpPr>
            <p:cNvPr id="4812" name="Google Shape;4812;p70"/>
            <p:cNvSpPr/>
            <p:nvPr/>
          </p:nvSpPr>
          <p:spPr>
            <a:xfrm>
              <a:off x="4415296" y="4044279"/>
              <a:ext cx="314480" cy="66439"/>
            </a:xfrm>
            <a:custGeom>
              <a:avLst/>
              <a:gdLst/>
              <a:ahLst/>
              <a:cxnLst/>
              <a:rect l="l" t="t" r="r" b="b"/>
              <a:pathLst>
                <a:path w="13561" h="2865" extrusionOk="0">
                  <a:moveTo>
                    <a:pt x="1428" y="1"/>
                  </a:moveTo>
                  <a:cubicBezTo>
                    <a:pt x="643" y="1"/>
                    <a:pt x="0" y="643"/>
                    <a:pt x="0" y="1437"/>
                  </a:cubicBezTo>
                  <a:cubicBezTo>
                    <a:pt x="0" y="2222"/>
                    <a:pt x="643" y="2865"/>
                    <a:pt x="1428" y="2865"/>
                  </a:cubicBezTo>
                  <a:lnTo>
                    <a:pt x="13560" y="2865"/>
                  </a:lnTo>
                  <a:cubicBezTo>
                    <a:pt x="12927" y="2017"/>
                    <a:pt x="12927" y="848"/>
                    <a:pt x="13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70"/>
            <p:cNvSpPr/>
            <p:nvPr/>
          </p:nvSpPr>
          <p:spPr>
            <a:xfrm>
              <a:off x="4389021" y="4017192"/>
              <a:ext cx="363086" cy="120634"/>
            </a:xfrm>
            <a:custGeom>
              <a:avLst/>
              <a:gdLst/>
              <a:ahLst/>
              <a:cxnLst/>
              <a:rect l="l" t="t" r="r" b="b"/>
              <a:pathLst>
                <a:path w="15657" h="5202" extrusionOk="0">
                  <a:moveTo>
                    <a:pt x="2596" y="0"/>
                  </a:moveTo>
                  <a:cubicBezTo>
                    <a:pt x="1169" y="0"/>
                    <a:pt x="0" y="1169"/>
                    <a:pt x="0" y="2605"/>
                  </a:cubicBezTo>
                  <a:cubicBezTo>
                    <a:pt x="0" y="4033"/>
                    <a:pt x="1169" y="5201"/>
                    <a:pt x="2596" y="5201"/>
                  </a:cubicBezTo>
                  <a:lnTo>
                    <a:pt x="15095" y="5201"/>
                  </a:lnTo>
                  <a:cubicBezTo>
                    <a:pt x="15407" y="5201"/>
                    <a:pt x="15657" y="4951"/>
                    <a:pt x="15657" y="4630"/>
                  </a:cubicBezTo>
                  <a:cubicBezTo>
                    <a:pt x="15657" y="4318"/>
                    <a:pt x="15407" y="4068"/>
                    <a:pt x="15095" y="4068"/>
                  </a:cubicBezTo>
                  <a:lnTo>
                    <a:pt x="2605" y="4068"/>
                  </a:lnTo>
                  <a:cubicBezTo>
                    <a:pt x="1793" y="4068"/>
                    <a:pt x="1142" y="3408"/>
                    <a:pt x="1142" y="2605"/>
                  </a:cubicBezTo>
                  <a:cubicBezTo>
                    <a:pt x="1142" y="1793"/>
                    <a:pt x="1793" y="1133"/>
                    <a:pt x="2605" y="1133"/>
                  </a:cubicBezTo>
                  <a:lnTo>
                    <a:pt x="15095" y="1133"/>
                  </a:lnTo>
                  <a:cubicBezTo>
                    <a:pt x="15407" y="1133"/>
                    <a:pt x="15657" y="883"/>
                    <a:pt x="15657" y="571"/>
                  </a:cubicBezTo>
                  <a:cubicBezTo>
                    <a:pt x="15657" y="259"/>
                    <a:pt x="15407" y="0"/>
                    <a:pt x="15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70"/>
            <p:cNvSpPr/>
            <p:nvPr/>
          </p:nvSpPr>
          <p:spPr>
            <a:xfrm>
              <a:off x="4415296" y="3801609"/>
              <a:ext cx="314480" cy="66648"/>
            </a:xfrm>
            <a:custGeom>
              <a:avLst/>
              <a:gdLst/>
              <a:ahLst/>
              <a:cxnLst/>
              <a:rect l="l" t="t" r="r" b="b"/>
              <a:pathLst>
                <a:path w="13561" h="2874" extrusionOk="0">
                  <a:moveTo>
                    <a:pt x="1428" y="1"/>
                  </a:moveTo>
                  <a:cubicBezTo>
                    <a:pt x="643" y="1"/>
                    <a:pt x="0" y="643"/>
                    <a:pt x="0" y="1437"/>
                  </a:cubicBezTo>
                  <a:cubicBezTo>
                    <a:pt x="0" y="2231"/>
                    <a:pt x="643" y="2873"/>
                    <a:pt x="1428" y="2873"/>
                  </a:cubicBezTo>
                  <a:lnTo>
                    <a:pt x="13560" y="2873"/>
                  </a:lnTo>
                  <a:cubicBezTo>
                    <a:pt x="12927" y="2017"/>
                    <a:pt x="12927" y="857"/>
                    <a:pt x="13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70"/>
            <p:cNvSpPr/>
            <p:nvPr/>
          </p:nvSpPr>
          <p:spPr>
            <a:xfrm>
              <a:off x="4389021" y="3774707"/>
              <a:ext cx="363086" cy="120426"/>
            </a:xfrm>
            <a:custGeom>
              <a:avLst/>
              <a:gdLst/>
              <a:ahLst/>
              <a:cxnLst/>
              <a:rect l="l" t="t" r="r" b="b"/>
              <a:pathLst>
                <a:path w="15657" h="5193" extrusionOk="0">
                  <a:moveTo>
                    <a:pt x="2596" y="1"/>
                  </a:moveTo>
                  <a:cubicBezTo>
                    <a:pt x="1169" y="1"/>
                    <a:pt x="0" y="1161"/>
                    <a:pt x="0" y="2597"/>
                  </a:cubicBezTo>
                  <a:cubicBezTo>
                    <a:pt x="0" y="4033"/>
                    <a:pt x="1169" y="5193"/>
                    <a:pt x="2596" y="5193"/>
                  </a:cubicBezTo>
                  <a:lnTo>
                    <a:pt x="15095" y="5193"/>
                  </a:lnTo>
                  <a:cubicBezTo>
                    <a:pt x="15407" y="5193"/>
                    <a:pt x="15657" y="4943"/>
                    <a:pt x="15657" y="4631"/>
                  </a:cubicBezTo>
                  <a:cubicBezTo>
                    <a:pt x="15657" y="4319"/>
                    <a:pt x="15407" y="4060"/>
                    <a:pt x="15095" y="4060"/>
                  </a:cubicBezTo>
                  <a:lnTo>
                    <a:pt x="2605" y="4060"/>
                  </a:lnTo>
                  <a:cubicBezTo>
                    <a:pt x="1793" y="4060"/>
                    <a:pt x="1142" y="3409"/>
                    <a:pt x="1142" y="2597"/>
                  </a:cubicBezTo>
                  <a:cubicBezTo>
                    <a:pt x="1142" y="1785"/>
                    <a:pt x="1793" y="1134"/>
                    <a:pt x="2605" y="1134"/>
                  </a:cubicBezTo>
                  <a:lnTo>
                    <a:pt x="15095" y="1134"/>
                  </a:lnTo>
                  <a:cubicBezTo>
                    <a:pt x="15407" y="1134"/>
                    <a:pt x="15657" y="875"/>
                    <a:pt x="15657" y="563"/>
                  </a:cubicBezTo>
                  <a:cubicBezTo>
                    <a:pt x="15657" y="251"/>
                    <a:pt x="15407" y="1"/>
                    <a:pt x="150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70"/>
            <p:cNvSpPr/>
            <p:nvPr/>
          </p:nvSpPr>
          <p:spPr>
            <a:xfrm>
              <a:off x="4411354" y="3923060"/>
              <a:ext cx="314688" cy="66416"/>
            </a:xfrm>
            <a:custGeom>
              <a:avLst/>
              <a:gdLst/>
              <a:ahLst/>
              <a:cxnLst/>
              <a:rect l="l" t="t" r="r" b="b"/>
              <a:pathLst>
                <a:path w="13570" h="2864" extrusionOk="0">
                  <a:moveTo>
                    <a:pt x="1" y="0"/>
                  </a:moveTo>
                  <a:cubicBezTo>
                    <a:pt x="634" y="848"/>
                    <a:pt x="634" y="2016"/>
                    <a:pt x="1" y="2864"/>
                  </a:cubicBezTo>
                  <a:lnTo>
                    <a:pt x="12133" y="2864"/>
                  </a:lnTo>
                  <a:cubicBezTo>
                    <a:pt x="12927" y="2864"/>
                    <a:pt x="13570" y="2222"/>
                    <a:pt x="13570" y="1428"/>
                  </a:cubicBezTo>
                  <a:cubicBezTo>
                    <a:pt x="13570" y="643"/>
                    <a:pt x="12927" y="0"/>
                    <a:pt x="12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70"/>
            <p:cNvSpPr/>
            <p:nvPr/>
          </p:nvSpPr>
          <p:spPr>
            <a:xfrm>
              <a:off x="4389021" y="3895950"/>
              <a:ext cx="363086" cy="120634"/>
            </a:xfrm>
            <a:custGeom>
              <a:avLst/>
              <a:gdLst/>
              <a:ahLst/>
              <a:cxnLst/>
              <a:rect l="l" t="t" r="r" b="b"/>
              <a:pathLst>
                <a:path w="15657" h="5202" extrusionOk="0">
                  <a:moveTo>
                    <a:pt x="571" y="1"/>
                  </a:moveTo>
                  <a:cubicBezTo>
                    <a:pt x="259" y="1"/>
                    <a:pt x="0" y="250"/>
                    <a:pt x="0" y="563"/>
                  </a:cubicBezTo>
                  <a:cubicBezTo>
                    <a:pt x="0" y="884"/>
                    <a:pt x="259" y="1134"/>
                    <a:pt x="571" y="1134"/>
                  </a:cubicBezTo>
                  <a:lnTo>
                    <a:pt x="13061" y="1134"/>
                  </a:lnTo>
                  <a:cubicBezTo>
                    <a:pt x="13864" y="1134"/>
                    <a:pt x="14524" y="1794"/>
                    <a:pt x="14524" y="2597"/>
                  </a:cubicBezTo>
                  <a:cubicBezTo>
                    <a:pt x="14524" y="3408"/>
                    <a:pt x="13864" y="4069"/>
                    <a:pt x="13061" y="4069"/>
                  </a:cubicBezTo>
                  <a:lnTo>
                    <a:pt x="571" y="4069"/>
                  </a:lnTo>
                  <a:cubicBezTo>
                    <a:pt x="259" y="4069"/>
                    <a:pt x="0" y="4318"/>
                    <a:pt x="0" y="4631"/>
                  </a:cubicBezTo>
                  <a:cubicBezTo>
                    <a:pt x="0" y="4943"/>
                    <a:pt x="259" y="5202"/>
                    <a:pt x="571" y="5202"/>
                  </a:cubicBezTo>
                  <a:lnTo>
                    <a:pt x="13061" y="5202"/>
                  </a:lnTo>
                  <a:cubicBezTo>
                    <a:pt x="14497" y="5202"/>
                    <a:pt x="15657" y="4033"/>
                    <a:pt x="15657" y="2597"/>
                  </a:cubicBezTo>
                  <a:cubicBezTo>
                    <a:pt x="15657" y="1169"/>
                    <a:pt x="14497" y="1"/>
                    <a:pt x="130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70"/>
            <p:cNvSpPr/>
            <p:nvPr/>
          </p:nvSpPr>
          <p:spPr>
            <a:xfrm>
              <a:off x="4613903" y="3956571"/>
              <a:ext cx="48235" cy="113608"/>
            </a:xfrm>
            <a:custGeom>
              <a:avLst/>
              <a:gdLst/>
              <a:ahLst/>
              <a:cxnLst/>
              <a:rect l="l" t="t" r="r" b="b"/>
              <a:pathLst>
                <a:path w="2080" h="4899" extrusionOk="0">
                  <a:moveTo>
                    <a:pt x="0" y="0"/>
                  </a:moveTo>
                  <a:lnTo>
                    <a:pt x="0" y="4898"/>
                  </a:lnTo>
                  <a:lnTo>
                    <a:pt x="1062" y="3917"/>
                  </a:lnTo>
                  <a:lnTo>
                    <a:pt x="2079" y="4898"/>
                  </a:lnTo>
                  <a:lnTo>
                    <a:pt x="20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70"/>
            <p:cNvSpPr/>
            <p:nvPr/>
          </p:nvSpPr>
          <p:spPr>
            <a:xfrm>
              <a:off x="4383640" y="3769536"/>
              <a:ext cx="379435" cy="373452"/>
            </a:xfrm>
            <a:custGeom>
              <a:avLst/>
              <a:gdLst/>
              <a:ahLst/>
              <a:cxnLst/>
              <a:rect l="l" t="t" r="r" b="b"/>
              <a:pathLst>
                <a:path w="16362" h="16104" extrusionOk="0">
                  <a:moveTo>
                    <a:pt x="14533" y="1607"/>
                  </a:moveTo>
                  <a:cubicBezTo>
                    <a:pt x="14328" y="1981"/>
                    <a:pt x="14229" y="2401"/>
                    <a:pt x="14229" y="2838"/>
                  </a:cubicBezTo>
                  <a:cubicBezTo>
                    <a:pt x="14229" y="3266"/>
                    <a:pt x="14328" y="3685"/>
                    <a:pt x="14533" y="4069"/>
                  </a:cubicBezTo>
                  <a:lnTo>
                    <a:pt x="2819" y="4069"/>
                  </a:lnTo>
                  <a:cubicBezTo>
                    <a:pt x="2141" y="4069"/>
                    <a:pt x="1588" y="3516"/>
                    <a:pt x="1588" y="2838"/>
                  </a:cubicBezTo>
                  <a:cubicBezTo>
                    <a:pt x="1588" y="2160"/>
                    <a:pt x="2141" y="1607"/>
                    <a:pt x="2819" y="1607"/>
                  </a:cubicBezTo>
                  <a:close/>
                  <a:moveTo>
                    <a:pt x="13293" y="6834"/>
                  </a:moveTo>
                  <a:cubicBezTo>
                    <a:pt x="13962" y="6834"/>
                    <a:pt x="14515" y="7387"/>
                    <a:pt x="14515" y="8065"/>
                  </a:cubicBezTo>
                  <a:cubicBezTo>
                    <a:pt x="14515" y="8743"/>
                    <a:pt x="13962" y="9297"/>
                    <a:pt x="13293" y="9297"/>
                  </a:cubicBezTo>
                  <a:lnTo>
                    <a:pt x="12231" y="9297"/>
                  </a:lnTo>
                  <a:lnTo>
                    <a:pt x="12231" y="8288"/>
                  </a:lnTo>
                  <a:lnTo>
                    <a:pt x="12793" y="8288"/>
                  </a:lnTo>
                  <a:cubicBezTo>
                    <a:pt x="13105" y="8288"/>
                    <a:pt x="13105" y="7816"/>
                    <a:pt x="12793" y="7816"/>
                  </a:cubicBezTo>
                  <a:lnTo>
                    <a:pt x="4648" y="7816"/>
                  </a:lnTo>
                  <a:cubicBezTo>
                    <a:pt x="4336" y="7816"/>
                    <a:pt x="4336" y="8288"/>
                    <a:pt x="4648" y="8288"/>
                  </a:cubicBezTo>
                  <a:lnTo>
                    <a:pt x="9680" y="8288"/>
                  </a:lnTo>
                  <a:lnTo>
                    <a:pt x="9680" y="9297"/>
                  </a:lnTo>
                  <a:lnTo>
                    <a:pt x="1597" y="9297"/>
                  </a:lnTo>
                  <a:cubicBezTo>
                    <a:pt x="1793" y="8922"/>
                    <a:pt x="1892" y="8503"/>
                    <a:pt x="1892" y="8065"/>
                  </a:cubicBezTo>
                  <a:cubicBezTo>
                    <a:pt x="1892" y="7628"/>
                    <a:pt x="1793" y="7218"/>
                    <a:pt x="1597" y="6834"/>
                  </a:cubicBezTo>
                  <a:close/>
                  <a:moveTo>
                    <a:pt x="9680" y="9769"/>
                  </a:moveTo>
                  <a:lnTo>
                    <a:pt x="9680" y="10430"/>
                  </a:lnTo>
                  <a:lnTo>
                    <a:pt x="794" y="10430"/>
                  </a:lnTo>
                  <a:cubicBezTo>
                    <a:pt x="607" y="10430"/>
                    <a:pt x="464" y="10278"/>
                    <a:pt x="464" y="10099"/>
                  </a:cubicBezTo>
                  <a:cubicBezTo>
                    <a:pt x="464" y="9912"/>
                    <a:pt x="607" y="9769"/>
                    <a:pt x="794" y="9769"/>
                  </a:cubicBezTo>
                  <a:close/>
                  <a:moveTo>
                    <a:pt x="13284" y="5701"/>
                  </a:moveTo>
                  <a:cubicBezTo>
                    <a:pt x="14586" y="5701"/>
                    <a:pt x="15639" y="6763"/>
                    <a:pt x="15639" y="8065"/>
                  </a:cubicBezTo>
                  <a:cubicBezTo>
                    <a:pt x="15639" y="9368"/>
                    <a:pt x="14586" y="10430"/>
                    <a:pt x="13284" y="10430"/>
                  </a:cubicBezTo>
                  <a:lnTo>
                    <a:pt x="12231" y="10430"/>
                  </a:lnTo>
                  <a:lnTo>
                    <a:pt x="12231" y="9769"/>
                  </a:lnTo>
                  <a:lnTo>
                    <a:pt x="13293" y="9769"/>
                  </a:lnTo>
                  <a:cubicBezTo>
                    <a:pt x="14229" y="9769"/>
                    <a:pt x="14988" y="9002"/>
                    <a:pt x="14988" y="8065"/>
                  </a:cubicBezTo>
                  <a:cubicBezTo>
                    <a:pt x="14988" y="7129"/>
                    <a:pt x="14229" y="6362"/>
                    <a:pt x="13293" y="6362"/>
                  </a:cubicBezTo>
                  <a:lnTo>
                    <a:pt x="803" y="6362"/>
                  </a:lnTo>
                  <a:cubicBezTo>
                    <a:pt x="616" y="6362"/>
                    <a:pt x="473" y="6219"/>
                    <a:pt x="473" y="6031"/>
                  </a:cubicBezTo>
                  <a:cubicBezTo>
                    <a:pt x="473" y="5853"/>
                    <a:pt x="616" y="5701"/>
                    <a:pt x="803" y="5701"/>
                  </a:cubicBezTo>
                  <a:close/>
                  <a:moveTo>
                    <a:pt x="15273" y="10902"/>
                  </a:moveTo>
                  <a:cubicBezTo>
                    <a:pt x="15684" y="10902"/>
                    <a:pt x="15701" y="11562"/>
                    <a:pt x="15273" y="11562"/>
                  </a:cubicBezTo>
                  <a:lnTo>
                    <a:pt x="12231" y="11562"/>
                  </a:lnTo>
                  <a:lnTo>
                    <a:pt x="12231" y="10902"/>
                  </a:lnTo>
                  <a:close/>
                  <a:moveTo>
                    <a:pt x="11758" y="8288"/>
                  </a:moveTo>
                  <a:lnTo>
                    <a:pt x="11758" y="12392"/>
                  </a:lnTo>
                  <a:lnTo>
                    <a:pt x="11143" y="11794"/>
                  </a:lnTo>
                  <a:cubicBezTo>
                    <a:pt x="11094" y="11750"/>
                    <a:pt x="11033" y="11728"/>
                    <a:pt x="10974" y="11728"/>
                  </a:cubicBezTo>
                  <a:cubicBezTo>
                    <a:pt x="10915" y="11728"/>
                    <a:pt x="10857" y="11750"/>
                    <a:pt x="10813" y="11794"/>
                  </a:cubicBezTo>
                  <a:lnTo>
                    <a:pt x="10152" y="12401"/>
                  </a:lnTo>
                  <a:lnTo>
                    <a:pt x="10152" y="8288"/>
                  </a:lnTo>
                  <a:close/>
                  <a:moveTo>
                    <a:pt x="9680" y="10902"/>
                  </a:moveTo>
                  <a:lnTo>
                    <a:pt x="9680" y="11562"/>
                  </a:lnTo>
                  <a:lnTo>
                    <a:pt x="2810" y="11562"/>
                  </a:lnTo>
                  <a:cubicBezTo>
                    <a:pt x="1874" y="11562"/>
                    <a:pt x="1107" y="12330"/>
                    <a:pt x="1107" y="13266"/>
                  </a:cubicBezTo>
                  <a:cubicBezTo>
                    <a:pt x="1107" y="14203"/>
                    <a:pt x="1874" y="14970"/>
                    <a:pt x="2810" y="14970"/>
                  </a:cubicBezTo>
                  <a:lnTo>
                    <a:pt x="10393" y="14970"/>
                  </a:lnTo>
                  <a:cubicBezTo>
                    <a:pt x="10697" y="14970"/>
                    <a:pt x="10697" y="14497"/>
                    <a:pt x="10393" y="14497"/>
                  </a:cubicBezTo>
                  <a:lnTo>
                    <a:pt x="2802" y="14497"/>
                  </a:lnTo>
                  <a:cubicBezTo>
                    <a:pt x="2124" y="14497"/>
                    <a:pt x="1579" y="13944"/>
                    <a:pt x="1579" y="13266"/>
                  </a:cubicBezTo>
                  <a:cubicBezTo>
                    <a:pt x="1579" y="12588"/>
                    <a:pt x="2124" y="12035"/>
                    <a:pt x="2802" y="12035"/>
                  </a:cubicBezTo>
                  <a:lnTo>
                    <a:pt x="9680" y="12035"/>
                  </a:lnTo>
                  <a:lnTo>
                    <a:pt x="9680" y="12954"/>
                  </a:lnTo>
                  <a:cubicBezTo>
                    <a:pt x="9680" y="13090"/>
                    <a:pt x="9799" y="13187"/>
                    <a:pt x="9923" y="13187"/>
                  </a:cubicBezTo>
                  <a:cubicBezTo>
                    <a:pt x="9978" y="13187"/>
                    <a:pt x="10034" y="13168"/>
                    <a:pt x="10081" y="13124"/>
                  </a:cubicBezTo>
                  <a:lnTo>
                    <a:pt x="10973" y="12294"/>
                  </a:lnTo>
                  <a:lnTo>
                    <a:pt x="11830" y="13124"/>
                  </a:lnTo>
                  <a:cubicBezTo>
                    <a:pt x="11876" y="13168"/>
                    <a:pt x="11933" y="13187"/>
                    <a:pt x="11988" y="13187"/>
                  </a:cubicBezTo>
                  <a:cubicBezTo>
                    <a:pt x="12112" y="13187"/>
                    <a:pt x="12231" y="13090"/>
                    <a:pt x="12231" y="12954"/>
                  </a:cubicBezTo>
                  <a:lnTo>
                    <a:pt x="12231" y="12035"/>
                  </a:lnTo>
                  <a:lnTo>
                    <a:pt x="14506" y="12035"/>
                  </a:lnTo>
                  <a:cubicBezTo>
                    <a:pt x="14310" y="12410"/>
                    <a:pt x="14212" y="12829"/>
                    <a:pt x="14212" y="13266"/>
                  </a:cubicBezTo>
                  <a:cubicBezTo>
                    <a:pt x="14212" y="13704"/>
                    <a:pt x="14310" y="14114"/>
                    <a:pt x="14506" y="14497"/>
                  </a:cubicBezTo>
                  <a:lnTo>
                    <a:pt x="11651" y="14497"/>
                  </a:lnTo>
                  <a:cubicBezTo>
                    <a:pt x="11348" y="14497"/>
                    <a:pt x="11348" y="14970"/>
                    <a:pt x="11651" y="14970"/>
                  </a:cubicBezTo>
                  <a:lnTo>
                    <a:pt x="15327" y="14970"/>
                  </a:lnTo>
                  <a:cubicBezTo>
                    <a:pt x="15737" y="14970"/>
                    <a:pt x="15755" y="15630"/>
                    <a:pt x="15327" y="15630"/>
                  </a:cubicBezTo>
                  <a:lnTo>
                    <a:pt x="2846" y="15630"/>
                  </a:lnTo>
                  <a:cubicBezTo>
                    <a:pt x="1544" y="15630"/>
                    <a:pt x="482" y="14569"/>
                    <a:pt x="482" y="13266"/>
                  </a:cubicBezTo>
                  <a:cubicBezTo>
                    <a:pt x="482" y="11964"/>
                    <a:pt x="1544" y="10902"/>
                    <a:pt x="2846" y="10902"/>
                  </a:cubicBezTo>
                  <a:close/>
                  <a:moveTo>
                    <a:pt x="2828" y="1"/>
                  </a:moveTo>
                  <a:cubicBezTo>
                    <a:pt x="1267" y="1"/>
                    <a:pt x="0" y="1277"/>
                    <a:pt x="0" y="2838"/>
                  </a:cubicBezTo>
                  <a:cubicBezTo>
                    <a:pt x="0" y="3596"/>
                    <a:pt x="295" y="4310"/>
                    <a:pt x="830" y="4854"/>
                  </a:cubicBezTo>
                  <a:cubicBezTo>
                    <a:pt x="964" y="4997"/>
                    <a:pt x="1115" y="5122"/>
                    <a:pt x="1276" y="5229"/>
                  </a:cubicBezTo>
                  <a:lnTo>
                    <a:pt x="803" y="5229"/>
                  </a:lnTo>
                  <a:cubicBezTo>
                    <a:pt x="357" y="5229"/>
                    <a:pt x="0" y="5594"/>
                    <a:pt x="0" y="6031"/>
                  </a:cubicBezTo>
                  <a:cubicBezTo>
                    <a:pt x="0" y="6478"/>
                    <a:pt x="357" y="6834"/>
                    <a:pt x="803" y="6834"/>
                  </a:cubicBezTo>
                  <a:lnTo>
                    <a:pt x="1062" y="6834"/>
                  </a:lnTo>
                  <a:cubicBezTo>
                    <a:pt x="1312" y="7200"/>
                    <a:pt x="1446" y="7619"/>
                    <a:pt x="1446" y="8065"/>
                  </a:cubicBezTo>
                  <a:cubicBezTo>
                    <a:pt x="1446" y="8512"/>
                    <a:pt x="1312" y="8931"/>
                    <a:pt x="1062" y="9297"/>
                  </a:cubicBezTo>
                  <a:lnTo>
                    <a:pt x="803" y="9297"/>
                  </a:lnTo>
                  <a:cubicBezTo>
                    <a:pt x="357" y="9297"/>
                    <a:pt x="0" y="9653"/>
                    <a:pt x="0" y="10099"/>
                  </a:cubicBezTo>
                  <a:cubicBezTo>
                    <a:pt x="0" y="10545"/>
                    <a:pt x="357" y="10902"/>
                    <a:pt x="803" y="10902"/>
                  </a:cubicBezTo>
                  <a:lnTo>
                    <a:pt x="1267" y="10902"/>
                  </a:lnTo>
                  <a:cubicBezTo>
                    <a:pt x="500" y="11411"/>
                    <a:pt x="0" y="12276"/>
                    <a:pt x="0" y="13266"/>
                  </a:cubicBezTo>
                  <a:cubicBezTo>
                    <a:pt x="0" y="14828"/>
                    <a:pt x="1267" y="16103"/>
                    <a:pt x="2828" y="16103"/>
                  </a:cubicBezTo>
                  <a:lnTo>
                    <a:pt x="15327" y="16103"/>
                  </a:lnTo>
                  <a:cubicBezTo>
                    <a:pt x="16353" y="16103"/>
                    <a:pt x="16362" y="14497"/>
                    <a:pt x="15327" y="14497"/>
                  </a:cubicBezTo>
                  <a:lnTo>
                    <a:pt x="15059" y="14497"/>
                  </a:lnTo>
                  <a:cubicBezTo>
                    <a:pt x="14809" y="14132"/>
                    <a:pt x="14684" y="13712"/>
                    <a:pt x="14684" y="13266"/>
                  </a:cubicBezTo>
                  <a:cubicBezTo>
                    <a:pt x="14684" y="12820"/>
                    <a:pt x="14809" y="12401"/>
                    <a:pt x="15059" y="12035"/>
                  </a:cubicBezTo>
                  <a:lnTo>
                    <a:pt x="15327" y="12035"/>
                  </a:lnTo>
                  <a:cubicBezTo>
                    <a:pt x="16353" y="12035"/>
                    <a:pt x="16362" y="10430"/>
                    <a:pt x="15327" y="10430"/>
                  </a:cubicBezTo>
                  <a:lnTo>
                    <a:pt x="14854" y="10430"/>
                  </a:lnTo>
                  <a:cubicBezTo>
                    <a:pt x="15621" y="9921"/>
                    <a:pt x="16130" y="9056"/>
                    <a:pt x="16130" y="8065"/>
                  </a:cubicBezTo>
                  <a:cubicBezTo>
                    <a:pt x="16130" y="7084"/>
                    <a:pt x="15621" y="6210"/>
                    <a:pt x="14854" y="5701"/>
                  </a:cubicBezTo>
                  <a:lnTo>
                    <a:pt x="15318" y="5701"/>
                  </a:lnTo>
                  <a:cubicBezTo>
                    <a:pt x="15755" y="5701"/>
                    <a:pt x="16130" y="5318"/>
                    <a:pt x="16130" y="4872"/>
                  </a:cubicBezTo>
                  <a:cubicBezTo>
                    <a:pt x="16130" y="4426"/>
                    <a:pt x="15764" y="4069"/>
                    <a:pt x="15318" y="4069"/>
                  </a:cubicBezTo>
                  <a:lnTo>
                    <a:pt x="15059" y="4069"/>
                  </a:lnTo>
                  <a:cubicBezTo>
                    <a:pt x="14809" y="3703"/>
                    <a:pt x="14684" y="3275"/>
                    <a:pt x="14684" y="2838"/>
                  </a:cubicBezTo>
                  <a:cubicBezTo>
                    <a:pt x="14684" y="2392"/>
                    <a:pt x="14809" y="1972"/>
                    <a:pt x="15059" y="1607"/>
                  </a:cubicBezTo>
                  <a:lnTo>
                    <a:pt x="15327" y="1607"/>
                  </a:lnTo>
                  <a:cubicBezTo>
                    <a:pt x="16353" y="1607"/>
                    <a:pt x="16362" y="1"/>
                    <a:pt x="15327" y="1"/>
                  </a:cubicBezTo>
                  <a:lnTo>
                    <a:pt x="6040" y="1"/>
                  </a:lnTo>
                  <a:cubicBezTo>
                    <a:pt x="5737" y="1"/>
                    <a:pt x="5737" y="474"/>
                    <a:pt x="6040" y="474"/>
                  </a:cubicBezTo>
                  <a:lnTo>
                    <a:pt x="15327" y="474"/>
                  </a:lnTo>
                  <a:cubicBezTo>
                    <a:pt x="15737" y="474"/>
                    <a:pt x="15755" y="1134"/>
                    <a:pt x="15327" y="1134"/>
                  </a:cubicBezTo>
                  <a:lnTo>
                    <a:pt x="2837" y="1134"/>
                  </a:lnTo>
                  <a:cubicBezTo>
                    <a:pt x="1901" y="1134"/>
                    <a:pt x="1133" y="1901"/>
                    <a:pt x="1133" y="2838"/>
                  </a:cubicBezTo>
                  <a:cubicBezTo>
                    <a:pt x="1133" y="3774"/>
                    <a:pt x="1901" y="4533"/>
                    <a:pt x="2837" y="4533"/>
                  </a:cubicBezTo>
                  <a:lnTo>
                    <a:pt x="15327" y="4533"/>
                  </a:lnTo>
                  <a:cubicBezTo>
                    <a:pt x="15746" y="4533"/>
                    <a:pt x="15755" y="5229"/>
                    <a:pt x="15327" y="5229"/>
                  </a:cubicBezTo>
                  <a:lnTo>
                    <a:pt x="2837" y="5229"/>
                  </a:lnTo>
                  <a:cubicBezTo>
                    <a:pt x="2213" y="5229"/>
                    <a:pt x="1615" y="4979"/>
                    <a:pt x="1169" y="4524"/>
                  </a:cubicBezTo>
                  <a:cubicBezTo>
                    <a:pt x="723" y="4069"/>
                    <a:pt x="473" y="3471"/>
                    <a:pt x="473" y="2838"/>
                  </a:cubicBezTo>
                  <a:cubicBezTo>
                    <a:pt x="473" y="1535"/>
                    <a:pt x="1535" y="474"/>
                    <a:pt x="2837" y="474"/>
                  </a:cubicBezTo>
                  <a:lnTo>
                    <a:pt x="4782" y="474"/>
                  </a:lnTo>
                  <a:cubicBezTo>
                    <a:pt x="5085" y="474"/>
                    <a:pt x="5085" y="1"/>
                    <a:pt x="4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0" name="Google Shape;4820;p70"/>
          <p:cNvGrpSpPr/>
          <p:nvPr/>
        </p:nvGrpSpPr>
        <p:grpSpPr>
          <a:xfrm>
            <a:off x="5597618" y="3785898"/>
            <a:ext cx="358432" cy="357057"/>
            <a:chOff x="5485722" y="3769536"/>
            <a:chExt cx="374890" cy="373452"/>
          </a:xfrm>
        </p:grpSpPr>
        <p:sp>
          <p:nvSpPr>
            <p:cNvPr id="4821" name="Google Shape;4821;p70"/>
            <p:cNvSpPr/>
            <p:nvPr/>
          </p:nvSpPr>
          <p:spPr>
            <a:xfrm>
              <a:off x="5491728" y="3895115"/>
              <a:ext cx="363086" cy="242707"/>
            </a:xfrm>
            <a:custGeom>
              <a:avLst/>
              <a:gdLst/>
              <a:ahLst/>
              <a:cxnLst/>
              <a:rect l="l" t="t" r="r" b="b"/>
              <a:pathLst>
                <a:path w="15657" h="10466" extrusionOk="0">
                  <a:moveTo>
                    <a:pt x="937" y="1"/>
                  </a:moveTo>
                  <a:cubicBezTo>
                    <a:pt x="420" y="1"/>
                    <a:pt x="0" y="429"/>
                    <a:pt x="0" y="947"/>
                  </a:cubicBezTo>
                  <a:lnTo>
                    <a:pt x="0" y="9520"/>
                  </a:lnTo>
                  <a:cubicBezTo>
                    <a:pt x="0" y="10046"/>
                    <a:pt x="420" y="10465"/>
                    <a:pt x="937" y="10465"/>
                  </a:cubicBezTo>
                  <a:lnTo>
                    <a:pt x="14711" y="10465"/>
                  </a:lnTo>
                  <a:cubicBezTo>
                    <a:pt x="15238" y="10465"/>
                    <a:pt x="15657" y="10046"/>
                    <a:pt x="15657" y="9520"/>
                  </a:cubicBezTo>
                  <a:lnTo>
                    <a:pt x="15657" y="947"/>
                  </a:lnTo>
                  <a:cubicBezTo>
                    <a:pt x="15657" y="429"/>
                    <a:pt x="15238" y="1"/>
                    <a:pt x="14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70"/>
            <p:cNvSpPr/>
            <p:nvPr/>
          </p:nvSpPr>
          <p:spPr>
            <a:xfrm>
              <a:off x="5543444" y="3774707"/>
              <a:ext cx="154979" cy="235263"/>
            </a:xfrm>
            <a:custGeom>
              <a:avLst/>
              <a:gdLst/>
              <a:ahLst/>
              <a:cxnLst/>
              <a:rect l="l" t="t" r="r" b="b"/>
              <a:pathLst>
                <a:path w="6683" h="10145" extrusionOk="0">
                  <a:moveTo>
                    <a:pt x="1" y="1"/>
                  </a:moveTo>
                  <a:lnTo>
                    <a:pt x="1" y="3088"/>
                  </a:lnTo>
                  <a:lnTo>
                    <a:pt x="572" y="3730"/>
                  </a:lnTo>
                  <a:lnTo>
                    <a:pt x="1" y="4372"/>
                  </a:lnTo>
                  <a:lnTo>
                    <a:pt x="1" y="10144"/>
                  </a:lnTo>
                  <a:lnTo>
                    <a:pt x="6683" y="10144"/>
                  </a:lnTo>
                  <a:lnTo>
                    <a:pt x="6683" y="4372"/>
                  </a:lnTo>
                  <a:lnTo>
                    <a:pt x="6121" y="3730"/>
                  </a:lnTo>
                  <a:lnTo>
                    <a:pt x="6683" y="3088"/>
                  </a:lnTo>
                  <a:lnTo>
                    <a:pt x="6683" y="1"/>
                  </a:lnTo>
                  <a:lnTo>
                    <a:pt x="4934" y="1"/>
                  </a:lnTo>
                  <a:cubicBezTo>
                    <a:pt x="4934" y="875"/>
                    <a:pt x="4220" y="1589"/>
                    <a:pt x="3346" y="1589"/>
                  </a:cubicBezTo>
                  <a:cubicBezTo>
                    <a:pt x="2463" y="1589"/>
                    <a:pt x="1758" y="875"/>
                    <a:pt x="17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70"/>
            <p:cNvSpPr/>
            <p:nvPr/>
          </p:nvSpPr>
          <p:spPr>
            <a:xfrm>
              <a:off x="5585234" y="3901747"/>
              <a:ext cx="70776" cy="143801"/>
            </a:xfrm>
            <a:custGeom>
              <a:avLst/>
              <a:gdLst/>
              <a:ahLst/>
              <a:cxnLst/>
              <a:rect l="l" t="t" r="r" b="b"/>
              <a:pathLst>
                <a:path w="3052" h="6201" extrusionOk="0">
                  <a:moveTo>
                    <a:pt x="1" y="0"/>
                  </a:moveTo>
                  <a:lnTo>
                    <a:pt x="1" y="4675"/>
                  </a:lnTo>
                  <a:lnTo>
                    <a:pt x="3052" y="6200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70"/>
            <p:cNvSpPr/>
            <p:nvPr/>
          </p:nvSpPr>
          <p:spPr>
            <a:xfrm>
              <a:off x="5655990" y="3821483"/>
              <a:ext cx="154979" cy="235239"/>
            </a:xfrm>
            <a:custGeom>
              <a:avLst/>
              <a:gdLst/>
              <a:ahLst/>
              <a:cxnLst/>
              <a:rect l="l" t="t" r="r" b="b"/>
              <a:pathLst>
                <a:path w="6683" h="10144" extrusionOk="0">
                  <a:moveTo>
                    <a:pt x="946" y="0"/>
                  </a:moveTo>
                  <a:cubicBezTo>
                    <a:pt x="429" y="0"/>
                    <a:pt x="1" y="419"/>
                    <a:pt x="1" y="946"/>
                  </a:cubicBezTo>
                  <a:lnTo>
                    <a:pt x="1" y="10143"/>
                  </a:lnTo>
                  <a:lnTo>
                    <a:pt x="6683" y="10143"/>
                  </a:lnTo>
                  <a:lnTo>
                    <a:pt x="6683" y="946"/>
                  </a:lnTo>
                  <a:cubicBezTo>
                    <a:pt x="6683" y="419"/>
                    <a:pt x="6263" y="0"/>
                    <a:pt x="5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70"/>
            <p:cNvSpPr/>
            <p:nvPr/>
          </p:nvSpPr>
          <p:spPr>
            <a:xfrm>
              <a:off x="5768535" y="3821483"/>
              <a:ext cx="42438" cy="235239"/>
            </a:xfrm>
            <a:custGeom>
              <a:avLst/>
              <a:gdLst/>
              <a:ahLst/>
              <a:cxnLst/>
              <a:rect l="l" t="t" r="r" b="b"/>
              <a:pathLst>
                <a:path w="1830" h="10144" extrusionOk="0">
                  <a:moveTo>
                    <a:pt x="1" y="0"/>
                  </a:moveTo>
                  <a:lnTo>
                    <a:pt x="1" y="10143"/>
                  </a:lnTo>
                  <a:lnTo>
                    <a:pt x="1830" y="10143"/>
                  </a:lnTo>
                  <a:lnTo>
                    <a:pt x="1830" y="946"/>
                  </a:lnTo>
                  <a:cubicBezTo>
                    <a:pt x="1830" y="419"/>
                    <a:pt x="1410" y="0"/>
                    <a:pt x="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70"/>
            <p:cNvSpPr/>
            <p:nvPr/>
          </p:nvSpPr>
          <p:spPr>
            <a:xfrm>
              <a:off x="5491728" y="3949544"/>
              <a:ext cx="363086" cy="188280"/>
            </a:xfrm>
            <a:custGeom>
              <a:avLst/>
              <a:gdLst/>
              <a:ahLst/>
              <a:cxnLst/>
              <a:rect l="l" t="t" r="r" b="b"/>
              <a:pathLst>
                <a:path w="15657" h="8119" extrusionOk="0">
                  <a:moveTo>
                    <a:pt x="0" y="0"/>
                  </a:moveTo>
                  <a:lnTo>
                    <a:pt x="0" y="7173"/>
                  </a:lnTo>
                  <a:cubicBezTo>
                    <a:pt x="0" y="7699"/>
                    <a:pt x="420" y="8118"/>
                    <a:pt x="937" y="8118"/>
                  </a:cubicBezTo>
                  <a:lnTo>
                    <a:pt x="14711" y="8118"/>
                  </a:lnTo>
                  <a:cubicBezTo>
                    <a:pt x="15238" y="8118"/>
                    <a:pt x="15657" y="7699"/>
                    <a:pt x="15657" y="7173"/>
                  </a:cubicBezTo>
                  <a:lnTo>
                    <a:pt x="15657" y="0"/>
                  </a:lnTo>
                  <a:lnTo>
                    <a:pt x="7824" y="3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70"/>
            <p:cNvSpPr/>
            <p:nvPr/>
          </p:nvSpPr>
          <p:spPr>
            <a:xfrm>
              <a:off x="5694695" y="3852467"/>
              <a:ext cx="10969" cy="102987"/>
            </a:xfrm>
            <a:custGeom>
              <a:avLst/>
              <a:gdLst/>
              <a:ahLst/>
              <a:cxnLst/>
              <a:rect l="l" t="t" r="r" b="b"/>
              <a:pathLst>
                <a:path w="473" h="4441" extrusionOk="0">
                  <a:moveTo>
                    <a:pt x="243" y="0"/>
                  </a:moveTo>
                  <a:cubicBezTo>
                    <a:pt x="234" y="0"/>
                    <a:pt x="224" y="1"/>
                    <a:pt x="214" y="2"/>
                  </a:cubicBezTo>
                  <a:cubicBezTo>
                    <a:pt x="89" y="20"/>
                    <a:pt x="0" y="127"/>
                    <a:pt x="0" y="252"/>
                  </a:cubicBezTo>
                  <a:lnTo>
                    <a:pt x="0" y="4213"/>
                  </a:lnTo>
                  <a:cubicBezTo>
                    <a:pt x="0" y="4365"/>
                    <a:pt x="118" y="4440"/>
                    <a:pt x="236" y="4440"/>
                  </a:cubicBezTo>
                  <a:cubicBezTo>
                    <a:pt x="355" y="4440"/>
                    <a:pt x="473" y="4365"/>
                    <a:pt x="473" y="4213"/>
                  </a:cubicBezTo>
                  <a:lnTo>
                    <a:pt x="473" y="243"/>
                  </a:lnTo>
                  <a:cubicBezTo>
                    <a:pt x="473" y="110"/>
                    <a:pt x="372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70"/>
            <p:cNvSpPr/>
            <p:nvPr/>
          </p:nvSpPr>
          <p:spPr>
            <a:xfrm>
              <a:off x="5485722" y="3769536"/>
              <a:ext cx="374890" cy="373452"/>
            </a:xfrm>
            <a:custGeom>
              <a:avLst/>
              <a:gdLst/>
              <a:ahLst/>
              <a:cxnLst/>
              <a:rect l="l" t="t" r="r" b="b"/>
              <a:pathLst>
                <a:path w="16166" h="16104" extrusionOk="0">
                  <a:moveTo>
                    <a:pt x="14952" y="5639"/>
                  </a:moveTo>
                  <a:cubicBezTo>
                    <a:pt x="15345" y="5639"/>
                    <a:pt x="15666" y="5960"/>
                    <a:pt x="15666" y="6353"/>
                  </a:cubicBezTo>
                  <a:lnTo>
                    <a:pt x="15666" y="7602"/>
                  </a:lnTo>
                  <a:lnTo>
                    <a:pt x="14248" y="8217"/>
                  </a:lnTo>
                  <a:lnTo>
                    <a:pt x="14248" y="5639"/>
                  </a:lnTo>
                  <a:close/>
                  <a:moveTo>
                    <a:pt x="2240" y="5639"/>
                  </a:moveTo>
                  <a:lnTo>
                    <a:pt x="2240" y="8351"/>
                  </a:lnTo>
                  <a:lnTo>
                    <a:pt x="474" y="7602"/>
                  </a:lnTo>
                  <a:lnTo>
                    <a:pt x="474" y="6353"/>
                  </a:lnTo>
                  <a:cubicBezTo>
                    <a:pt x="474" y="5960"/>
                    <a:pt x="795" y="5639"/>
                    <a:pt x="1187" y="5639"/>
                  </a:cubicBezTo>
                  <a:close/>
                  <a:moveTo>
                    <a:pt x="8922" y="474"/>
                  </a:moveTo>
                  <a:lnTo>
                    <a:pt x="8922" y="2017"/>
                  </a:lnTo>
                  <a:lnTo>
                    <a:pt x="8306" y="2017"/>
                  </a:lnTo>
                  <a:cubicBezTo>
                    <a:pt x="7655" y="2017"/>
                    <a:pt x="7129" y="2543"/>
                    <a:pt x="7129" y="3195"/>
                  </a:cubicBezTo>
                  <a:lnTo>
                    <a:pt x="7129" y="5452"/>
                  </a:lnTo>
                  <a:lnTo>
                    <a:pt x="4301" y="5452"/>
                  </a:lnTo>
                  <a:cubicBezTo>
                    <a:pt x="4176" y="5452"/>
                    <a:pt x="4069" y="5559"/>
                    <a:pt x="4069" y="5684"/>
                  </a:cubicBezTo>
                  <a:lnTo>
                    <a:pt x="4069" y="9136"/>
                  </a:lnTo>
                  <a:lnTo>
                    <a:pt x="2748" y="8565"/>
                  </a:lnTo>
                  <a:lnTo>
                    <a:pt x="2748" y="4675"/>
                  </a:lnTo>
                  <a:lnTo>
                    <a:pt x="3248" y="4105"/>
                  </a:lnTo>
                  <a:cubicBezTo>
                    <a:pt x="3328" y="4015"/>
                    <a:pt x="3328" y="3882"/>
                    <a:pt x="3248" y="3792"/>
                  </a:cubicBezTo>
                  <a:lnTo>
                    <a:pt x="2748" y="3221"/>
                  </a:lnTo>
                  <a:lnTo>
                    <a:pt x="2748" y="474"/>
                  </a:lnTo>
                  <a:lnTo>
                    <a:pt x="4033" y="474"/>
                  </a:lnTo>
                  <a:cubicBezTo>
                    <a:pt x="4149" y="1366"/>
                    <a:pt x="4907" y="2062"/>
                    <a:pt x="5835" y="2062"/>
                  </a:cubicBezTo>
                  <a:cubicBezTo>
                    <a:pt x="6754" y="2062"/>
                    <a:pt x="7521" y="1366"/>
                    <a:pt x="7637" y="474"/>
                  </a:cubicBezTo>
                  <a:close/>
                  <a:moveTo>
                    <a:pt x="7129" y="5924"/>
                  </a:moveTo>
                  <a:lnTo>
                    <a:pt x="7129" y="10438"/>
                  </a:lnTo>
                  <a:lnTo>
                    <a:pt x="4542" y="9341"/>
                  </a:lnTo>
                  <a:lnTo>
                    <a:pt x="4542" y="5924"/>
                  </a:lnTo>
                  <a:close/>
                  <a:moveTo>
                    <a:pt x="13061" y="2490"/>
                  </a:moveTo>
                  <a:cubicBezTo>
                    <a:pt x="13454" y="2490"/>
                    <a:pt x="13775" y="2802"/>
                    <a:pt x="13775" y="3195"/>
                  </a:cubicBezTo>
                  <a:lnTo>
                    <a:pt x="13775" y="8431"/>
                  </a:lnTo>
                  <a:lnTo>
                    <a:pt x="12428" y="9002"/>
                  </a:lnTo>
                  <a:cubicBezTo>
                    <a:pt x="12419" y="8128"/>
                    <a:pt x="12419" y="7245"/>
                    <a:pt x="12428" y="6362"/>
                  </a:cubicBezTo>
                  <a:cubicBezTo>
                    <a:pt x="12428" y="6212"/>
                    <a:pt x="12306" y="6134"/>
                    <a:pt x="12186" y="6134"/>
                  </a:cubicBezTo>
                  <a:cubicBezTo>
                    <a:pt x="12070" y="6134"/>
                    <a:pt x="11955" y="6208"/>
                    <a:pt x="11955" y="6362"/>
                  </a:cubicBezTo>
                  <a:cubicBezTo>
                    <a:pt x="11937" y="7307"/>
                    <a:pt x="11937" y="8262"/>
                    <a:pt x="11955" y="9207"/>
                  </a:cubicBezTo>
                  <a:lnTo>
                    <a:pt x="10652" y="9760"/>
                  </a:lnTo>
                  <a:lnTo>
                    <a:pt x="10652" y="3819"/>
                  </a:lnTo>
                  <a:cubicBezTo>
                    <a:pt x="10652" y="3663"/>
                    <a:pt x="10534" y="3585"/>
                    <a:pt x="10416" y="3585"/>
                  </a:cubicBezTo>
                  <a:cubicBezTo>
                    <a:pt x="10298" y="3585"/>
                    <a:pt x="10180" y="3663"/>
                    <a:pt x="10180" y="3819"/>
                  </a:cubicBezTo>
                  <a:lnTo>
                    <a:pt x="10180" y="9966"/>
                  </a:lnTo>
                  <a:lnTo>
                    <a:pt x="8074" y="10867"/>
                  </a:lnTo>
                  <a:lnTo>
                    <a:pt x="7566" y="10644"/>
                  </a:lnTo>
                  <a:lnTo>
                    <a:pt x="7566" y="3195"/>
                  </a:lnTo>
                  <a:cubicBezTo>
                    <a:pt x="7566" y="2802"/>
                    <a:pt x="7887" y="2490"/>
                    <a:pt x="8271" y="2490"/>
                  </a:cubicBezTo>
                  <a:lnTo>
                    <a:pt x="11955" y="2490"/>
                  </a:lnTo>
                  <a:cubicBezTo>
                    <a:pt x="11937" y="3284"/>
                    <a:pt x="11946" y="4078"/>
                    <a:pt x="11955" y="4890"/>
                  </a:cubicBezTo>
                  <a:cubicBezTo>
                    <a:pt x="11955" y="5037"/>
                    <a:pt x="12075" y="5113"/>
                    <a:pt x="12195" y="5113"/>
                  </a:cubicBezTo>
                  <a:cubicBezTo>
                    <a:pt x="12314" y="5113"/>
                    <a:pt x="12432" y="5037"/>
                    <a:pt x="12428" y="4881"/>
                  </a:cubicBezTo>
                  <a:cubicBezTo>
                    <a:pt x="12419" y="4069"/>
                    <a:pt x="12410" y="3284"/>
                    <a:pt x="12428" y="2490"/>
                  </a:cubicBezTo>
                  <a:close/>
                  <a:moveTo>
                    <a:pt x="2481" y="1"/>
                  </a:moveTo>
                  <a:cubicBezTo>
                    <a:pt x="2347" y="1"/>
                    <a:pt x="2240" y="108"/>
                    <a:pt x="2240" y="233"/>
                  </a:cubicBezTo>
                  <a:lnTo>
                    <a:pt x="2240" y="3302"/>
                  </a:lnTo>
                  <a:cubicBezTo>
                    <a:pt x="2240" y="3355"/>
                    <a:pt x="2258" y="3418"/>
                    <a:pt x="2302" y="3453"/>
                  </a:cubicBezTo>
                  <a:lnTo>
                    <a:pt x="2731" y="3944"/>
                  </a:lnTo>
                  <a:lnTo>
                    <a:pt x="2302" y="4426"/>
                  </a:lnTo>
                  <a:cubicBezTo>
                    <a:pt x="2258" y="4470"/>
                    <a:pt x="2240" y="4524"/>
                    <a:pt x="2240" y="4586"/>
                  </a:cubicBezTo>
                  <a:lnTo>
                    <a:pt x="2240" y="5166"/>
                  </a:lnTo>
                  <a:lnTo>
                    <a:pt x="1187" y="5166"/>
                  </a:lnTo>
                  <a:cubicBezTo>
                    <a:pt x="536" y="5166"/>
                    <a:pt x="1" y="5692"/>
                    <a:pt x="1" y="6353"/>
                  </a:cubicBezTo>
                  <a:lnTo>
                    <a:pt x="1" y="14917"/>
                  </a:lnTo>
                  <a:cubicBezTo>
                    <a:pt x="1" y="15568"/>
                    <a:pt x="536" y="16103"/>
                    <a:pt x="1187" y="16103"/>
                  </a:cubicBezTo>
                  <a:lnTo>
                    <a:pt x="2338" y="16103"/>
                  </a:lnTo>
                  <a:cubicBezTo>
                    <a:pt x="2338" y="16103"/>
                    <a:pt x="2644" y="15657"/>
                    <a:pt x="2347" y="15657"/>
                  </a:cubicBezTo>
                  <a:cubicBezTo>
                    <a:pt x="2344" y="15657"/>
                    <a:pt x="2341" y="15657"/>
                    <a:pt x="2338" y="15657"/>
                  </a:cubicBezTo>
                  <a:lnTo>
                    <a:pt x="1205" y="15657"/>
                  </a:lnTo>
                  <a:cubicBezTo>
                    <a:pt x="813" y="15648"/>
                    <a:pt x="500" y="15327"/>
                    <a:pt x="509" y="14935"/>
                  </a:cubicBezTo>
                  <a:lnTo>
                    <a:pt x="509" y="8128"/>
                  </a:lnTo>
                  <a:lnTo>
                    <a:pt x="7994" y="11339"/>
                  </a:lnTo>
                  <a:cubicBezTo>
                    <a:pt x="8025" y="11353"/>
                    <a:pt x="8059" y="11360"/>
                    <a:pt x="8091" y="11360"/>
                  </a:cubicBezTo>
                  <a:cubicBezTo>
                    <a:pt x="8123" y="11360"/>
                    <a:pt x="8155" y="11353"/>
                    <a:pt x="8181" y="11339"/>
                  </a:cubicBezTo>
                  <a:lnTo>
                    <a:pt x="15693" y="8128"/>
                  </a:lnTo>
                  <a:lnTo>
                    <a:pt x="15693" y="14935"/>
                  </a:lnTo>
                  <a:cubicBezTo>
                    <a:pt x="15684" y="15327"/>
                    <a:pt x="15363" y="15648"/>
                    <a:pt x="14979" y="15657"/>
                  </a:cubicBezTo>
                  <a:lnTo>
                    <a:pt x="3596" y="15657"/>
                  </a:lnTo>
                  <a:cubicBezTo>
                    <a:pt x="3593" y="15657"/>
                    <a:pt x="3590" y="15657"/>
                    <a:pt x="3587" y="15657"/>
                  </a:cubicBezTo>
                  <a:cubicBezTo>
                    <a:pt x="3298" y="15657"/>
                    <a:pt x="3596" y="16103"/>
                    <a:pt x="3596" y="16103"/>
                  </a:cubicBezTo>
                  <a:lnTo>
                    <a:pt x="14988" y="16103"/>
                  </a:lnTo>
                  <a:cubicBezTo>
                    <a:pt x="15639" y="16103"/>
                    <a:pt x="16166" y="15568"/>
                    <a:pt x="16166" y="14917"/>
                  </a:cubicBezTo>
                  <a:lnTo>
                    <a:pt x="16166" y="6353"/>
                  </a:lnTo>
                  <a:cubicBezTo>
                    <a:pt x="16166" y="5701"/>
                    <a:pt x="15639" y="5166"/>
                    <a:pt x="14988" y="5166"/>
                  </a:cubicBezTo>
                  <a:lnTo>
                    <a:pt x="14248" y="5166"/>
                  </a:lnTo>
                  <a:lnTo>
                    <a:pt x="14248" y="3195"/>
                  </a:lnTo>
                  <a:cubicBezTo>
                    <a:pt x="14248" y="2543"/>
                    <a:pt x="13712" y="2017"/>
                    <a:pt x="13061" y="2017"/>
                  </a:cubicBezTo>
                  <a:lnTo>
                    <a:pt x="9395" y="2017"/>
                  </a:lnTo>
                  <a:lnTo>
                    <a:pt x="9395" y="233"/>
                  </a:lnTo>
                  <a:cubicBezTo>
                    <a:pt x="9395" y="108"/>
                    <a:pt x="9288" y="1"/>
                    <a:pt x="9154" y="1"/>
                  </a:cubicBezTo>
                  <a:lnTo>
                    <a:pt x="7405" y="1"/>
                  </a:lnTo>
                  <a:cubicBezTo>
                    <a:pt x="7271" y="1"/>
                    <a:pt x="7173" y="108"/>
                    <a:pt x="7173" y="233"/>
                  </a:cubicBezTo>
                  <a:cubicBezTo>
                    <a:pt x="7164" y="973"/>
                    <a:pt x="6558" y="1580"/>
                    <a:pt x="5817" y="1580"/>
                  </a:cubicBezTo>
                  <a:cubicBezTo>
                    <a:pt x="5068" y="1580"/>
                    <a:pt x="4461" y="973"/>
                    <a:pt x="4461" y="233"/>
                  </a:cubicBezTo>
                  <a:cubicBezTo>
                    <a:pt x="4461" y="108"/>
                    <a:pt x="4354" y="1"/>
                    <a:pt x="4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9" name="Google Shape;4829;p70"/>
          <p:cNvGrpSpPr/>
          <p:nvPr/>
        </p:nvGrpSpPr>
        <p:grpSpPr>
          <a:xfrm>
            <a:off x="6177330" y="3785707"/>
            <a:ext cx="357833" cy="357438"/>
            <a:chOff x="6105570" y="3769141"/>
            <a:chExt cx="374263" cy="373850"/>
          </a:xfrm>
        </p:grpSpPr>
        <p:sp>
          <p:nvSpPr>
            <p:cNvPr id="4830" name="Google Shape;4830;p70"/>
            <p:cNvSpPr/>
            <p:nvPr/>
          </p:nvSpPr>
          <p:spPr>
            <a:xfrm>
              <a:off x="6110741" y="3968978"/>
              <a:ext cx="45313" cy="78220"/>
            </a:xfrm>
            <a:custGeom>
              <a:avLst/>
              <a:gdLst/>
              <a:ahLst/>
              <a:cxnLst/>
              <a:rect l="l" t="t" r="r" b="b"/>
              <a:pathLst>
                <a:path w="1954" h="3373" extrusionOk="0">
                  <a:moveTo>
                    <a:pt x="1017" y="1"/>
                  </a:moveTo>
                  <a:cubicBezTo>
                    <a:pt x="455" y="1"/>
                    <a:pt x="0" y="456"/>
                    <a:pt x="0" y="1018"/>
                  </a:cubicBezTo>
                  <a:lnTo>
                    <a:pt x="0" y="2356"/>
                  </a:lnTo>
                  <a:cubicBezTo>
                    <a:pt x="0" y="2918"/>
                    <a:pt x="455" y="3373"/>
                    <a:pt x="1017" y="3373"/>
                  </a:cubicBezTo>
                  <a:lnTo>
                    <a:pt x="1954" y="3373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70"/>
            <p:cNvSpPr/>
            <p:nvPr/>
          </p:nvSpPr>
          <p:spPr>
            <a:xfrm>
              <a:off x="6428504" y="3968978"/>
              <a:ext cx="45336" cy="78220"/>
            </a:xfrm>
            <a:custGeom>
              <a:avLst/>
              <a:gdLst/>
              <a:ahLst/>
              <a:cxnLst/>
              <a:rect l="l" t="t" r="r" b="b"/>
              <a:pathLst>
                <a:path w="1955" h="3373" extrusionOk="0">
                  <a:moveTo>
                    <a:pt x="1" y="1"/>
                  </a:moveTo>
                  <a:lnTo>
                    <a:pt x="1" y="3373"/>
                  </a:lnTo>
                  <a:lnTo>
                    <a:pt x="947" y="3373"/>
                  </a:lnTo>
                  <a:cubicBezTo>
                    <a:pt x="1509" y="3373"/>
                    <a:pt x="1955" y="2918"/>
                    <a:pt x="1955" y="2356"/>
                  </a:cubicBezTo>
                  <a:lnTo>
                    <a:pt x="1955" y="1018"/>
                  </a:lnTo>
                  <a:cubicBezTo>
                    <a:pt x="1955" y="456"/>
                    <a:pt x="1509" y="1"/>
                    <a:pt x="9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70"/>
            <p:cNvSpPr/>
            <p:nvPr/>
          </p:nvSpPr>
          <p:spPr>
            <a:xfrm>
              <a:off x="6135556" y="3774499"/>
              <a:ext cx="313459" cy="272691"/>
            </a:xfrm>
            <a:custGeom>
              <a:avLst/>
              <a:gdLst/>
              <a:ahLst/>
              <a:cxnLst/>
              <a:rect l="l" t="t" r="r" b="b"/>
              <a:pathLst>
                <a:path w="13517" h="11759" extrusionOk="0">
                  <a:moveTo>
                    <a:pt x="6763" y="1"/>
                  </a:moveTo>
                  <a:cubicBezTo>
                    <a:pt x="3034" y="1"/>
                    <a:pt x="1" y="3043"/>
                    <a:pt x="1" y="6781"/>
                  </a:cubicBezTo>
                  <a:lnTo>
                    <a:pt x="1" y="11206"/>
                  </a:lnTo>
                  <a:cubicBezTo>
                    <a:pt x="1" y="11509"/>
                    <a:pt x="251" y="11759"/>
                    <a:pt x="554" y="11759"/>
                  </a:cubicBezTo>
                  <a:cubicBezTo>
                    <a:pt x="857" y="11759"/>
                    <a:pt x="1107" y="11509"/>
                    <a:pt x="1107" y="11206"/>
                  </a:cubicBezTo>
                  <a:lnTo>
                    <a:pt x="1107" y="6772"/>
                  </a:lnTo>
                  <a:cubicBezTo>
                    <a:pt x="1107" y="3650"/>
                    <a:pt x="3641" y="1098"/>
                    <a:pt x="6763" y="1098"/>
                  </a:cubicBezTo>
                  <a:cubicBezTo>
                    <a:pt x="9876" y="1098"/>
                    <a:pt x="12419" y="3650"/>
                    <a:pt x="12419" y="6772"/>
                  </a:cubicBezTo>
                  <a:lnTo>
                    <a:pt x="12419" y="11206"/>
                  </a:lnTo>
                  <a:cubicBezTo>
                    <a:pt x="12419" y="11509"/>
                    <a:pt x="12660" y="11759"/>
                    <a:pt x="12972" y="11759"/>
                  </a:cubicBezTo>
                  <a:cubicBezTo>
                    <a:pt x="13275" y="11759"/>
                    <a:pt x="13516" y="11509"/>
                    <a:pt x="13516" y="11206"/>
                  </a:cubicBezTo>
                  <a:lnTo>
                    <a:pt x="13516" y="6781"/>
                  </a:lnTo>
                  <a:cubicBezTo>
                    <a:pt x="13516" y="3043"/>
                    <a:pt x="10492" y="1"/>
                    <a:pt x="6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70"/>
            <p:cNvSpPr/>
            <p:nvPr/>
          </p:nvSpPr>
          <p:spPr>
            <a:xfrm>
              <a:off x="6135556" y="3939595"/>
              <a:ext cx="57117" cy="136775"/>
            </a:xfrm>
            <a:custGeom>
              <a:avLst/>
              <a:gdLst/>
              <a:ahLst/>
              <a:cxnLst/>
              <a:rect l="l" t="t" r="r" b="b"/>
              <a:pathLst>
                <a:path w="2463" h="5898" extrusionOk="0">
                  <a:moveTo>
                    <a:pt x="1227" y="1"/>
                  </a:moveTo>
                  <a:cubicBezTo>
                    <a:pt x="546" y="1"/>
                    <a:pt x="1" y="573"/>
                    <a:pt x="1" y="1259"/>
                  </a:cubicBezTo>
                  <a:lnTo>
                    <a:pt x="1" y="4640"/>
                  </a:lnTo>
                  <a:cubicBezTo>
                    <a:pt x="1" y="5330"/>
                    <a:pt x="554" y="5898"/>
                    <a:pt x="1243" y="5898"/>
                  </a:cubicBezTo>
                  <a:cubicBezTo>
                    <a:pt x="1248" y="5898"/>
                    <a:pt x="1253" y="5898"/>
                    <a:pt x="1259" y="5898"/>
                  </a:cubicBezTo>
                  <a:cubicBezTo>
                    <a:pt x="1919" y="5880"/>
                    <a:pt x="2463" y="5336"/>
                    <a:pt x="2463" y="4667"/>
                  </a:cubicBezTo>
                  <a:lnTo>
                    <a:pt x="2463" y="1232"/>
                  </a:lnTo>
                  <a:cubicBezTo>
                    <a:pt x="2463" y="563"/>
                    <a:pt x="1919" y="10"/>
                    <a:pt x="1259" y="1"/>
                  </a:cubicBezTo>
                  <a:cubicBezTo>
                    <a:pt x="1248" y="1"/>
                    <a:pt x="1238" y="1"/>
                    <a:pt x="1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70"/>
            <p:cNvSpPr/>
            <p:nvPr/>
          </p:nvSpPr>
          <p:spPr>
            <a:xfrm>
              <a:off x="6392094" y="3939595"/>
              <a:ext cx="56931" cy="136775"/>
            </a:xfrm>
            <a:custGeom>
              <a:avLst/>
              <a:gdLst/>
              <a:ahLst/>
              <a:cxnLst/>
              <a:rect l="l" t="t" r="r" b="b"/>
              <a:pathLst>
                <a:path w="2455" h="5898" extrusionOk="0">
                  <a:moveTo>
                    <a:pt x="1219" y="1"/>
                  </a:moveTo>
                  <a:cubicBezTo>
                    <a:pt x="546" y="1"/>
                    <a:pt x="1" y="573"/>
                    <a:pt x="1" y="1259"/>
                  </a:cubicBezTo>
                  <a:lnTo>
                    <a:pt x="1" y="4640"/>
                  </a:lnTo>
                  <a:cubicBezTo>
                    <a:pt x="1" y="5330"/>
                    <a:pt x="554" y="5898"/>
                    <a:pt x="1234" y="5898"/>
                  </a:cubicBezTo>
                  <a:cubicBezTo>
                    <a:pt x="1239" y="5898"/>
                    <a:pt x="1245" y="5898"/>
                    <a:pt x="1250" y="5898"/>
                  </a:cubicBezTo>
                  <a:cubicBezTo>
                    <a:pt x="1919" y="5880"/>
                    <a:pt x="2454" y="5336"/>
                    <a:pt x="2454" y="4667"/>
                  </a:cubicBezTo>
                  <a:lnTo>
                    <a:pt x="2454" y="1232"/>
                  </a:lnTo>
                  <a:cubicBezTo>
                    <a:pt x="2454" y="563"/>
                    <a:pt x="1919" y="10"/>
                    <a:pt x="1250" y="1"/>
                  </a:cubicBezTo>
                  <a:cubicBezTo>
                    <a:pt x="1239" y="1"/>
                    <a:pt x="1229" y="1"/>
                    <a:pt x="12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70"/>
            <p:cNvSpPr/>
            <p:nvPr/>
          </p:nvSpPr>
          <p:spPr>
            <a:xfrm>
              <a:off x="6277276" y="4075935"/>
              <a:ext cx="30843" cy="38519"/>
            </a:xfrm>
            <a:custGeom>
              <a:avLst/>
              <a:gdLst/>
              <a:ahLst/>
              <a:cxnLst/>
              <a:rect l="l" t="t" r="r" b="b"/>
              <a:pathLst>
                <a:path w="1330" h="1661" extrusionOk="0">
                  <a:moveTo>
                    <a:pt x="1" y="1"/>
                  </a:moveTo>
                  <a:lnTo>
                    <a:pt x="1" y="1660"/>
                  </a:lnTo>
                  <a:lnTo>
                    <a:pt x="1330" y="1660"/>
                  </a:lnTo>
                  <a:lnTo>
                    <a:pt x="1330" y="1"/>
                  </a:lnTo>
                  <a:cubicBezTo>
                    <a:pt x="1027" y="108"/>
                    <a:pt x="1009" y="117"/>
                    <a:pt x="670" y="117"/>
                  </a:cubicBezTo>
                  <a:cubicBezTo>
                    <a:pt x="322" y="117"/>
                    <a:pt x="304" y="108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70"/>
            <p:cNvSpPr/>
            <p:nvPr/>
          </p:nvSpPr>
          <p:spPr>
            <a:xfrm>
              <a:off x="6243765" y="3876423"/>
              <a:ext cx="97885" cy="176360"/>
            </a:xfrm>
            <a:custGeom>
              <a:avLst/>
              <a:gdLst/>
              <a:ahLst/>
              <a:cxnLst/>
              <a:rect l="l" t="t" r="r" b="b"/>
              <a:pathLst>
                <a:path w="4221" h="7605" extrusionOk="0">
                  <a:moveTo>
                    <a:pt x="2103" y="1"/>
                  </a:moveTo>
                  <a:cubicBezTo>
                    <a:pt x="2028" y="1"/>
                    <a:pt x="1951" y="5"/>
                    <a:pt x="1874" y="13"/>
                  </a:cubicBezTo>
                  <a:cubicBezTo>
                    <a:pt x="803" y="138"/>
                    <a:pt x="0" y="1057"/>
                    <a:pt x="0" y="2136"/>
                  </a:cubicBezTo>
                  <a:lnTo>
                    <a:pt x="0" y="5490"/>
                  </a:lnTo>
                  <a:cubicBezTo>
                    <a:pt x="0" y="6659"/>
                    <a:pt x="946" y="7605"/>
                    <a:pt x="2115" y="7605"/>
                  </a:cubicBezTo>
                  <a:cubicBezTo>
                    <a:pt x="3274" y="7605"/>
                    <a:pt x="4220" y="6659"/>
                    <a:pt x="4220" y="5490"/>
                  </a:cubicBezTo>
                  <a:lnTo>
                    <a:pt x="4220" y="2118"/>
                  </a:lnTo>
                  <a:cubicBezTo>
                    <a:pt x="4220" y="945"/>
                    <a:pt x="3268" y="1"/>
                    <a:pt x="2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70"/>
            <p:cNvSpPr/>
            <p:nvPr/>
          </p:nvSpPr>
          <p:spPr>
            <a:xfrm>
              <a:off x="6105570" y="3769141"/>
              <a:ext cx="374263" cy="313088"/>
            </a:xfrm>
            <a:custGeom>
              <a:avLst/>
              <a:gdLst/>
              <a:ahLst/>
              <a:cxnLst/>
              <a:rect l="l" t="t" r="r" b="b"/>
              <a:pathLst>
                <a:path w="16139" h="13501" extrusionOk="0">
                  <a:moveTo>
                    <a:pt x="15068" y="8894"/>
                  </a:moveTo>
                  <a:cubicBezTo>
                    <a:pt x="15407" y="8966"/>
                    <a:pt x="15666" y="9278"/>
                    <a:pt x="15666" y="9644"/>
                  </a:cubicBezTo>
                  <a:lnTo>
                    <a:pt x="15666" y="10955"/>
                  </a:lnTo>
                  <a:cubicBezTo>
                    <a:pt x="15666" y="11321"/>
                    <a:pt x="15407" y="11624"/>
                    <a:pt x="15068" y="11704"/>
                  </a:cubicBezTo>
                  <a:lnTo>
                    <a:pt x="15068" y="8894"/>
                  </a:lnTo>
                  <a:close/>
                  <a:moveTo>
                    <a:pt x="1071" y="8876"/>
                  </a:moveTo>
                  <a:lnTo>
                    <a:pt x="1071" y="11722"/>
                  </a:lnTo>
                  <a:cubicBezTo>
                    <a:pt x="732" y="11642"/>
                    <a:pt x="473" y="11330"/>
                    <a:pt x="473" y="10964"/>
                  </a:cubicBezTo>
                  <a:lnTo>
                    <a:pt x="473" y="9635"/>
                  </a:lnTo>
                  <a:cubicBezTo>
                    <a:pt x="473" y="9269"/>
                    <a:pt x="732" y="8957"/>
                    <a:pt x="1071" y="8876"/>
                  </a:cubicBezTo>
                  <a:close/>
                  <a:moveTo>
                    <a:pt x="2539" y="7591"/>
                  </a:moveTo>
                  <a:cubicBezTo>
                    <a:pt x="3087" y="7591"/>
                    <a:pt x="3533" y="8039"/>
                    <a:pt x="3533" y="8582"/>
                  </a:cubicBezTo>
                  <a:lnTo>
                    <a:pt x="3533" y="11990"/>
                  </a:lnTo>
                  <a:cubicBezTo>
                    <a:pt x="3533" y="12534"/>
                    <a:pt x="3105" y="12989"/>
                    <a:pt x="2569" y="13007"/>
                  </a:cubicBezTo>
                  <a:cubicBezTo>
                    <a:pt x="2559" y="13007"/>
                    <a:pt x="2548" y="13007"/>
                    <a:pt x="2538" y="13007"/>
                  </a:cubicBezTo>
                  <a:cubicBezTo>
                    <a:pt x="1990" y="13007"/>
                    <a:pt x="1544" y="12559"/>
                    <a:pt x="1544" y="12017"/>
                  </a:cubicBezTo>
                  <a:lnTo>
                    <a:pt x="1544" y="8600"/>
                  </a:lnTo>
                  <a:cubicBezTo>
                    <a:pt x="1544" y="8065"/>
                    <a:pt x="1972" y="7601"/>
                    <a:pt x="2507" y="7592"/>
                  </a:cubicBezTo>
                  <a:cubicBezTo>
                    <a:pt x="2518" y="7591"/>
                    <a:pt x="2528" y="7591"/>
                    <a:pt x="2539" y="7591"/>
                  </a:cubicBezTo>
                  <a:close/>
                  <a:moveTo>
                    <a:pt x="13578" y="7583"/>
                  </a:moveTo>
                  <a:cubicBezTo>
                    <a:pt x="14124" y="7583"/>
                    <a:pt x="14559" y="8029"/>
                    <a:pt x="14559" y="8582"/>
                  </a:cubicBezTo>
                  <a:lnTo>
                    <a:pt x="14559" y="12034"/>
                  </a:lnTo>
                  <a:cubicBezTo>
                    <a:pt x="14559" y="12588"/>
                    <a:pt x="14113" y="13034"/>
                    <a:pt x="13569" y="13034"/>
                  </a:cubicBezTo>
                  <a:cubicBezTo>
                    <a:pt x="13016" y="13034"/>
                    <a:pt x="12579" y="12588"/>
                    <a:pt x="12579" y="12034"/>
                  </a:cubicBezTo>
                  <a:lnTo>
                    <a:pt x="12579" y="8591"/>
                  </a:lnTo>
                  <a:cubicBezTo>
                    <a:pt x="12579" y="8091"/>
                    <a:pt x="12945" y="7645"/>
                    <a:pt x="13444" y="7592"/>
                  </a:cubicBezTo>
                  <a:cubicBezTo>
                    <a:pt x="13490" y="7586"/>
                    <a:pt x="13534" y="7583"/>
                    <a:pt x="13578" y="7583"/>
                  </a:cubicBezTo>
                  <a:close/>
                  <a:moveTo>
                    <a:pt x="8074" y="0"/>
                  </a:moveTo>
                  <a:cubicBezTo>
                    <a:pt x="6825" y="0"/>
                    <a:pt x="5594" y="339"/>
                    <a:pt x="4514" y="981"/>
                  </a:cubicBezTo>
                  <a:cubicBezTo>
                    <a:pt x="4295" y="1117"/>
                    <a:pt x="4434" y="1425"/>
                    <a:pt x="4639" y="1425"/>
                  </a:cubicBezTo>
                  <a:cubicBezTo>
                    <a:pt x="4676" y="1425"/>
                    <a:pt x="4715" y="1415"/>
                    <a:pt x="4755" y="1392"/>
                  </a:cubicBezTo>
                  <a:cubicBezTo>
                    <a:pt x="5763" y="794"/>
                    <a:pt x="6905" y="473"/>
                    <a:pt x="8074" y="473"/>
                  </a:cubicBezTo>
                  <a:cubicBezTo>
                    <a:pt x="11669" y="473"/>
                    <a:pt x="14595" y="3408"/>
                    <a:pt x="14595" y="7012"/>
                  </a:cubicBezTo>
                  <a:lnTo>
                    <a:pt x="14595" y="7494"/>
                  </a:lnTo>
                  <a:cubicBezTo>
                    <a:pt x="14417" y="7333"/>
                    <a:pt x="14211" y="7217"/>
                    <a:pt x="13979" y="7155"/>
                  </a:cubicBezTo>
                  <a:cubicBezTo>
                    <a:pt x="14006" y="3890"/>
                    <a:pt x="11375" y="1088"/>
                    <a:pt x="8074" y="1088"/>
                  </a:cubicBezTo>
                  <a:cubicBezTo>
                    <a:pt x="4764" y="1088"/>
                    <a:pt x="2123" y="3881"/>
                    <a:pt x="2159" y="7155"/>
                  </a:cubicBezTo>
                  <a:cubicBezTo>
                    <a:pt x="1927" y="7217"/>
                    <a:pt x="1722" y="7333"/>
                    <a:pt x="1544" y="7494"/>
                  </a:cubicBezTo>
                  <a:lnTo>
                    <a:pt x="1544" y="7012"/>
                  </a:lnTo>
                  <a:cubicBezTo>
                    <a:pt x="1544" y="6084"/>
                    <a:pt x="1740" y="5183"/>
                    <a:pt x="2114" y="4345"/>
                  </a:cubicBezTo>
                  <a:cubicBezTo>
                    <a:pt x="2471" y="3533"/>
                    <a:pt x="2989" y="2819"/>
                    <a:pt x="3649" y="2212"/>
                  </a:cubicBezTo>
                  <a:cubicBezTo>
                    <a:pt x="3823" y="2045"/>
                    <a:pt x="3665" y="1801"/>
                    <a:pt x="3481" y="1801"/>
                  </a:cubicBezTo>
                  <a:cubicBezTo>
                    <a:pt x="3429" y="1801"/>
                    <a:pt x="3376" y="1820"/>
                    <a:pt x="3328" y="1865"/>
                  </a:cubicBezTo>
                  <a:cubicBezTo>
                    <a:pt x="2623" y="2516"/>
                    <a:pt x="2070" y="3283"/>
                    <a:pt x="1677" y="4157"/>
                  </a:cubicBezTo>
                  <a:cubicBezTo>
                    <a:pt x="1276" y="5058"/>
                    <a:pt x="1071" y="6013"/>
                    <a:pt x="1071" y="7012"/>
                  </a:cubicBezTo>
                  <a:lnTo>
                    <a:pt x="1071" y="8395"/>
                  </a:lnTo>
                  <a:cubicBezTo>
                    <a:pt x="473" y="8484"/>
                    <a:pt x="0" y="9001"/>
                    <a:pt x="0" y="9626"/>
                  </a:cubicBezTo>
                  <a:lnTo>
                    <a:pt x="0" y="10964"/>
                  </a:lnTo>
                  <a:cubicBezTo>
                    <a:pt x="0" y="11597"/>
                    <a:pt x="473" y="12124"/>
                    <a:pt x="1080" y="12204"/>
                  </a:cubicBezTo>
                  <a:cubicBezTo>
                    <a:pt x="1169" y="12927"/>
                    <a:pt x="1784" y="13489"/>
                    <a:pt x="2525" y="13489"/>
                  </a:cubicBezTo>
                  <a:cubicBezTo>
                    <a:pt x="2530" y="13489"/>
                    <a:pt x="2535" y="13489"/>
                    <a:pt x="2540" y="13489"/>
                  </a:cubicBezTo>
                  <a:cubicBezTo>
                    <a:pt x="3345" y="13489"/>
                    <a:pt x="4006" y="12805"/>
                    <a:pt x="4006" y="11999"/>
                  </a:cubicBezTo>
                  <a:lnTo>
                    <a:pt x="4006" y="8573"/>
                  </a:lnTo>
                  <a:cubicBezTo>
                    <a:pt x="4006" y="7797"/>
                    <a:pt x="3399" y="7155"/>
                    <a:pt x="2632" y="7101"/>
                  </a:cubicBezTo>
                  <a:cubicBezTo>
                    <a:pt x="2605" y="4113"/>
                    <a:pt x="5041" y="1570"/>
                    <a:pt x="8056" y="1570"/>
                  </a:cubicBezTo>
                  <a:cubicBezTo>
                    <a:pt x="11071" y="1570"/>
                    <a:pt x="13507" y="4113"/>
                    <a:pt x="13480" y="7101"/>
                  </a:cubicBezTo>
                  <a:cubicBezTo>
                    <a:pt x="12713" y="7155"/>
                    <a:pt x="12106" y="7788"/>
                    <a:pt x="12106" y="8573"/>
                  </a:cubicBezTo>
                  <a:lnTo>
                    <a:pt x="12106" y="12008"/>
                  </a:lnTo>
                  <a:cubicBezTo>
                    <a:pt x="12106" y="12721"/>
                    <a:pt x="12677" y="13390"/>
                    <a:pt x="13382" y="13489"/>
                  </a:cubicBezTo>
                  <a:cubicBezTo>
                    <a:pt x="13447" y="13497"/>
                    <a:pt x="13512" y="13501"/>
                    <a:pt x="13576" y="13501"/>
                  </a:cubicBezTo>
                  <a:cubicBezTo>
                    <a:pt x="14329" y="13501"/>
                    <a:pt x="14951" y="12936"/>
                    <a:pt x="15041" y="12204"/>
                  </a:cubicBezTo>
                  <a:cubicBezTo>
                    <a:pt x="15657" y="12124"/>
                    <a:pt x="16138" y="11597"/>
                    <a:pt x="16138" y="10964"/>
                  </a:cubicBezTo>
                  <a:lnTo>
                    <a:pt x="16138" y="9626"/>
                  </a:lnTo>
                  <a:cubicBezTo>
                    <a:pt x="16138" y="9001"/>
                    <a:pt x="15666" y="8484"/>
                    <a:pt x="15068" y="8395"/>
                  </a:cubicBezTo>
                  <a:cubicBezTo>
                    <a:pt x="15068" y="8395"/>
                    <a:pt x="15068" y="8386"/>
                    <a:pt x="15068" y="8386"/>
                  </a:cubicBezTo>
                  <a:lnTo>
                    <a:pt x="15068" y="7012"/>
                  </a:lnTo>
                  <a:cubicBezTo>
                    <a:pt x="15068" y="3149"/>
                    <a:pt x="11928" y="0"/>
                    <a:pt x="8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70"/>
            <p:cNvSpPr/>
            <p:nvPr/>
          </p:nvSpPr>
          <p:spPr>
            <a:xfrm>
              <a:off x="6212944" y="3871553"/>
              <a:ext cx="158689" cy="271439"/>
            </a:xfrm>
            <a:custGeom>
              <a:avLst/>
              <a:gdLst/>
              <a:ahLst/>
              <a:cxnLst/>
              <a:rect l="l" t="t" r="r" b="b"/>
              <a:pathLst>
                <a:path w="6843" h="11705" extrusionOk="0">
                  <a:moveTo>
                    <a:pt x="3421" y="461"/>
                  </a:moveTo>
                  <a:cubicBezTo>
                    <a:pt x="4457" y="461"/>
                    <a:pt x="5299" y="1305"/>
                    <a:pt x="5299" y="2337"/>
                  </a:cubicBezTo>
                  <a:lnTo>
                    <a:pt x="5299" y="5700"/>
                  </a:lnTo>
                  <a:cubicBezTo>
                    <a:pt x="5299" y="6093"/>
                    <a:pt x="5183" y="6459"/>
                    <a:pt x="4960" y="6780"/>
                  </a:cubicBezTo>
                  <a:cubicBezTo>
                    <a:pt x="4832" y="6959"/>
                    <a:pt x="4994" y="7147"/>
                    <a:pt x="5161" y="7147"/>
                  </a:cubicBezTo>
                  <a:cubicBezTo>
                    <a:pt x="5227" y="7147"/>
                    <a:pt x="5293" y="7118"/>
                    <a:pt x="5344" y="7048"/>
                  </a:cubicBezTo>
                  <a:cubicBezTo>
                    <a:pt x="5620" y="6655"/>
                    <a:pt x="5772" y="6191"/>
                    <a:pt x="5772" y="5700"/>
                  </a:cubicBezTo>
                  <a:lnTo>
                    <a:pt x="5772" y="4014"/>
                  </a:lnTo>
                  <a:lnTo>
                    <a:pt x="6290" y="4014"/>
                  </a:lnTo>
                  <a:cubicBezTo>
                    <a:pt x="6334" y="4014"/>
                    <a:pt x="6370" y="4050"/>
                    <a:pt x="6370" y="4095"/>
                  </a:cubicBezTo>
                  <a:lnTo>
                    <a:pt x="6370" y="5665"/>
                  </a:lnTo>
                  <a:cubicBezTo>
                    <a:pt x="6370" y="7262"/>
                    <a:pt x="5050" y="8635"/>
                    <a:pt x="3444" y="8644"/>
                  </a:cubicBezTo>
                  <a:cubicBezTo>
                    <a:pt x="3438" y="8644"/>
                    <a:pt x="3433" y="8644"/>
                    <a:pt x="3428" y="8644"/>
                  </a:cubicBezTo>
                  <a:cubicBezTo>
                    <a:pt x="1820" y="8644"/>
                    <a:pt x="473" y="7310"/>
                    <a:pt x="473" y="5700"/>
                  </a:cubicBezTo>
                  <a:lnTo>
                    <a:pt x="473" y="4095"/>
                  </a:lnTo>
                  <a:cubicBezTo>
                    <a:pt x="473" y="4050"/>
                    <a:pt x="509" y="4014"/>
                    <a:pt x="553" y="4014"/>
                  </a:cubicBezTo>
                  <a:lnTo>
                    <a:pt x="1080" y="4014"/>
                  </a:lnTo>
                  <a:lnTo>
                    <a:pt x="1080" y="6619"/>
                  </a:lnTo>
                  <a:cubicBezTo>
                    <a:pt x="1080" y="6762"/>
                    <a:pt x="1124" y="6887"/>
                    <a:pt x="1222" y="6985"/>
                  </a:cubicBezTo>
                  <a:cubicBezTo>
                    <a:pt x="1902" y="7697"/>
                    <a:pt x="2680" y="8043"/>
                    <a:pt x="3420" y="8043"/>
                  </a:cubicBezTo>
                  <a:cubicBezTo>
                    <a:pt x="3701" y="8043"/>
                    <a:pt x="3976" y="7993"/>
                    <a:pt x="4238" y="7895"/>
                  </a:cubicBezTo>
                  <a:cubicBezTo>
                    <a:pt x="4493" y="7799"/>
                    <a:pt x="4384" y="7433"/>
                    <a:pt x="4155" y="7433"/>
                  </a:cubicBezTo>
                  <a:cubicBezTo>
                    <a:pt x="4127" y="7433"/>
                    <a:pt x="4098" y="7438"/>
                    <a:pt x="4068" y="7449"/>
                  </a:cubicBezTo>
                  <a:cubicBezTo>
                    <a:pt x="3858" y="7528"/>
                    <a:pt x="3637" y="7568"/>
                    <a:pt x="3411" y="7568"/>
                  </a:cubicBezTo>
                  <a:cubicBezTo>
                    <a:pt x="2822" y="7568"/>
                    <a:pt x="2201" y="7296"/>
                    <a:pt x="1660" y="6735"/>
                  </a:cubicBezTo>
                  <a:cubicBezTo>
                    <a:pt x="1597" y="6664"/>
                    <a:pt x="1552" y="6530"/>
                    <a:pt x="1552" y="6441"/>
                  </a:cubicBezTo>
                  <a:lnTo>
                    <a:pt x="1552" y="2355"/>
                  </a:lnTo>
                  <a:cubicBezTo>
                    <a:pt x="1552" y="1418"/>
                    <a:pt x="2222" y="615"/>
                    <a:pt x="3140" y="482"/>
                  </a:cubicBezTo>
                  <a:cubicBezTo>
                    <a:pt x="3235" y="468"/>
                    <a:pt x="3329" y="461"/>
                    <a:pt x="3421" y="461"/>
                  </a:cubicBezTo>
                  <a:close/>
                  <a:moveTo>
                    <a:pt x="3845" y="9082"/>
                  </a:moveTo>
                  <a:lnTo>
                    <a:pt x="3845" y="10223"/>
                  </a:lnTo>
                  <a:lnTo>
                    <a:pt x="2998" y="10223"/>
                  </a:lnTo>
                  <a:lnTo>
                    <a:pt x="2998" y="9082"/>
                  </a:lnTo>
                  <a:cubicBezTo>
                    <a:pt x="3140" y="9090"/>
                    <a:pt x="3283" y="9099"/>
                    <a:pt x="3426" y="9099"/>
                  </a:cubicBezTo>
                  <a:lnTo>
                    <a:pt x="3444" y="9099"/>
                  </a:lnTo>
                  <a:cubicBezTo>
                    <a:pt x="3578" y="9099"/>
                    <a:pt x="3720" y="9090"/>
                    <a:pt x="3845" y="9082"/>
                  </a:cubicBezTo>
                  <a:close/>
                  <a:moveTo>
                    <a:pt x="5058" y="10696"/>
                  </a:moveTo>
                  <a:cubicBezTo>
                    <a:pt x="5210" y="10696"/>
                    <a:pt x="5335" y="10821"/>
                    <a:pt x="5326" y="10982"/>
                  </a:cubicBezTo>
                  <a:cubicBezTo>
                    <a:pt x="5317" y="11124"/>
                    <a:pt x="5192" y="11231"/>
                    <a:pt x="5041" y="11231"/>
                  </a:cubicBezTo>
                  <a:lnTo>
                    <a:pt x="1811" y="11231"/>
                  </a:lnTo>
                  <a:cubicBezTo>
                    <a:pt x="1668" y="11231"/>
                    <a:pt x="1544" y="11124"/>
                    <a:pt x="1535" y="10982"/>
                  </a:cubicBezTo>
                  <a:cubicBezTo>
                    <a:pt x="1526" y="10821"/>
                    <a:pt x="1651" y="10696"/>
                    <a:pt x="1802" y="10696"/>
                  </a:cubicBezTo>
                  <a:close/>
                  <a:moveTo>
                    <a:pt x="3415" y="1"/>
                  </a:moveTo>
                  <a:cubicBezTo>
                    <a:pt x="2125" y="1"/>
                    <a:pt x="1080" y="1049"/>
                    <a:pt x="1080" y="2337"/>
                  </a:cubicBezTo>
                  <a:lnTo>
                    <a:pt x="1080" y="3542"/>
                  </a:lnTo>
                  <a:lnTo>
                    <a:pt x="553" y="3542"/>
                  </a:lnTo>
                  <a:cubicBezTo>
                    <a:pt x="250" y="3542"/>
                    <a:pt x="0" y="3791"/>
                    <a:pt x="0" y="4095"/>
                  </a:cubicBezTo>
                  <a:lnTo>
                    <a:pt x="0" y="5709"/>
                  </a:lnTo>
                  <a:cubicBezTo>
                    <a:pt x="0" y="6619"/>
                    <a:pt x="366" y="7476"/>
                    <a:pt x="1008" y="8118"/>
                  </a:cubicBezTo>
                  <a:cubicBezTo>
                    <a:pt x="1437" y="8546"/>
                    <a:pt x="1963" y="8841"/>
                    <a:pt x="2525" y="8992"/>
                  </a:cubicBezTo>
                  <a:lnTo>
                    <a:pt x="2525" y="10223"/>
                  </a:lnTo>
                  <a:lnTo>
                    <a:pt x="1784" y="10223"/>
                  </a:lnTo>
                  <a:cubicBezTo>
                    <a:pt x="1347" y="10223"/>
                    <a:pt x="999" y="10580"/>
                    <a:pt x="1026" y="11017"/>
                  </a:cubicBezTo>
                  <a:cubicBezTo>
                    <a:pt x="1053" y="11401"/>
                    <a:pt x="1374" y="11704"/>
                    <a:pt x="1767" y="11704"/>
                  </a:cubicBezTo>
                  <a:lnTo>
                    <a:pt x="5058" y="11704"/>
                  </a:lnTo>
                  <a:cubicBezTo>
                    <a:pt x="5496" y="11704"/>
                    <a:pt x="5852" y="11347"/>
                    <a:pt x="5817" y="10910"/>
                  </a:cubicBezTo>
                  <a:cubicBezTo>
                    <a:pt x="5790" y="10527"/>
                    <a:pt x="5469" y="10223"/>
                    <a:pt x="5085" y="10223"/>
                  </a:cubicBezTo>
                  <a:lnTo>
                    <a:pt x="4318" y="10223"/>
                  </a:lnTo>
                  <a:lnTo>
                    <a:pt x="4318" y="8983"/>
                  </a:lnTo>
                  <a:cubicBezTo>
                    <a:pt x="5772" y="8591"/>
                    <a:pt x="6843" y="7244"/>
                    <a:pt x="6843" y="5665"/>
                  </a:cubicBezTo>
                  <a:lnTo>
                    <a:pt x="6843" y="4095"/>
                  </a:lnTo>
                  <a:cubicBezTo>
                    <a:pt x="6843" y="3791"/>
                    <a:pt x="6593" y="3542"/>
                    <a:pt x="6290" y="3542"/>
                  </a:cubicBezTo>
                  <a:lnTo>
                    <a:pt x="5772" y="3542"/>
                  </a:lnTo>
                  <a:lnTo>
                    <a:pt x="5772" y="2364"/>
                  </a:lnTo>
                  <a:cubicBezTo>
                    <a:pt x="5772" y="1178"/>
                    <a:pt x="4889" y="152"/>
                    <a:pt x="3702" y="18"/>
                  </a:cubicBezTo>
                  <a:cubicBezTo>
                    <a:pt x="3606" y="6"/>
                    <a:pt x="3510" y="1"/>
                    <a:pt x="3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70"/>
            <p:cNvSpPr/>
            <p:nvPr/>
          </p:nvSpPr>
          <p:spPr>
            <a:xfrm>
              <a:off x="6283908" y="3987809"/>
              <a:ext cx="18019" cy="13891"/>
            </a:xfrm>
            <a:custGeom>
              <a:avLst/>
              <a:gdLst/>
              <a:ahLst/>
              <a:cxnLst/>
              <a:rect l="l" t="t" r="r" b="b"/>
              <a:pathLst>
                <a:path w="777" h="599" extrusionOk="0">
                  <a:moveTo>
                    <a:pt x="393" y="1"/>
                  </a:moveTo>
                  <a:cubicBezTo>
                    <a:pt x="0" y="1"/>
                    <a:pt x="0" y="598"/>
                    <a:pt x="393" y="598"/>
                  </a:cubicBezTo>
                  <a:cubicBezTo>
                    <a:pt x="776" y="598"/>
                    <a:pt x="776" y="1"/>
                    <a:pt x="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70"/>
            <p:cNvSpPr/>
            <p:nvPr/>
          </p:nvSpPr>
          <p:spPr>
            <a:xfrm>
              <a:off x="6283908" y="4015940"/>
              <a:ext cx="18019" cy="13891"/>
            </a:xfrm>
            <a:custGeom>
              <a:avLst/>
              <a:gdLst/>
              <a:ahLst/>
              <a:cxnLst/>
              <a:rect l="l" t="t" r="r" b="b"/>
              <a:pathLst>
                <a:path w="777" h="599" extrusionOk="0">
                  <a:moveTo>
                    <a:pt x="393" y="1"/>
                  </a:moveTo>
                  <a:cubicBezTo>
                    <a:pt x="0" y="1"/>
                    <a:pt x="0" y="598"/>
                    <a:pt x="393" y="598"/>
                  </a:cubicBezTo>
                  <a:cubicBezTo>
                    <a:pt x="776" y="598"/>
                    <a:pt x="776" y="1"/>
                    <a:pt x="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70"/>
            <p:cNvSpPr/>
            <p:nvPr/>
          </p:nvSpPr>
          <p:spPr>
            <a:xfrm>
              <a:off x="6305615" y="4002095"/>
              <a:ext cx="17833" cy="13868"/>
            </a:xfrm>
            <a:custGeom>
              <a:avLst/>
              <a:gdLst/>
              <a:ahLst/>
              <a:cxnLst/>
              <a:rect l="l" t="t" r="r" b="b"/>
              <a:pathLst>
                <a:path w="769" h="598" extrusionOk="0">
                  <a:moveTo>
                    <a:pt x="384" y="0"/>
                  </a:moveTo>
                  <a:cubicBezTo>
                    <a:pt x="1" y="0"/>
                    <a:pt x="1" y="598"/>
                    <a:pt x="384" y="598"/>
                  </a:cubicBezTo>
                  <a:cubicBezTo>
                    <a:pt x="768" y="598"/>
                    <a:pt x="768" y="0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6" name="Google Shape;4846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PPT</a:t>
            </a:r>
            <a:r>
              <a:rPr lang="ko-KR" altLang="en-US" dirty="0"/>
              <a:t>사용 아이콘</a:t>
            </a:r>
            <a:r>
              <a:rPr lang="en-US" altLang="ko-KR" dirty="0"/>
              <a:t>2</a:t>
            </a:r>
            <a:endParaRPr dirty="0"/>
          </a:p>
        </p:txBody>
      </p:sp>
      <p:grpSp>
        <p:nvGrpSpPr>
          <p:cNvPr id="4847" name="Google Shape;4847;p71"/>
          <p:cNvGrpSpPr/>
          <p:nvPr/>
        </p:nvGrpSpPr>
        <p:grpSpPr>
          <a:xfrm>
            <a:off x="3645795" y="1865304"/>
            <a:ext cx="415608" cy="481048"/>
            <a:chOff x="3627523" y="2750811"/>
            <a:chExt cx="341165" cy="394884"/>
          </a:xfrm>
        </p:grpSpPr>
        <p:sp>
          <p:nvSpPr>
            <p:cNvPr id="4848" name="Google Shape;4848;p71"/>
            <p:cNvSpPr/>
            <p:nvPr/>
          </p:nvSpPr>
          <p:spPr>
            <a:xfrm>
              <a:off x="3627523" y="2750811"/>
              <a:ext cx="341165" cy="394884"/>
            </a:xfrm>
            <a:custGeom>
              <a:avLst/>
              <a:gdLst/>
              <a:ahLst/>
              <a:cxnLst/>
              <a:rect l="l" t="t" r="r" b="b"/>
              <a:pathLst>
                <a:path w="7084" h="8199" extrusionOk="0">
                  <a:moveTo>
                    <a:pt x="3542" y="0"/>
                  </a:moveTo>
                  <a:cubicBezTo>
                    <a:pt x="3376" y="0"/>
                    <a:pt x="3205" y="19"/>
                    <a:pt x="3045" y="48"/>
                  </a:cubicBezTo>
                  <a:cubicBezTo>
                    <a:pt x="1970" y="267"/>
                    <a:pt x="1075" y="1182"/>
                    <a:pt x="538" y="2376"/>
                  </a:cubicBezTo>
                  <a:cubicBezTo>
                    <a:pt x="418" y="2654"/>
                    <a:pt x="319" y="2953"/>
                    <a:pt x="239" y="3251"/>
                  </a:cubicBezTo>
                  <a:cubicBezTo>
                    <a:pt x="120" y="3629"/>
                    <a:pt x="60" y="4047"/>
                    <a:pt x="20" y="4465"/>
                  </a:cubicBezTo>
                  <a:cubicBezTo>
                    <a:pt x="0" y="4664"/>
                    <a:pt x="0" y="4883"/>
                    <a:pt x="0" y="5102"/>
                  </a:cubicBezTo>
                  <a:cubicBezTo>
                    <a:pt x="20" y="5420"/>
                    <a:pt x="60" y="5758"/>
                    <a:pt x="140" y="6096"/>
                  </a:cubicBezTo>
                  <a:cubicBezTo>
                    <a:pt x="299" y="6673"/>
                    <a:pt x="597" y="7211"/>
                    <a:pt x="1154" y="7609"/>
                  </a:cubicBezTo>
                  <a:cubicBezTo>
                    <a:pt x="1612" y="7947"/>
                    <a:pt x="2308" y="8106"/>
                    <a:pt x="2985" y="8166"/>
                  </a:cubicBezTo>
                  <a:cubicBezTo>
                    <a:pt x="3206" y="8189"/>
                    <a:pt x="3428" y="8199"/>
                    <a:pt x="3633" y="8199"/>
                  </a:cubicBezTo>
                  <a:cubicBezTo>
                    <a:pt x="3778" y="8199"/>
                    <a:pt x="3916" y="8194"/>
                    <a:pt x="4039" y="8186"/>
                  </a:cubicBezTo>
                  <a:lnTo>
                    <a:pt x="4119" y="8186"/>
                  </a:lnTo>
                  <a:cubicBezTo>
                    <a:pt x="5790" y="8086"/>
                    <a:pt x="6646" y="7270"/>
                    <a:pt x="6944" y="6037"/>
                  </a:cubicBezTo>
                  <a:cubicBezTo>
                    <a:pt x="7004" y="5818"/>
                    <a:pt x="7044" y="5579"/>
                    <a:pt x="7064" y="5320"/>
                  </a:cubicBezTo>
                  <a:cubicBezTo>
                    <a:pt x="7084" y="5062"/>
                    <a:pt x="7064" y="4803"/>
                    <a:pt x="7064" y="4525"/>
                  </a:cubicBezTo>
                  <a:cubicBezTo>
                    <a:pt x="7024" y="4186"/>
                    <a:pt x="6944" y="3769"/>
                    <a:pt x="6825" y="3291"/>
                  </a:cubicBezTo>
                  <a:cubicBezTo>
                    <a:pt x="6765" y="3012"/>
                    <a:pt x="6686" y="2714"/>
                    <a:pt x="6566" y="2436"/>
                  </a:cubicBezTo>
                  <a:cubicBezTo>
                    <a:pt x="6128" y="1282"/>
                    <a:pt x="5372" y="167"/>
                    <a:pt x="4039" y="28"/>
                  </a:cubicBezTo>
                  <a:cubicBezTo>
                    <a:pt x="3940" y="8"/>
                    <a:pt x="3840" y="8"/>
                    <a:pt x="3721" y="8"/>
                  </a:cubicBezTo>
                  <a:cubicBezTo>
                    <a:pt x="3662" y="3"/>
                    <a:pt x="3602" y="0"/>
                    <a:pt x="3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71"/>
            <p:cNvSpPr/>
            <p:nvPr/>
          </p:nvSpPr>
          <p:spPr>
            <a:xfrm>
              <a:off x="3764249" y="2868568"/>
              <a:ext cx="67617" cy="48933"/>
            </a:xfrm>
            <a:custGeom>
              <a:avLst/>
              <a:gdLst/>
              <a:ahLst/>
              <a:cxnLst/>
              <a:rect l="l" t="t" r="r" b="b"/>
              <a:pathLst>
                <a:path w="1404" h="1016" extrusionOk="0">
                  <a:moveTo>
                    <a:pt x="685" y="1"/>
                  </a:moveTo>
                  <a:cubicBezTo>
                    <a:pt x="40" y="1"/>
                    <a:pt x="0" y="930"/>
                    <a:pt x="584" y="1005"/>
                  </a:cubicBezTo>
                  <a:cubicBezTo>
                    <a:pt x="630" y="1012"/>
                    <a:pt x="673" y="1015"/>
                    <a:pt x="714" y="1015"/>
                  </a:cubicBezTo>
                  <a:cubicBezTo>
                    <a:pt x="1402" y="1015"/>
                    <a:pt x="1403" y="123"/>
                    <a:pt x="802" y="10"/>
                  </a:cubicBezTo>
                  <a:cubicBezTo>
                    <a:pt x="761" y="4"/>
                    <a:pt x="722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71"/>
            <p:cNvSpPr/>
            <p:nvPr/>
          </p:nvSpPr>
          <p:spPr>
            <a:xfrm>
              <a:off x="3840920" y="2933732"/>
              <a:ext cx="67857" cy="49752"/>
            </a:xfrm>
            <a:custGeom>
              <a:avLst/>
              <a:gdLst/>
              <a:ahLst/>
              <a:cxnLst/>
              <a:rect l="l" t="t" r="r" b="b"/>
              <a:pathLst>
                <a:path w="1409" h="1033" extrusionOk="0">
                  <a:moveTo>
                    <a:pt x="685" y="1"/>
                  </a:moveTo>
                  <a:cubicBezTo>
                    <a:pt x="40" y="1"/>
                    <a:pt x="0" y="931"/>
                    <a:pt x="583" y="1025"/>
                  </a:cubicBezTo>
                  <a:cubicBezTo>
                    <a:pt x="622" y="1030"/>
                    <a:pt x="659" y="1032"/>
                    <a:pt x="694" y="1032"/>
                  </a:cubicBezTo>
                  <a:cubicBezTo>
                    <a:pt x="1401" y="1032"/>
                    <a:pt x="1409" y="124"/>
                    <a:pt x="802" y="10"/>
                  </a:cubicBezTo>
                  <a:cubicBezTo>
                    <a:pt x="761" y="4"/>
                    <a:pt x="722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71"/>
            <p:cNvSpPr/>
            <p:nvPr/>
          </p:nvSpPr>
          <p:spPr>
            <a:xfrm>
              <a:off x="3682810" y="2937585"/>
              <a:ext cx="67617" cy="49848"/>
            </a:xfrm>
            <a:custGeom>
              <a:avLst/>
              <a:gdLst/>
              <a:ahLst/>
              <a:cxnLst/>
              <a:rect l="l" t="t" r="r" b="b"/>
              <a:pathLst>
                <a:path w="1404" h="1035" extrusionOk="0">
                  <a:moveTo>
                    <a:pt x="685" y="0"/>
                  </a:moveTo>
                  <a:cubicBezTo>
                    <a:pt x="40" y="0"/>
                    <a:pt x="0" y="931"/>
                    <a:pt x="583" y="1025"/>
                  </a:cubicBezTo>
                  <a:cubicBezTo>
                    <a:pt x="629" y="1031"/>
                    <a:pt x="671" y="1034"/>
                    <a:pt x="712" y="1034"/>
                  </a:cubicBezTo>
                  <a:cubicBezTo>
                    <a:pt x="1401" y="1034"/>
                    <a:pt x="1404" y="123"/>
                    <a:pt x="802" y="10"/>
                  </a:cubicBezTo>
                  <a:cubicBezTo>
                    <a:pt x="761" y="3"/>
                    <a:pt x="722" y="0"/>
                    <a:pt x="6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71"/>
            <p:cNvSpPr/>
            <p:nvPr/>
          </p:nvSpPr>
          <p:spPr>
            <a:xfrm>
              <a:off x="3770269" y="2750811"/>
              <a:ext cx="58900" cy="35351"/>
            </a:xfrm>
            <a:custGeom>
              <a:avLst/>
              <a:gdLst/>
              <a:ahLst/>
              <a:cxnLst/>
              <a:rect l="l" t="t" r="r" b="b"/>
              <a:pathLst>
                <a:path w="1223" h="734" extrusionOk="0">
                  <a:moveTo>
                    <a:pt x="578" y="0"/>
                  </a:moveTo>
                  <a:cubicBezTo>
                    <a:pt x="412" y="0"/>
                    <a:pt x="241" y="19"/>
                    <a:pt x="81" y="48"/>
                  </a:cubicBezTo>
                  <a:cubicBezTo>
                    <a:pt x="1" y="327"/>
                    <a:pt x="120" y="685"/>
                    <a:pt x="459" y="724"/>
                  </a:cubicBezTo>
                  <a:cubicBezTo>
                    <a:pt x="504" y="731"/>
                    <a:pt x="546" y="734"/>
                    <a:pt x="587" y="734"/>
                  </a:cubicBezTo>
                  <a:cubicBezTo>
                    <a:pt x="1064" y="734"/>
                    <a:pt x="1222" y="322"/>
                    <a:pt x="1075" y="28"/>
                  </a:cubicBezTo>
                  <a:cubicBezTo>
                    <a:pt x="976" y="8"/>
                    <a:pt x="876" y="8"/>
                    <a:pt x="757" y="8"/>
                  </a:cubicBezTo>
                  <a:cubicBezTo>
                    <a:pt x="698" y="3"/>
                    <a:pt x="638" y="0"/>
                    <a:pt x="5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71"/>
            <p:cNvSpPr/>
            <p:nvPr/>
          </p:nvSpPr>
          <p:spPr>
            <a:xfrm>
              <a:off x="3841835" y="2793820"/>
              <a:ext cx="67906" cy="49752"/>
            </a:xfrm>
            <a:custGeom>
              <a:avLst/>
              <a:gdLst/>
              <a:ahLst/>
              <a:cxnLst/>
              <a:rect l="l" t="t" r="r" b="b"/>
              <a:pathLst>
                <a:path w="1410" h="1033" extrusionOk="0">
                  <a:moveTo>
                    <a:pt x="686" y="1"/>
                  </a:moveTo>
                  <a:cubicBezTo>
                    <a:pt x="40" y="1"/>
                    <a:pt x="1" y="931"/>
                    <a:pt x="584" y="1025"/>
                  </a:cubicBezTo>
                  <a:cubicBezTo>
                    <a:pt x="623" y="1030"/>
                    <a:pt x="660" y="1032"/>
                    <a:pt x="695" y="1032"/>
                  </a:cubicBezTo>
                  <a:cubicBezTo>
                    <a:pt x="1402" y="1032"/>
                    <a:pt x="1410" y="124"/>
                    <a:pt x="803" y="10"/>
                  </a:cubicBezTo>
                  <a:cubicBezTo>
                    <a:pt x="762" y="4"/>
                    <a:pt x="723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71"/>
            <p:cNvSpPr/>
            <p:nvPr/>
          </p:nvSpPr>
          <p:spPr>
            <a:xfrm>
              <a:off x="3683725" y="2797673"/>
              <a:ext cx="67665" cy="49848"/>
            </a:xfrm>
            <a:custGeom>
              <a:avLst/>
              <a:gdLst/>
              <a:ahLst/>
              <a:cxnLst/>
              <a:rect l="l" t="t" r="r" b="b"/>
              <a:pathLst>
                <a:path w="1405" h="1035" extrusionOk="0">
                  <a:moveTo>
                    <a:pt x="683" y="1"/>
                  </a:moveTo>
                  <a:cubicBezTo>
                    <a:pt x="23" y="1"/>
                    <a:pt x="0" y="931"/>
                    <a:pt x="564" y="1025"/>
                  </a:cubicBezTo>
                  <a:cubicBezTo>
                    <a:pt x="611" y="1031"/>
                    <a:pt x="655" y="1035"/>
                    <a:pt x="696" y="1035"/>
                  </a:cubicBezTo>
                  <a:cubicBezTo>
                    <a:pt x="1402" y="1035"/>
                    <a:pt x="1405" y="123"/>
                    <a:pt x="803" y="10"/>
                  </a:cubicBezTo>
                  <a:cubicBezTo>
                    <a:pt x="761" y="4"/>
                    <a:pt x="721" y="1"/>
                    <a:pt x="6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71"/>
            <p:cNvSpPr/>
            <p:nvPr/>
          </p:nvSpPr>
          <p:spPr>
            <a:xfrm>
              <a:off x="3763286" y="3000822"/>
              <a:ext cx="68387" cy="49704"/>
            </a:xfrm>
            <a:custGeom>
              <a:avLst/>
              <a:gdLst/>
              <a:ahLst/>
              <a:cxnLst/>
              <a:rect l="l" t="t" r="r" b="b"/>
              <a:pathLst>
                <a:path w="1420" h="1032" extrusionOk="0">
                  <a:moveTo>
                    <a:pt x="685" y="1"/>
                  </a:moveTo>
                  <a:cubicBezTo>
                    <a:pt x="40" y="1"/>
                    <a:pt x="0" y="931"/>
                    <a:pt x="584" y="1025"/>
                  </a:cubicBezTo>
                  <a:cubicBezTo>
                    <a:pt x="623" y="1030"/>
                    <a:pt x="661" y="1032"/>
                    <a:pt x="697" y="1032"/>
                  </a:cubicBezTo>
                  <a:cubicBezTo>
                    <a:pt x="1420" y="1032"/>
                    <a:pt x="1409" y="124"/>
                    <a:pt x="803" y="10"/>
                  </a:cubicBezTo>
                  <a:cubicBezTo>
                    <a:pt x="761" y="4"/>
                    <a:pt x="722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71"/>
            <p:cNvSpPr/>
            <p:nvPr/>
          </p:nvSpPr>
          <p:spPr>
            <a:xfrm>
              <a:off x="3912774" y="2996969"/>
              <a:ext cx="54951" cy="48789"/>
            </a:xfrm>
            <a:custGeom>
              <a:avLst/>
              <a:gdLst/>
              <a:ahLst/>
              <a:cxnLst/>
              <a:rect l="l" t="t" r="r" b="b"/>
              <a:pathLst>
                <a:path w="1141" h="1013" extrusionOk="0">
                  <a:moveTo>
                    <a:pt x="685" y="1"/>
                  </a:moveTo>
                  <a:cubicBezTo>
                    <a:pt x="40" y="1"/>
                    <a:pt x="0" y="930"/>
                    <a:pt x="584" y="1005"/>
                  </a:cubicBezTo>
                  <a:cubicBezTo>
                    <a:pt x="626" y="1010"/>
                    <a:pt x="667" y="1012"/>
                    <a:pt x="706" y="1012"/>
                  </a:cubicBezTo>
                  <a:cubicBezTo>
                    <a:pt x="834" y="1012"/>
                    <a:pt x="945" y="987"/>
                    <a:pt x="1021" y="926"/>
                  </a:cubicBezTo>
                  <a:cubicBezTo>
                    <a:pt x="1081" y="707"/>
                    <a:pt x="1121" y="468"/>
                    <a:pt x="1141" y="209"/>
                  </a:cubicBezTo>
                  <a:cubicBezTo>
                    <a:pt x="1061" y="110"/>
                    <a:pt x="962" y="30"/>
                    <a:pt x="802" y="10"/>
                  </a:cubicBezTo>
                  <a:cubicBezTo>
                    <a:pt x="761" y="4"/>
                    <a:pt x="722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71"/>
            <p:cNvSpPr/>
            <p:nvPr/>
          </p:nvSpPr>
          <p:spPr>
            <a:xfrm>
              <a:off x="3627523" y="2994898"/>
              <a:ext cx="44163" cy="49704"/>
            </a:xfrm>
            <a:custGeom>
              <a:avLst/>
              <a:gdLst/>
              <a:ahLst/>
              <a:cxnLst/>
              <a:rect l="l" t="t" r="r" b="b"/>
              <a:pathLst>
                <a:path w="917" h="1032" extrusionOk="0">
                  <a:moveTo>
                    <a:pt x="175" y="1"/>
                  </a:moveTo>
                  <a:cubicBezTo>
                    <a:pt x="117" y="1"/>
                    <a:pt x="59" y="10"/>
                    <a:pt x="0" y="34"/>
                  </a:cubicBezTo>
                  <a:cubicBezTo>
                    <a:pt x="20" y="352"/>
                    <a:pt x="60" y="690"/>
                    <a:pt x="140" y="1028"/>
                  </a:cubicBezTo>
                  <a:cubicBezTo>
                    <a:pt x="163" y="1030"/>
                    <a:pt x="185" y="1031"/>
                    <a:pt x="207" y="1031"/>
                  </a:cubicBezTo>
                  <a:cubicBezTo>
                    <a:pt x="916" y="1031"/>
                    <a:pt x="917" y="110"/>
                    <a:pt x="299" y="14"/>
                  </a:cubicBezTo>
                  <a:cubicBezTo>
                    <a:pt x="258" y="5"/>
                    <a:pt x="216" y="1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71"/>
            <p:cNvSpPr/>
            <p:nvPr/>
          </p:nvSpPr>
          <p:spPr>
            <a:xfrm>
              <a:off x="3903190" y="2866690"/>
              <a:ext cx="53024" cy="48981"/>
            </a:xfrm>
            <a:custGeom>
              <a:avLst/>
              <a:gdLst/>
              <a:ahLst/>
              <a:cxnLst/>
              <a:rect l="l" t="t" r="r" b="b"/>
              <a:pathLst>
                <a:path w="1101" h="1017" extrusionOk="0">
                  <a:moveTo>
                    <a:pt x="685" y="0"/>
                  </a:moveTo>
                  <a:cubicBezTo>
                    <a:pt x="40" y="0"/>
                    <a:pt x="0" y="929"/>
                    <a:pt x="584" y="1004"/>
                  </a:cubicBezTo>
                  <a:cubicBezTo>
                    <a:pt x="635" y="1013"/>
                    <a:pt x="683" y="1017"/>
                    <a:pt x="728" y="1017"/>
                  </a:cubicBezTo>
                  <a:cubicBezTo>
                    <a:pt x="895" y="1017"/>
                    <a:pt x="1023" y="963"/>
                    <a:pt x="1101" y="885"/>
                  </a:cubicBezTo>
                  <a:cubicBezTo>
                    <a:pt x="1041" y="606"/>
                    <a:pt x="962" y="308"/>
                    <a:pt x="842" y="30"/>
                  </a:cubicBezTo>
                  <a:cubicBezTo>
                    <a:pt x="822" y="10"/>
                    <a:pt x="822" y="10"/>
                    <a:pt x="802" y="10"/>
                  </a:cubicBezTo>
                  <a:cubicBezTo>
                    <a:pt x="761" y="3"/>
                    <a:pt x="722" y="0"/>
                    <a:pt x="6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71"/>
            <p:cNvSpPr/>
            <p:nvPr/>
          </p:nvSpPr>
          <p:spPr>
            <a:xfrm>
              <a:off x="3639033" y="2865197"/>
              <a:ext cx="52928" cy="49415"/>
            </a:xfrm>
            <a:custGeom>
              <a:avLst/>
              <a:gdLst/>
              <a:ahLst/>
              <a:cxnLst/>
              <a:rect l="l" t="t" r="r" b="b"/>
              <a:pathLst>
                <a:path w="1099" h="1026" extrusionOk="0">
                  <a:moveTo>
                    <a:pt x="299" y="1"/>
                  </a:moveTo>
                  <a:cubicBezTo>
                    <a:pt x="179" y="279"/>
                    <a:pt x="80" y="578"/>
                    <a:pt x="0" y="876"/>
                  </a:cubicBezTo>
                  <a:cubicBezTo>
                    <a:pt x="60" y="936"/>
                    <a:pt x="159" y="996"/>
                    <a:pt x="279" y="1016"/>
                  </a:cubicBezTo>
                  <a:cubicBezTo>
                    <a:pt x="324" y="1022"/>
                    <a:pt x="367" y="1025"/>
                    <a:pt x="407" y="1025"/>
                  </a:cubicBezTo>
                  <a:cubicBezTo>
                    <a:pt x="1097" y="1025"/>
                    <a:pt x="1099" y="115"/>
                    <a:pt x="498" y="21"/>
                  </a:cubicBezTo>
                  <a:cubicBezTo>
                    <a:pt x="418" y="1"/>
                    <a:pt x="358" y="1"/>
                    <a:pt x="2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71"/>
            <p:cNvSpPr/>
            <p:nvPr/>
          </p:nvSpPr>
          <p:spPr>
            <a:xfrm>
              <a:off x="3681847" y="3060255"/>
              <a:ext cx="68387" cy="48885"/>
            </a:xfrm>
            <a:custGeom>
              <a:avLst/>
              <a:gdLst/>
              <a:ahLst/>
              <a:cxnLst/>
              <a:rect l="l" t="t" r="r" b="b"/>
              <a:pathLst>
                <a:path w="1420" h="1015" extrusionOk="0">
                  <a:moveTo>
                    <a:pt x="685" y="0"/>
                  </a:moveTo>
                  <a:cubicBezTo>
                    <a:pt x="40" y="0"/>
                    <a:pt x="0" y="929"/>
                    <a:pt x="584" y="1004"/>
                  </a:cubicBezTo>
                  <a:cubicBezTo>
                    <a:pt x="631" y="1011"/>
                    <a:pt x="675" y="1014"/>
                    <a:pt x="717" y="1014"/>
                  </a:cubicBezTo>
                  <a:cubicBezTo>
                    <a:pt x="1419" y="1014"/>
                    <a:pt x="1403" y="122"/>
                    <a:pt x="802" y="10"/>
                  </a:cubicBezTo>
                  <a:cubicBezTo>
                    <a:pt x="761" y="3"/>
                    <a:pt x="722" y="0"/>
                    <a:pt x="6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71"/>
            <p:cNvSpPr/>
            <p:nvPr/>
          </p:nvSpPr>
          <p:spPr>
            <a:xfrm>
              <a:off x="3839956" y="3061170"/>
              <a:ext cx="68387" cy="48933"/>
            </a:xfrm>
            <a:custGeom>
              <a:avLst/>
              <a:gdLst/>
              <a:ahLst/>
              <a:cxnLst/>
              <a:rect l="l" t="t" r="r" b="b"/>
              <a:pathLst>
                <a:path w="1420" h="1016" extrusionOk="0">
                  <a:moveTo>
                    <a:pt x="685" y="1"/>
                  </a:moveTo>
                  <a:cubicBezTo>
                    <a:pt x="40" y="1"/>
                    <a:pt x="0" y="930"/>
                    <a:pt x="583" y="1005"/>
                  </a:cubicBezTo>
                  <a:cubicBezTo>
                    <a:pt x="630" y="1012"/>
                    <a:pt x="673" y="1015"/>
                    <a:pt x="715" y="1015"/>
                  </a:cubicBezTo>
                  <a:cubicBezTo>
                    <a:pt x="1419" y="1015"/>
                    <a:pt x="1404" y="105"/>
                    <a:pt x="802" y="11"/>
                  </a:cubicBezTo>
                  <a:cubicBezTo>
                    <a:pt x="761" y="4"/>
                    <a:pt x="722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71"/>
            <p:cNvSpPr/>
            <p:nvPr/>
          </p:nvSpPr>
          <p:spPr>
            <a:xfrm>
              <a:off x="3770365" y="3116894"/>
              <a:ext cx="53650" cy="28801"/>
            </a:xfrm>
            <a:custGeom>
              <a:avLst/>
              <a:gdLst/>
              <a:ahLst/>
              <a:cxnLst/>
              <a:rect l="l" t="t" r="r" b="b"/>
              <a:pathLst>
                <a:path w="1114" h="598" extrusionOk="0">
                  <a:moveTo>
                    <a:pt x="548" y="0"/>
                  </a:moveTo>
                  <a:cubicBezTo>
                    <a:pt x="167" y="0"/>
                    <a:pt x="1" y="291"/>
                    <a:pt x="19" y="565"/>
                  </a:cubicBezTo>
                  <a:cubicBezTo>
                    <a:pt x="240" y="588"/>
                    <a:pt x="462" y="598"/>
                    <a:pt x="667" y="598"/>
                  </a:cubicBezTo>
                  <a:cubicBezTo>
                    <a:pt x="812" y="598"/>
                    <a:pt x="950" y="593"/>
                    <a:pt x="1073" y="585"/>
                  </a:cubicBezTo>
                  <a:cubicBezTo>
                    <a:pt x="1113" y="326"/>
                    <a:pt x="954" y="67"/>
                    <a:pt x="656" y="8"/>
                  </a:cubicBezTo>
                  <a:cubicBezTo>
                    <a:pt x="618" y="3"/>
                    <a:pt x="582" y="0"/>
                    <a:pt x="5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3" name="Google Shape;4863;p71"/>
          <p:cNvGrpSpPr/>
          <p:nvPr/>
        </p:nvGrpSpPr>
        <p:grpSpPr>
          <a:xfrm>
            <a:off x="3645803" y="2558641"/>
            <a:ext cx="415601" cy="481015"/>
            <a:chOff x="3627616" y="3274779"/>
            <a:chExt cx="415601" cy="481015"/>
          </a:xfrm>
        </p:grpSpPr>
        <p:sp>
          <p:nvSpPr>
            <p:cNvPr id="4864" name="Google Shape;4864;p71"/>
            <p:cNvSpPr/>
            <p:nvPr/>
          </p:nvSpPr>
          <p:spPr>
            <a:xfrm>
              <a:off x="3627616" y="3274779"/>
              <a:ext cx="415601" cy="481015"/>
            </a:xfrm>
            <a:custGeom>
              <a:avLst/>
              <a:gdLst/>
              <a:ahLst/>
              <a:cxnLst/>
              <a:rect l="l" t="t" r="r" b="b"/>
              <a:pathLst>
                <a:path w="7084" h="8199" extrusionOk="0">
                  <a:moveTo>
                    <a:pt x="3553" y="0"/>
                  </a:moveTo>
                  <a:cubicBezTo>
                    <a:pt x="3385" y="0"/>
                    <a:pt x="3224" y="19"/>
                    <a:pt x="3064" y="48"/>
                  </a:cubicBezTo>
                  <a:cubicBezTo>
                    <a:pt x="1990" y="267"/>
                    <a:pt x="1094" y="1182"/>
                    <a:pt x="557" y="2376"/>
                  </a:cubicBezTo>
                  <a:cubicBezTo>
                    <a:pt x="418" y="2654"/>
                    <a:pt x="318" y="2933"/>
                    <a:pt x="239" y="3231"/>
                  </a:cubicBezTo>
                  <a:cubicBezTo>
                    <a:pt x="139" y="3629"/>
                    <a:pt x="60" y="4027"/>
                    <a:pt x="20" y="4465"/>
                  </a:cubicBezTo>
                  <a:cubicBezTo>
                    <a:pt x="20" y="4664"/>
                    <a:pt x="0" y="4883"/>
                    <a:pt x="20" y="5102"/>
                  </a:cubicBezTo>
                  <a:cubicBezTo>
                    <a:pt x="20" y="5420"/>
                    <a:pt x="60" y="5758"/>
                    <a:pt x="159" y="6097"/>
                  </a:cubicBezTo>
                  <a:cubicBezTo>
                    <a:pt x="318" y="6654"/>
                    <a:pt x="617" y="7211"/>
                    <a:pt x="1154" y="7609"/>
                  </a:cubicBezTo>
                  <a:cubicBezTo>
                    <a:pt x="1612" y="7927"/>
                    <a:pt x="2308" y="8106"/>
                    <a:pt x="2985" y="8166"/>
                  </a:cubicBezTo>
                  <a:cubicBezTo>
                    <a:pt x="3206" y="8189"/>
                    <a:pt x="3427" y="8199"/>
                    <a:pt x="3637" y="8199"/>
                  </a:cubicBezTo>
                  <a:cubicBezTo>
                    <a:pt x="3785" y="8199"/>
                    <a:pt x="3927" y="8194"/>
                    <a:pt x="4059" y="8186"/>
                  </a:cubicBezTo>
                  <a:lnTo>
                    <a:pt x="4119" y="8186"/>
                  </a:lnTo>
                  <a:cubicBezTo>
                    <a:pt x="5810" y="8086"/>
                    <a:pt x="6665" y="7270"/>
                    <a:pt x="6964" y="6037"/>
                  </a:cubicBezTo>
                  <a:cubicBezTo>
                    <a:pt x="7023" y="5818"/>
                    <a:pt x="7043" y="5559"/>
                    <a:pt x="7063" y="5321"/>
                  </a:cubicBezTo>
                  <a:cubicBezTo>
                    <a:pt x="7083" y="5062"/>
                    <a:pt x="7083" y="4803"/>
                    <a:pt x="7063" y="4525"/>
                  </a:cubicBezTo>
                  <a:cubicBezTo>
                    <a:pt x="7023" y="4186"/>
                    <a:pt x="6964" y="3749"/>
                    <a:pt x="6844" y="3291"/>
                  </a:cubicBezTo>
                  <a:cubicBezTo>
                    <a:pt x="6785" y="3013"/>
                    <a:pt x="6685" y="2714"/>
                    <a:pt x="6586" y="2436"/>
                  </a:cubicBezTo>
                  <a:cubicBezTo>
                    <a:pt x="6148" y="1282"/>
                    <a:pt x="5372" y="167"/>
                    <a:pt x="4059" y="28"/>
                  </a:cubicBezTo>
                  <a:cubicBezTo>
                    <a:pt x="3959" y="8"/>
                    <a:pt x="3860" y="8"/>
                    <a:pt x="3741" y="8"/>
                  </a:cubicBezTo>
                  <a:cubicBezTo>
                    <a:pt x="3677" y="3"/>
                    <a:pt x="3614" y="0"/>
                    <a:pt x="35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71"/>
            <p:cNvSpPr/>
            <p:nvPr/>
          </p:nvSpPr>
          <p:spPr>
            <a:xfrm>
              <a:off x="3795229" y="3418221"/>
              <a:ext cx="82252" cy="59606"/>
            </a:xfrm>
            <a:custGeom>
              <a:avLst/>
              <a:gdLst/>
              <a:ahLst/>
              <a:cxnLst/>
              <a:rect l="l" t="t" r="r" b="b"/>
              <a:pathLst>
                <a:path w="1402" h="1016" extrusionOk="0">
                  <a:moveTo>
                    <a:pt x="667" y="1"/>
                  </a:moveTo>
                  <a:cubicBezTo>
                    <a:pt x="23" y="1"/>
                    <a:pt x="1" y="930"/>
                    <a:pt x="565" y="1005"/>
                  </a:cubicBezTo>
                  <a:cubicBezTo>
                    <a:pt x="612" y="1012"/>
                    <a:pt x="655" y="1015"/>
                    <a:pt x="697" y="1015"/>
                  </a:cubicBezTo>
                  <a:cubicBezTo>
                    <a:pt x="1401" y="1015"/>
                    <a:pt x="1385" y="104"/>
                    <a:pt x="784" y="11"/>
                  </a:cubicBezTo>
                  <a:cubicBezTo>
                    <a:pt x="743" y="4"/>
                    <a:pt x="704" y="1"/>
                    <a:pt x="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71"/>
            <p:cNvSpPr/>
            <p:nvPr/>
          </p:nvSpPr>
          <p:spPr>
            <a:xfrm>
              <a:off x="3888627" y="3497598"/>
              <a:ext cx="82428" cy="59606"/>
            </a:xfrm>
            <a:custGeom>
              <a:avLst/>
              <a:gdLst/>
              <a:ahLst/>
              <a:cxnLst/>
              <a:rect l="l" t="t" r="r" b="b"/>
              <a:pathLst>
                <a:path w="1405" h="1016" extrusionOk="0">
                  <a:moveTo>
                    <a:pt x="683" y="1"/>
                  </a:moveTo>
                  <a:cubicBezTo>
                    <a:pt x="23" y="1"/>
                    <a:pt x="1" y="930"/>
                    <a:pt x="565" y="1005"/>
                  </a:cubicBezTo>
                  <a:cubicBezTo>
                    <a:pt x="612" y="1012"/>
                    <a:pt x="657" y="1015"/>
                    <a:pt x="699" y="1015"/>
                  </a:cubicBezTo>
                  <a:cubicBezTo>
                    <a:pt x="1403" y="1015"/>
                    <a:pt x="1404" y="123"/>
                    <a:pt x="804" y="10"/>
                  </a:cubicBezTo>
                  <a:cubicBezTo>
                    <a:pt x="761" y="4"/>
                    <a:pt x="721" y="1"/>
                    <a:pt x="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71"/>
            <p:cNvSpPr/>
            <p:nvPr/>
          </p:nvSpPr>
          <p:spPr>
            <a:xfrm>
              <a:off x="3696022" y="3502291"/>
              <a:ext cx="82193" cy="60721"/>
            </a:xfrm>
            <a:custGeom>
              <a:avLst/>
              <a:gdLst/>
              <a:ahLst/>
              <a:cxnLst/>
              <a:rect l="l" t="t" r="r" b="b"/>
              <a:pathLst>
                <a:path w="1401" h="1035" extrusionOk="0">
                  <a:moveTo>
                    <a:pt x="667" y="0"/>
                  </a:moveTo>
                  <a:cubicBezTo>
                    <a:pt x="23" y="0"/>
                    <a:pt x="1" y="931"/>
                    <a:pt x="565" y="1025"/>
                  </a:cubicBezTo>
                  <a:cubicBezTo>
                    <a:pt x="611" y="1031"/>
                    <a:pt x="655" y="1034"/>
                    <a:pt x="696" y="1034"/>
                  </a:cubicBezTo>
                  <a:cubicBezTo>
                    <a:pt x="1401" y="1034"/>
                    <a:pt x="1385" y="123"/>
                    <a:pt x="784" y="10"/>
                  </a:cubicBezTo>
                  <a:cubicBezTo>
                    <a:pt x="743" y="4"/>
                    <a:pt x="704" y="0"/>
                    <a:pt x="6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71"/>
            <p:cNvSpPr/>
            <p:nvPr/>
          </p:nvSpPr>
          <p:spPr>
            <a:xfrm>
              <a:off x="3801506" y="3274779"/>
              <a:ext cx="71809" cy="43062"/>
            </a:xfrm>
            <a:custGeom>
              <a:avLst/>
              <a:gdLst/>
              <a:ahLst/>
              <a:cxnLst/>
              <a:rect l="l" t="t" r="r" b="b"/>
              <a:pathLst>
                <a:path w="1224" h="734" extrusionOk="0">
                  <a:moveTo>
                    <a:pt x="589" y="0"/>
                  </a:moveTo>
                  <a:cubicBezTo>
                    <a:pt x="421" y="0"/>
                    <a:pt x="260" y="19"/>
                    <a:pt x="100" y="48"/>
                  </a:cubicBezTo>
                  <a:cubicBezTo>
                    <a:pt x="1" y="327"/>
                    <a:pt x="140" y="665"/>
                    <a:pt x="478" y="725"/>
                  </a:cubicBezTo>
                  <a:cubicBezTo>
                    <a:pt x="523" y="731"/>
                    <a:pt x="566" y="734"/>
                    <a:pt x="606" y="734"/>
                  </a:cubicBezTo>
                  <a:cubicBezTo>
                    <a:pt x="1081" y="734"/>
                    <a:pt x="1223" y="322"/>
                    <a:pt x="1095" y="28"/>
                  </a:cubicBezTo>
                  <a:cubicBezTo>
                    <a:pt x="995" y="8"/>
                    <a:pt x="896" y="8"/>
                    <a:pt x="777" y="8"/>
                  </a:cubicBezTo>
                  <a:cubicBezTo>
                    <a:pt x="713" y="3"/>
                    <a:pt x="650" y="0"/>
                    <a:pt x="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71"/>
            <p:cNvSpPr/>
            <p:nvPr/>
          </p:nvSpPr>
          <p:spPr>
            <a:xfrm>
              <a:off x="3888686" y="3327227"/>
              <a:ext cx="83308" cy="59548"/>
            </a:xfrm>
            <a:custGeom>
              <a:avLst/>
              <a:gdLst/>
              <a:ahLst/>
              <a:cxnLst/>
              <a:rect l="l" t="t" r="r" b="b"/>
              <a:pathLst>
                <a:path w="1420" h="1015" extrusionOk="0">
                  <a:moveTo>
                    <a:pt x="685" y="0"/>
                  </a:moveTo>
                  <a:cubicBezTo>
                    <a:pt x="40" y="0"/>
                    <a:pt x="1" y="929"/>
                    <a:pt x="584" y="1004"/>
                  </a:cubicBezTo>
                  <a:cubicBezTo>
                    <a:pt x="631" y="1011"/>
                    <a:pt x="676" y="1014"/>
                    <a:pt x="717" y="1014"/>
                  </a:cubicBezTo>
                  <a:cubicBezTo>
                    <a:pt x="1420" y="1014"/>
                    <a:pt x="1403" y="122"/>
                    <a:pt x="803" y="10"/>
                  </a:cubicBezTo>
                  <a:cubicBezTo>
                    <a:pt x="762" y="3"/>
                    <a:pt x="722" y="0"/>
                    <a:pt x="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71"/>
            <p:cNvSpPr/>
            <p:nvPr/>
          </p:nvSpPr>
          <p:spPr>
            <a:xfrm>
              <a:off x="3696081" y="3331862"/>
              <a:ext cx="83308" cy="60721"/>
            </a:xfrm>
            <a:custGeom>
              <a:avLst/>
              <a:gdLst/>
              <a:ahLst/>
              <a:cxnLst/>
              <a:rect l="l" t="t" r="r" b="b"/>
              <a:pathLst>
                <a:path w="1420" h="1035" extrusionOk="0">
                  <a:moveTo>
                    <a:pt x="685" y="1"/>
                  </a:moveTo>
                  <a:cubicBezTo>
                    <a:pt x="40" y="1"/>
                    <a:pt x="1" y="931"/>
                    <a:pt x="584" y="1025"/>
                  </a:cubicBezTo>
                  <a:cubicBezTo>
                    <a:pt x="630" y="1032"/>
                    <a:pt x="674" y="1035"/>
                    <a:pt x="715" y="1035"/>
                  </a:cubicBezTo>
                  <a:cubicBezTo>
                    <a:pt x="1420" y="1035"/>
                    <a:pt x="1404" y="123"/>
                    <a:pt x="803" y="10"/>
                  </a:cubicBezTo>
                  <a:cubicBezTo>
                    <a:pt x="762" y="4"/>
                    <a:pt x="72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71"/>
            <p:cNvSpPr/>
            <p:nvPr/>
          </p:nvSpPr>
          <p:spPr>
            <a:xfrm>
              <a:off x="3794055" y="3579322"/>
              <a:ext cx="82428" cy="59548"/>
            </a:xfrm>
            <a:custGeom>
              <a:avLst/>
              <a:gdLst/>
              <a:ahLst/>
              <a:cxnLst/>
              <a:rect l="l" t="t" r="r" b="b"/>
              <a:pathLst>
                <a:path w="1405" h="1015" extrusionOk="0">
                  <a:moveTo>
                    <a:pt x="684" y="1"/>
                  </a:moveTo>
                  <a:cubicBezTo>
                    <a:pt x="24" y="1"/>
                    <a:pt x="1" y="930"/>
                    <a:pt x="565" y="1005"/>
                  </a:cubicBezTo>
                  <a:cubicBezTo>
                    <a:pt x="612" y="1012"/>
                    <a:pt x="657" y="1015"/>
                    <a:pt x="699" y="1015"/>
                  </a:cubicBezTo>
                  <a:cubicBezTo>
                    <a:pt x="1403" y="1015"/>
                    <a:pt x="1405" y="123"/>
                    <a:pt x="804" y="10"/>
                  </a:cubicBezTo>
                  <a:cubicBezTo>
                    <a:pt x="762" y="4"/>
                    <a:pt x="722" y="1"/>
                    <a:pt x="6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71"/>
            <p:cNvSpPr/>
            <p:nvPr/>
          </p:nvSpPr>
          <p:spPr>
            <a:xfrm>
              <a:off x="3976159" y="3574687"/>
              <a:ext cx="65884" cy="59372"/>
            </a:xfrm>
            <a:custGeom>
              <a:avLst/>
              <a:gdLst/>
              <a:ahLst/>
              <a:cxnLst/>
              <a:rect l="l" t="t" r="r" b="b"/>
              <a:pathLst>
                <a:path w="1123" h="1012" extrusionOk="0">
                  <a:moveTo>
                    <a:pt x="684" y="0"/>
                  </a:moveTo>
                  <a:cubicBezTo>
                    <a:pt x="23" y="0"/>
                    <a:pt x="1" y="929"/>
                    <a:pt x="565" y="1004"/>
                  </a:cubicBezTo>
                  <a:cubicBezTo>
                    <a:pt x="612" y="1009"/>
                    <a:pt x="656" y="1012"/>
                    <a:pt x="697" y="1012"/>
                  </a:cubicBezTo>
                  <a:cubicBezTo>
                    <a:pt x="829" y="1012"/>
                    <a:pt x="932" y="986"/>
                    <a:pt x="1023" y="925"/>
                  </a:cubicBezTo>
                  <a:cubicBezTo>
                    <a:pt x="1082" y="706"/>
                    <a:pt x="1102" y="447"/>
                    <a:pt x="1122" y="209"/>
                  </a:cubicBezTo>
                  <a:cubicBezTo>
                    <a:pt x="1063" y="109"/>
                    <a:pt x="943" y="30"/>
                    <a:pt x="804" y="10"/>
                  </a:cubicBezTo>
                  <a:cubicBezTo>
                    <a:pt x="762" y="3"/>
                    <a:pt x="722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71"/>
            <p:cNvSpPr/>
            <p:nvPr/>
          </p:nvSpPr>
          <p:spPr>
            <a:xfrm>
              <a:off x="3628730" y="3572105"/>
              <a:ext cx="53739" cy="60545"/>
            </a:xfrm>
            <a:custGeom>
              <a:avLst/>
              <a:gdLst/>
              <a:ahLst/>
              <a:cxnLst/>
              <a:rect l="l" t="t" r="r" b="b"/>
              <a:pathLst>
                <a:path w="916" h="1032" extrusionOk="0">
                  <a:moveTo>
                    <a:pt x="161" y="1"/>
                  </a:moveTo>
                  <a:cubicBezTo>
                    <a:pt x="101" y="1"/>
                    <a:pt x="48" y="10"/>
                    <a:pt x="1" y="34"/>
                  </a:cubicBezTo>
                  <a:cubicBezTo>
                    <a:pt x="1" y="352"/>
                    <a:pt x="41" y="690"/>
                    <a:pt x="140" y="1029"/>
                  </a:cubicBezTo>
                  <a:cubicBezTo>
                    <a:pt x="163" y="1030"/>
                    <a:pt x="186" y="1031"/>
                    <a:pt x="207" y="1031"/>
                  </a:cubicBezTo>
                  <a:cubicBezTo>
                    <a:pt x="916" y="1031"/>
                    <a:pt x="898" y="110"/>
                    <a:pt x="299" y="14"/>
                  </a:cubicBezTo>
                  <a:cubicBezTo>
                    <a:pt x="250" y="6"/>
                    <a:pt x="204" y="1"/>
                    <a:pt x="1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71"/>
            <p:cNvSpPr/>
            <p:nvPr/>
          </p:nvSpPr>
          <p:spPr>
            <a:xfrm>
              <a:off x="3964543" y="3415933"/>
              <a:ext cx="64652" cy="59665"/>
            </a:xfrm>
            <a:custGeom>
              <a:avLst/>
              <a:gdLst/>
              <a:ahLst/>
              <a:cxnLst/>
              <a:rect l="l" t="t" r="r" b="b"/>
              <a:pathLst>
                <a:path w="1102" h="1017" extrusionOk="0">
                  <a:moveTo>
                    <a:pt x="685" y="0"/>
                  </a:moveTo>
                  <a:cubicBezTo>
                    <a:pt x="40" y="0"/>
                    <a:pt x="1" y="929"/>
                    <a:pt x="584" y="1005"/>
                  </a:cubicBezTo>
                  <a:cubicBezTo>
                    <a:pt x="635" y="1013"/>
                    <a:pt x="683" y="1017"/>
                    <a:pt x="729" y="1017"/>
                  </a:cubicBezTo>
                  <a:cubicBezTo>
                    <a:pt x="896" y="1017"/>
                    <a:pt x="1023" y="963"/>
                    <a:pt x="1101" y="885"/>
                  </a:cubicBezTo>
                  <a:cubicBezTo>
                    <a:pt x="1042" y="607"/>
                    <a:pt x="942" y="308"/>
                    <a:pt x="843" y="30"/>
                  </a:cubicBezTo>
                  <a:cubicBezTo>
                    <a:pt x="823" y="10"/>
                    <a:pt x="803" y="10"/>
                    <a:pt x="803" y="10"/>
                  </a:cubicBezTo>
                  <a:cubicBezTo>
                    <a:pt x="762" y="3"/>
                    <a:pt x="723" y="0"/>
                    <a:pt x="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71"/>
            <p:cNvSpPr/>
            <p:nvPr/>
          </p:nvSpPr>
          <p:spPr>
            <a:xfrm>
              <a:off x="3641579" y="3414114"/>
              <a:ext cx="65473" cy="60193"/>
            </a:xfrm>
            <a:custGeom>
              <a:avLst/>
              <a:gdLst/>
              <a:ahLst/>
              <a:cxnLst/>
              <a:rect l="l" t="t" r="r" b="b"/>
              <a:pathLst>
                <a:path w="1116" h="1026" extrusionOk="0">
                  <a:moveTo>
                    <a:pt x="319" y="1"/>
                  </a:moveTo>
                  <a:cubicBezTo>
                    <a:pt x="180" y="279"/>
                    <a:pt x="80" y="558"/>
                    <a:pt x="1" y="856"/>
                  </a:cubicBezTo>
                  <a:cubicBezTo>
                    <a:pt x="61" y="936"/>
                    <a:pt x="160" y="996"/>
                    <a:pt x="279" y="1016"/>
                  </a:cubicBezTo>
                  <a:cubicBezTo>
                    <a:pt x="326" y="1022"/>
                    <a:pt x="369" y="1025"/>
                    <a:pt x="411" y="1025"/>
                  </a:cubicBezTo>
                  <a:cubicBezTo>
                    <a:pt x="1115" y="1025"/>
                    <a:pt x="1101" y="115"/>
                    <a:pt x="518" y="21"/>
                  </a:cubicBezTo>
                  <a:cubicBezTo>
                    <a:pt x="439" y="1"/>
                    <a:pt x="379" y="1"/>
                    <a:pt x="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71"/>
            <p:cNvSpPr/>
            <p:nvPr/>
          </p:nvSpPr>
          <p:spPr>
            <a:xfrm>
              <a:off x="3694849" y="3651717"/>
              <a:ext cx="82487" cy="59548"/>
            </a:xfrm>
            <a:custGeom>
              <a:avLst/>
              <a:gdLst/>
              <a:ahLst/>
              <a:cxnLst/>
              <a:rect l="l" t="t" r="r" b="b"/>
              <a:pathLst>
                <a:path w="1406" h="1015" extrusionOk="0">
                  <a:moveTo>
                    <a:pt x="684" y="0"/>
                  </a:moveTo>
                  <a:cubicBezTo>
                    <a:pt x="23" y="0"/>
                    <a:pt x="1" y="929"/>
                    <a:pt x="565" y="1005"/>
                  </a:cubicBezTo>
                  <a:cubicBezTo>
                    <a:pt x="611" y="1011"/>
                    <a:pt x="655" y="1014"/>
                    <a:pt x="697" y="1014"/>
                  </a:cubicBezTo>
                  <a:cubicBezTo>
                    <a:pt x="1403" y="1014"/>
                    <a:pt x="1405" y="104"/>
                    <a:pt x="804" y="10"/>
                  </a:cubicBezTo>
                  <a:cubicBezTo>
                    <a:pt x="762" y="3"/>
                    <a:pt x="722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71"/>
            <p:cNvSpPr/>
            <p:nvPr/>
          </p:nvSpPr>
          <p:spPr>
            <a:xfrm>
              <a:off x="3887513" y="3652891"/>
              <a:ext cx="82428" cy="59548"/>
            </a:xfrm>
            <a:custGeom>
              <a:avLst/>
              <a:gdLst/>
              <a:ahLst/>
              <a:cxnLst/>
              <a:rect l="l" t="t" r="r" b="b"/>
              <a:pathLst>
                <a:path w="1405" h="1015" extrusionOk="0">
                  <a:moveTo>
                    <a:pt x="685" y="0"/>
                  </a:moveTo>
                  <a:cubicBezTo>
                    <a:pt x="40" y="0"/>
                    <a:pt x="1" y="929"/>
                    <a:pt x="584" y="1004"/>
                  </a:cubicBezTo>
                  <a:cubicBezTo>
                    <a:pt x="629" y="1011"/>
                    <a:pt x="672" y="1014"/>
                    <a:pt x="712" y="1014"/>
                  </a:cubicBezTo>
                  <a:cubicBezTo>
                    <a:pt x="1402" y="1014"/>
                    <a:pt x="1404" y="104"/>
                    <a:pt x="803" y="10"/>
                  </a:cubicBezTo>
                  <a:cubicBezTo>
                    <a:pt x="762" y="3"/>
                    <a:pt x="722" y="0"/>
                    <a:pt x="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71"/>
            <p:cNvSpPr/>
            <p:nvPr/>
          </p:nvSpPr>
          <p:spPr>
            <a:xfrm>
              <a:off x="3801624" y="3720710"/>
              <a:ext cx="65297" cy="35083"/>
            </a:xfrm>
            <a:custGeom>
              <a:avLst/>
              <a:gdLst/>
              <a:ahLst/>
              <a:cxnLst/>
              <a:rect l="l" t="t" r="r" b="b"/>
              <a:pathLst>
                <a:path w="1113" h="598" extrusionOk="0">
                  <a:moveTo>
                    <a:pt x="551" y="0"/>
                  </a:moveTo>
                  <a:cubicBezTo>
                    <a:pt x="183" y="0"/>
                    <a:pt x="0" y="291"/>
                    <a:pt x="19" y="565"/>
                  </a:cubicBezTo>
                  <a:cubicBezTo>
                    <a:pt x="252" y="588"/>
                    <a:pt x="471" y="598"/>
                    <a:pt x="677" y="598"/>
                  </a:cubicBezTo>
                  <a:cubicBezTo>
                    <a:pt x="822" y="598"/>
                    <a:pt x="961" y="593"/>
                    <a:pt x="1093" y="585"/>
                  </a:cubicBezTo>
                  <a:cubicBezTo>
                    <a:pt x="1113" y="326"/>
                    <a:pt x="974" y="67"/>
                    <a:pt x="655" y="8"/>
                  </a:cubicBezTo>
                  <a:cubicBezTo>
                    <a:pt x="619" y="3"/>
                    <a:pt x="584" y="0"/>
                    <a:pt x="5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79" name="Google Shape;4879;p71"/>
          <p:cNvSpPr/>
          <p:nvPr/>
        </p:nvSpPr>
        <p:spPr>
          <a:xfrm>
            <a:off x="3067100" y="2608775"/>
            <a:ext cx="300200" cy="380725"/>
          </a:xfrm>
          <a:custGeom>
            <a:avLst/>
            <a:gdLst/>
            <a:ahLst/>
            <a:cxnLst/>
            <a:rect l="l" t="t" r="r" b="b"/>
            <a:pathLst>
              <a:path w="12008" h="15229" extrusionOk="0">
                <a:moveTo>
                  <a:pt x="5668" y="719"/>
                </a:moveTo>
                <a:cubicBezTo>
                  <a:pt x="6062" y="719"/>
                  <a:pt x="6051" y="2179"/>
                  <a:pt x="6051" y="2482"/>
                </a:cubicBezTo>
                <a:cubicBezTo>
                  <a:pt x="6083" y="3391"/>
                  <a:pt x="6067" y="4284"/>
                  <a:pt x="6067" y="5209"/>
                </a:cubicBezTo>
                <a:cubicBezTo>
                  <a:pt x="6067" y="5319"/>
                  <a:pt x="6114" y="5413"/>
                  <a:pt x="6192" y="5460"/>
                </a:cubicBezTo>
                <a:cubicBezTo>
                  <a:pt x="6264" y="5532"/>
                  <a:pt x="6369" y="5579"/>
                  <a:pt x="6473" y="5579"/>
                </a:cubicBezTo>
                <a:cubicBezTo>
                  <a:pt x="6573" y="5579"/>
                  <a:pt x="6672" y="5536"/>
                  <a:pt x="6741" y="5428"/>
                </a:cubicBezTo>
                <a:cubicBezTo>
                  <a:pt x="6886" y="5215"/>
                  <a:pt x="7158" y="5071"/>
                  <a:pt x="7407" y="5071"/>
                </a:cubicBezTo>
                <a:cubicBezTo>
                  <a:pt x="7615" y="5071"/>
                  <a:pt x="7808" y="5171"/>
                  <a:pt x="7901" y="5413"/>
                </a:cubicBezTo>
                <a:cubicBezTo>
                  <a:pt x="7901" y="5444"/>
                  <a:pt x="7916" y="5460"/>
                  <a:pt x="7932" y="5476"/>
                </a:cubicBezTo>
                <a:cubicBezTo>
                  <a:pt x="7963" y="5538"/>
                  <a:pt x="8011" y="5585"/>
                  <a:pt x="8073" y="5617"/>
                </a:cubicBezTo>
                <a:cubicBezTo>
                  <a:pt x="8117" y="5638"/>
                  <a:pt x="8167" y="5650"/>
                  <a:pt x="8220" y="5650"/>
                </a:cubicBezTo>
                <a:cubicBezTo>
                  <a:pt x="8280" y="5650"/>
                  <a:pt x="8344" y="5634"/>
                  <a:pt x="8402" y="5601"/>
                </a:cubicBezTo>
                <a:cubicBezTo>
                  <a:pt x="8434" y="5585"/>
                  <a:pt x="8465" y="5570"/>
                  <a:pt x="8481" y="5538"/>
                </a:cubicBezTo>
                <a:cubicBezTo>
                  <a:pt x="8593" y="5451"/>
                  <a:pt x="8713" y="5408"/>
                  <a:pt x="8828" y="5408"/>
                </a:cubicBezTo>
                <a:cubicBezTo>
                  <a:pt x="9002" y="5408"/>
                  <a:pt x="9167" y="5506"/>
                  <a:pt x="9280" y="5695"/>
                </a:cubicBezTo>
                <a:cubicBezTo>
                  <a:pt x="9349" y="5805"/>
                  <a:pt x="9454" y="5855"/>
                  <a:pt x="9563" y="5855"/>
                </a:cubicBezTo>
                <a:cubicBezTo>
                  <a:pt x="9578" y="5855"/>
                  <a:pt x="9594" y="5854"/>
                  <a:pt x="9609" y="5852"/>
                </a:cubicBezTo>
                <a:cubicBezTo>
                  <a:pt x="9672" y="5852"/>
                  <a:pt x="9735" y="5820"/>
                  <a:pt x="9797" y="5773"/>
                </a:cubicBezTo>
                <a:cubicBezTo>
                  <a:pt x="9937" y="5649"/>
                  <a:pt x="10081" y="5597"/>
                  <a:pt x="10222" y="5597"/>
                </a:cubicBezTo>
                <a:cubicBezTo>
                  <a:pt x="10651" y="5597"/>
                  <a:pt x="11047" y="6081"/>
                  <a:pt x="11177" y="6494"/>
                </a:cubicBezTo>
                <a:cubicBezTo>
                  <a:pt x="11380" y="7592"/>
                  <a:pt x="11145" y="8955"/>
                  <a:pt x="10989" y="10052"/>
                </a:cubicBezTo>
                <a:cubicBezTo>
                  <a:pt x="10863" y="10820"/>
                  <a:pt x="10706" y="11698"/>
                  <a:pt x="10236" y="12341"/>
                </a:cubicBezTo>
                <a:cubicBezTo>
                  <a:pt x="9719" y="13031"/>
                  <a:pt x="9672" y="13579"/>
                  <a:pt x="9688" y="14488"/>
                </a:cubicBezTo>
                <a:cubicBezTo>
                  <a:pt x="9373" y="14560"/>
                  <a:pt x="9047" y="14580"/>
                  <a:pt x="8719" y="14580"/>
                </a:cubicBezTo>
                <a:cubicBezTo>
                  <a:pt x="8312" y="14580"/>
                  <a:pt x="7902" y="14550"/>
                  <a:pt x="7507" y="14550"/>
                </a:cubicBezTo>
                <a:cubicBezTo>
                  <a:pt x="7461" y="14550"/>
                  <a:pt x="7414" y="14550"/>
                  <a:pt x="7368" y="14551"/>
                </a:cubicBezTo>
                <a:cubicBezTo>
                  <a:pt x="7198" y="14551"/>
                  <a:pt x="7091" y="14565"/>
                  <a:pt x="7012" y="14565"/>
                </a:cubicBezTo>
                <a:cubicBezTo>
                  <a:pt x="6886" y="14565"/>
                  <a:pt x="6828" y="14530"/>
                  <a:pt x="6694" y="14347"/>
                </a:cubicBezTo>
                <a:cubicBezTo>
                  <a:pt x="6443" y="14002"/>
                  <a:pt x="6443" y="13344"/>
                  <a:pt x="6286" y="12952"/>
                </a:cubicBezTo>
                <a:cubicBezTo>
                  <a:pt x="5597" y="11322"/>
                  <a:pt x="4264" y="10178"/>
                  <a:pt x="2524" y="9896"/>
                </a:cubicBezTo>
                <a:cubicBezTo>
                  <a:pt x="2368" y="9880"/>
                  <a:pt x="1490" y="9911"/>
                  <a:pt x="1427" y="9802"/>
                </a:cubicBezTo>
                <a:cubicBezTo>
                  <a:pt x="1023" y="9263"/>
                  <a:pt x="2334" y="8795"/>
                  <a:pt x="2740" y="8795"/>
                </a:cubicBezTo>
                <a:cubicBezTo>
                  <a:pt x="2759" y="8795"/>
                  <a:pt x="2776" y="8796"/>
                  <a:pt x="2791" y="8798"/>
                </a:cubicBezTo>
                <a:cubicBezTo>
                  <a:pt x="3219" y="8849"/>
                  <a:pt x="3586" y="9101"/>
                  <a:pt x="4007" y="9101"/>
                </a:cubicBezTo>
                <a:cubicBezTo>
                  <a:pt x="4110" y="9101"/>
                  <a:pt x="4216" y="9086"/>
                  <a:pt x="4327" y="9049"/>
                </a:cubicBezTo>
                <a:cubicBezTo>
                  <a:pt x="5769" y="8579"/>
                  <a:pt x="5267" y="6071"/>
                  <a:pt x="5236" y="5005"/>
                </a:cubicBezTo>
                <a:cubicBezTo>
                  <a:pt x="5236" y="4974"/>
                  <a:pt x="5236" y="4958"/>
                  <a:pt x="5236" y="4943"/>
                </a:cubicBezTo>
                <a:cubicBezTo>
                  <a:pt x="5220" y="4363"/>
                  <a:pt x="5158" y="3798"/>
                  <a:pt x="5126" y="3218"/>
                </a:cubicBezTo>
                <a:cubicBezTo>
                  <a:pt x="5111" y="2623"/>
                  <a:pt x="4954" y="1400"/>
                  <a:pt x="5393" y="899"/>
                </a:cubicBezTo>
                <a:cubicBezTo>
                  <a:pt x="5501" y="772"/>
                  <a:pt x="5592" y="719"/>
                  <a:pt x="5668" y="719"/>
                </a:cubicBezTo>
                <a:close/>
                <a:moveTo>
                  <a:pt x="5729" y="0"/>
                </a:moveTo>
                <a:cubicBezTo>
                  <a:pt x="5668" y="0"/>
                  <a:pt x="5603" y="7"/>
                  <a:pt x="5534" y="21"/>
                </a:cubicBezTo>
                <a:cubicBezTo>
                  <a:pt x="3794" y="366"/>
                  <a:pt x="4562" y="3986"/>
                  <a:pt x="4593" y="5131"/>
                </a:cubicBezTo>
                <a:cubicBezTo>
                  <a:pt x="4593" y="5162"/>
                  <a:pt x="4593" y="5193"/>
                  <a:pt x="4593" y="5209"/>
                </a:cubicBezTo>
                <a:cubicBezTo>
                  <a:pt x="4625" y="5726"/>
                  <a:pt x="4672" y="6244"/>
                  <a:pt x="4656" y="6745"/>
                </a:cubicBezTo>
                <a:cubicBezTo>
                  <a:pt x="4656" y="7325"/>
                  <a:pt x="4656" y="7654"/>
                  <a:pt x="4202" y="8077"/>
                </a:cubicBezTo>
                <a:cubicBezTo>
                  <a:pt x="3922" y="8349"/>
                  <a:pt x="3858" y="8425"/>
                  <a:pt x="3804" y="8425"/>
                </a:cubicBezTo>
                <a:cubicBezTo>
                  <a:pt x="3747" y="8425"/>
                  <a:pt x="3702" y="8337"/>
                  <a:pt x="3418" y="8313"/>
                </a:cubicBezTo>
                <a:cubicBezTo>
                  <a:pt x="2975" y="8281"/>
                  <a:pt x="2638" y="8107"/>
                  <a:pt x="2264" y="8107"/>
                </a:cubicBezTo>
                <a:cubicBezTo>
                  <a:pt x="2083" y="8107"/>
                  <a:pt x="1893" y="8148"/>
                  <a:pt x="1678" y="8266"/>
                </a:cubicBezTo>
                <a:cubicBezTo>
                  <a:pt x="926" y="8689"/>
                  <a:pt x="1" y="10131"/>
                  <a:pt x="1239" y="10444"/>
                </a:cubicBezTo>
                <a:cubicBezTo>
                  <a:pt x="2540" y="10773"/>
                  <a:pt x="3669" y="10632"/>
                  <a:pt x="4719" y="11714"/>
                </a:cubicBezTo>
                <a:cubicBezTo>
                  <a:pt x="5252" y="12262"/>
                  <a:pt x="5675" y="12999"/>
                  <a:pt x="5863" y="13736"/>
                </a:cubicBezTo>
                <a:cubicBezTo>
                  <a:pt x="5973" y="14096"/>
                  <a:pt x="5957" y="14598"/>
                  <a:pt x="6208" y="14911"/>
                </a:cubicBezTo>
                <a:cubicBezTo>
                  <a:pt x="6409" y="15167"/>
                  <a:pt x="6626" y="15221"/>
                  <a:pt x="6878" y="15221"/>
                </a:cubicBezTo>
                <a:cubicBezTo>
                  <a:pt x="7058" y="15221"/>
                  <a:pt x="7256" y="15194"/>
                  <a:pt x="7478" y="15194"/>
                </a:cubicBezTo>
                <a:cubicBezTo>
                  <a:pt x="7916" y="15194"/>
                  <a:pt x="8363" y="15229"/>
                  <a:pt x="8806" y="15229"/>
                </a:cubicBezTo>
                <a:cubicBezTo>
                  <a:pt x="9249" y="15229"/>
                  <a:pt x="9688" y="15194"/>
                  <a:pt x="10111" y="15053"/>
                </a:cubicBezTo>
                <a:cubicBezTo>
                  <a:pt x="10252" y="15005"/>
                  <a:pt x="10315" y="14911"/>
                  <a:pt x="10330" y="14786"/>
                </a:cubicBezTo>
                <a:cubicBezTo>
                  <a:pt x="10346" y="14755"/>
                  <a:pt x="10346" y="14723"/>
                  <a:pt x="10346" y="14676"/>
                </a:cubicBezTo>
                <a:cubicBezTo>
                  <a:pt x="10330" y="14222"/>
                  <a:pt x="10268" y="13579"/>
                  <a:pt x="10409" y="13125"/>
                </a:cubicBezTo>
                <a:cubicBezTo>
                  <a:pt x="10424" y="13093"/>
                  <a:pt x="10456" y="13078"/>
                  <a:pt x="10487" y="13031"/>
                </a:cubicBezTo>
                <a:cubicBezTo>
                  <a:pt x="10706" y="12701"/>
                  <a:pt x="10957" y="12466"/>
                  <a:pt x="11114" y="12090"/>
                </a:cubicBezTo>
                <a:cubicBezTo>
                  <a:pt x="11459" y="11338"/>
                  <a:pt x="11584" y="10523"/>
                  <a:pt x="11678" y="9708"/>
                </a:cubicBezTo>
                <a:cubicBezTo>
                  <a:pt x="11804" y="8657"/>
                  <a:pt x="12007" y="7497"/>
                  <a:pt x="11835" y="6432"/>
                </a:cubicBezTo>
                <a:cubicBezTo>
                  <a:pt x="11835" y="6400"/>
                  <a:pt x="11819" y="6353"/>
                  <a:pt x="11819" y="6322"/>
                </a:cubicBezTo>
                <a:cubicBezTo>
                  <a:pt x="11804" y="6291"/>
                  <a:pt x="11788" y="6244"/>
                  <a:pt x="11772" y="6228"/>
                </a:cubicBezTo>
                <a:cubicBezTo>
                  <a:pt x="11516" y="5519"/>
                  <a:pt x="10888" y="4954"/>
                  <a:pt x="10215" y="4954"/>
                </a:cubicBezTo>
                <a:cubicBezTo>
                  <a:pt x="10025" y="4954"/>
                  <a:pt x="9831" y="4999"/>
                  <a:pt x="9641" y="5099"/>
                </a:cubicBezTo>
                <a:cubicBezTo>
                  <a:pt x="9412" y="4880"/>
                  <a:pt x="9126" y="4769"/>
                  <a:pt x="8831" y="4769"/>
                </a:cubicBezTo>
                <a:cubicBezTo>
                  <a:pt x="8662" y="4769"/>
                  <a:pt x="8490" y="4806"/>
                  <a:pt x="8324" y="4880"/>
                </a:cubicBezTo>
                <a:cubicBezTo>
                  <a:pt x="8085" y="4583"/>
                  <a:pt x="7740" y="4438"/>
                  <a:pt x="7387" y="4438"/>
                </a:cubicBezTo>
                <a:cubicBezTo>
                  <a:pt x="7162" y="4438"/>
                  <a:pt x="6933" y="4497"/>
                  <a:pt x="6725" y="4613"/>
                </a:cubicBezTo>
                <a:cubicBezTo>
                  <a:pt x="6741" y="3548"/>
                  <a:pt x="6772" y="2482"/>
                  <a:pt x="6678" y="1432"/>
                </a:cubicBezTo>
                <a:cubicBezTo>
                  <a:pt x="6621" y="841"/>
                  <a:pt x="6418" y="0"/>
                  <a:pt x="572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0" name="Google Shape;4880;p71"/>
          <p:cNvGrpSpPr/>
          <p:nvPr/>
        </p:nvGrpSpPr>
        <p:grpSpPr>
          <a:xfrm>
            <a:off x="2032600" y="2625825"/>
            <a:ext cx="338875" cy="346625"/>
            <a:chOff x="2595150" y="2435050"/>
            <a:chExt cx="338875" cy="346625"/>
          </a:xfrm>
        </p:grpSpPr>
        <p:sp>
          <p:nvSpPr>
            <p:cNvPr id="4881" name="Google Shape;4881;p71"/>
            <p:cNvSpPr/>
            <p:nvPr/>
          </p:nvSpPr>
          <p:spPr>
            <a:xfrm>
              <a:off x="2595150" y="2574550"/>
              <a:ext cx="69650" cy="87100"/>
            </a:xfrm>
            <a:custGeom>
              <a:avLst/>
              <a:gdLst/>
              <a:ahLst/>
              <a:cxnLst/>
              <a:rect l="l" t="t" r="r" b="b"/>
              <a:pathLst>
                <a:path w="2786" h="3484" extrusionOk="0">
                  <a:moveTo>
                    <a:pt x="2018" y="683"/>
                  </a:moveTo>
                  <a:cubicBezTo>
                    <a:pt x="2033" y="1388"/>
                    <a:pt x="2112" y="2109"/>
                    <a:pt x="2127" y="2830"/>
                  </a:cubicBezTo>
                  <a:cubicBezTo>
                    <a:pt x="889" y="2752"/>
                    <a:pt x="905" y="871"/>
                    <a:pt x="2018" y="683"/>
                  </a:cubicBezTo>
                  <a:close/>
                  <a:moveTo>
                    <a:pt x="2145" y="0"/>
                  </a:moveTo>
                  <a:cubicBezTo>
                    <a:pt x="59" y="0"/>
                    <a:pt x="0" y="3483"/>
                    <a:pt x="2128" y="3483"/>
                  </a:cubicBezTo>
                  <a:cubicBezTo>
                    <a:pt x="2194" y="3483"/>
                    <a:pt x="2261" y="3480"/>
                    <a:pt x="2331" y="3473"/>
                  </a:cubicBezTo>
                  <a:cubicBezTo>
                    <a:pt x="2457" y="3457"/>
                    <a:pt x="2535" y="3395"/>
                    <a:pt x="2598" y="3316"/>
                  </a:cubicBezTo>
                  <a:cubicBezTo>
                    <a:pt x="2707" y="3269"/>
                    <a:pt x="2786" y="3175"/>
                    <a:pt x="2786" y="3018"/>
                  </a:cubicBezTo>
                  <a:cubicBezTo>
                    <a:pt x="2770" y="2125"/>
                    <a:pt x="2660" y="1232"/>
                    <a:pt x="2660" y="338"/>
                  </a:cubicBezTo>
                  <a:cubicBezTo>
                    <a:pt x="2660" y="181"/>
                    <a:pt x="2551" y="72"/>
                    <a:pt x="2441" y="40"/>
                  </a:cubicBezTo>
                  <a:cubicBezTo>
                    <a:pt x="2410" y="25"/>
                    <a:pt x="2378" y="9"/>
                    <a:pt x="2331" y="9"/>
                  </a:cubicBezTo>
                  <a:cubicBezTo>
                    <a:pt x="2268" y="3"/>
                    <a:pt x="2206" y="0"/>
                    <a:pt x="21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71"/>
            <p:cNvSpPr/>
            <p:nvPr/>
          </p:nvSpPr>
          <p:spPr>
            <a:xfrm>
              <a:off x="2673400" y="2495450"/>
              <a:ext cx="109125" cy="229575"/>
            </a:xfrm>
            <a:custGeom>
              <a:avLst/>
              <a:gdLst/>
              <a:ahLst/>
              <a:cxnLst/>
              <a:rect l="l" t="t" r="r" b="b"/>
              <a:pathLst>
                <a:path w="4365" h="9183" extrusionOk="0">
                  <a:moveTo>
                    <a:pt x="2164" y="2013"/>
                  </a:moveTo>
                  <a:lnTo>
                    <a:pt x="2164" y="7233"/>
                  </a:lnTo>
                  <a:cubicBezTo>
                    <a:pt x="1709" y="6919"/>
                    <a:pt x="1270" y="6606"/>
                    <a:pt x="800" y="6308"/>
                  </a:cubicBezTo>
                  <a:cubicBezTo>
                    <a:pt x="800" y="5289"/>
                    <a:pt x="784" y="4270"/>
                    <a:pt x="675" y="3251"/>
                  </a:cubicBezTo>
                  <a:cubicBezTo>
                    <a:pt x="675" y="3220"/>
                    <a:pt x="675" y="3189"/>
                    <a:pt x="659" y="3157"/>
                  </a:cubicBezTo>
                  <a:cubicBezTo>
                    <a:pt x="1129" y="2750"/>
                    <a:pt x="1646" y="2374"/>
                    <a:pt x="2164" y="2013"/>
                  </a:cubicBezTo>
                  <a:close/>
                  <a:moveTo>
                    <a:pt x="3574" y="994"/>
                  </a:moveTo>
                  <a:lnTo>
                    <a:pt x="3574" y="994"/>
                  </a:lnTo>
                  <a:cubicBezTo>
                    <a:pt x="3543" y="3424"/>
                    <a:pt x="3637" y="5853"/>
                    <a:pt x="3606" y="8283"/>
                  </a:cubicBezTo>
                  <a:cubicBezTo>
                    <a:pt x="3339" y="8095"/>
                    <a:pt x="3073" y="7891"/>
                    <a:pt x="2806" y="7703"/>
                  </a:cubicBezTo>
                  <a:lnTo>
                    <a:pt x="2806" y="1543"/>
                  </a:lnTo>
                  <a:cubicBezTo>
                    <a:pt x="3073" y="1370"/>
                    <a:pt x="3324" y="1182"/>
                    <a:pt x="3574" y="994"/>
                  </a:cubicBezTo>
                  <a:close/>
                  <a:moveTo>
                    <a:pt x="3922" y="0"/>
                  </a:moveTo>
                  <a:cubicBezTo>
                    <a:pt x="3848" y="0"/>
                    <a:pt x="3771" y="26"/>
                    <a:pt x="3700" y="85"/>
                  </a:cubicBezTo>
                  <a:cubicBezTo>
                    <a:pt x="2540" y="1026"/>
                    <a:pt x="1239" y="1778"/>
                    <a:pt x="126" y="2765"/>
                  </a:cubicBezTo>
                  <a:cubicBezTo>
                    <a:pt x="1" y="2859"/>
                    <a:pt x="1" y="3001"/>
                    <a:pt x="48" y="3095"/>
                  </a:cubicBezTo>
                  <a:cubicBezTo>
                    <a:pt x="32" y="3142"/>
                    <a:pt x="16" y="3189"/>
                    <a:pt x="32" y="3251"/>
                  </a:cubicBezTo>
                  <a:cubicBezTo>
                    <a:pt x="142" y="4317"/>
                    <a:pt x="157" y="5367"/>
                    <a:pt x="157" y="6433"/>
                  </a:cubicBezTo>
                  <a:cubicBezTo>
                    <a:pt x="157" y="6574"/>
                    <a:pt x="220" y="6668"/>
                    <a:pt x="330" y="6715"/>
                  </a:cubicBezTo>
                  <a:cubicBezTo>
                    <a:pt x="345" y="6762"/>
                    <a:pt x="392" y="6809"/>
                    <a:pt x="440" y="6856"/>
                  </a:cubicBezTo>
                  <a:cubicBezTo>
                    <a:pt x="1505" y="7530"/>
                    <a:pt x="2493" y="8283"/>
                    <a:pt x="3512" y="9020"/>
                  </a:cubicBezTo>
                  <a:cubicBezTo>
                    <a:pt x="3574" y="9067"/>
                    <a:pt x="3621" y="9082"/>
                    <a:pt x="3684" y="9082"/>
                  </a:cubicBezTo>
                  <a:cubicBezTo>
                    <a:pt x="3746" y="9149"/>
                    <a:pt x="3835" y="9182"/>
                    <a:pt x="3925" y="9182"/>
                  </a:cubicBezTo>
                  <a:cubicBezTo>
                    <a:pt x="4086" y="9182"/>
                    <a:pt x="4248" y="9075"/>
                    <a:pt x="4248" y="8863"/>
                  </a:cubicBezTo>
                  <a:cubicBezTo>
                    <a:pt x="4327" y="6104"/>
                    <a:pt x="4170" y="3330"/>
                    <a:pt x="4233" y="571"/>
                  </a:cubicBezTo>
                  <a:cubicBezTo>
                    <a:pt x="4233" y="524"/>
                    <a:pt x="4233" y="493"/>
                    <a:pt x="4233" y="461"/>
                  </a:cubicBezTo>
                  <a:cubicBezTo>
                    <a:pt x="4364" y="258"/>
                    <a:pt x="4159" y="0"/>
                    <a:pt x="39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71"/>
            <p:cNvSpPr/>
            <p:nvPr/>
          </p:nvSpPr>
          <p:spPr>
            <a:xfrm>
              <a:off x="2795250" y="2508300"/>
              <a:ext cx="63525" cy="190950"/>
            </a:xfrm>
            <a:custGeom>
              <a:avLst/>
              <a:gdLst/>
              <a:ahLst/>
              <a:cxnLst/>
              <a:rect l="l" t="t" r="r" b="b"/>
              <a:pathLst>
                <a:path w="2541" h="7638" extrusionOk="0">
                  <a:moveTo>
                    <a:pt x="462" y="1"/>
                  </a:moveTo>
                  <a:cubicBezTo>
                    <a:pt x="221" y="1"/>
                    <a:pt x="1" y="334"/>
                    <a:pt x="205" y="574"/>
                  </a:cubicBezTo>
                  <a:cubicBezTo>
                    <a:pt x="1584" y="2157"/>
                    <a:pt x="1835" y="5324"/>
                    <a:pt x="848" y="7142"/>
                  </a:cubicBezTo>
                  <a:cubicBezTo>
                    <a:pt x="718" y="7401"/>
                    <a:pt x="945" y="7637"/>
                    <a:pt x="1160" y="7637"/>
                  </a:cubicBezTo>
                  <a:cubicBezTo>
                    <a:pt x="1258" y="7637"/>
                    <a:pt x="1353" y="7588"/>
                    <a:pt x="1412" y="7471"/>
                  </a:cubicBezTo>
                  <a:cubicBezTo>
                    <a:pt x="2541" y="5371"/>
                    <a:pt x="2258" y="1922"/>
                    <a:pt x="675" y="104"/>
                  </a:cubicBezTo>
                  <a:cubicBezTo>
                    <a:pt x="610" y="31"/>
                    <a:pt x="535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71"/>
            <p:cNvSpPr/>
            <p:nvPr/>
          </p:nvSpPr>
          <p:spPr>
            <a:xfrm>
              <a:off x="2842900" y="2435050"/>
              <a:ext cx="91125" cy="346625"/>
            </a:xfrm>
            <a:custGeom>
              <a:avLst/>
              <a:gdLst/>
              <a:ahLst/>
              <a:cxnLst/>
              <a:rect l="l" t="t" r="r" b="b"/>
              <a:pathLst>
                <a:path w="3645" h="13865" extrusionOk="0">
                  <a:moveTo>
                    <a:pt x="460" y="1"/>
                  </a:moveTo>
                  <a:cubicBezTo>
                    <a:pt x="231" y="1"/>
                    <a:pt x="1" y="229"/>
                    <a:pt x="164" y="479"/>
                  </a:cubicBezTo>
                  <a:cubicBezTo>
                    <a:pt x="2610" y="4147"/>
                    <a:pt x="2954" y="9633"/>
                    <a:pt x="509" y="13379"/>
                  </a:cubicBezTo>
                  <a:cubicBezTo>
                    <a:pt x="357" y="13629"/>
                    <a:pt x="582" y="13864"/>
                    <a:pt x="807" y="13864"/>
                  </a:cubicBezTo>
                  <a:cubicBezTo>
                    <a:pt x="907" y="13864"/>
                    <a:pt x="1006" y="13819"/>
                    <a:pt x="1073" y="13708"/>
                  </a:cubicBezTo>
                  <a:cubicBezTo>
                    <a:pt x="3644" y="9774"/>
                    <a:pt x="3284" y="4006"/>
                    <a:pt x="729" y="150"/>
                  </a:cubicBezTo>
                  <a:cubicBezTo>
                    <a:pt x="662" y="45"/>
                    <a:pt x="561" y="1"/>
                    <a:pt x="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5" name="Google Shape;4885;p71"/>
          <p:cNvSpPr/>
          <p:nvPr/>
        </p:nvSpPr>
        <p:spPr>
          <a:xfrm>
            <a:off x="2562738" y="2677213"/>
            <a:ext cx="313125" cy="243850"/>
          </a:xfrm>
          <a:custGeom>
            <a:avLst/>
            <a:gdLst/>
            <a:ahLst/>
            <a:cxnLst/>
            <a:rect l="l" t="t" r="r" b="b"/>
            <a:pathLst>
              <a:path w="12525" h="9754" extrusionOk="0">
                <a:moveTo>
                  <a:pt x="5362" y="4233"/>
                </a:moveTo>
                <a:cubicBezTo>
                  <a:pt x="5550" y="4563"/>
                  <a:pt x="5722" y="4907"/>
                  <a:pt x="5957" y="5221"/>
                </a:cubicBezTo>
                <a:cubicBezTo>
                  <a:pt x="6224" y="5566"/>
                  <a:pt x="6521" y="5895"/>
                  <a:pt x="6819" y="6208"/>
                </a:cubicBezTo>
                <a:cubicBezTo>
                  <a:pt x="5910" y="6318"/>
                  <a:pt x="4985" y="6490"/>
                  <a:pt x="4123" y="6804"/>
                </a:cubicBezTo>
                <a:cubicBezTo>
                  <a:pt x="4594" y="5973"/>
                  <a:pt x="5079" y="5142"/>
                  <a:pt x="5362" y="4233"/>
                </a:cubicBezTo>
                <a:close/>
                <a:moveTo>
                  <a:pt x="10926" y="754"/>
                </a:moveTo>
                <a:cubicBezTo>
                  <a:pt x="11224" y="989"/>
                  <a:pt x="11459" y="1255"/>
                  <a:pt x="11694" y="1553"/>
                </a:cubicBezTo>
                <a:cubicBezTo>
                  <a:pt x="10268" y="2572"/>
                  <a:pt x="8810" y="3575"/>
                  <a:pt x="7556" y="4798"/>
                </a:cubicBezTo>
                <a:cubicBezTo>
                  <a:pt x="7540" y="4813"/>
                  <a:pt x="7525" y="4829"/>
                  <a:pt x="7509" y="4860"/>
                </a:cubicBezTo>
                <a:cubicBezTo>
                  <a:pt x="7399" y="4939"/>
                  <a:pt x="7368" y="5095"/>
                  <a:pt x="7462" y="5237"/>
                </a:cubicBezTo>
                <a:cubicBezTo>
                  <a:pt x="7964" y="5911"/>
                  <a:pt x="8512" y="6585"/>
                  <a:pt x="8967" y="7321"/>
                </a:cubicBezTo>
                <a:cubicBezTo>
                  <a:pt x="8418" y="6976"/>
                  <a:pt x="7901" y="6585"/>
                  <a:pt x="7337" y="6271"/>
                </a:cubicBezTo>
                <a:cubicBezTo>
                  <a:pt x="7337" y="6208"/>
                  <a:pt x="7290" y="6177"/>
                  <a:pt x="7227" y="6161"/>
                </a:cubicBezTo>
                <a:cubicBezTo>
                  <a:pt x="6882" y="5801"/>
                  <a:pt x="6521" y="5440"/>
                  <a:pt x="6224" y="5033"/>
                </a:cubicBezTo>
                <a:cubicBezTo>
                  <a:pt x="5957" y="4672"/>
                  <a:pt x="5769" y="4249"/>
                  <a:pt x="5534" y="3873"/>
                </a:cubicBezTo>
                <a:cubicBezTo>
                  <a:pt x="5518" y="3842"/>
                  <a:pt x="5487" y="3826"/>
                  <a:pt x="5456" y="3810"/>
                </a:cubicBezTo>
                <a:cubicBezTo>
                  <a:pt x="5377" y="3230"/>
                  <a:pt x="5252" y="2650"/>
                  <a:pt x="5142" y="2070"/>
                </a:cubicBezTo>
                <a:lnTo>
                  <a:pt x="5142" y="2070"/>
                </a:lnTo>
                <a:cubicBezTo>
                  <a:pt x="5518" y="2603"/>
                  <a:pt x="5910" y="3136"/>
                  <a:pt x="6302" y="3669"/>
                </a:cubicBezTo>
                <a:cubicBezTo>
                  <a:pt x="6365" y="3747"/>
                  <a:pt x="6459" y="3795"/>
                  <a:pt x="6553" y="3795"/>
                </a:cubicBezTo>
                <a:cubicBezTo>
                  <a:pt x="6605" y="3824"/>
                  <a:pt x="6665" y="3844"/>
                  <a:pt x="6726" y="3844"/>
                </a:cubicBezTo>
                <a:cubicBezTo>
                  <a:pt x="6794" y="3844"/>
                  <a:pt x="6863" y="3821"/>
                  <a:pt x="6929" y="3763"/>
                </a:cubicBezTo>
                <a:cubicBezTo>
                  <a:pt x="8183" y="2682"/>
                  <a:pt x="9688" y="1867"/>
                  <a:pt x="10926" y="754"/>
                </a:cubicBezTo>
                <a:close/>
                <a:moveTo>
                  <a:pt x="7101" y="6506"/>
                </a:moveTo>
                <a:cubicBezTo>
                  <a:pt x="7728" y="6851"/>
                  <a:pt x="8293" y="7290"/>
                  <a:pt x="8904" y="7666"/>
                </a:cubicBezTo>
                <a:cubicBezTo>
                  <a:pt x="6459" y="7933"/>
                  <a:pt x="4029" y="8293"/>
                  <a:pt x="1615" y="8810"/>
                </a:cubicBezTo>
                <a:cubicBezTo>
                  <a:pt x="2321" y="8246"/>
                  <a:pt x="3104" y="7791"/>
                  <a:pt x="3826" y="7259"/>
                </a:cubicBezTo>
                <a:cubicBezTo>
                  <a:pt x="3841" y="7243"/>
                  <a:pt x="3857" y="7227"/>
                  <a:pt x="3873" y="7212"/>
                </a:cubicBezTo>
                <a:cubicBezTo>
                  <a:pt x="3893" y="7212"/>
                  <a:pt x="3914" y="7218"/>
                  <a:pt x="3940" y="7218"/>
                </a:cubicBezTo>
                <a:cubicBezTo>
                  <a:pt x="3953" y="7218"/>
                  <a:pt x="3967" y="7217"/>
                  <a:pt x="3982" y="7212"/>
                </a:cubicBezTo>
                <a:cubicBezTo>
                  <a:pt x="4970" y="6804"/>
                  <a:pt x="6051" y="6616"/>
                  <a:pt x="7101" y="6506"/>
                </a:cubicBezTo>
                <a:close/>
                <a:moveTo>
                  <a:pt x="4797" y="2023"/>
                </a:moveTo>
                <a:cubicBezTo>
                  <a:pt x="4907" y="2635"/>
                  <a:pt x="5048" y="3230"/>
                  <a:pt x="5142" y="3857"/>
                </a:cubicBezTo>
                <a:cubicBezTo>
                  <a:pt x="5142" y="3857"/>
                  <a:pt x="5126" y="3873"/>
                  <a:pt x="5126" y="3873"/>
                </a:cubicBezTo>
                <a:cubicBezTo>
                  <a:pt x="4844" y="5001"/>
                  <a:pt x="4217" y="5958"/>
                  <a:pt x="3669" y="6961"/>
                </a:cubicBezTo>
                <a:cubicBezTo>
                  <a:pt x="3669" y="6961"/>
                  <a:pt x="3669" y="6961"/>
                  <a:pt x="3669" y="6976"/>
                </a:cubicBezTo>
                <a:lnTo>
                  <a:pt x="3653" y="6976"/>
                </a:lnTo>
                <a:cubicBezTo>
                  <a:pt x="2822" y="7588"/>
                  <a:pt x="1929" y="8089"/>
                  <a:pt x="1145" y="8763"/>
                </a:cubicBezTo>
                <a:cubicBezTo>
                  <a:pt x="1083" y="8810"/>
                  <a:pt x="1083" y="8873"/>
                  <a:pt x="1098" y="8920"/>
                </a:cubicBezTo>
                <a:cubicBezTo>
                  <a:pt x="1067" y="8920"/>
                  <a:pt x="1035" y="8936"/>
                  <a:pt x="1004" y="8936"/>
                </a:cubicBezTo>
                <a:cubicBezTo>
                  <a:pt x="2321" y="6663"/>
                  <a:pt x="3559" y="4343"/>
                  <a:pt x="4797" y="2023"/>
                </a:cubicBezTo>
                <a:close/>
                <a:moveTo>
                  <a:pt x="10907" y="1"/>
                </a:moveTo>
                <a:cubicBezTo>
                  <a:pt x="10834" y="1"/>
                  <a:pt x="10757" y="29"/>
                  <a:pt x="10691" y="95"/>
                </a:cubicBezTo>
                <a:cubicBezTo>
                  <a:pt x="9484" y="1240"/>
                  <a:pt x="7979" y="2055"/>
                  <a:pt x="6694" y="3105"/>
                </a:cubicBezTo>
                <a:cubicBezTo>
                  <a:pt x="6208" y="2447"/>
                  <a:pt x="5706" y="1788"/>
                  <a:pt x="5236" y="1099"/>
                </a:cubicBezTo>
                <a:cubicBezTo>
                  <a:pt x="5173" y="1003"/>
                  <a:pt x="5073" y="958"/>
                  <a:pt x="4972" y="958"/>
                </a:cubicBezTo>
                <a:cubicBezTo>
                  <a:pt x="4924" y="958"/>
                  <a:pt x="4874" y="968"/>
                  <a:pt x="4829" y="989"/>
                </a:cubicBezTo>
                <a:cubicBezTo>
                  <a:pt x="4810" y="986"/>
                  <a:pt x="4791" y="985"/>
                  <a:pt x="4772" y="985"/>
                </a:cubicBezTo>
                <a:cubicBezTo>
                  <a:pt x="4667" y="985"/>
                  <a:pt x="4568" y="1026"/>
                  <a:pt x="4515" y="1146"/>
                </a:cubicBezTo>
                <a:cubicBezTo>
                  <a:pt x="3089" y="3857"/>
                  <a:pt x="1647" y="6553"/>
                  <a:pt x="111" y="9202"/>
                </a:cubicBezTo>
                <a:cubicBezTo>
                  <a:pt x="79" y="9249"/>
                  <a:pt x="64" y="9281"/>
                  <a:pt x="48" y="9328"/>
                </a:cubicBezTo>
                <a:cubicBezTo>
                  <a:pt x="1" y="9453"/>
                  <a:pt x="48" y="9563"/>
                  <a:pt x="126" y="9641"/>
                </a:cubicBezTo>
                <a:cubicBezTo>
                  <a:pt x="181" y="9709"/>
                  <a:pt x="271" y="9754"/>
                  <a:pt x="366" y="9754"/>
                </a:cubicBezTo>
                <a:cubicBezTo>
                  <a:pt x="380" y="9754"/>
                  <a:pt x="394" y="9753"/>
                  <a:pt x="409" y="9751"/>
                </a:cubicBezTo>
                <a:cubicBezTo>
                  <a:pt x="424" y="9751"/>
                  <a:pt x="440" y="9735"/>
                  <a:pt x="440" y="9735"/>
                </a:cubicBezTo>
                <a:cubicBezTo>
                  <a:pt x="3465" y="8998"/>
                  <a:pt x="6537" y="8559"/>
                  <a:pt x="9641" y="8230"/>
                </a:cubicBezTo>
                <a:cubicBezTo>
                  <a:pt x="9844" y="8230"/>
                  <a:pt x="10048" y="8027"/>
                  <a:pt x="9970" y="7791"/>
                </a:cubicBezTo>
                <a:cubicBezTo>
                  <a:pt x="9970" y="7744"/>
                  <a:pt x="9938" y="7697"/>
                  <a:pt x="9923" y="7666"/>
                </a:cubicBezTo>
                <a:cubicBezTo>
                  <a:pt x="9453" y="6757"/>
                  <a:pt x="8794" y="5926"/>
                  <a:pt x="8183" y="5111"/>
                </a:cubicBezTo>
                <a:cubicBezTo>
                  <a:pt x="9453" y="3904"/>
                  <a:pt x="10895" y="2932"/>
                  <a:pt x="12305" y="1914"/>
                </a:cubicBezTo>
                <a:cubicBezTo>
                  <a:pt x="12337" y="1898"/>
                  <a:pt x="12352" y="1882"/>
                  <a:pt x="12368" y="1851"/>
                </a:cubicBezTo>
                <a:cubicBezTo>
                  <a:pt x="12478" y="1773"/>
                  <a:pt x="12525" y="1616"/>
                  <a:pt x="12431" y="1459"/>
                </a:cubicBezTo>
                <a:cubicBezTo>
                  <a:pt x="12055" y="926"/>
                  <a:pt x="11678" y="503"/>
                  <a:pt x="11161" y="111"/>
                </a:cubicBezTo>
                <a:cubicBezTo>
                  <a:pt x="11145" y="95"/>
                  <a:pt x="11145" y="95"/>
                  <a:pt x="11130" y="95"/>
                </a:cubicBezTo>
                <a:cubicBezTo>
                  <a:pt x="11071" y="37"/>
                  <a:pt x="10991" y="1"/>
                  <a:pt x="1090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6" name="Google Shape;4886;p71"/>
          <p:cNvSpPr/>
          <p:nvPr/>
        </p:nvSpPr>
        <p:spPr>
          <a:xfrm>
            <a:off x="1005388" y="1873689"/>
            <a:ext cx="521975" cy="465903"/>
          </a:xfrm>
          <a:custGeom>
            <a:avLst/>
            <a:gdLst/>
            <a:ahLst/>
            <a:cxnLst/>
            <a:rect l="l" t="t" r="r" b="b"/>
            <a:pathLst>
              <a:path w="24343" h="21728" extrusionOk="0">
                <a:moveTo>
                  <a:pt x="10719" y="658"/>
                </a:moveTo>
                <a:cubicBezTo>
                  <a:pt x="11503" y="658"/>
                  <a:pt x="12288" y="663"/>
                  <a:pt x="13073" y="677"/>
                </a:cubicBezTo>
                <a:cubicBezTo>
                  <a:pt x="16192" y="724"/>
                  <a:pt x="19296" y="881"/>
                  <a:pt x="22415" y="881"/>
                </a:cubicBezTo>
                <a:cubicBezTo>
                  <a:pt x="22415" y="1931"/>
                  <a:pt x="22462" y="2981"/>
                  <a:pt x="22478" y="4031"/>
                </a:cubicBezTo>
                <a:cubicBezTo>
                  <a:pt x="21129" y="4045"/>
                  <a:pt x="19777" y="4071"/>
                  <a:pt x="18424" y="4071"/>
                </a:cubicBezTo>
                <a:cubicBezTo>
                  <a:pt x="16744" y="4071"/>
                  <a:pt x="15063" y="4031"/>
                  <a:pt x="13387" y="3874"/>
                </a:cubicBezTo>
                <a:cubicBezTo>
                  <a:pt x="13120" y="3216"/>
                  <a:pt x="12791" y="2573"/>
                  <a:pt x="12477" y="1931"/>
                </a:cubicBezTo>
                <a:cubicBezTo>
                  <a:pt x="12446" y="1868"/>
                  <a:pt x="12399" y="1837"/>
                  <a:pt x="12368" y="1805"/>
                </a:cubicBezTo>
                <a:cubicBezTo>
                  <a:pt x="12368" y="1649"/>
                  <a:pt x="12258" y="1492"/>
                  <a:pt x="12054" y="1492"/>
                </a:cubicBezTo>
                <a:cubicBezTo>
                  <a:pt x="10612" y="1492"/>
                  <a:pt x="9170" y="1582"/>
                  <a:pt x="7733" y="1582"/>
                </a:cubicBezTo>
                <a:cubicBezTo>
                  <a:pt x="7014" y="1582"/>
                  <a:pt x="6296" y="1560"/>
                  <a:pt x="5581" y="1492"/>
                </a:cubicBezTo>
                <a:cubicBezTo>
                  <a:pt x="5568" y="1491"/>
                  <a:pt x="5556" y="1490"/>
                  <a:pt x="5544" y="1490"/>
                </a:cubicBezTo>
                <a:cubicBezTo>
                  <a:pt x="5395" y="1490"/>
                  <a:pt x="5312" y="1579"/>
                  <a:pt x="5283" y="1696"/>
                </a:cubicBezTo>
                <a:cubicBezTo>
                  <a:pt x="5283" y="1711"/>
                  <a:pt x="5267" y="1711"/>
                  <a:pt x="5267" y="1727"/>
                </a:cubicBezTo>
                <a:cubicBezTo>
                  <a:pt x="4969" y="2464"/>
                  <a:pt x="4578" y="3153"/>
                  <a:pt x="4248" y="3890"/>
                </a:cubicBezTo>
                <a:cubicBezTo>
                  <a:pt x="3839" y="3831"/>
                  <a:pt x="3429" y="3815"/>
                  <a:pt x="3016" y="3815"/>
                </a:cubicBezTo>
                <a:cubicBezTo>
                  <a:pt x="2765" y="3815"/>
                  <a:pt x="2512" y="3821"/>
                  <a:pt x="2258" y="3827"/>
                </a:cubicBezTo>
                <a:cubicBezTo>
                  <a:pt x="2273" y="2793"/>
                  <a:pt x="2320" y="1758"/>
                  <a:pt x="2320" y="739"/>
                </a:cubicBezTo>
                <a:cubicBezTo>
                  <a:pt x="5124" y="727"/>
                  <a:pt x="7919" y="658"/>
                  <a:pt x="10719" y="658"/>
                </a:cubicBezTo>
                <a:close/>
                <a:moveTo>
                  <a:pt x="11882" y="2134"/>
                </a:moveTo>
                <a:cubicBezTo>
                  <a:pt x="11882" y="2181"/>
                  <a:pt x="11882" y="2213"/>
                  <a:pt x="11913" y="2260"/>
                </a:cubicBezTo>
                <a:cubicBezTo>
                  <a:pt x="12227" y="2934"/>
                  <a:pt x="12603" y="3592"/>
                  <a:pt x="12854" y="4282"/>
                </a:cubicBezTo>
                <a:cubicBezTo>
                  <a:pt x="12910" y="4437"/>
                  <a:pt x="13056" y="4504"/>
                  <a:pt x="13187" y="4504"/>
                </a:cubicBezTo>
                <a:cubicBezTo>
                  <a:pt x="13202" y="4504"/>
                  <a:pt x="13216" y="4503"/>
                  <a:pt x="13230" y="4501"/>
                </a:cubicBezTo>
                <a:cubicBezTo>
                  <a:pt x="13245" y="4517"/>
                  <a:pt x="13277" y="4517"/>
                  <a:pt x="13308" y="4533"/>
                </a:cubicBezTo>
                <a:cubicBezTo>
                  <a:pt x="14946" y="4686"/>
                  <a:pt x="16588" y="4727"/>
                  <a:pt x="18232" y="4727"/>
                </a:cubicBezTo>
                <a:cubicBezTo>
                  <a:pt x="19954" y="4727"/>
                  <a:pt x="21678" y="4682"/>
                  <a:pt x="23402" y="4674"/>
                </a:cubicBezTo>
                <a:cubicBezTo>
                  <a:pt x="23481" y="7150"/>
                  <a:pt x="23528" y="9627"/>
                  <a:pt x="23528" y="12103"/>
                </a:cubicBezTo>
                <a:cubicBezTo>
                  <a:pt x="23528" y="15066"/>
                  <a:pt x="23685" y="18060"/>
                  <a:pt x="23543" y="21022"/>
                </a:cubicBezTo>
                <a:lnTo>
                  <a:pt x="11082" y="21022"/>
                </a:lnTo>
                <a:cubicBezTo>
                  <a:pt x="10287" y="21022"/>
                  <a:pt x="9488" y="21025"/>
                  <a:pt x="8689" y="21025"/>
                </a:cubicBezTo>
                <a:cubicBezTo>
                  <a:pt x="6023" y="21025"/>
                  <a:pt x="3343" y="20997"/>
                  <a:pt x="690" y="20756"/>
                </a:cubicBezTo>
                <a:cubicBezTo>
                  <a:pt x="706" y="20724"/>
                  <a:pt x="706" y="20693"/>
                  <a:pt x="706" y="20646"/>
                </a:cubicBezTo>
                <a:cubicBezTo>
                  <a:pt x="722" y="15270"/>
                  <a:pt x="1239" y="9893"/>
                  <a:pt x="1270" y="4517"/>
                </a:cubicBezTo>
                <a:cubicBezTo>
                  <a:pt x="1856" y="4497"/>
                  <a:pt x="2448" y="4454"/>
                  <a:pt x="3034" y="4454"/>
                </a:cubicBezTo>
                <a:cubicBezTo>
                  <a:pt x="3390" y="4454"/>
                  <a:pt x="3743" y="4470"/>
                  <a:pt x="4092" y="4517"/>
                </a:cubicBezTo>
                <a:cubicBezTo>
                  <a:pt x="4113" y="4521"/>
                  <a:pt x="4134" y="4523"/>
                  <a:pt x="4154" y="4523"/>
                </a:cubicBezTo>
                <a:cubicBezTo>
                  <a:pt x="4211" y="4523"/>
                  <a:pt x="4265" y="4509"/>
                  <a:pt x="4311" y="4486"/>
                </a:cubicBezTo>
                <a:cubicBezTo>
                  <a:pt x="4351" y="4498"/>
                  <a:pt x="4395" y="4504"/>
                  <a:pt x="4440" y="4504"/>
                </a:cubicBezTo>
                <a:cubicBezTo>
                  <a:pt x="4571" y="4504"/>
                  <a:pt x="4711" y="4445"/>
                  <a:pt x="4781" y="4282"/>
                </a:cubicBezTo>
                <a:cubicBezTo>
                  <a:pt x="5079" y="3561"/>
                  <a:pt x="5471" y="2871"/>
                  <a:pt x="5784" y="2150"/>
                </a:cubicBezTo>
                <a:cubicBezTo>
                  <a:pt x="6479" y="2209"/>
                  <a:pt x="7174" y="2230"/>
                  <a:pt x="7872" y="2230"/>
                </a:cubicBezTo>
                <a:cubicBezTo>
                  <a:pt x="9205" y="2230"/>
                  <a:pt x="10544" y="2155"/>
                  <a:pt x="11882" y="2134"/>
                </a:cubicBezTo>
                <a:close/>
                <a:moveTo>
                  <a:pt x="10872" y="1"/>
                </a:moveTo>
                <a:cubicBezTo>
                  <a:pt x="7938" y="1"/>
                  <a:pt x="5004" y="81"/>
                  <a:pt x="2070" y="81"/>
                </a:cubicBezTo>
                <a:cubicBezTo>
                  <a:pt x="1866" y="81"/>
                  <a:pt x="1756" y="238"/>
                  <a:pt x="1756" y="410"/>
                </a:cubicBezTo>
                <a:cubicBezTo>
                  <a:pt x="1709" y="457"/>
                  <a:pt x="1678" y="520"/>
                  <a:pt x="1678" y="614"/>
                </a:cubicBezTo>
                <a:cubicBezTo>
                  <a:pt x="1678" y="1696"/>
                  <a:pt x="1615" y="2777"/>
                  <a:pt x="1615" y="3859"/>
                </a:cubicBezTo>
                <a:cubicBezTo>
                  <a:pt x="1380" y="3859"/>
                  <a:pt x="1161" y="3874"/>
                  <a:pt x="941" y="3874"/>
                </a:cubicBezTo>
                <a:cubicBezTo>
                  <a:pt x="847" y="3874"/>
                  <a:pt x="784" y="3906"/>
                  <a:pt x="737" y="3953"/>
                </a:cubicBezTo>
                <a:cubicBezTo>
                  <a:pt x="659" y="4015"/>
                  <a:pt x="628" y="4094"/>
                  <a:pt x="628" y="4203"/>
                </a:cubicBezTo>
                <a:cubicBezTo>
                  <a:pt x="596" y="9689"/>
                  <a:pt x="79" y="15160"/>
                  <a:pt x="63" y="20646"/>
                </a:cubicBezTo>
                <a:cubicBezTo>
                  <a:pt x="63" y="20724"/>
                  <a:pt x="79" y="20803"/>
                  <a:pt x="126" y="20850"/>
                </a:cubicBezTo>
                <a:cubicBezTo>
                  <a:pt x="1" y="21022"/>
                  <a:pt x="95" y="21367"/>
                  <a:pt x="392" y="21398"/>
                </a:cubicBezTo>
                <a:cubicBezTo>
                  <a:pt x="3935" y="21727"/>
                  <a:pt x="7524" y="21665"/>
                  <a:pt x="11082" y="21680"/>
                </a:cubicBezTo>
                <a:lnTo>
                  <a:pt x="23716" y="21680"/>
                </a:lnTo>
                <a:cubicBezTo>
                  <a:pt x="23857" y="21680"/>
                  <a:pt x="23967" y="21586"/>
                  <a:pt x="23998" y="21477"/>
                </a:cubicBezTo>
                <a:cubicBezTo>
                  <a:pt x="24092" y="21430"/>
                  <a:pt x="24170" y="21336"/>
                  <a:pt x="24186" y="21210"/>
                </a:cubicBezTo>
                <a:cubicBezTo>
                  <a:pt x="24343" y="18185"/>
                  <a:pt x="24186" y="15128"/>
                  <a:pt x="24186" y="12103"/>
                </a:cubicBezTo>
                <a:cubicBezTo>
                  <a:pt x="24170" y="9517"/>
                  <a:pt x="24123" y="6931"/>
                  <a:pt x="24045" y="4345"/>
                </a:cubicBezTo>
                <a:cubicBezTo>
                  <a:pt x="24045" y="4282"/>
                  <a:pt x="24014" y="4219"/>
                  <a:pt x="23982" y="4172"/>
                </a:cubicBezTo>
                <a:cubicBezTo>
                  <a:pt x="23935" y="4078"/>
                  <a:pt x="23841" y="4015"/>
                  <a:pt x="23716" y="4015"/>
                </a:cubicBezTo>
                <a:lnTo>
                  <a:pt x="23120" y="4015"/>
                </a:lnTo>
                <a:cubicBezTo>
                  <a:pt x="23120" y="2855"/>
                  <a:pt x="23058" y="1711"/>
                  <a:pt x="23058" y="551"/>
                </a:cubicBezTo>
                <a:cubicBezTo>
                  <a:pt x="23058" y="333"/>
                  <a:pt x="22895" y="236"/>
                  <a:pt x="22721" y="236"/>
                </a:cubicBezTo>
                <a:cubicBezTo>
                  <a:pt x="22708" y="236"/>
                  <a:pt x="22695" y="237"/>
                  <a:pt x="22681" y="238"/>
                </a:cubicBezTo>
                <a:cubicBezTo>
                  <a:pt x="22650" y="222"/>
                  <a:pt x="22619" y="222"/>
                  <a:pt x="22587" y="222"/>
                </a:cubicBezTo>
                <a:cubicBezTo>
                  <a:pt x="19405" y="222"/>
                  <a:pt x="16255" y="65"/>
                  <a:pt x="13073" y="18"/>
                </a:cubicBezTo>
                <a:cubicBezTo>
                  <a:pt x="12339" y="6"/>
                  <a:pt x="11606" y="1"/>
                  <a:pt x="1087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7" name="Google Shape;4887;p71"/>
          <p:cNvGrpSpPr/>
          <p:nvPr/>
        </p:nvGrpSpPr>
        <p:grpSpPr>
          <a:xfrm>
            <a:off x="1785682" y="1851579"/>
            <a:ext cx="415600" cy="510177"/>
            <a:chOff x="4695000" y="1948225"/>
            <a:chExt cx="385600" cy="473350"/>
          </a:xfrm>
        </p:grpSpPr>
        <p:sp>
          <p:nvSpPr>
            <p:cNvPr id="4888" name="Google Shape;4888;p71"/>
            <p:cNvSpPr/>
            <p:nvPr/>
          </p:nvSpPr>
          <p:spPr>
            <a:xfrm>
              <a:off x="4695000" y="1948225"/>
              <a:ext cx="385600" cy="473350"/>
            </a:xfrm>
            <a:custGeom>
              <a:avLst/>
              <a:gdLst/>
              <a:ahLst/>
              <a:cxnLst/>
              <a:rect l="l" t="t" r="r" b="b"/>
              <a:pathLst>
                <a:path w="15424" h="18934" extrusionOk="0">
                  <a:moveTo>
                    <a:pt x="10800" y="751"/>
                  </a:moveTo>
                  <a:cubicBezTo>
                    <a:pt x="12054" y="2193"/>
                    <a:pt x="13512" y="3431"/>
                    <a:pt x="14719" y="4936"/>
                  </a:cubicBezTo>
                  <a:cubicBezTo>
                    <a:pt x="14734" y="4952"/>
                    <a:pt x="14750" y="4968"/>
                    <a:pt x="14766" y="4968"/>
                  </a:cubicBezTo>
                  <a:cubicBezTo>
                    <a:pt x="14766" y="4983"/>
                    <a:pt x="14766" y="4983"/>
                    <a:pt x="14766" y="4983"/>
                  </a:cubicBezTo>
                  <a:cubicBezTo>
                    <a:pt x="14766" y="5015"/>
                    <a:pt x="14750" y="5046"/>
                    <a:pt x="14750" y="5093"/>
                  </a:cubicBezTo>
                  <a:cubicBezTo>
                    <a:pt x="13512" y="4764"/>
                    <a:pt x="12226" y="4607"/>
                    <a:pt x="10941" y="4482"/>
                  </a:cubicBezTo>
                  <a:cubicBezTo>
                    <a:pt x="11114" y="3290"/>
                    <a:pt x="11239" y="1864"/>
                    <a:pt x="10800" y="751"/>
                  </a:cubicBezTo>
                  <a:close/>
                  <a:moveTo>
                    <a:pt x="10032" y="673"/>
                  </a:moveTo>
                  <a:cubicBezTo>
                    <a:pt x="10659" y="1770"/>
                    <a:pt x="10440" y="3478"/>
                    <a:pt x="10267" y="4685"/>
                  </a:cubicBezTo>
                  <a:cubicBezTo>
                    <a:pt x="10236" y="4905"/>
                    <a:pt x="10346" y="5077"/>
                    <a:pt x="10581" y="5093"/>
                  </a:cubicBezTo>
                  <a:cubicBezTo>
                    <a:pt x="11913" y="5234"/>
                    <a:pt x="13277" y="5375"/>
                    <a:pt x="14578" y="5720"/>
                  </a:cubicBezTo>
                  <a:cubicBezTo>
                    <a:pt x="14609" y="5728"/>
                    <a:pt x="14640" y="5732"/>
                    <a:pt x="14670" y="5732"/>
                  </a:cubicBezTo>
                  <a:cubicBezTo>
                    <a:pt x="14699" y="5732"/>
                    <a:pt x="14726" y="5728"/>
                    <a:pt x="14750" y="5720"/>
                  </a:cubicBezTo>
                  <a:lnTo>
                    <a:pt x="14750" y="5720"/>
                  </a:lnTo>
                  <a:cubicBezTo>
                    <a:pt x="14734" y="9858"/>
                    <a:pt x="14562" y="14027"/>
                    <a:pt x="14750" y="18181"/>
                  </a:cubicBezTo>
                  <a:cubicBezTo>
                    <a:pt x="10236" y="18181"/>
                    <a:pt x="5737" y="18275"/>
                    <a:pt x="1223" y="18291"/>
                  </a:cubicBezTo>
                  <a:cubicBezTo>
                    <a:pt x="1364" y="12632"/>
                    <a:pt x="831" y="6989"/>
                    <a:pt x="659" y="1347"/>
                  </a:cubicBezTo>
                  <a:cubicBezTo>
                    <a:pt x="3794" y="1174"/>
                    <a:pt x="6913" y="720"/>
                    <a:pt x="10032" y="673"/>
                  </a:cubicBezTo>
                  <a:close/>
                  <a:moveTo>
                    <a:pt x="10880" y="0"/>
                  </a:moveTo>
                  <a:cubicBezTo>
                    <a:pt x="10848" y="0"/>
                    <a:pt x="10816" y="5"/>
                    <a:pt x="10784" y="14"/>
                  </a:cubicBezTo>
                  <a:lnTo>
                    <a:pt x="10722" y="14"/>
                  </a:lnTo>
                  <a:cubicBezTo>
                    <a:pt x="10628" y="14"/>
                    <a:pt x="10534" y="13"/>
                    <a:pt x="10441" y="13"/>
                  </a:cubicBezTo>
                  <a:cubicBezTo>
                    <a:pt x="7056" y="13"/>
                    <a:pt x="3700" y="552"/>
                    <a:pt x="330" y="720"/>
                  </a:cubicBezTo>
                  <a:cubicBezTo>
                    <a:pt x="283" y="720"/>
                    <a:pt x="236" y="735"/>
                    <a:pt x="204" y="751"/>
                  </a:cubicBezTo>
                  <a:lnTo>
                    <a:pt x="189" y="751"/>
                  </a:lnTo>
                  <a:cubicBezTo>
                    <a:pt x="79" y="798"/>
                    <a:pt x="0" y="892"/>
                    <a:pt x="0" y="1049"/>
                  </a:cubicBezTo>
                  <a:cubicBezTo>
                    <a:pt x="173" y="6848"/>
                    <a:pt x="721" y="12664"/>
                    <a:pt x="565" y="18463"/>
                  </a:cubicBezTo>
                  <a:cubicBezTo>
                    <a:pt x="565" y="18620"/>
                    <a:pt x="643" y="18714"/>
                    <a:pt x="753" y="18761"/>
                  </a:cubicBezTo>
                  <a:cubicBezTo>
                    <a:pt x="800" y="18855"/>
                    <a:pt x="894" y="18933"/>
                    <a:pt x="1035" y="18933"/>
                  </a:cubicBezTo>
                  <a:cubicBezTo>
                    <a:pt x="5675" y="18933"/>
                    <a:pt x="10314" y="18824"/>
                    <a:pt x="14969" y="18824"/>
                  </a:cubicBezTo>
                  <a:cubicBezTo>
                    <a:pt x="15032" y="18824"/>
                    <a:pt x="15079" y="18808"/>
                    <a:pt x="15126" y="18777"/>
                  </a:cubicBezTo>
                  <a:cubicBezTo>
                    <a:pt x="15283" y="18777"/>
                    <a:pt x="15424" y="18667"/>
                    <a:pt x="15408" y="18463"/>
                  </a:cubicBezTo>
                  <a:cubicBezTo>
                    <a:pt x="15189" y="13980"/>
                    <a:pt x="15408" y="9466"/>
                    <a:pt x="15408" y="4983"/>
                  </a:cubicBezTo>
                  <a:cubicBezTo>
                    <a:pt x="15408" y="4842"/>
                    <a:pt x="15346" y="4748"/>
                    <a:pt x="15252" y="4701"/>
                  </a:cubicBezTo>
                  <a:cubicBezTo>
                    <a:pt x="15252" y="4623"/>
                    <a:pt x="15236" y="4544"/>
                    <a:pt x="15173" y="4466"/>
                  </a:cubicBezTo>
                  <a:cubicBezTo>
                    <a:pt x="13919" y="2914"/>
                    <a:pt x="12399" y="1629"/>
                    <a:pt x="11098" y="108"/>
                  </a:cubicBezTo>
                  <a:cubicBezTo>
                    <a:pt x="11031" y="31"/>
                    <a:pt x="10957" y="0"/>
                    <a:pt x="108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71"/>
            <p:cNvSpPr/>
            <p:nvPr/>
          </p:nvSpPr>
          <p:spPr>
            <a:xfrm>
              <a:off x="4744775" y="2124550"/>
              <a:ext cx="282150" cy="263375"/>
            </a:xfrm>
            <a:custGeom>
              <a:avLst/>
              <a:gdLst/>
              <a:ahLst/>
              <a:cxnLst/>
              <a:rect l="l" t="t" r="r" b="b"/>
              <a:pathLst>
                <a:path w="11286" h="10535" extrusionOk="0">
                  <a:moveTo>
                    <a:pt x="4483" y="736"/>
                  </a:moveTo>
                  <a:cubicBezTo>
                    <a:pt x="4248" y="877"/>
                    <a:pt x="4013" y="1065"/>
                    <a:pt x="3809" y="1253"/>
                  </a:cubicBezTo>
                  <a:cubicBezTo>
                    <a:pt x="3668" y="1206"/>
                    <a:pt x="3542" y="1143"/>
                    <a:pt x="3417" y="1065"/>
                  </a:cubicBezTo>
                  <a:cubicBezTo>
                    <a:pt x="3762" y="908"/>
                    <a:pt x="4122" y="799"/>
                    <a:pt x="4483" y="736"/>
                  </a:cubicBezTo>
                  <a:close/>
                  <a:moveTo>
                    <a:pt x="7304" y="1049"/>
                  </a:moveTo>
                  <a:lnTo>
                    <a:pt x="7304" y="1049"/>
                  </a:lnTo>
                  <a:cubicBezTo>
                    <a:pt x="7508" y="1143"/>
                    <a:pt x="7712" y="1253"/>
                    <a:pt x="7916" y="1363"/>
                  </a:cubicBezTo>
                  <a:cubicBezTo>
                    <a:pt x="7822" y="1410"/>
                    <a:pt x="7728" y="1457"/>
                    <a:pt x="7633" y="1488"/>
                  </a:cubicBezTo>
                  <a:cubicBezTo>
                    <a:pt x="7524" y="1332"/>
                    <a:pt x="7414" y="1190"/>
                    <a:pt x="7304" y="1049"/>
                  </a:cubicBezTo>
                  <a:close/>
                  <a:moveTo>
                    <a:pt x="5314" y="1034"/>
                  </a:moveTo>
                  <a:cubicBezTo>
                    <a:pt x="5314" y="1206"/>
                    <a:pt x="5314" y="1363"/>
                    <a:pt x="5314" y="1535"/>
                  </a:cubicBezTo>
                  <a:cubicBezTo>
                    <a:pt x="5079" y="1520"/>
                    <a:pt x="4828" y="1488"/>
                    <a:pt x="4577" y="1457"/>
                  </a:cubicBezTo>
                  <a:cubicBezTo>
                    <a:pt x="4812" y="1284"/>
                    <a:pt x="5047" y="1143"/>
                    <a:pt x="5314" y="1034"/>
                  </a:cubicBezTo>
                  <a:close/>
                  <a:moveTo>
                    <a:pt x="5972" y="924"/>
                  </a:moveTo>
                  <a:cubicBezTo>
                    <a:pt x="6348" y="1049"/>
                    <a:pt x="6646" y="1284"/>
                    <a:pt x="6897" y="1582"/>
                  </a:cubicBezTo>
                  <a:cubicBezTo>
                    <a:pt x="6800" y="1587"/>
                    <a:pt x="6704" y="1589"/>
                    <a:pt x="6609" y="1589"/>
                  </a:cubicBezTo>
                  <a:cubicBezTo>
                    <a:pt x="6380" y="1589"/>
                    <a:pt x="6160" y="1578"/>
                    <a:pt x="5972" y="1567"/>
                  </a:cubicBezTo>
                  <a:cubicBezTo>
                    <a:pt x="5972" y="1363"/>
                    <a:pt x="5972" y="1143"/>
                    <a:pt x="5972" y="924"/>
                  </a:cubicBezTo>
                  <a:close/>
                  <a:moveTo>
                    <a:pt x="8464" y="1770"/>
                  </a:moveTo>
                  <a:cubicBezTo>
                    <a:pt x="8997" y="2209"/>
                    <a:pt x="9389" y="2758"/>
                    <a:pt x="9655" y="3369"/>
                  </a:cubicBezTo>
                  <a:cubicBezTo>
                    <a:pt x="9311" y="3573"/>
                    <a:pt x="8903" y="3714"/>
                    <a:pt x="8480" y="3824"/>
                  </a:cubicBezTo>
                  <a:cubicBezTo>
                    <a:pt x="8370" y="3244"/>
                    <a:pt x="8198" y="2617"/>
                    <a:pt x="7947" y="2053"/>
                  </a:cubicBezTo>
                  <a:cubicBezTo>
                    <a:pt x="8135" y="1990"/>
                    <a:pt x="8323" y="1896"/>
                    <a:pt x="8464" y="1770"/>
                  </a:cubicBezTo>
                  <a:close/>
                  <a:moveTo>
                    <a:pt x="2774" y="1410"/>
                  </a:moveTo>
                  <a:cubicBezTo>
                    <a:pt x="2963" y="1551"/>
                    <a:pt x="3151" y="1676"/>
                    <a:pt x="3354" y="1770"/>
                  </a:cubicBezTo>
                  <a:cubicBezTo>
                    <a:pt x="2884" y="2397"/>
                    <a:pt x="2555" y="3165"/>
                    <a:pt x="2383" y="3980"/>
                  </a:cubicBezTo>
                  <a:cubicBezTo>
                    <a:pt x="1834" y="3808"/>
                    <a:pt x="1426" y="3510"/>
                    <a:pt x="1348" y="3024"/>
                  </a:cubicBezTo>
                  <a:cubicBezTo>
                    <a:pt x="1489" y="2758"/>
                    <a:pt x="1662" y="2507"/>
                    <a:pt x="1850" y="2256"/>
                  </a:cubicBezTo>
                  <a:cubicBezTo>
                    <a:pt x="2132" y="1927"/>
                    <a:pt x="2445" y="1645"/>
                    <a:pt x="2774" y="1410"/>
                  </a:cubicBezTo>
                  <a:close/>
                  <a:moveTo>
                    <a:pt x="7289" y="2194"/>
                  </a:moveTo>
                  <a:cubicBezTo>
                    <a:pt x="7571" y="2742"/>
                    <a:pt x="7743" y="3369"/>
                    <a:pt x="7853" y="3965"/>
                  </a:cubicBezTo>
                  <a:cubicBezTo>
                    <a:pt x="7210" y="4075"/>
                    <a:pt x="6536" y="4122"/>
                    <a:pt x="5925" y="4137"/>
                  </a:cubicBezTo>
                  <a:cubicBezTo>
                    <a:pt x="5956" y="3510"/>
                    <a:pt x="5956" y="2868"/>
                    <a:pt x="5972" y="2225"/>
                  </a:cubicBezTo>
                  <a:cubicBezTo>
                    <a:pt x="6147" y="2232"/>
                    <a:pt x="6338" y="2239"/>
                    <a:pt x="6536" y="2239"/>
                  </a:cubicBezTo>
                  <a:cubicBezTo>
                    <a:pt x="6781" y="2239"/>
                    <a:pt x="7037" y="2228"/>
                    <a:pt x="7289" y="2194"/>
                  </a:cubicBezTo>
                  <a:close/>
                  <a:moveTo>
                    <a:pt x="4013" y="1990"/>
                  </a:moveTo>
                  <a:cubicBezTo>
                    <a:pt x="4436" y="2100"/>
                    <a:pt x="4890" y="2162"/>
                    <a:pt x="5314" y="2194"/>
                  </a:cubicBezTo>
                  <a:cubicBezTo>
                    <a:pt x="5314" y="2852"/>
                    <a:pt x="5298" y="3510"/>
                    <a:pt x="5282" y="4169"/>
                  </a:cubicBezTo>
                  <a:cubicBezTo>
                    <a:pt x="5024" y="4183"/>
                    <a:pt x="4685" y="4198"/>
                    <a:pt x="4314" y="4198"/>
                  </a:cubicBezTo>
                  <a:cubicBezTo>
                    <a:pt x="3898" y="4198"/>
                    <a:pt x="3440" y="4180"/>
                    <a:pt x="3010" y="4122"/>
                  </a:cubicBezTo>
                  <a:cubicBezTo>
                    <a:pt x="3166" y="3322"/>
                    <a:pt x="3511" y="2570"/>
                    <a:pt x="4013" y="1990"/>
                  </a:cubicBezTo>
                  <a:close/>
                  <a:moveTo>
                    <a:pt x="1019" y="3871"/>
                  </a:moveTo>
                  <a:cubicBezTo>
                    <a:pt x="1301" y="4231"/>
                    <a:pt x="1756" y="4451"/>
                    <a:pt x="2273" y="4592"/>
                  </a:cubicBezTo>
                  <a:cubicBezTo>
                    <a:pt x="2163" y="5407"/>
                    <a:pt x="2210" y="6238"/>
                    <a:pt x="2398" y="7021"/>
                  </a:cubicBezTo>
                  <a:cubicBezTo>
                    <a:pt x="1850" y="6818"/>
                    <a:pt x="1348" y="6520"/>
                    <a:pt x="956" y="6096"/>
                  </a:cubicBezTo>
                  <a:cubicBezTo>
                    <a:pt x="799" y="5360"/>
                    <a:pt x="815" y="4592"/>
                    <a:pt x="1019" y="3871"/>
                  </a:cubicBezTo>
                  <a:close/>
                  <a:moveTo>
                    <a:pt x="9875" y="3980"/>
                  </a:moveTo>
                  <a:cubicBezTo>
                    <a:pt x="10094" y="4764"/>
                    <a:pt x="10094" y="5579"/>
                    <a:pt x="9844" y="6379"/>
                  </a:cubicBezTo>
                  <a:cubicBezTo>
                    <a:pt x="9797" y="6379"/>
                    <a:pt x="9750" y="6394"/>
                    <a:pt x="9687" y="6426"/>
                  </a:cubicBezTo>
                  <a:cubicBezTo>
                    <a:pt x="9248" y="6708"/>
                    <a:pt x="8793" y="6943"/>
                    <a:pt x="8323" y="7100"/>
                  </a:cubicBezTo>
                  <a:cubicBezTo>
                    <a:pt x="8574" y="6426"/>
                    <a:pt x="8684" y="5673"/>
                    <a:pt x="8621" y="4827"/>
                  </a:cubicBezTo>
                  <a:cubicBezTo>
                    <a:pt x="8605" y="4717"/>
                    <a:pt x="8590" y="4607"/>
                    <a:pt x="8574" y="4482"/>
                  </a:cubicBezTo>
                  <a:cubicBezTo>
                    <a:pt x="9044" y="4357"/>
                    <a:pt x="9483" y="4200"/>
                    <a:pt x="9875" y="3980"/>
                  </a:cubicBezTo>
                  <a:close/>
                  <a:moveTo>
                    <a:pt x="2900" y="4717"/>
                  </a:moveTo>
                  <a:lnTo>
                    <a:pt x="2900" y="4717"/>
                  </a:lnTo>
                  <a:cubicBezTo>
                    <a:pt x="3527" y="4811"/>
                    <a:pt x="4154" y="4827"/>
                    <a:pt x="4593" y="4827"/>
                  </a:cubicBezTo>
                  <a:cubicBezTo>
                    <a:pt x="4729" y="4827"/>
                    <a:pt x="4871" y="4834"/>
                    <a:pt x="5016" y="4834"/>
                  </a:cubicBezTo>
                  <a:cubicBezTo>
                    <a:pt x="5089" y="4834"/>
                    <a:pt x="5162" y="4832"/>
                    <a:pt x="5235" y="4827"/>
                  </a:cubicBezTo>
                  <a:lnTo>
                    <a:pt x="5235" y="4827"/>
                  </a:lnTo>
                  <a:cubicBezTo>
                    <a:pt x="5220" y="5015"/>
                    <a:pt x="5220" y="5203"/>
                    <a:pt x="5204" y="5375"/>
                  </a:cubicBezTo>
                  <a:cubicBezTo>
                    <a:pt x="5141" y="6081"/>
                    <a:pt x="5032" y="6786"/>
                    <a:pt x="4938" y="7492"/>
                  </a:cubicBezTo>
                  <a:cubicBezTo>
                    <a:pt x="4373" y="7444"/>
                    <a:pt x="3746" y="7382"/>
                    <a:pt x="3151" y="7241"/>
                  </a:cubicBezTo>
                  <a:cubicBezTo>
                    <a:pt x="2900" y="6441"/>
                    <a:pt x="2806" y="5564"/>
                    <a:pt x="2900" y="4717"/>
                  </a:cubicBezTo>
                  <a:close/>
                  <a:moveTo>
                    <a:pt x="7947" y="4623"/>
                  </a:moveTo>
                  <a:cubicBezTo>
                    <a:pt x="7963" y="4780"/>
                    <a:pt x="7978" y="4921"/>
                    <a:pt x="7978" y="5062"/>
                  </a:cubicBezTo>
                  <a:cubicBezTo>
                    <a:pt x="8025" y="5924"/>
                    <a:pt x="7853" y="6676"/>
                    <a:pt x="7524" y="7335"/>
                  </a:cubicBezTo>
                  <a:cubicBezTo>
                    <a:pt x="6959" y="7462"/>
                    <a:pt x="6383" y="7525"/>
                    <a:pt x="5781" y="7525"/>
                  </a:cubicBezTo>
                  <a:cubicBezTo>
                    <a:pt x="5715" y="7525"/>
                    <a:pt x="5648" y="7524"/>
                    <a:pt x="5580" y="7523"/>
                  </a:cubicBezTo>
                  <a:cubicBezTo>
                    <a:pt x="5674" y="6802"/>
                    <a:pt x="5800" y="6096"/>
                    <a:pt x="5862" y="5375"/>
                  </a:cubicBezTo>
                  <a:cubicBezTo>
                    <a:pt x="5878" y="5187"/>
                    <a:pt x="5878" y="4999"/>
                    <a:pt x="5894" y="4827"/>
                  </a:cubicBezTo>
                  <a:cubicBezTo>
                    <a:pt x="6568" y="4796"/>
                    <a:pt x="7273" y="4749"/>
                    <a:pt x="7947" y="4623"/>
                  </a:cubicBezTo>
                  <a:close/>
                  <a:moveTo>
                    <a:pt x="1348" y="7256"/>
                  </a:moveTo>
                  <a:lnTo>
                    <a:pt x="1348" y="7256"/>
                  </a:lnTo>
                  <a:cubicBezTo>
                    <a:pt x="1740" y="7492"/>
                    <a:pt x="2179" y="7648"/>
                    <a:pt x="2633" y="7774"/>
                  </a:cubicBezTo>
                  <a:cubicBezTo>
                    <a:pt x="2790" y="8228"/>
                    <a:pt x="3010" y="8636"/>
                    <a:pt x="3276" y="9012"/>
                  </a:cubicBezTo>
                  <a:cubicBezTo>
                    <a:pt x="2994" y="8918"/>
                    <a:pt x="2696" y="8824"/>
                    <a:pt x="2430" y="8683"/>
                  </a:cubicBezTo>
                  <a:cubicBezTo>
                    <a:pt x="2384" y="8660"/>
                    <a:pt x="2329" y="8645"/>
                    <a:pt x="2285" y="8645"/>
                  </a:cubicBezTo>
                  <a:cubicBezTo>
                    <a:pt x="2269" y="8645"/>
                    <a:pt x="2254" y="8647"/>
                    <a:pt x="2242" y="8651"/>
                  </a:cubicBezTo>
                  <a:cubicBezTo>
                    <a:pt x="1881" y="8213"/>
                    <a:pt x="1583" y="7742"/>
                    <a:pt x="1348" y="7256"/>
                  </a:cubicBezTo>
                  <a:close/>
                  <a:moveTo>
                    <a:pt x="9389" y="7350"/>
                  </a:moveTo>
                  <a:lnTo>
                    <a:pt x="9389" y="7350"/>
                  </a:lnTo>
                  <a:cubicBezTo>
                    <a:pt x="9029" y="7930"/>
                    <a:pt x="8527" y="8416"/>
                    <a:pt x="7963" y="8808"/>
                  </a:cubicBezTo>
                  <a:cubicBezTo>
                    <a:pt x="7696" y="8887"/>
                    <a:pt x="7414" y="8965"/>
                    <a:pt x="7132" y="9028"/>
                  </a:cubicBezTo>
                  <a:cubicBezTo>
                    <a:pt x="7445" y="8683"/>
                    <a:pt x="7728" y="8307"/>
                    <a:pt x="7963" y="7899"/>
                  </a:cubicBezTo>
                  <a:cubicBezTo>
                    <a:pt x="8449" y="7774"/>
                    <a:pt x="8919" y="7601"/>
                    <a:pt x="9389" y="7350"/>
                  </a:cubicBezTo>
                  <a:close/>
                  <a:moveTo>
                    <a:pt x="3433" y="7962"/>
                  </a:moveTo>
                  <a:lnTo>
                    <a:pt x="3433" y="7962"/>
                  </a:lnTo>
                  <a:cubicBezTo>
                    <a:pt x="3856" y="8040"/>
                    <a:pt x="4279" y="8087"/>
                    <a:pt x="4687" y="8118"/>
                  </a:cubicBezTo>
                  <a:cubicBezTo>
                    <a:pt x="4749" y="8134"/>
                    <a:pt x="4796" y="8134"/>
                    <a:pt x="4859" y="8134"/>
                  </a:cubicBezTo>
                  <a:cubicBezTo>
                    <a:pt x="4812" y="8510"/>
                    <a:pt x="4781" y="8871"/>
                    <a:pt x="4781" y="9247"/>
                  </a:cubicBezTo>
                  <a:cubicBezTo>
                    <a:pt x="4640" y="9231"/>
                    <a:pt x="4483" y="9231"/>
                    <a:pt x="4326" y="9216"/>
                  </a:cubicBezTo>
                  <a:cubicBezTo>
                    <a:pt x="3966" y="8855"/>
                    <a:pt x="3668" y="8432"/>
                    <a:pt x="3433" y="7962"/>
                  </a:cubicBezTo>
                  <a:close/>
                  <a:moveTo>
                    <a:pt x="7069" y="8087"/>
                  </a:moveTo>
                  <a:cubicBezTo>
                    <a:pt x="6771" y="8495"/>
                    <a:pt x="6427" y="8855"/>
                    <a:pt x="6019" y="9200"/>
                  </a:cubicBezTo>
                  <a:cubicBezTo>
                    <a:pt x="5815" y="9231"/>
                    <a:pt x="5627" y="9231"/>
                    <a:pt x="5439" y="9247"/>
                  </a:cubicBezTo>
                  <a:cubicBezTo>
                    <a:pt x="5439" y="8887"/>
                    <a:pt x="5470" y="8526"/>
                    <a:pt x="5502" y="8166"/>
                  </a:cubicBezTo>
                  <a:cubicBezTo>
                    <a:pt x="5622" y="8169"/>
                    <a:pt x="5741" y="8171"/>
                    <a:pt x="5861" y="8171"/>
                  </a:cubicBezTo>
                  <a:cubicBezTo>
                    <a:pt x="6273" y="8171"/>
                    <a:pt x="6680" y="8148"/>
                    <a:pt x="7069" y="8087"/>
                  </a:cubicBezTo>
                  <a:close/>
                  <a:moveTo>
                    <a:pt x="5355" y="0"/>
                  </a:moveTo>
                  <a:cubicBezTo>
                    <a:pt x="3943" y="0"/>
                    <a:pt x="2542" y="531"/>
                    <a:pt x="1552" y="1614"/>
                  </a:cubicBezTo>
                  <a:cubicBezTo>
                    <a:pt x="329" y="2930"/>
                    <a:pt x="0" y="4592"/>
                    <a:pt x="314" y="6159"/>
                  </a:cubicBezTo>
                  <a:cubicBezTo>
                    <a:pt x="314" y="6238"/>
                    <a:pt x="329" y="6316"/>
                    <a:pt x="376" y="6394"/>
                  </a:cubicBezTo>
                  <a:cubicBezTo>
                    <a:pt x="596" y="7303"/>
                    <a:pt x="1019" y="8166"/>
                    <a:pt x="1615" y="8918"/>
                  </a:cubicBezTo>
                  <a:cubicBezTo>
                    <a:pt x="1630" y="8981"/>
                    <a:pt x="1662" y="9043"/>
                    <a:pt x="1724" y="9090"/>
                  </a:cubicBezTo>
                  <a:cubicBezTo>
                    <a:pt x="1756" y="9122"/>
                    <a:pt x="1787" y="9137"/>
                    <a:pt x="1803" y="9153"/>
                  </a:cubicBezTo>
                  <a:cubicBezTo>
                    <a:pt x="1850" y="9200"/>
                    <a:pt x="1881" y="9247"/>
                    <a:pt x="1928" y="9294"/>
                  </a:cubicBezTo>
                  <a:cubicBezTo>
                    <a:pt x="1991" y="9372"/>
                    <a:pt x="2069" y="9404"/>
                    <a:pt x="2132" y="9404"/>
                  </a:cubicBezTo>
                  <a:cubicBezTo>
                    <a:pt x="3041" y="10046"/>
                    <a:pt x="4013" y="10485"/>
                    <a:pt x="5094" y="10501"/>
                  </a:cubicBezTo>
                  <a:cubicBezTo>
                    <a:pt x="5131" y="10523"/>
                    <a:pt x="5174" y="10534"/>
                    <a:pt x="5220" y="10534"/>
                  </a:cubicBezTo>
                  <a:cubicBezTo>
                    <a:pt x="5274" y="10534"/>
                    <a:pt x="5333" y="10519"/>
                    <a:pt x="5392" y="10485"/>
                  </a:cubicBezTo>
                  <a:cubicBezTo>
                    <a:pt x="5627" y="10470"/>
                    <a:pt x="5862" y="10438"/>
                    <a:pt x="6097" y="10376"/>
                  </a:cubicBezTo>
                  <a:cubicBezTo>
                    <a:pt x="6881" y="10203"/>
                    <a:pt x="7649" y="9843"/>
                    <a:pt x="8339" y="9372"/>
                  </a:cubicBezTo>
                  <a:cubicBezTo>
                    <a:pt x="8386" y="9341"/>
                    <a:pt x="8417" y="9310"/>
                    <a:pt x="8449" y="9278"/>
                  </a:cubicBezTo>
                  <a:cubicBezTo>
                    <a:pt x="9060" y="8824"/>
                    <a:pt x="9593" y="8275"/>
                    <a:pt x="9985" y="7648"/>
                  </a:cubicBezTo>
                  <a:cubicBezTo>
                    <a:pt x="11286" y="5517"/>
                    <a:pt x="10706" y="2679"/>
                    <a:pt x="8746" y="1143"/>
                  </a:cubicBezTo>
                  <a:cubicBezTo>
                    <a:pt x="7772" y="386"/>
                    <a:pt x="6560" y="0"/>
                    <a:pt x="53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71"/>
            <p:cNvSpPr/>
            <p:nvPr/>
          </p:nvSpPr>
          <p:spPr>
            <a:xfrm>
              <a:off x="4731450" y="1998150"/>
              <a:ext cx="76425" cy="103725"/>
            </a:xfrm>
            <a:custGeom>
              <a:avLst/>
              <a:gdLst/>
              <a:ahLst/>
              <a:cxnLst/>
              <a:rect l="l" t="t" r="r" b="b"/>
              <a:pathLst>
                <a:path w="3057" h="4149" extrusionOk="0">
                  <a:moveTo>
                    <a:pt x="410" y="0"/>
                  </a:moveTo>
                  <a:cubicBezTo>
                    <a:pt x="247" y="0"/>
                    <a:pt x="86" y="102"/>
                    <a:pt x="94" y="306"/>
                  </a:cubicBezTo>
                  <a:cubicBezTo>
                    <a:pt x="94" y="1262"/>
                    <a:pt x="0" y="2344"/>
                    <a:pt x="361" y="3237"/>
                  </a:cubicBezTo>
                  <a:cubicBezTo>
                    <a:pt x="554" y="3714"/>
                    <a:pt x="1023" y="4148"/>
                    <a:pt x="1549" y="4148"/>
                  </a:cubicBezTo>
                  <a:cubicBezTo>
                    <a:pt x="1663" y="4148"/>
                    <a:pt x="1780" y="4128"/>
                    <a:pt x="1897" y="4083"/>
                  </a:cubicBezTo>
                  <a:cubicBezTo>
                    <a:pt x="3057" y="3644"/>
                    <a:pt x="2586" y="1231"/>
                    <a:pt x="2571" y="306"/>
                  </a:cubicBezTo>
                  <a:cubicBezTo>
                    <a:pt x="2571" y="102"/>
                    <a:pt x="2406" y="0"/>
                    <a:pt x="2242" y="0"/>
                  </a:cubicBezTo>
                  <a:cubicBezTo>
                    <a:pt x="2077" y="0"/>
                    <a:pt x="1912" y="102"/>
                    <a:pt x="1912" y="306"/>
                  </a:cubicBezTo>
                  <a:cubicBezTo>
                    <a:pt x="1928" y="1184"/>
                    <a:pt x="2226" y="2438"/>
                    <a:pt x="1818" y="3253"/>
                  </a:cubicBezTo>
                  <a:cubicBezTo>
                    <a:pt x="1729" y="3428"/>
                    <a:pt x="1628" y="3498"/>
                    <a:pt x="1527" y="3498"/>
                  </a:cubicBezTo>
                  <a:cubicBezTo>
                    <a:pt x="1221" y="3498"/>
                    <a:pt x="905" y="2865"/>
                    <a:pt x="847" y="2594"/>
                  </a:cubicBezTo>
                  <a:cubicBezTo>
                    <a:pt x="706" y="1842"/>
                    <a:pt x="753" y="1058"/>
                    <a:pt x="737" y="306"/>
                  </a:cubicBezTo>
                  <a:cubicBezTo>
                    <a:pt x="737" y="102"/>
                    <a:pt x="572" y="0"/>
                    <a:pt x="4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71"/>
            <p:cNvSpPr/>
            <p:nvPr/>
          </p:nvSpPr>
          <p:spPr>
            <a:xfrm>
              <a:off x="4813350" y="2028300"/>
              <a:ext cx="69275" cy="68625"/>
            </a:xfrm>
            <a:custGeom>
              <a:avLst/>
              <a:gdLst/>
              <a:ahLst/>
              <a:cxnLst/>
              <a:rect l="l" t="t" r="r" b="b"/>
              <a:pathLst>
                <a:path w="2771" h="2745" extrusionOk="0">
                  <a:moveTo>
                    <a:pt x="436" y="0"/>
                  </a:moveTo>
                  <a:cubicBezTo>
                    <a:pt x="309" y="0"/>
                    <a:pt x="188" y="74"/>
                    <a:pt x="157" y="244"/>
                  </a:cubicBezTo>
                  <a:cubicBezTo>
                    <a:pt x="0" y="965"/>
                    <a:pt x="204" y="1686"/>
                    <a:pt x="141" y="2438"/>
                  </a:cubicBezTo>
                  <a:cubicBezTo>
                    <a:pt x="126" y="2642"/>
                    <a:pt x="278" y="2744"/>
                    <a:pt x="441" y="2744"/>
                  </a:cubicBezTo>
                  <a:cubicBezTo>
                    <a:pt x="604" y="2744"/>
                    <a:pt x="776" y="2642"/>
                    <a:pt x="799" y="2438"/>
                  </a:cubicBezTo>
                  <a:cubicBezTo>
                    <a:pt x="815" y="2141"/>
                    <a:pt x="799" y="1859"/>
                    <a:pt x="768" y="1576"/>
                  </a:cubicBezTo>
                  <a:cubicBezTo>
                    <a:pt x="815" y="1545"/>
                    <a:pt x="862" y="1514"/>
                    <a:pt x="894" y="1467"/>
                  </a:cubicBezTo>
                  <a:cubicBezTo>
                    <a:pt x="1149" y="1103"/>
                    <a:pt x="1555" y="902"/>
                    <a:pt x="1993" y="902"/>
                  </a:cubicBezTo>
                  <a:cubicBezTo>
                    <a:pt x="2065" y="902"/>
                    <a:pt x="2137" y="907"/>
                    <a:pt x="2210" y="918"/>
                  </a:cubicBezTo>
                  <a:cubicBezTo>
                    <a:pt x="2230" y="921"/>
                    <a:pt x="2248" y="922"/>
                    <a:pt x="2267" y="922"/>
                  </a:cubicBezTo>
                  <a:cubicBezTo>
                    <a:pt x="2633" y="922"/>
                    <a:pt x="2771" y="351"/>
                    <a:pt x="2383" y="291"/>
                  </a:cubicBezTo>
                  <a:cubicBezTo>
                    <a:pt x="2256" y="272"/>
                    <a:pt x="2133" y="263"/>
                    <a:pt x="2012" y="263"/>
                  </a:cubicBezTo>
                  <a:cubicBezTo>
                    <a:pt x="1533" y="263"/>
                    <a:pt x="1100" y="411"/>
                    <a:pt x="737" y="699"/>
                  </a:cubicBezTo>
                  <a:cubicBezTo>
                    <a:pt x="752" y="605"/>
                    <a:pt x="768" y="511"/>
                    <a:pt x="784" y="417"/>
                  </a:cubicBezTo>
                  <a:cubicBezTo>
                    <a:pt x="831" y="163"/>
                    <a:pt x="625" y="0"/>
                    <a:pt x="4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71"/>
            <p:cNvSpPr/>
            <p:nvPr/>
          </p:nvSpPr>
          <p:spPr>
            <a:xfrm>
              <a:off x="4877225" y="1990950"/>
              <a:ext cx="48675" cy="97000"/>
            </a:xfrm>
            <a:custGeom>
              <a:avLst/>
              <a:gdLst/>
              <a:ahLst/>
              <a:cxnLst/>
              <a:rect l="l" t="t" r="r" b="b"/>
              <a:pathLst>
                <a:path w="1947" h="3880" extrusionOk="0">
                  <a:moveTo>
                    <a:pt x="795" y="1"/>
                  </a:moveTo>
                  <a:cubicBezTo>
                    <a:pt x="602" y="1"/>
                    <a:pt x="398" y="161"/>
                    <a:pt x="455" y="406"/>
                  </a:cubicBezTo>
                  <a:cubicBezTo>
                    <a:pt x="674" y="1362"/>
                    <a:pt x="0" y="3556"/>
                    <a:pt x="1379" y="3870"/>
                  </a:cubicBezTo>
                  <a:cubicBezTo>
                    <a:pt x="1407" y="3876"/>
                    <a:pt x="1434" y="3879"/>
                    <a:pt x="1459" y="3879"/>
                  </a:cubicBezTo>
                  <a:cubicBezTo>
                    <a:pt x="1810" y="3879"/>
                    <a:pt x="1946" y="3316"/>
                    <a:pt x="1552" y="3243"/>
                  </a:cubicBezTo>
                  <a:cubicBezTo>
                    <a:pt x="1050" y="3117"/>
                    <a:pt x="1160" y="2161"/>
                    <a:pt x="1160" y="1769"/>
                  </a:cubicBezTo>
                  <a:cubicBezTo>
                    <a:pt x="1160" y="1268"/>
                    <a:pt x="1207" y="735"/>
                    <a:pt x="1082" y="233"/>
                  </a:cubicBezTo>
                  <a:cubicBezTo>
                    <a:pt x="1044" y="71"/>
                    <a:pt x="922" y="1"/>
                    <a:pt x="7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3" name="Google Shape;4893;p71"/>
          <p:cNvGrpSpPr/>
          <p:nvPr/>
        </p:nvGrpSpPr>
        <p:grpSpPr>
          <a:xfrm>
            <a:off x="3133261" y="1936080"/>
            <a:ext cx="254346" cy="425606"/>
            <a:chOff x="5347825" y="2213275"/>
            <a:chExt cx="246125" cy="411850"/>
          </a:xfrm>
        </p:grpSpPr>
        <p:sp>
          <p:nvSpPr>
            <p:cNvPr id="4894" name="Google Shape;4894;p71"/>
            <p:cNvSpPr/>
            <p:nvPr/>
          </p:nvSpPr>
          <p:spPr>
            <a:xfrm>
              <a:off x="5347825" y="2213275"/>
              <a:ext cx="246125" cy="411850"/>
            </a:xfrm>
            <a:custGeom>
              <a:avLst/>
              <a:gdLst/>
              <a:ahLst/>
              <a:cxnLst/>
              <a:rect l="l" t="t" r="r" b="b"/>
              <a:pathLst>
                <a:path w="9845" h="16474" extrusionOk="0">
                  <a:moveTo>
                    <a:pt x="6824" y="657"/>
                  </a:moveTo>
                  <a:cubicBezTo>
                    <a:pt x="7450" y="657"/>
                    <a:pt x="8075" y="664"/>
                    <a:pt x="8700" y="682"/>
                  </a:cubicBezTo>
                  <a:lnTo>
                    <a:pt x="8700" y="1623"/>
                  </a:lnTo>
                  <a:cubicBezTo>
                    <a:pt x="7761" y="1651"/>
                    <a:pt x="6821" y="1661"/>
                    <a:pt x="5882" y="1661"/>
                  </a:cubicBezTo>
                  <a:cubicBezTo>
                    <a:pt x="4172" y="1661"/>
                    <a:pt x="2463" y="1627"/>
                    <a:pt x="753" y="1607"/>
                  </a:cubicBezTo>
                  <a:cubicBezTo>
                    <a:pt x="753" y="1325"/>
                    <a:pt x="722" y="1027"/>
                    <a:pt x="706" y="745"/>
                  </a:cubicBezTo>
                  <a:cubicBezTo>
                    <a:pt x="2746" y="733"/>
                    <a:pt x="4785" y="657"/>
                    <a:pt x="6824" y="657"/>
                  </a:cubicBezTo>
                  <a:close/>
                  <a:moveTo>
                    <a:pt x="5217" y="12852"/>
                  </a:moveTo>
                  <a:cubicBezTo>
                    <a:pt x="5885" y="12852"/>
                    <a:pt x="6549" y="13561"/>
                    <a:pt x="7054" y="14146"/>
                  </a:cubicBezTo>
                  <a:cubicBezTo>
                    <a:pt x="5800" y="14162"/>
                    <a:pt x="4562" y="14178"/>
                    <a:pt x="3308" y="14194"/>
                  </a:cubicBezTo>
                  <a:cubicBezTo>
                    <a:pt x="3778" y="13692"/>
                    <a:pt x="4296" y="13159"/>
                    <a:pt x="4860" y="12924"/>
                  </a:cubicBezTo>
                  <a:cubicBezTo>
                    <a:pt x="4978" y="12874"/>
                    <a:pt x="5098" y="12852"/>
                    <a:pt x="5217" y="12852"/>
                  </a:cubicBezTo>
                  <a:close/>
                  <a:moveTo>
                    <a:pt x="1427" y="2265"/>
                  </a:moveTo>
                  <a:cubicBezTo>
                    <a:pt x="2865" y="2285"/>
                    <a:pt x="4302" y="2305"/>
                    <a:pt x="5740" y="2305"/>
                  </a:cubicBezTo>
                  <a:cubicBezTo>
                    <a:pt x="6575" y="2305"/>
                    <a:pt x="7410" y="2298"/>
                    <a:pt x="8246" y="2281"/>
                  </a:cubicBezTo>
                  <a:lnTo>
                    <a:pt x="8246" y="2281"/>
                  </a:lnTo>
                  <a:cubicBezTo>
                    <a:pt x="8246" y="3707"/>
                    <a:pt x="8010" y="5118"/>
                    <a:pt x="7133" y="6278"/>
                  </a:cubicBezTo>
                  <a:cubicBezTo>
                    <a:pt x="6757" y="6764"/>
                    <a:pt x="6161" y="7109"/>
                    <a:pt x="5832" y="7626"/>
                  </a:cubicBezTo>
                  <a:cubicBezTo>
                    <a:pt x="5377" y="8316"/>
                    <a:pt x="5706" y="8974"/>
                    <a:pt x="6145" y="9570"/>
                  </a:cubicBezTo>
                  <a:cubicBezTo>
                    <a:pt x="7274" y="11106"/>
                    <a:pt x="8355" y="12077"/>
                    <a:pt x="8434" y="14146"/>
                  </a:cubicBezTo>
                  <a:lnTo>
                    <a:pt x="7885" y="14146"/>
                  </a:lnTo>
                  <a:cubicBezTo>
                    <a:pt x="7288" y="13445"/>
                    <a:pt x="6293" y="12146"/>
                    <a:pt x="5224" y="12146"/>
                  </a:cubicBezTo>
                  <a:cubicBezTo>
                    <a:pt x="5171" y="12146"/>
                    <a:pt x="5117" y="12149"/>
                    <a:pt x="5064" y="12156"/>
                  </a:cubicBezTo>
                  <a:cubicBezTo>
                    <a:pt x="4029" y="12297"/>
                    <a:pt x="3104" y="13504"/>
                    <a:pt x="2415" y="14194"/>
                  </a:cubicBezTo>
                  <a:cubicBezTo>
                    <a:pt x="2415" y="14194"/>
                    <a:pt x="2415" y="14194"/>
                    <a:pt x="2399" y="14209"/>
                  </a:cubicBezTo>
                  <a:lnTo>
                    <a:pt x="1772" y="14209"/>
                  </a:lnTo>
                  <a:cubicBezTo>
                    <a:pt x="1772" y="12516"/>
                    <a:pt x="2242" y="11247"/>
                    <a:pt x="3481" y="10024"/>
                  </a:cubicBezTo>
                  <a:cubicBezTo>
                    <a:pt x="4045" y="9444"/>
                    <a:pt x="4672" y="8911"/>
                    <a:pt x="4484" y="8018"/>
                  </a:cubicBezTo>
                  <a:cubicBezTo>
                    <a:pt x="4296" y="7156"/>
                    <a:pt x="3387" y="6560"/>
                    <a:pt x="2838" y="5917"/>
                  </a:cubicBezTo>
                  <a:cubicBezTo>
                    <a:pt x="1882" y="4820"/>
                    <a:pt x="1490" y="3707"/>
                    <a:pt x="1427" y="2265"/>
                  </a:cubicBezTo>
                  <a:close/>
                  <a:moveTo>
                    <a:pt x="7830" y="14797"/>
                  </a:moveTo>
                  <a:cubicBezTo>
                    <a:pt x="8287" y="14797"/>
                    <a:pt x="8744" y="14800"/>
                    <a:pt x="9202" y="14805"/>
                  </a:cubicBezTo>
                  <a:lnTo>
                    <a:pt x="9202" y="15745"/>
                  </a:lnTo>
                  <a:cubicBezTo>
                    <a:pt x="6957" y="15771"/>
                    <a:pt x="4723" y="15817"/>
                    <a:pt x="2482" y="15817"/>
                  </a:cubicBezTo>
                  <a:cubicBezTo>
                    <a:pt x="1953" y="15817"/>
                    <a:pt x="1424" y="15814"/>
                    <a:pt x="894" y="15808"/>
                  </a:cubicBezTo>
                  <a:cubicBezTo>
                    <a:pt x="894" y="15494"/>
                    <a:pt x="879" y="15181"/>
                    <a:pt x="847" y="14868"/>
                  </a:cubicBezTo>
                  <a:cubicBezTo>
                    <a:pt x="3180" y="14854"/>
                    <a:pt x="5501" y="14797"/>
                    <a:pt x="7830" y="14797"/>
                  </a:cubicBezTo>
                  <a:close/>
                  <a:moveTo>
                    <a:pt x="7153" y="0"/>
                  </a:moveTo>
                  <a:cubicBezTo>
                    <a:pt x="4920" y="0"/>
                    <a:pt x="2685" y="87"/>
                    <a:pt x="440" y="87"/>
                  </a:cubicBezTo>
                  <a:cubicBezTo>
                    <a:pt x="377" y="102"/>
                    <a:pt x="314" y="118"/>
                    <a:pt x="267" y="149"/>
                  </a:cubicBezTo>
                  <a:cubicBezTo>
                    <a:pt x="126" y="165"/>
                    <a:pt x="1" y="259"/>
                    <a:pt x="17" y="447"/>
                  </a:cubicBezTo>
                  <a:cubicBezTo>
                    <a:pt x="79" y="949"/>
                    <a:pt x="111" y="1435"/>
                    <a:pt x="111" y="1936"/>
                  </a:cubicBezTo>
                  <a:cubicBezTo>
                    <a:pt x="111" y="2109"/>
                    <a:pt x="267" y="2265"/>
                    <a:pt x="440" y="2265"/>
                  </a:cubicBezTo>
                  <a:lnTo>
                    <a:pt x="769" y="2265"/>
                  </a:lnTo>
                  <a:cubicBezTo>
                    <a:pt x="816" y="3347"/>
                    <a:pt x="988" y="4381"/>
                    <a:pt x="1553" y="5322"/>
                  </a:cubicBezTo>
                  <a:cubicBezTo>
                    <a:pt x="2117" y="6247"/>
                    <a:pt x="3198" y="6905"/>
                    <a:pt x="3700" y="7830"/>
                  </a:cubicBezTo>
                  <a:cubicBezTo>
                    <a:pt x="4249" y="8849"/>
                    <a:pt x="2744" y="9758"/>
                    <a:pt x="2180" y="10510"/>
                  </a:cubicBezTo>
                  <a:cubicBezTo>
                    <a:pt x="1333" y="11623"/>
                    <a:pt x="1114" y="12846"/>
                    <a:pt x="1129" y="14209"/>
                  </a:cubicBezTo>
                  <a:cubicBezTo>
                    <a:pt x="910" y="14225"/>
                    <a:pt x="706" y="14225"/>
                    <a:pt x="502" y="14225"/>
                  </a:cubicBezTo>
                  <a:cubicBezTo>
                    <a:pt x="283" y="14225"/>
                    <a:pt x="189" y="14397"/>
                    <a:pt x="189" y="14570"/>
                  </a:cubicBezTo>
                  <a:cubicBezTo>
                    <a:pt x="173" y="14601"/>
                    <a:pt x="173" y="14632"/>
                    <a:pt x="173" y="14679"/>
                  </a:cubicBezTo>
                  <a:cubicBezTo>
                    <a:pt x="236" y="15087"/>
                    <a:pt x="236" y="15510"/>
                    <a:pt x="236" y="15933"/>
                  </a:cubicBezTo>
                  <a:cubicBezTo>
                    <a:pt x="236" y="15980"/>
                    <a:pt x="252" y="16012"/>
                    <a:pt x="267" y="16043"/>
                  </a:cubicBezTo>
                  <a:cubicBezTo>
                    <a:pt x="220" y="16231"/>
                    <a:pt x="330" y="16451"/>
                    <a:pt x="565" y="16451"/>
                  </a:cubicBezTo>
                  <a:cubicBezTo>
                    <a:pt x="1351" y="16467"/>
                    <a:pt x="2136" y="16474"/>
                    <a:pt x="2922" y="16474"/>
                  </a:cubicBezTo>
                  <a:cubicBezTo>
                    <a:pt x="5100" y="16474"/>
                    <a:pt x="7280" y="16422"/>
                    <a:pt x="9468" y="16388"/>
                  </a:cubicBezTo>
                  <a:cubicBezTo>
                    <a:pt x="9688" y="16388"/>
                    <a:pt x="9797" y="16200"/>
                    <a:pt x="9766" y="16012"/>
                  </a:cubicBezTo>
                  <a:cubicBezTo>
                    <a:pt x="9813" y="15965"/>
                    <a:pt x="9844" y="15902"/>
                    <a:pt x="9844" y="15808"/>
                  </a:cubicBezTo>
                  <a:lnTo>
                    <a:pt x="9844" y="14554"/>
                  </a:lnTo>
                  <a:cubicBezTo>
                    <a:pt x="9844" y="14507"/>
                    <a:pt x="9844" y="14476"/>
                    <a:pt x="9829" y="14460"/>
                  </a:cubicBezTo>
                  <a:cubicBezTo>
                    <a:pt x="9829" y="14303"/>
                    <a:pt x="9719" y="14162"/>
                    <a:pt x="9531" y="14162"/>
                  </a:cubicBezTo>
                  <a:lnTo>
                    <a:pt x="9092" y="14162"/>
                  </a:lnTo>
                  <a:cubicBezTo>
                    <a:pt x="9029" y="12751"/>
                    <a:pt x="8637" y="11513"/>
                    <a:pt x="7728" y="10432"/>
                  </a:cubicBezTo>
                  <a:cubicBezTo>
                    <a:pt x="7039" y="9585"/>
                    <a:pt x="5753" y="8598"/>
                    <a:pt x="6772" y="7610"/>
                  </a:cubicBezTo>
                  <a:cubicBezTo>
                    <a:pt x="8308" y="6106"/>
                    <a:pt x="8888" y="4397"/>
                    <a:pt x="8904" y="2265"/>
                  </a:cubicBezTo>
                  <a:cubicBezTo>
                    <a:pt x="8920" y="2265"/>
                    <a:pt x="8935" y="2265"/>
                    <a:pt x="8967" y="2250"/>
                  </a:cubicBezTo>
                  <a:cubicBezTo>
                    <a:pt x="8988" y="2254"/>
                    <a:pt x="9010" y="2256"/>
                    <a:pt x="9032" y="2256"/>
                  </a:cubicBezTo>
                  <a:cubicBezTo>
                    <a:pt x="9186" y="2256"/>
                    <a:pt x="9343" y="2158"/>
                    <a:pt x="9343" y="1952"/>
                  </a:cubicBezTo>
                  <a:lnTo>
                    <a:pt x="9343" y="447"/>
                  </a:lnTo>
                  <a:cubicBezTo>
                    <a:pt x="9343" y="416"/>
                    <a:pt x="9343" y="384"/>
                    <a:pt x="9327" y="369"/>
                  </a:cubicBezTo>
                  <a:cubicBezTo>
                    <a:pt x="9327" y="196"/>
                    <a:pt x="9233" y="40"/>
                    <a:pt x="9014" y="24"/>
                  </a:cubicBezTo>
                  <a:cubicBezTo>
                    <a:pt x="8393" y="7"/>
                    <a:pt x="7773" y="0"/>
                    <a:pt x="7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71"/>
            <p:cNvSpPr/>
            <p:nvPr/>
          </p:nvSpPr>
          <p:spPr>
            <a:xfrm>
              <a:off x="5435225" y="2343300"/>
              <a:ext cx="85050" cy="69950"/>
            </a:xfrm>
            <a:custGeom>
              <a:avLst/>
              <a:gdLst/>
              <a:ahLst/>
              <a:cxnLst/>
              <a:rect l="l" t="t" r="r" b="b"/>
              <a:pathLst>
                <a:path w="3402" h="2798" extrusionOk="0">
                  <a:moveTo>
                    <a:pt x="1615" y="669"/>
                  </a:moveTo>
                  <a:cubicBezTo>
                    <a:pt x="1771" y="669"/>
                    <a:pt x="1933" y="703"/>
                    <a:pt x="2101" y="779"/>
                  </a:cubicBezTo>
                  <a:cubicBezTo>
                    <a:pt x="2242" y="842"/>
                    <a:pt x="2367" y="920"/>
                    <a:pt x="2492" y="999"/>
                  </a:cubicBezTo>
                  <a:cubicBezTo>
                    <a:pt x="2179" y="1296"/>
                    <a:pt x="1881" y="1594"/>
                    <a:pt x="1615" y="1923"/>
                  </a:cubicBezTo>
                  <a:cubicBezTo>
                    <a:pt x="1380" y="1579"/>
                    <a:pt x="1113" y="1249"/>
                    <a:pt x="800" y="999"/>
                  </a:cubicBezTo>
                  <a:cubicBezTo>
                    <a:pt x="1046" y="793"/>
                    <a:pt x="1319" y="669"/>
                    <a:pt x="1615" y="669"/>
                  </a:cubicBezTo>
                  <a:close/>
                  <a:moveTo>
                    <a:pt x="1600" y="1"/>
                  </a:moveTo>
                  <a:cubicBezTo>
                    <a:pt x="1031" y="1"/>
                    <a:pt x="503" y="314"/>
                    <a:pt x="126" y="732"/>
                  </a:cubicBezTo>
                  <a:cubicBezTo>
                    <a:pt x="32" y="811"/>
                    <a:pt x="16" y="920"/>
                    <a:pt x="47" y="1014"/>
                  </a:cubicBezTo>
                  <a:cubicBezTo>
                    <a:pt x="0" y="1140"/>
                    <a:pt x="32" y="1281"/>
                    <a:pt x="188" y="1375"/>
                  </a:cubicBezTo>
                  <a:cubicBezTo>
                    <a:pt x="690" y="1657"/>
                    <a:pt x="988" y="2174"/>
                    <a:pt x="1333" y="2644"/>
                  </a:cubicBezTo>
                  <a:cubicBezTo>
                    <a:pt x="1406" y="2742"/>
                    <a:pt x="1517" y="2797"/>
                    <a:pt x="1627" y="2797"/>
                  </a:cubicBezTo>
                  <a:cubicBezTo>
                    <a:pt x="1729" y="2797"/>
                    <a:pt x="1829" y="2750"/>
                    <a:pt x="1897" y="2644"/>
                  </a:cubicBezTo>
                  <a:cubicBezTo>
                    <a:pt x="2242" y="2096"/>
                    <a:pt x="2775" y="1641"/>
                    <a:pt x="3229" y="1187"/>
                  </a:cubicBezTo>
                  <a:cubicBezTo>
                    <a:pt x="3402" y="1030"/>
                    <a:pt x="3323" y="795"/>
                    <a:pt x="3166" y="669"/>
                  </a:cubicBezTo>
                  <a:cubicBezTo>
                    <a:pt x="2790" y="403"/>
                    <a:pt x="2351" y="105"/>
                    <a:pt x="1881" y="27"/>
                  </a:cubicBezTo>
                  <a:cubicBezTo>
                    <a:pt x="1787" y="9"/>
                    <a:pt x="1693" y="1"/>
                    <a:pt x="16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6" name="Google Shape;4896;p71"/>
          <p:cNvGrpSpPr/>
          <p:nvPr/>
        </p:nvGrpSpPr>
        <p:grpSpPr>
          <a:xfrm>
            <a:off x="2459546" y="1851610"/>
            <a:ext cx="415627" cy="510204"/>
            <a:chOff x="2801925" y="4340500"/>
            <a:chExt cx="385625" cy="473375"/>
          </a:xfrm>
        </p:grpSpPr>
        <p:sp>
          <p:nvSpPr>
            <p:cNvPr id="4897" name="Google Shape;4897;p71"/>
            <p:cNvSpPr/>
            <p:nvPr/>
          </p:nvSpPr>
          <p:spPr>
            <a:xfrm>
              <a:off x="2801925" y="4340500"/>
              <a:ext cx="385625" cy="473375"/>
            </a:xfrm>
            <a:custGeom>
              <a:avLst/>
              <a:gdLst/>
              <a:ahLst/>
              <a:cxnLst/>
              <a:rect l="l" t="t" r="r" b="b"/>
              <a:pathLst>
                <a:path w="15425" h="18935" extrusionOk="0">
                  <a:moveTo>
                    <a:pt x="10800" y="736"/>
                  </a:moveTo>
                  <a:lnTo>
                    <a:pt x="10800" y="736"/>
                  </a:lnTo>
                  <a:cubicBezTo>
                    <a:pt x="12054" y="2178"/>
                    <a:pt x="13512" y="3432"/>
                    <a:pt x="14719" y="4921"/>
                  </a:cubicBezTo>
                  <a:cubicBezTo>
                    <a:pt x="14735" y="4937"/>
                    <a:pt x="14750" y="4953"/>
                    <a:pt x="14766" y="4968"/>
                  </a:cubicBezTo>
                  <a:cubicBezTo>
                    <a:pt x="14766" y="5015"/>
                    <a:pt x="14766" y="5047"/>
                    <a:pt x="14766" y="5078"/>
                  </a:cubicBezTo>
                  <a:lnTo>
                    <a:pt x="14750" y="5078"/>
                  </a:lnTo>
                  <a:cubicBezTo>
                    <a:pt x="13512" y="4749"/>
                    <a:pt x="12227" y="4608"/>
                    <a:pt x="10957" y="4467"/>
                  </a:cubicBezTo>
                  <a:cubicBezTo>
                    <a:pt x="11114" y="3291"/>
                    <a:pt x="11239" y="1865"/>
                    <a:pt x="10800" y="736"/>
                  </a:cubicBezTo>
                  <a:close/>
                  <a:moveTo>
                    <a:pt x="10048" y="673"/>
                  </a:moveTo>
                  <a:cubicBezTo>
                    <a:pt x="10659" y="1771"/>
                    <a:pt x="10440" y="3464"/>
                    <a:pt x="10267" y="4670"/>
                  </a:cubicBezTo>
                  <a:cubicBezTo>
                    <a:pt x="10236" y="4906"/>
                    <a:pt x="10362" y="5062"/>
                    <a:pt x="10581" y="5094"/>
                  </a:cubicBezTo>
                  <a:cubicBezTo>
                    <a:pt x="11913" y="5235"/>
                    <a:pt x="13277" y="5360"/>
                    <a:pt x="14578" y="5705"/>
                  </a:cubicBezTo>
                  <a:cubicBezTo>
                    <a:pt x="14609" y="5713"/>
                    <a:pt x="14641" y="5717"/>
                    <a:pt x="14670" y="5717"/>
                  </a:cubicBezTo>
                  <a:cubicBezTo>
                    <a:pt x="14699" y="5717"/>
                    <a:pt x="14727" y="5713"/>
                    <a:pt x="14750" y="5705"/>
                  </a:cubicBezTo>
                  <a:lnTo>
                    <a:pt x="14750" y="5705"/>
                  </a:lnTo>
                  <a:cubicBezTo>
                    <a:pt x="14735" y="9859"/>
                    <a:pt x="14562" y="14028"/>
                    <a:pt x="14750" y="18166"/>
                  </a:cubicBezTo>
                  <a:cubicBezTo>
                    <a:pt x="10236" y="18166"/>
                    <a:pt x="5738" y="18276"/>
                    <a:pt x="1223" y="18276"/>
                  </a:cubicBezTo>
                  <a:cubicBezTo>
                    <a:pt x="1364" y="12633"/>
                    <a:pt x="847" y="6990"/>
                    <a:pt x="675" y="1347"/>
                  </a:cubicBezTo>
                  <a:cubicBezTo>
                    <a:pt x="3794" y="1175"/>
                    <a:pt x="6913" y="705"/>
                    <a:pt x="10048" y="673"/>
                  </a:cubicBezTo>
                  <a:close/>
                  <a:moveTo>
                    <a:pt x="10886" y="1"/>
                  </a:moveTo>
                  <a:cubicBezTo>
                    <a:pt x="10856" y="1"/>
                    <a:pt x="10828" y="6"/>
                    <a:pt x="10800" y="15"/>
                  </a:cubicBezTo>
                  <a:lnTo>
                    <a:pt x="10738" y="15"/>
                  </a:lnTo>
                  <a:cubicBezTo>
                    <a:pt x="10644" y="14"/>
                    <a:pt x="10550" y="14"/>
                    <a:pt x="10457" y="14"/>
                  </a:cubicBezTo>
                  <a:cubicBezTo>
                    <a:pt x="7072" y="14"/>
                    <a:pt x="3716" y="552"/>
                    <a:pt x="330" y="705"/>
                  </a:cubicBezTo>
                  <a:cubicBezTo>
                    <a:pt x="283" y="720"/>
                    <a:pt x="236" y="720"/>
                    <a:pt x="205" y="736"/>
                  </a:cubicBezTo>
                  <a:cubicBezTo>
                    <a:pt x="205" y="752"/>
                    <a:pt x="189" y="752"/>
                    <a:pt x="189" y="752"/>
                  </a:cubicBezTo>
                  <a:cubicBezTo>
                    <a:pt x="79" y="783"/>
                    <a:pt x="1" y="893"/>
                    <a:pt x="1" y="1034"/>
                  </a:cubicBezTo>
                  <a:cubicBezTo>
                    <a:pt x="173" y="6833"/>
                    <a:pt x="738" y="12649"/>
                    <a:pt x="565" y="18464"/>
                  </a:cubicBezTo>
                  <a:cubicBezTo>
                    <a:pt x="565" y="18621"/>
                    <a:pt x="643" y="18715"/>
                    <a:pt x="753" y="18746"/>
                  </a:cubicBezTo>
                  <a:cubicBezTo>
                    <a:pt x="800" y="18856"/>
                    <a:pt x="894" y="18934"/>
                    <a:pt x="1035" y="18934"/>
                  </a:cubicBezTo>
                  <a:cubicBezTo>
                    <a:pt x="5675" y="18934"/>
                    <a:pt x="10330" y="18824"/>
                    <a:pt x="14970" y="18824"/>
                  </a:cubicBezTo>
                  <a:cubicBezTo>
                    <a:pt x="15032" y="18824"/>
                    <a:pt x="15095" y="18809"/>
                    <a:pt x="15127" y="18777"/>
                  </a:cubicBezTo>
                  <a:cubicBezTo>
                    <a:pt x="15283" y="18762"/>
                    <a:pt x="15424" y="18668"/>
                    <a:pt x="15409" y="18464"/>
                  </a:cubicBezTo>
                  <a:cubicBezTo>
                    <a:pt x="15205" y="13981"/>
                    <a:pt x="15409" y="9467"/>
                    <a:pt x="15409" y="4968"/>
                  </a:cubicBezTo>
                  <a:cubicBezTo>
                    <a:pt x="15409" y="4843"/>
                    <a:pt x="15346" y="4749"/>
                    <a:pt x="15252" y="4702"/>
                  </a:cubicBezTo>
                  <a:cubicBezTo>
                    <a:pt x="15268" y="4623"/>
                    <a:pt x="15236" y="4529"/>
                    <a:pt x="15174" y="4467"/>
                  </a:cubicBezTo>
                  <a:cubicBezTo>
                    <a:pt x="13935" y="2915"/>
                    <a:pt x="12399" y="1614"/>
                    <a:pt x="11098" y="109"/>
                  </a:cubicBezTo>
                  <a:cubicBezTo>
                    <a:pt x="11032" y="31"/>
                    <a:pt x="10957" y="1"/>
                    <a:pt x="10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71"/>
            <p:cNvSpPr/>
            <p:nvPr/>
          </p:nvSpPr>
          <p:spPr>
            <a:xfrm>
              <a:off x="2885000" y="4559500"/>
              <a:ext cx="241425" cy="174825"/>
            </a:xfrm>
            <a:custGeom>
              <a:avLst/>
              <a:gdLst/>
              <a:ahLst/>
              <a:cxnLst/>
              <a:rect l="l" t="t" r="r" b="b"/>
              <a:pathLst>
                <a:path w="9657" h="6993" extrusionOk="0">
                  <a:moveTo>
                    <a:pt x="1349" y="722"/>
                  </a:moveTo>
                  <a:lnTo>
                    <a:pt x="1349" y="722"/>
                  </a:lnTo>
                  <a:cubicBezTo>
                    <a:pt x="2547" y="805"/>
                    <a:pt x="3741" y="826"/>
                    <a:pt x="4935" y="826"/>
                  </a:cubicBezTo>
                  <a:cubicBezTo>
                    <a:pt x="6022" y="826"/>
                    <a:pt x="7108" y="808"/>
                    <a:pt x="8198" y="801"/>
                  </a:cubicBezTo>
                  <a:lnTo>
                    <a:pt x="8198" y="801"/>
                  </a:lnTo>
                  <a:cubicBezTo>
                    <a:pt x="7493" y="1334"/>
                    <a:pt x="6788" y="1835"/>
                    <a:pt x="6067" y="2321"/>
                  </a:cubicBezTo>
                  <a:cubicBezTo>
                    <a:pt x="5785" y="2525"/>
                    <a:pt x="5220" y="2776"/>
                    <a:pt x="5032" y="3042"/>
                  </a:cubicBezTo>
                  <a:cubicBezTo>
                    <a:pt x="5017" y="3058"/>
                    <a:pt x="5001" y="3089"/>
                    <a:pt x="4970" y="3105"/>
                  </a:cubicBezTo>
                  <a:cubicBezTo>
                    <a:pt x="3747" y="2368"/>
                    <a:pt x="2509" y="1569"/>
                    <a:pt x="1349" y="722"/>
                  </a:cubicBezTo>
                  <a:close/>
                  <a:moveTo>
                    <a:pt x="8998" y="801"/>
                  </a:moveTo>
                  <a:cubicBezTo>
                    <a:pt x="8966" y="2400"/>
                    <a:pt x="8810" y="3998"/>
                    <a:pt x="8747" y="5597"/>
                  </a:cubicBezTo>
                  <a:cubicBezTo>
                    <a:pt x="7979" y="4688"/>
                    <a:pt x="7195" y="3779"/>
                    <a:pt x="6396" y="2901"/>
                  </a:cubicBezTo>
                  <a:cubicBezTo>
                    <a:pt x="7195" y="2337"/>
                    <a:pt x="8010" y="1773"/>
                    <a:pt x="8794" y="1177"/>
                  </a:cubicBezTo>
                  <a:cubicBezTo>
                    <a:pt x="8919" y="1083"/>
                    <a:pt x="8951" y="926"/>
                    <a:pt x="8919" y="801"/>
                  </a:cubicBezTo>
                  <a:close/>
                  <a:moveTo>
                    <a:pt x="879" y="1177"/>
                  </a:moveTo>
                  <a:cubicBezTo>
                    <a:pt x="1803" y="1851"/>
                    <a:pt x="2759" y="2478"/>
                    <a:pt x="3731" y="3089"/>
                  </a:cubicBezTo>
                  <a:cubicBezTo>
                    <a:pt x="2806" y="4014"/>
                    <a:pt x="1772" y="4845"/>
                    <a:pt x="800" y="5723"/>
                  </a:cubicBezTo>
                  <a:cubicBezTo>
                    <a:pt x="690" y="5832"/>
                    <a:pt x="690" y="5958"/>
                    <a:pt x="722" y="6052"/>
                  </a:cubicBezTo>
                  <a:lnTo>
                    <a:pt x="659" y="6052"/>
                  </a:lnTo>
                  <a:cubicBezTo>
                    <a:pt x="690" y="4422"/>
                    <a:pt x="832" y="2807"/>
                    <a:pt x="879" y="1177"/>
                  </a:cubicBezTo>
                  <a:close/>
                  <a:moveTo>
                    <a:pt x="5863" y="3262"/>
                  </a:moveTo>
                  <a:cubicBezTo>
                    <a:pt x="5863" y="3277"/>
                    <a:pt x="5863" y="3277"/>
                    <a:pt x="5863" y="3277"/>
                  </a:cubicBezTo>
                  <a:cubicBezTo>
                    <a:pt x="6725" y="4233"/>
                    <a:pt x="7571" y="5205"/>
                    <a:pt x="8402" y="6193"/>
                  </a:cubicBezTo>
                  <a:cubicBezTo>
                    <a:pt x="8464" y="6265"/>
                    <a:pt x="8539" y="6296"/>
                    <a:pt x="8614" y="6296"/>
                  </a:cubicBezTo>
                  <a:cubicBezTo>
                    <a:pt x="8654" y="6296"/>
                    <a:pt x="8693" y="6287"/>
                    <a:pt x="8731" y="6271"/>
                  </a:cubicBezTo>
                  <a:cubicBezTo>
                    <a:pt x="8731" y="6287"/>
                    <a:pt x="8731" y="6302"/>
                    <a:pt x="8731" y="6334"/>
                  </a:cubicBezTo>
                  <a:cubicBezTo>
                    <a:pt x="6286" y="6318"/>
                    <a:pt x="3841" y="6130"/>
                    <a:pt x="1411" y="6067"/>
                  </a:cubicBezTo>
                  <a:cubicBezTo>
                    <a:pt x="2352" y="5221"/>
                    <a:pt x="3339" y="4422"/>
                    <a:pt x="4217" y="3512"/>
                  </a:cubicBezTo>
                  <a:cubicBezTo>
                    <a:pt x="4249" y="3497"/>
                    <a:pt x="4264" y="3465"/>
                    <a:pt x="4280" y="3434"/>
                  </a:cubicBezTo>
                  <a:cubicBezTo>
                    <a:pt x="4452" y="3544"/>
                    <a:pt x="4625" y="3654"/>
                    <a:pt x="4797" y="3779"/>
                  </a:cubicBezTo>
                  <a:cubicBezTo>
                    <a:pt x="4847" y="3804"/>
                    <a:pt x="4911" y="3820"/>
                    <a:pt x="4974" y="3820"/>
                  </a:cubicBezTo>
                  <a:cubicBezTo>
                    <a:pt x="5029" y="3820"/>
                    <a:pt x="5083" y="3808"/>
                    <a:pt x="5126" y="3779"/>
                  </a:cubicBezTo>
                  <a:cubicBezTo>
                    <a:pt x="5361" y="3607"/>
                    <a:pt x="5612" y="3434"/>
                    <a:pt x="5863" y="3262"/>
                  </a:cubicBezTo>
                  <a:close/>
                  <a:moveTo>
                    <a:pt x="585" y="0"/>
                  </a:moveTo>
                  <a:cubicBezTo>
                    <a:pt x="385" y="0"/>
                    <a:pt x="299" y="166"/>
                    <a:pt x="299" y="331"/>
                  </a:cubicBezTo>
                  <a:cubicBezTo>
                    <a:pt x="267" y="378"/>
                    <a:pt x="236" y="440"/>
                    <a:pt x="236" y="519"/>
                  </a:cubicBezTo>
                  <a:cubicBezTo>
                    <a:pt x="220" y="2431"/>
                    <a:pt x="32" y="4328"/>
                    <a:pt x="16" y="6240"/>
                  </a:cubicBezTo>
                  <a:cubicBezTo>
                    <a:pt x="1" y="6271"/>
                    <a:pt x="16" y="6302"/>
                    <a:pt x="16" y="6334"/>
                  </a:cubicBezTo>
                  <a:cubicBezTo>
                    <a:pt x="1" y="6506"/>
                    <a:pt x="110" y="6710"/>
                    <a:pt x="330" y="6710"/>
                  </a:cubicBezTo>
                  <a:cubicBezTo>
                    <a:pt x="3151" y="6726"/>
                    <a:pt x="5957" y="6976"/>
                    <a:pt x="8763" y="6992"/>
                  </a:cubicBezTo>
                  <a:cubicBezTo>
                    <a:pt x="8825" y="6992"/>
                    <a:pt x="8872" y="6976"/>
                    <a:pt x="8919" y="6945"/>
                  </a:cubicBezTo>
                  <a:cubicBezTo>
                    <a:pt x="8962" y="6963"/>
                    <a:pt x="9009" y="6972"/>
                    <a:pt x="9056" y="6972"/>
                  </a:cubicBezTo>
                  <a:cubicBezTo>
                    <a:pt x="9215" y="6972"/>
                    <a:pt x="9374" y="6869"/>
                    <a:pt x="9374" y="6663"/>
                  </a:cubicBezTo>
                  <a:cubicBezTo>
                    <a:pt x="9374" y="4594"/>
                    <a:pt x="9640" y="2541"/>
                    <a:pt x="9656" y="472"/>
                  </a:cubicBezTo>
                  <a:cubicBezTo>
                    <a:pt x="9656" y="362"/>
                    <a:pt x="9609" y="284"/>
                    <a:pt x="9546" y="237"/>
                  </a:cubicBezTo>
                  <a:cubicBezTo>
                    <a:pt x="9499" y="174"/>
                    <a:pt x="9421" y="142"/>
                    <a:pt x="9327" y="142"/>
                  </a:cubicBezTo>
                  <a:cubicBezTo>
                    <a:pt x="7921" y="142"/>
                    <a:pt x="6511" y="172"/>
                    <a:pt x="5102" y="172"/>
                  </a:cubicBezTo>
                  <a:cubicBezTo>
                    <a:pt x="3604" y="172"/>
                    <a:pt x="2106" y="139"/>
                    <a:pt x="612" y="1"/>
                  </a:cubicBezTo>
                  <a:cubicBezTo>
                    <a:pt x="603" y="1"/>
                    <a:pt x="594" y="0"/>
                    <a:pt x="5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71"/>
            <p:cNvSpPr/>
            <p:nvPr/>
          </p:nvSpPr>
          <p:spPr>
            <a:xfrm>
              <a:off x="2836425" y="4388525"/>
              <a:ext cx="73975" cy="99300"/>
            </a:xfrm>
            <a:custGeom>
              <a:avLst/>
              <a:gdLst/>
              <a:ahLst/>
              <a:cxnLst/>
              <a:rect l="l" t="t" r="r" b="b"/>
              <a:pathLst>
                <a:path w="2959" h="3972" extrusionOk="0">
                  <a:moveTo>
                    <a:pt x="1995" y="1"/>
                  </a:moveTo>
                  <a:cubicBezTo>
                    <a:pt x="1449" y="1"/>
                    <a:pt x="911" y="89"/>
                    <a:pt x="361" y="116"/>
                  </a:cubicBezTo>
                  <a:cubicBezTo>
                    <a:pt x="157" y="116"/>
                    <a:pt x="0" y="320"/>
                    <a:pt x="47" y="524"/>
                  </a:cubicBezTo>
                  <a:cubicBezTo>
                    <a:pt x="282" y="1543"/>
                    <a:pt x="282" y="2593"/>
                    <a:pt x="314" y="3627"/>
                  </a:cubicBezTo>
                  <a:cubicBezTo>
                    <a:pt x="329" y="3800"/>
                    <a:pt x="470" y="3956"/>
                    <a:pt x="643" y="3956"/>
                  </a:cubicBezTo>
                  <a:cubicBezTo>
                    <a:pt x="929" y="3956"/>
                    <a:pt x="1215" y="3971"/>
                    <a:pt x="1500" y="3971"/>
                  </a:cubicBezTo>
                  <a:cubicBezTo>
                    <a:pt x="1871" y="3971"/>
                    <a:pt x="2239" y="3946"/>
                    <a:pt x="2602" y="3831"/>
                  </a:cubicBezTo>
                  <a:cubicBezTo>
                    <a:pt x="2959" y="3717"/>
                    <a:pt x="2848" y="3187"/>
                    <a:pt x="2530" y="3187"/>
                  </a:cubicBezTo>
                  <a:cubicBezTo>
                    <a:pt x="2499" y="3187"/>
                    <a:pt x="2465" y="3193"/>
                    <a:pt x="2430" y="3204"/>
                  </a:cubicBezTo>
                  <a:cubicBezTo>
                    <a:pt x="2108" y="3300"/>
                    <a:pt x="1772" y="3324"/>
                    <a:pt x="1431" y="3324"/>
                  </a:cubicBezTo>
                  <a:cubicBezTo>
                    <a:pt x="1274" y="3324"/>
                    <a:pt x="1115" y="3319"/>
                    <a:pt x="956" y="3314"/>
                  </a:cubicBezTo>
                  <a:cubicBezTo>
                    <a:pt x="956" y="2985"/>
                    <a:pt x="941" y="2671"/>
                    <a:pt x="925" y="2342"/>
                  </a:cubicBezTo>
                  <a:lnTo>
                    <a:pt x="1944" y="2342"/>
                  </a:lnTo>
                  <a:cubicBezTo>
                    <a:pt x="2367" y="2342"/>
                    <a:pt x="2367" y="1699"/>
                    <a:pt x="1944" y="1699"/>
                  </a:cubicBezTo>
                  <a:lnTo>
                    <a:pt x="878" y="1699"/>
                  </a:lnTo>
                  <a:cubicBezTo>
                    <a:pt x="862" y="1370"/>
                    <a:pt x="815" y="1057"/>
                    <a:pt x="768" y="743"/>
                  </a:cubicBezTo>
                  <a:cubicBezTo>
                    <a:pt x="1163" y="705"/>
                    <a:pt x="1558" y="656"/>
                    <a:pt x="1953" y="656"/>
                  </a:cubicBezTo>
                  <a:cubicBezTo>
                    <a:pt x="2044" y="656"/>
                    <a:pt x="2135" y="659"/>
                    <a:pt x="2226" y="665"/>
                  </a:cubicBezTo>
                  <a:cubicBezTo>
                    <a:pt x="2231" y="665"/>
                    <a:pt x="2236" y="665"/>
                    <a:pt x="2241" y="665"/>
                  </a:cubicBezTo>
                  <a:cubicBezTo>
                    <a:pt x="2649" y="665"/>
                    <a:pt x="2644" y="37"/>
                    <a:pt x="2226" y="6"/>
                  </a:cubicBezTo>
                  <a:cubicBezTo>
                    <a:pt x="2149" y="3"/>
                    <a:pt x="2072" y="1"/>
                    <a:pt x="19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71"/>
            <p:cNvSpPr/>
            <p:nvPr/>
          </p:nvSpPr>
          <p:spPr>
            <a:xfrm>
              <a:off x="2907350" y="4416525"/>
              <a:ext cx="102150" cy="64400"/>
            </a:xfrm>
            <a:custGeom>
              <a:avLst/>
              <a:gdLst/>
              <a:ahLst/>
              <a:cxnLst/>
              <a:rect l="l" t="t" r="r" b="b"/>
              <a:pathLst>
                <a:path w="4086" h="2576" extrusionOk="0">
                  <a:moveTo>
                    <a:pt x="1273" y="1"/>
                  </a:moveTo>
                  <a:cubicBezTo>
                    <a:pt x="1213" y="1"/>
                    <a:pt x="1150" y="5"/>
                    <a:pt x="1082" y="15"/>
                  </a:cubicBezTo>
                  <a:cubicBezTo>
                    <a:pt x="94" y="172"/>
                    <a:pt x="0" y="1535"/>
                    <a:pt x="173" y="2303"/>
                  </a:cubicBezTo>
                  <a:cubicBezTo>
                    <a:pt x="204" y="2466"/>
                    <a:pt x="322" y="2536"/>
                    <a:pt x="448" y="2536"/>
                  </a:cubicBezTo>
                  <a:cubicBezTo>
                    <a:pt x="639" y="2536"/>
                    <a:pt x="847" y="2376"/>
                    <a:pt x="800" y="2131"/>
                  </a:cubicBezTo>
                  <a:cubicBezTo>
                    <a:pt x="722" y="1791"/>
                    <a:pt x="675" y="657"/>
                    <a:pt x="1216" y="657"/>
                  </a:cubicBezTo>
                  <a:cubicBezTo>
                    <a:pt x="1224" y="657"/>
                    <a:pt x="1231" y="657"/>
                    <a:pt x="1238" y="658"/>
                  </a:cubicBezTo>
                  <a:cubicBezTo>
                    <a:pt x="1740" y="689"/>
                    <a:pt x="1630" y="1865"/>
                    <a:pt x="1709" y="2209"/>
                  </a:cubicBezTo>
                  <a:cubicBezTo>
                    <a:pt x="1740" y="2319"/>
                    <a:pt x="1803" y="2397"/>
                    <a:pt x="1897" y="2429"/>
                  </a:cubicBezTo>
                  <a:cubicBezTo>
                    <a:pt x="1945" y="2531"/>
                    <a:pt x="2039" y="2576"/>
                    <a:pt x="2139" y="2576"/>
                  </a:cubicBezTo>
                  <a:cubicBezTo>
                    <a:pt x="2331" y="2576"/>
                    <a:pt x="2544" y="2410"/>
                    <a:pt x="2492" y="2162"/>
                  </a:cubicBezTo>
                  <a:cubicBezTo>
                    <a:pt x="2415" y="1820"/>
                    <a:pt x="2368" y="689"/>
                    <a:pt x="2920" y="689"/>
                  </a:cubicBezTo>
                  <a:cubicBezTo>
                    <a:pt x="2924" y="689"/>
                    <a:pt x="2927" y="689"/>
                    <a:pt x="2931" y="689"/>
                  </a:cubicBezTo>
                  <a:cubicBezTo>
                    <a:pt x="3433" y="720"/>
                    <a:pt x="3323" y="1896"/>
                    <a:pt x="3402" y="2241"/>
                  </a:cubicBezTo>
                  <a:cubicBezTo>
                    <a:pt x="3439" y="2403"/>
                    <a:pt x="3561" y="2473"/>
                    <a:pt x="3689" y="2473"/>
                  </a:cubicBezTo>
                  <a:cubicBezTo>
                    <a:pt x="3881" y="2473"/>
                    <a:pt x="4085" y="2313"/>
                    <a:pt x="4029" y="2068"/>
                  </a:cubicBezTo>
                  <a:cubicBezTo>
                    <a:pt x="3881" y="1361"/>
                    <a:pt x="3969" y="45"/>
                    <a:pt x="2979" y="45"/>
                  </a:cubicBezTo>
                  <a:cubicBezTo>
                    <a:pt x="2915" y="45"/>
                    <a:pt x="2847" y="51"/>
                    <a:pt x="2775" y="62"/>
                  </a:cubicBezTo>
                  <a:cubicBezTo>
                    <a:pt x="2445" y="109"/>
                    <a:pt x="2210" y="297"/>
                    <a:pt x="2054" y="564"/>
                  </a:cubicBezTo>
                  <a:cubicBezTo>
                    <a:pt x="1916" y="234"/>
                    <a:pt x="1695" y="1"/>
                    <a:pt x="1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71"/>
            <p:cNvSpPr/>
            <p:nvPr/>
          </p:nvSpPr>
          <p:spPr>
            <a:xfrm>
              <a:off x="3002175" y="4378250"/>
              <a:ext cx="48275" cy="96900"/>
            </a:xfrm>
            <a:custGeom>
              <a:avLst/>
              <a:gdLst/>
              <a:ahLst/>
              <a:cxnLst/>
              <a:rect l="l" t="t" r="r" b="b"/>
              <a:pathLst>
                <a:path w="1931" h="3876" extrusionOk="0">
                  <a:moveTo>
                    <a:pt x="776" y="1"/>
                  </a:moveTo>
                  <a:cubicBezTo>
                    <a:pt x="585" y="1"/>
                    <a:pt x="383" y="164"/>
                    <a:pt x="439" y="417"/>
                  </a:cubicBezTo>
                  <a:cubicBezTo>
                    <a:pt x="659" y="1358"/>
                    <a:pt x="0" y="3568"/>
                    <a:pt x="1364" y="3866"/>
                  </a:cubicBezTo>
                  <a:cubicBezTo>
                    <a:pt x="1393" y="3872"/>
                    <a:pt x="1422" y="3875"/>
                    <a:pt x="1448" y="3875"/>
                  </a:cubicBezTo>
                  <a:cubicBezTo>
                    <a:pt x="1808" y="3875"/>
                    <a:pt x="1930" y="3326"/>
                    <a:pt x="1536" y="3239"/>
                  </a:cubicBezTo>
                  <a:cubicBezTo>
                    <a:pt x="1035" y="3129"/>
                    <a:pt x="1145" y="2157"/>
                    <a:pt x="1145" y="1781"/>
                  </a:cubicBezTo>
                  <a:cubicBezTo>
                    <a:pt x="1145" y="1264"/>
                    <a:pt x="1192" y="747"/>
                    <a:pt x="1066" y="245"/>
                  </a:cubicBezTo>
                  <a:cubicBezTo>
                    <a:pt x="1028" y="75"/>
                    <a:pt x="904" y="1"/>
                    <a:pt x="7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02" name="Google Shape;4902;p71"/>
          <p:cNvSpPr/>
          <p:nvPr/>
        </p:nvSpPr>
        <p:spPr>
          <a:xfrm>
            <a:off x="1518988" y="2647400"/>
            <a:ext cx="366425" cy="303475"/>
          </a:xfrm>
          <a:custGeom>
            <a:avLst/>
            <a:gdLst/>
            <a:ahLst/>
            <a:cxnLst/>
            <a:rect l="l" t="t" r="r" b="b"/>
            <a:pathLst>
              <a:path w="14657" h="12139" extrusionOk="0">
                <a:moveTo>
                  <a:pt x="10435" y="563"/>
                </a:moveTo>
                <a:cubicBezTo>
                  <a:pt x="10545" y="563"/>
                  <a:pt x="10656" y="569"/>
                  <a:pt x="10769" y="582"/>
                </a:cubicBezTo>
                <a:cubicBezTo>
                  <a:pt x="12477" y="770"/>
                  <a:pt x="13089" y="2510"/>
                  <a:pt x="13057" y="4015"/>
                </a:cubicBezTo>
                <a:cubicBezTo>
                  <a:pt x="12963" y="7620"/>
                  <a:pt x="9562" y="9517"/>
                  <a:pt x="6944" y="11398"/>
                </a:cubicBezTo>
                <a:cubicBezTo>
                  <a:pt x="4891" y="9987"/>
                  <a:pt x="1897" y="8278"/>
                  <a:pt x="1160" y="5786"/>
                </a:cubicBezTo>
                <a:cubicBezTo>
                  <a:pt x="722" y="4329"/>
                  <a:pt x="612" y="2745"/>
                  <a:pt x="1772" y="1570"/>
                </a:cubicBezTo>
                <a:cubicBezTo>
                  <a:pt x="2261" y="1067"/>
                  <a:pt x="3070" y="791"/>
                  <a:pt x="3878" y="791"/>
                </a:cubicBezTo>
                <a:cubicBezTo>
                  <a:pt x="4884" y="791"/>
                  <a:pt x="5888" y="1218"/>
                  <a:pt x="6270" y="2166"/>
                </a:cubicBezTo>
                <a:cubicBezTo>
                  <a:pt x="6336" y="2310"/>
                  <a:pt x="6467" y="2377"/>
                  <a:pt x="6600" y="2377"/>
                </a:cubicBezTo>
                <a:cubicBezTo>
                  <a:pt x="6626" y="2377"/>
                  <a:pt x="6652" y="2374"/>
                  <a:pt x="6678" y="2369"/>
                </a:cubicBezTo>
                <a:cubicBezTo>
                  <a:pt x="6727" y="2497"/>
                  <a:pt x="6851" y="2594"/>
                  <a:pt x="6975" y="2594"/>
                </a:cubicBezTo>
                <a:cubicBezTo>
                  <a:pt x="7048" y="2594"/>
                  <a:pt x="7121" y="2561"/>
                  <a:pt x="7179" y="2479"/>
                </a:cubicBezTo>
                <a:cubicBezTo>
                  <a:pt x="7961" y="1481"/>
                  <a:pt x="9116" y="563"/>
                  <a:pt x="10435" y="563"/>
                </a:cubicBezTo>
                <a:close/>
                <a:moveTo>
                  <a:pt x="10599" y="0"/>
                </a:moveTo>
                <a:cubicBezTo>
                  <a:pt x="9268" y="0"/>
                  <a:pt x="7805" y="733"/>
                  <a:pt x="6850" y="1868"/>
                </a:cubicBezTo>
                <a:cubicBezTo>
                  <a:pt x="6291" y="707"/>
                  <a:pt x="4801" y="96"/>
                  <a:pt x="3532" y="96"/>
                </a:cubicBezTo>
                <a:cubicBezTo>
                  <a:pt x="3413" y="96"/>
                  <a:pt x="3296" y="101"/>
                  <a:pt x="3182" y="112"/>
                </a:cubicBezTo>
                <a:cubicBezTo>
                  <a:pt x="1458" y="300"/>
                  <a:pt x="251" y="2071"/>
                  <a:pt x="189" y="3702"/>
                </a:cubicBezTo>
                <a:cubicBezTo>
                  <a:pt x="1" y="7746"/>
                  <a:pt x="3856" y="10018"/>
                  <a:pt x="6772" y="12056"/>
                </a:cubicBezTo>
                <a:cubicBezTo>
                  <a:pt x="6811" y="12108"/>
                  <a:pt x="6871" y="12138"/>
                  <a:pt x="6935" y="12138"/>
                </a:cubicBezTo>
                <a:cubicBezTo>
                  <a:pt x="6949" y="12138"/>
                  <a:pt x="6962" y="12137"/>
                  <a:pt x="6976" y="12134"/>
                </a:cubicBezTo>
                <a:lnTo>
                  <a:pt x="7007" y="12134"/>
                </a:lnTo>
                <a:cubicBezTo>
                  <a:pt x="7054" y="12119"/>
                  <a:pt x="7101" y="12087"/>
                  <a:pt x="7148" y="12056"/>
                </a:cubicBezTo>
                <a:cubicBezTo>
                  <a:pt x="10314" y="9752"/>
                  <a:pt x="14656" y="7166"/>
                  <a:pt x="13559" y="2542"/>
                </a:cubicBezTo>
                <a:cubicBezTo>
                  <a:pt x="13135" y="737"/>
                  <a:pt x="11933" y="0"/>
                  <a:pt x="105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3" name="Google Shape;4903;p71"/>
          <p:cNvSpPr/>
          <p:nvPr/>
        </p:nvSpPr>
        <p:spPr>
          <a:xfrm>
            <a:off x="1005388" y="2620236"/>
            <a:ext cx="366408" cy="357802"/>
          </a:xfrm>
          <a:custGeom>
            <a:avLst/>
            <a:gdLst/>
            <a:ahLst/>
            <a:cxnLst/>
            <a:rect l="l" t="t" r="r" b="b"/>
            <a:pathLst>
              <a:path w="16136" h="15757" extrusionOk="0">
                <a:moveTo>
                  <a:pt x="7969" y="1193"/>
                </a:moveTo>
                <a:cubicBezTo>
                  <a:pt x="8658" y="2682"/>
                  <a:pt x="9458" y="4156"/>
                  <a:pt x="9771" y="5786"/>
                </a:cubicBezTo>
                <a:cubicBezTo>
                  <a:pt x="9798" y="5933"/>
                  <a:pt x="9905" y="6012"/>
                  <a:pt x="10034" y="6012"/>
                </a:cubicBezTo>
                <a:cubicBezTo>
                  <a:pt x="10055" y="6012"/>
                  <a:pt x="10078" y="6010"/>
                  <a:pt x="10100" y="6005"/>
                </a:cubicBezTo>
                <a:cubicBezTo>
                  <a:pt x="10147" y="6084"/>
                  <a:pt x="10226" y="6146"/>
                  <a:pt x="10336" y="6146"/>
                </a:cubicBezTo>
                <a:cubicBezTo>
                  <a:pt x="10731" y="6178"/>
                  <a:pt x="11128" y="6191"/>
                  <a:pt x="11525" y="6191"/>
                </a:cubicBezTo>
                <a:cubicBezTo>
                  <a:pt x="12686" y="6191"/>
                  <a:pt x="13850" y="6083"/>
                  <a:pt x="15006" y="6036"/>
                </a:cubicBezTo>
                <a:lnTo>
                  <a:pt x="15006" y="6036"/>
                </a:lnTo>
                <a:cubicBezTo>
                  <a:pt x="13862" y="7400"/>
                  <a:pt x="12514" y="8482"/>
                  <a:pt x="11151" y="9642"/>
                </a:cubicBezTo>
                <a:cubicBezTo>
                  <a:pt x="11057" y="9720"/>
                  <a:pt x="11041" y="9814"/>
                  <a:pt x="11057" y="9892"/>
                </a:cubicBezTo>
                <a:cubicBezTo>
                  <a:pt x="11057" y="9908"/>
                  <a:pt x="11057" y="9908"/>
                  <a:pt x="11057" y="9908"/>
                </a:cubicBezTo>
                <a:cubicBezTo>
                  <a:pt x="11057" y="9924"/>
                  <a:pt x="11057" y="9924"/>
                  <a:pt x="11057" y="9939"/>
                </a:cubicBezTo>
                <a:cubicBezTo>
                  <a:pt x="11072" y="9971"/>
                  <a:pt x="11088" y="10002"/>
                  <a:pt x="11104" y="10033"/>
                </a:cubicBezTo>
                <a:cubicBezTo>
                  <a:pt x="12060" y="11491"/>
                  <a:pt x="12765" y="13059"/>
                  <a:pt x="13408" y="14673"/>
                </a:cubicBezTo>
                <a:cubicBezTo>
                  <a:pt x="11731" y="13968"/>
                  <a:pt x="10053" y="13262"/>
                  <a:pt x="8423" y="12463"/>
                </a:cubicBezTo>
                <a:cubicBezTo>
                  <a:pt x="8361" y="12432"/>
                  <a:pt x="8298" y="12432"/>
                  <a:pt x="8251" y="12432"/>
                </a:cubicBezTo>
                <a:cubicBezTo>
                  <a:pt x="8190" y="12340"/>
                  <a:pt x="8102" y="12275"/>
                  <a:pt x="8001" y="12275"/>
                </a:cubicBezTo>
                <a:cubicBezTo>
                  <a:pt x="7946" y="12275"/>
                  <a:pt x="7888" y="12294"/>
                  <a:pt x="7828" y="12338"/>
                </a:cubicBezTo>
                <a:cubicBezTo>
                  <a:pt x="6370" y="13294"/>
                  <a:pt x="4834" y="14109"/>
                  <a:pt x="3251" y="14830"/>
                </a:cubicBezTo>
                <a:cubicBezTo>
                  <a:pt x="3862" y="13200"/>
                  <a:pt x="4426" y="11538"/>
                  <a:pt x="4897" y="9845"/>
                </a:cubicBezTo>
                <a:cubicBezTo>
                  <a:pt x="4959" y="9767"/>
                  <a:pt x="4959" y="9642"/>
                  <a:pt x="4881" y="9532"/>
                </a:cubicBezTo>
                <a:lnTo>
                  <a:pt x="4865" y="9532"/>
                </a:lnTo>
                <a:cubicBezTo>
                  <a:pt x="4865" y="9532"/>
                  <a:pt x="4865" y="9532"/>
                  <a:pt x="4865" y="9516"/>
                </a:cubicBezTo>
                <a:cubicBezTo>
                  <a:pt x="3893" y="8247"/>
                  <a:pt x="2483" y="7432"/>
                  <a:pt x="1338" y="6319"/>
                </a:cubicBezTo>
                <a:lnTo>
                  <a:pt x="1338" y="6319"/>
                </a:lnTo>
                <a:cubicBezTo>
                  <a:pt x="1668" y="6329"/>
                  <a:pt x="1998" y="6334"/>
                  <a:pt x="2328" y="6334"/>
                </a:cubicBezTo>
                <a:cubicBezTo>
                  <a:pt x="3430" y="6334"/>
                  <a:pt x="4536" y="6287"/>
                  <a:pt x="5633" y="6287"/>
                </a:cubicBezTo>
                <a:cubicBezTo>
                  <a:pt x="5633" y="6287"/>
                  <a:pt x="5633" y="6272"/>
                  <a:pt x="5649" y="6272"/>
                </a:cubicBezTo>
                <a:cubicBezTo>
                  <a:pt x="5660" y="6274"/>
                  <a:pt x="5672" y="6275"/>
                  <a:pt x="5684" y="6275"/>
                </a:cubicBezTo>
                <a:cubicBezTo>
                  <a:pt x="5769" y="6275"/>
                  <a:pt x="5860" y="6225"/>
                  <a:pt x="5915" y="6115"/>
                </a:cubicBezTo>
                <a:cubicBezTo>
                  <a:pt x="6746" y="4547"/>
                  <a:pt x="7279" y="2839"/>
                  <a:pt x="7969" y="1193"/>
                </a:cubicBezTo>
                <a:close/>
                <a:moveTo>
                  <a:pt x="7949" y="0"/>
                </a:moveTo>
                <a:cubicBezTo>
                  <a:pt x="7852" y="0"/>
                  <a:pt x="7758" y="51"/>
                  <a:pt x="7702" y="174"/>
                </a:cubicBezTo>
                <a:cubicBezTo>
                  <a:pt x="6887" y="1961"/>
                  <a:pt x="6323" y="3873"/>
                  <a:pt x="5429" y="5629"/>
                </a:cubicBezTo>
                <a:cubicBezTo>
                  <a:pt x="4360" y="5640"/>
                  <a:pt x="3291" y="5686"/>
                  <a:pt x="2222" y="5686"/>
                </a:cubicBezTo>
                <a:cubicBezTo>
                  <a:pt x="1708" y="5686"/>
                  <a:pt x="1194" y="5675"/>
                  <a:pt x="680" y="5645"/>
                </a:cubicBezTo>
                <a:cubicBezTo>
                  <a:pt x="634" y="5626"/>
                  <a:pt x="594" y="5619"/>
                  <a:pt x="555" y="5619"/>
                </a:cubicBezTo>
                <a:cubicBezTo>
                  <a:pt x="528" y="5619"/>
                  <a:pt x="502" y="5622"/>
                  <a:pt x="476" y="5629"/>
                </a:cubicBezTo>
                <a:lnTo>
                  <a:pt x="414" y="5629"/>
                </a:lnTo>
                <a:cubicBezTo>
                  <a:pt x="404" y="5628"/>
                  <a:pt x="394" y="5628"/>
                  <a:pt x="385" y="5628"/>
                </a:cubicBezTo>
                <a:cubicBezTo>
                  <a:pt x="6" y="5628"/>
                  <a:pt x="0" y="6226"/>
                  <a:pt x="398" y="6272"/>
                </a:cubicBezTo>
                <a:cubicBezTo>
                  <a:pt x="994" y="6977"/>
                  <a:pt x="1668" y="7604"/>
                  <a:pt x="2404" y="8168"/>
                </a:cubicBezTo>
                <a:cubicBezTo>
                  <a:pt x="3063" y="8670"/>
                  <a:pt x="3721" y="9124"/>
                  <a:pt x="4238" y="9767"/>
                </a:cubicBezTo>
                <a:cubicBezTo>
                  <a:pt x="3705" y="11664"/>
                  <a:pt x="3063" y="13513"/>
                  <a:pt x="2357" y="15363"/>
                </a:cubicBezTo>
                <a:cubicBezTo>
                  <a:pt x="2270" y="15599"/>
                  <a:pt x="2479" y="15756"/>
                  <a:pt x="2687" y="15756"/>
                </a:cubicBezTo>
                <a:cubicBezTo>
                  <a:pt x="2741" y="15756"/>
                  <a:pt x="2795" y="15746"/>
                  <a:pt x="2843" y="15723"/>
                </a:cubicBezTo>
                <a:cubicBezTo>
                  <a:pt x="4646" y="14940"/>
                  <a:pt x="6370" y="14062"/>
                  <a:pt x="8016" y="12980"/>
                </a:cubicBezTo>
                <a:cubicBezTo>
                  <a:pt x="8031" y="12996"/>
                  <a:pt x="8063" y="13012"/>
                  <a:pt x="8078" y="13027"/>
                </a:cubicBezTo>
                <a:cubicBezTo>
                  <a:pt x="9991" y="13968"/>
                  <a:pt x="11950" y="14767"/>
                  <a:pt x="13909" y="15582"/>
                </a:cubicBezTo>
                <a:cubicBezTo>
                  <a:pt x="13940" y="15595"/>
                  <a:pt x="13972" y="15602"/>
                  <a:pt x="14004" y="15602"/>
                </a:cubicBezTo>
                <a:cubicBezTo>
                  <a:pt x="14197" y="15602"/>
                  <a:pt x="14384" y="15379"/>
                  <a:pt x="14317" y="15190"/>
                </a:cubicBezTo>
                <a:cubicBezTo>
                  <a:pt x="13596" y="13372"/>
                  <a:pt x="12859" y="11585"/>
                  <a:pt x="11809" y="9939"/>
                </a:cubicBezTo>
                <a:cubicBezTo>
                  <a:pt x="13314" y="8654"/>
                  <a:pt x="14771" y="7447"/>
                  <a:pt x="15978" y="5864"/>
                </a:cubicBezTo>
                <a:cubicBezTo>
                  <a:pt x="16135" y="5660"/>
                  <a:pt x="15916" y="5362"/>
                  <a:pt x="15696" y="5362"/>
                </a:cubicBezTo>
                <a:cubicBezTo>
                  <a:pt x="14277" y="5375"/>
                  <a:pt x="12848" y="5539"/>
                  <a:pt x="11425" y="5539"/>
                </a:cubicBezTo>
                <a:cubicBezTo>
                  <a:pt x="11072" y="5539"/>
                  <a:pt x="10719" y="5528"/>
                  <a:pt x="10367" y="5504"/>
                </a:cubicBezTo>
                <a:cubicBezTo>
                  <a:pt x="9991" y="3685"/>
                  <a:pt x="9050" y="2040"/>
                  <a:pt x="8298" y="378"/>
                </a:cubicBezTo>
                <a:cubicBezTo>
                  <a:pt x="8308" y="166"/>
                  <a:pt x="8124" y="0"/>
                  <a:pt x="794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04" name="Google Shape;4904;p71"/>
          <p:cNvGrpSpPr/>
          <p:nvPr/>
        </p:nvGrpSpPr>
        <p:grpSpPr>
          <a:xfrm>
            <a:off x="4319588" y="1846800"/>
            <a:ext cx="415636" cy="518051"/>
            <a:chOff x="4198638" y="1846800"/>
            <a:chExt cx="415636" cy="518051"/>
          </a:xfrm>
        </p:grpSpPr>
        <p:sp>
          <p:nvSpPr>
            <p:cNvPr id="4905" name="Google Shape;4905;p71"/>
            <p:cNvSpPr/>
            <p:nvPr/>
          </p:nvSpPr>
          <p:spPr>
            <a:xfrm>
              <a:off x="4198638" y="1846800"/>
              <a:ext cx="415636" cy="518051"/>
            </a:xfrm>
            <a:custGeom>
              <a:avLst/>
              <a:gdLst/>
              <a:ahLst/>
              <a:cxnLst/>
              <a:rect l="l" t="t" r="r" b="b"/>
              <a:pathLst>
                <a:path w="27617" h="34422" extrusionOk="0">
                  <a:moveTo>
                    <a:pt x="14007" y="1"/>
                  </a:moveTo>
                  <a:cubicBezTo>
                    <a:pt x="8635" y="1"/>
                    <a:pt x="2487" y="6606"/>
                    <a:pt x="1115" y="16336"/>
                  </a:cubicBezTo>
                  <a:cubicBezTo>
                    <a:pt x="0" y="27637"/>
                    <a:pt x="6467" y="34421"/>
                    <a:pt x="14007" y="34421"/>
                  </a:cubicBezTo>
                  <a:cubicBezTo>
                    <a:pt x="21568" y="34421"/>
                    <a:pt x="27616" y="26861"/>
                    <a:pt x="26980" y="17370"/>
                  </a:cubicBezTo>
                  <a:cubicBezTo>
                    <a:pt x="26403" y="8755"/>
                    <a:pt x="20076" y="1"/>
                    <a:pt x="140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71"/>
            <p:cNvSpPr/>
            <p:nvPr/>
          </p:nvSpPr>
          <p:spPr>
            <a:xfrm>
              <a:off x="4256293" y="1901987"/>
              <a:ext cx="273835" cy="148363"/>
            </a:xfrm>
            <a:custGeom>
              <a:avLst/>
              <a:gdLst/>
              <a:ahLst/>
              <a:cxnLst/>
              <a:rect l="l" t="t" r="r" b="b"/>
              <a:pathLst>
                <a:path w="18195" h="9858" extrusionOk="0">
                  <a:moveTo>
                    <a:pt x="13912" y="557"/>
                  </a:moveTo>
                  <a:cubicBezTo>
                    <a:pt x="14003" y="557"/>
                    <a:pt x="14099" y="575"/>
                    <a:pt x="14195" y="611"/>
                  </a:cubicBezTo>
                  <a:cubicBezTo>
                    <a:pt x="14633" y="771"/>
                    <a:pt x="14912" y="1188"/>
                    <a:pt x="14991" y="1646"/>
                  </a:cubicBezTo>
                  <a:cubicBezTo>
                    <a:pt x="15091" y="2104"/>
                    <a:pt x="15051" y="2601"/>
                    <a:pt x="14951" y="3059"/>
                  </a:cubicBezTo>
                  <a:cubicBezTo>
                    <a:pt x="14912" y="3238"/>
                    <a:pt x="14852" y="3437"/>
                    <a:pt x="14792" y="3616"/>
                  </a:cubicBezTo>
                  <a:cubicBezTo>
                    <a:pt x="14414" y="3457"/>
                    <a:pt x="14076" y="3218"/>
                    <a:pt x="13817" y="2900"/>
                  </a:cubicBezTo>
                  <a:cubicBezTo>
                    <a:pt x="13400" y="2442"/>
                    <a:pt x="13121" y="1686"/>
                    <a:pt x="13280" y="1089"/>
                  </a:cubicBezTo>
                  <a:cubicBezTo>
                    <a:pt x="13357" y="752"/>
                    <a:pt x="13610" y="557"/>
                    <a:pt x="13912" y="557"/>
                  </a:cubicBezTo>
                  <a:close/>
                  <a:moveTo>
                    <a:pt x="4874" y="2774"/>
                  </a:moveTo>
                  <a:cubicBezTo>
                    <a:pt x="4897" y="2774"/>
                    <a:pt x="4920" y="2776"/>
                    <a:pt x="4944" y="2780"/>
                  </a:cubicBezTo>
                  <a:cubicBezTo>
                    <a:pt x="5182" y="2800"/>
                    <a:pt x="5302" y="3098"/>
                    <a:pt x="5322" y="3297"/>
                  </a:cubicBezTo>
                  <a:cubicBezTo>
                    <a:pt x="5342" y="3795"/>
                    <a:pt x="5023" y="4272"/>
                    <a:pt x="4765" y="4650"/>
                  </a:cubicBezTo>
                  <a:cubicBezTo>
                    <a:pt x="4506" y="4989"/>
                    <a:pt x="4207" y="5267"/>
                    <a:pt x="3849" y="5486"/>
                  </a:cubicBezTo>
                  <a:cubicBezTo>
                    <a:pt x="3611" y="5625"/>
                    <a:pt x="3352" y="5745"/>
                    <a:pt x="3073" y="5824"/>
                  </a:cubicBezTo>
                  <a:cubicBezTo>
                    <a:pt x="3093" y="5247"/>
                    <a:pt x="3233" y="4650"/>
                    <a:pt x="3491" y="4133"/>
                  </a:cubicBezTo>
                  <a:cubicBezTo>
                    <a:pt x="3690" y="3715"/>
                    <a:pt x="3989" y="3317"/>
                    <a:pt x="4347" y="3019"/>
                  </a:cubicBezTo>
                  <a:cubicBezTo>
                    <a:pt x="4489" y="2912"/>
                    <a:pt x="4679" y="2774"/>
                    <a:pt x="4874" y="2774"/>
                  </a:cubicBezTo>
                  <a:close/>
                  <a:moveTo>
                    <a:pt x="9613" y="1092"/>
                  </a:moveTo>
                  <a:cubicBezTo>
                    <a:pt x="9943" y="1092"/>
                    <a:pt x="10240" y="1256"/>
                    <a:pt x="10475" y="1507"/>
                  </a:cubicBezTo>
                  <a:cubicBezTo>
                    <a:pt x="11211" y="2263"/>
                    <a:pt x="11390" y="3437"/>
                    <a:pt x="11291" y="4432"/>
                  </a:cubicBezTo>
                  <a:cubicBezTo>
                    <a:pt x="11251" y="4949"/>
                    <a:pt x="11131" y="5486"/>
                    <a:pt x="10972" y="6003"/>
                  </a:cubicBezTo>
                  <a:cubicBezTo>
                    <a:pt x="10515" y="5944"/>
                    <a:pt x="10077" y="5765"/>
                    <a:pt x="9679" y="5486"/>
                  </a:cubicBezTo>
                  <a:cubicBezTo>
                    <a:pt x="9082" y="5068"/>
                    <a:pt x="8704" y="4372"/>
                    <a:pt x="8485" y="3695"/>
                  </a:cubicBezTo>
                  <a:cubicBezTo>
                    <a:pt x="8286" y="3059"/>
                    <a:pt x="8167" y="2263"/>
                    <a:pt x="8525" y="1666"/>
                  </a:cubicBezTo>
                  <a:cubicBezTo>
                    <a:pt x="8704" y="1387"/>
                    <a:pt x="9022" y="1208"/>
                    <a:pt x="9341" y="1129"/>
                  </a:cubicBezTo>
                  <a:cubicBezTo>
                    <a:pt x="9433" y="1103"/>
                    <a:pt x="9524" y="1092"/>
                    <a:pt x="9613" y="1092"/>
                  </a:cubicBezTo>
                  <a:close/>
                  <a:moveTo>
                    <a:pt x="13868" y="1"/>
                  </a:moveTo>
                  <a:cubicBezTo>
                    <a:pt x="13425" y="1"/>
                    <a:pt x="12993" y="208"/>
                    <a:pt x="12783" y="611"/>
                  </a:cubicBezTo>
                  <a:cubicBezTo>
                    <a:pt x="12544" y="1049"/>
                    <a:pt x="12584" y="1606"/>
                    <a:pt x="12703" y="2064"/>
                  </a:cubicBezTo>
                  <a:cubicBezTo>
                    <a:pt x="12922" y="2840"/>
                    <a:pt x="13459" y="3516"/>
                    <a:pt x="14136" y="3934"/>
                  </a:cubicBezTo>
                  <a:cubicBezTo>
                    <a:pt x="14275" y="4034"/>
                    <a:pt x="14414" y="4093"/>
                    <a:pt x="14554" y="4173"/>
                  </a:cubicBezTo>
                  <a:cubicBezTo>
                    <a:pt x="14534" y="4233"/>
                    <a:pt x="14494" y="4272"/>
                    <a:pt x="14474" y="4332"/>
                  </a:cubicBezTo>
                  <a:cubicBezTo>
                    <a:pt x="13817" y="5387"/>
                    <a:pt x="12663" y="6023"/>
                    <a:pt x="11490" y="6043"/>
                  </a:cubicBezTo>
                  <a:cubicBezTo>
                    <a:pt x="11887" y="4889"/>
                    <a:pt x="12027" y="3596"/>
                    <a:pt x="11629" y="2442"/>
                  </a:cubicBezTo>
                  <a:cubicBezTo>
                    <a:pt x="11320" y="1498"/>
                    <a:pt x="10614" y="504"/>
                    <a:pt x="9570" y="504"/>
                  </a:cubicBezTo>
                  <a:cubicBezTo>
                    <a:pt x="9470" y="504"/>
                    <a:pt x="9367" y="513"/>
                    <a:pt x="9261" y="532"/>
                  </a:cubicBezTo>
                  <a:cubicBezTo>
                    <a:pt x="8286" y="711"/>
                    <a:pt x="7749" y="1527"/>
                    <a:pt x="7709" y="2462"/>
                  </a:cubicBezTo>
                  <a:cubicBezTo>
                    <a:pt x="7669" y="3357"/>
                    <a:pt x="8008" y="4292"/>
                    <a:pt x="8505" y="5028"/>
                  </a:cubicBezTo>
                  <a:cubicBezTo>
                    <a:pt x="9042" y="5804"/>
                    <a:pt x="9858" y="6322"/>
                    <a:pt x="10793" y="6501"/>
                  </a:cubicBezTo>
                  <a:cubicBezTo>
                    <a:pt x="10614" y="6919"/>
                    <a:pt x="10375" y="7297"/>
                    <a:pt x="10097" y="7635"/>
                  </a:cubicBezTo>
                  <a:cubicBezTo>
                    <a:pt x="9460" y="8391"/>
                    <a:pt x="8565" y="8948"/>
                    <a:pt x="7610" y="9207"/>
                  </a:cubicBezTo>
                  <a:cubicBezTo>
                    <a:pt x="7213" y="9316"/>
                    <a:pt x="6799" y="9379"/>
                    <a:pt x="6386" y="9379"/>
                  </a:cubicBezTo>
                  <a:cubicBezTo>
                    <a:pt x="5826" y="9379"/>
                    <a:pt x="5269" y="9263"/>
                    <a:pt x="4765" y="8988"/>
                  </a:cubicBezTo>
                  <a:cubicBezTo>
                    <a:pt x="3929" y="8550"/>
                    <a:pt x="3392" y="7734"/>
                    <a:pt x="3173" y="6819"/>
                  </a:cubicBezTo>
                  <a:cubicBezTo>
                    <a:pt x="3113" y="6580"/>
                    <a:pt x="3093" y="6342"/>
                    <a:pt x="3073" y="6103"/>
                  </a:cubicBezTo>
                  <a:cubicBezTo>
                    <a:pt x="3849" y="5864"/>
                    <a:pt x="4526" y="5446"/>
                    <a:pt x="5023" y="4770"/>
                  </a:cubicBezTo>
                  <a:cubicBezTo>
                    <a:pt x="5322" y="4352"/>
                    <a:pt x="5640" y="3815"/>
                    <a:pt x="5620" y="3278"/>
                  </a:cubicBezTo>
                  <a:cubicBezTo>
                    <a:pt x="5603" y="2838"/>
                    <a:pt x="5290" y="2398"/>
                    <a:pt x="4846" y="2398"/>
                  </a:cubicBezTo>
                  <a:cubicBezTo>
                    <a:pt x="4788" y="2398"/>
                    <a:pt x="4727" y="2406"/>
                    <a:pt x="4665" y="2422"/>
                  </a:cubicBezTo>
                  <a:cubicBezTo>
                    <a:pt x="4168" y="2541"/>
                    <a:pt x="3730" y="2999"/>
                    <a:pt x="3432" y="3397"/>
                  </a:cubicBezTo>
                  <a:cubicBezTo>
                    <a:pt x="3093" y="3815"/>
                    <a:pt x="2855" y="4332"/>
                    <a:pt x="2715" y="4849"/>
                  </a:cubicBezTo>
                  <a:cubicBezTo>
                    <a:pt x="2616" y="5207"/>
                    <a:pt x="2556" y="5586"/>
                    <a:pt x="2556" y="5964"/>
                  </a:cubicBezTo>
                  <a:cubicBezTo>
                    <a:pt x="2374" y="5990"/>
                    <a:pt x="2188" y="6004"/>
                    <a:pt x="2001" y="6004"/>
                  </a:cubicBezTo>
                  <a:cubicBezTo>
                    <a:pt x="1760" y="6004"/>
                    <a:pt x="1518" y="5980"/>
                    <a:pt x="1283" y="5924"/>
                  </a:cubicBezTo>
                  <a:cubicBezTo>
                    <a:pt x="885" y="5804"/>
                    <a:pt x="547" y="5586"/>
                    <a:pt x="328" y="5227"/>
                  </a:cubicBezTo>
                  <a:cubicBezTo>
                    <a:pt x="296" y="5171"/>
                    <a:pt x="250" y="5148"/>
                    <a:pt x="203" y="5148"/>
                  </a:cubicBezTo>
                  <a:cubicBezTo>
                    <a:pt x="101" y="5148"/>
                    <a:pt x="1" y="5257"/>
                    <a:pt x="69" y="5367"/>
                  </a:cubicBezTo>
                  <a:cubicBezTo>
                    <a:pt x="488" y="6033"/>
                    <a:pt x="1208" y="6277"/>
                    <a:pt x="1948" y="6277"/>
                  </a:cubicBezTo>
                  <a:cubicBezTo>
                    <a:pt x="2158" y="6277"/>
                    <a:pt x="2369" y="6257"/>
                    <a:pt x="2576" y="6222"/>
                  </a:cubicBezTo>
                  <a:cubicBezTo>
                    <a:pt x="2616" y="6839"/>
                    <a:pt x="2775" y="7436"/>
                    <a:pt x="3073" y="7973"/>
                  </a:cubicBezTo>
                  <a:cubicBezTo>
                    <a:pt x="3611" y="8948"/>
                    <a:pt x="4605" y="9624"/>
                    <a:pt x="5720" y="9804"/>
                  </a:cubicBezTo>
                  <a:cubicBezTo>
                    <a:pt x="5954" y="9840"/>
                    <a:pt x="6189" y="9857"/>
                    <a:pt x="6425" y="9857"/>
                  </a:cubicBezTo>
                  <a:cubicBezTo>
                    <a:pt x="7350" y="9857"/>
                    <a:pt x="8273" y="9587"/>
                    <a:pt x="9082" y="9127"/>
                  </a:cubicBezTo>
                  <a:cubicBezTo>
                    <a:pt x="9560" y="8848"/>
                    <a:pt x="10017" y="8470"/>
                    <a:pt x="10395" y="8053"/>
                  </a:cubicBezTo>
                  <a:cubicBezTo>
                    <a:pt x="10793" y="7615"/>
                    <a:pt x="11072" y="7098"/>
                    <a:pt x="11310" y="6560"/>
                  </a:cubicBezTo>
                  <a:cubicBezTo>
                    <a:pt x="11360" y="6562"/>
                    <a:pt x="11409" y="6563"/>
                    <a:pt x="11458" y="6563"/>
                  </a:cubicBezTo>
                  <a:cubicBezTo>
                    <a:pt x="12383" y="6563"/>
                    <a:pt x="13298" y="6211"/>
                    <a:pt x="14016" y="5625"/>
                  </a:cubicBezTo>
                  <a:cubicBezTo>
                    <a:pt x="14454" y="5267"/>
                    <a:pt x="14792" y="4829"/>
                    <a:pt x="15031" y="4332"/>
                  </a:cubicBezTo>
                  <a:cubicBezTo>
                    <a:pt x="15335" y="4417"/>
                    <a:pt x="15651" y="4464"/>
                    <a:pt x="15960" y="4464"/>
                  </a:cubicBezTo>
                  <a:cubicBezTo>
                    <a:pt x="16803" y="4464"/>
                    <a:pt x="17597" y="4117"/>
                    <a:pt x="17976" y="3258"/>
                  </a:cubicBezTo>
                  <a:cubicBezTo>
                    <a:pt x="18075" y="3059"/>
                    <a:pt x="18135" y="2880"/>
                    <a:pt x="18175" y="2661"/>
                  </a:cubicBezTo>
                  <a:cubicBezTo>
                    <a:pt x="18195" y="2541"/>
                    <a:pt x="18175" y="2442"/>
                    <a:pt x="18175" y="2323"/>
                  </a:cubicBezTo>
                  <a:cubicBezTo>
                    <a:pt x="18155" y="2243"/>
                    <a:pt x="18155" y="2183"/>
                    <a:pt x="18135" y="2124"/>
                  </a:cubicBezTo>
                  <a:cubicBezTo>
                    <a:pt x="18135" y="2089"/>
                    <a:pt x="18120" y="1977"/>
                    <a:pt x="18116" y="1977"/>
                  </a:cubicBezTo>
                  <a:cubicBezTo>
                    <a:pt x="18115" y="1977"/>
                    <a:pt x="18115" y="1979"/>
                    <a:pt x="18115" y="1984"/>
                  </a:cubicBezTo>
                  <a:cubicBezTo>
                    <a:pt x="18115" y="1855"/>
                    <a:pt x="18011" y="1790"/>
                    <a:pt x="17906" y="1790"/>
                  </a:cubicBezTo>
                  <a:cubicBezTo>
                    <a:pt x="17802" y="1790"/>
                    <a:pt x="17697" y="1855"/>
                    <a:pt x="17697" y="1984"/>
                  </a:cubicBezTo>
                  <a:cubicBezTo>
                    <a:pt x="17697" y="1978"/>
                    <a:pt x="17697" y="1975"/>
                    <a:pt x="17696" y="1975"/>
                  </a:cubicBezTo>
                  <a:cubicBezTo>
                    <a:pt x="17691" y="1975"/>
                    <a:pt x="17677" y="2047"/>
                    <a:pt x="17677" y="2064"/>
                  </a:cubicBezTo>
                  <a:cubicBezTo>
                    <a:pt x="17657" y="2124"/>
                    <a:pt x="17637" y="2163"/>
                    <a:pt x="17637" y="2223"/>
                  </a:cubicBezTo>
                  <a:cubicBezTo>
                    <a:pt x="17598" y="2323"/>
                    <a:pt x="17558" y="2402"/>
                    <a:pt x="17538" y="2502"/>
                  </a:cubicBezTo>
                  <a:cubicBezTo>
                    <a:pt x="17498" y="2641"/>
                    <a:pt x="17458" y="2840"/>
                    <a:pt x="17419" y="2939"/>
                  </a:cubicBezTo>
                  <a:cubicBezTo>
                    <a:pt x="17319" y="3218"/>
                    <a:pt x="17140" y="3437"/>
                    <a:pt x="16941" y="3576"/>
                  </a:cubicBezTo>
                  <a:cubicBezTo>
                    <a:pt x="16628" y="3780"/>
                    <a:pt x="16269" y="3872"/>
                    <a:pt x="15902" y="3872"/>
                  </a:cubicBezTo>
                  <a:cubicBezTo>
                    <a:pt x="15731" y="3872"/>
                    <a:pt x="15559" y="3853"/>
                    <a:pt x="15389" y="3815"/>
                  </a:cubicBezTo>
                  <a:cubicBezTo>
                    <a:pt x="15349" y="3815"/>
                    <a:pt x="15310" y="3795"/>
                    <a:pt x="15270" y="3775"/>
                  </a:cubicBezTo>
                  <a:cubicBezTo>
                    <a:pt x="15369" y="3477"/>
                    <a:pt x="15449" y="3138"/>
                    <a:pt x="15509" y="2820"/>
                  </a:cubicBezTo>
                  <a:cubicBezTo>
                    <a:pt x="15588" y="2283"/>
                    <a:pt x="15608" y="1686"/>
                    <a:pt x="15409" y="1169"/>
                  </a:cubicBezTo>
                  <a:cubicBezTo>
                    <a:pt x="15190" y="651"/>
                    <a:pt x="14733" y="174"/>
                    <a:pt x="14175" y="34"/>
                  </a:cubicBezTo>
                  <a:cubicBezTo>
                    <a:pt x="14074" y="12"/>
                    <a:pt x="13971" y="1"/>
                    <a:pt x="138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71"/>
            <p:cNvSpPr/>
            <p:nvPr/>
          </p:nvSpPr>
          <p:spPr>
            <a:xfrm>
              <a:off x="4214996" y="2037870"/>
              <a:ext cx="377003" cy="192956"/>
            </a:xfrm>
            <a:custGeom>
              <a:avLst/>
              <a:gdLst/>
              <a:ahLst/>
              <a:cxnLst/>
              <a:rect l="l" t="t" r="r" b="b"/>
              <a:pathLst>
                <a:path w="25050" h="12821" extrusionOk="0">
                  <a:moveTo>
                    <a:pt x="21414" y="789"/>
                  </a:moveTo>
                  <a:cubicBezTo>
                    <a:pt x="22467" y="789"/>
                    <a:pt x="22955" y="2079"/>
                    <a:pt x="23147" y="2943"/>
                  </a:cubicBezTo>
                  <a:cubicBezTo>
                    <a:pt x="23187" y="3142"/>
                    <a:pt x="23207" y="3321"/>
                    <a:pt x="23227" y="3520"/>
                  </a:cubicBezTo>
                  <a:cubicBezTo>
                    <a:pt x="22989" y="3608"/>
                    <a:pt x="22744" y="3657"/>
                    <a:pt x="22500" y="3657"/>
                  </a:cubicBezTo>
                  <a:cubicBezTo>
                    <a:pt x="22192" y="3657"/>
                    <a:pt x="21884" y="3579"/>
                    <a:pt x="21595" y="3401"/>
                  </a:cubicBezTo>
                  <a:cubicBezTo>
                    <a:pt x="21098" y="3063"/>
                    <a:pt x="20799" y="2426"/>
                    <a:pt x="20680" y="1849"/>
                  </a:cubicBezTo>
                  <a:cubicBezTo>
                    <a:pt x="20580" y="1352"/>
                    <a:pt x="20720" y="834"/>
                    <a:pt x="21297" y="794"/>
                  </a:cubicBezTo>
                  <a:cubicBezTo>
                    <a:pt x="21336" y="791"/>
                    <a:pt x="21375" y="789"/>
                    <a:pt x="21414" y="789"/>
                  </a:cubicBezTo>
                  <a:close/>
                  <a:moveTo>
                    <a:pt x="9042" y="3435"/>
                  </a:moveTo>
                  <a:cubicBezTo>
                    <a:pt x="9121" y="3435"/>
                    <a:pt x="9200" y="3443"/>
                    <a:pt x="9279" y="3460"/>
                  </a:cubicBezTo>
                  <a:cubicBezTo>
                    <a:pt x="9876" y="3580"/>
                    <a:pt x="9976" y="4316"/>
                    <a:pt x="9916" y="4813"/>
                  </a:cubicBezTo>
                  <a:cubicBezTo>
                    <a:pt x="9757" y="6027"/>
                    <a:pt x="8901" y="7042"/>
                    <a:pt x="7887" y="7678"/>
                  </a:cubicBezTo>
                  <a:cubicBezTo>
                    <a:pt x="7369" y="7997"/>
                    <a:pt x="6772" y="8255"/>
                    <a:pt x="6136" y="8395"/>
                  </a:cubicBezTo>
                  <a:cubicBezTo>
                    <a:pt x="6116" y="8275"/>
                    <a:pt x="6116" y="8156"/>
                    <a:pt x="6096" y="8017"/>
                  </a:cubicBezTo>
                  <a:cubicBezTo>
                    <a:pt x="6036" y="6644"/>
                    <a:pt x="6673" y="5211"/>
                    <a:pt x="7588" y="4236"/>
                  </a:cubicBezTo>
                  <a:cubicBezTo>
                    <a:pt x="7954" y="3836"/>
                    <a:pt x="8488" y="3435"/>
                    <a:pt x="9042" y="3435"/>
                  </a:cubicBezTo>
                  <a:close/>
                  <a:moveTo>
                    <a:pt x="16666" y="553"/>
                  </a:moveTo>
                  <a:cubicBezTo>
                    <a:pt x="16704" y="553"/>
                    <a:pt x="16742" y="554"/>
                    <a:pt x="16780" y="556"/>
                  </a:cubicBezTo>
                  <a:cubicBezTo>
                    <a:pt x="18173" y="615"/>
                    <a:pt x="18611" y="2088"/>
                    <a:pt x="18611" y="3242"/>
                  </a:cubicBezTo>
                  <a:cubicBezTo>
                    <a:pt x="18611" y="5430"/>
                    <a:pt x="17795" y="7619"/>
                    <a:pt x="16422" y="9350"/>
                  </a:cubicBezTo>
                  <a:cubicBezTo>
                    <a:pt x="16382" y="9330"/>
                    <a:pt x="16362" y="9310"/>
                    <a:pt x="16323" y="9290"/>
                  </a:cubicBezTo>
                  <a:cubicBezTo>
                    <a:pt x="15189" y="8673"/>
                    <a:pt x="14373" y="7539"/>
                    <a:pt x="13935" y="6345"/>
                  </a:cubicBezTo>
                  <a:cubicBezTo>
                    <a:pt x="13497" y="5152"/>
                    <a:pt x="13358" y="3799"/>
                    <a:pt x="13816" y="2585"/>
                  </a:cubicBezTo>
                  <a:cubicBezTo>
                    <a:pt x="14240" y="1466"/>
                    <a:pt x="15450" y="553"/>
                    <a:pt x="16666" y="553"/>
                  </a:cubicBezTo>
                  <a:close/>
                  <a:moveTo>
                    <a:pt x="16668" y="1"/>
                  </a:moveTo>
                  <a:cubicBezTo>
                    <a:pt x="15802" y="1"/>
                    <a:pt x="14896" y="422"/>
                    <a:pt x="14253" y="993"/>
                  </a:cubicBezTo>
                  <a:cubicBezTo>
                    <a:pt x="13159" y="1948"/>
                    <a:pt x="12881" y="3520"/>
                    <a:pt x="13080" y="4893"/>
                  </a:cubicBezTo>
                  <a:cubicBezTo>
                    <a:pt x="13259" y="6365"/>
                    <a:pt x="13915" y="7798"/>
                    <a:pt x="14950" y="8832"/>
                  </a:cubicBezTo>
                  <a:cubicBezTo>
                    <a:pt x="15308" y="9191"/>
                    <a:pt x="15686" y="9489"/>
                    <a:pt x="16124" y="9708"/>
                  </a:cubicBezTo>
                  <a:cubicBezTo>
                    <a:pt x="15925" y="9947"/>
                    <a:pt x="15706" y="10185"/>
                    <a:pt x="15467" y="10384"/>
                  </a:cubicBezTo>
                  <a:cubicBezTo>
                    <a:pt x="14492" y="11320"/>
                    <a:pt x="13278" y="12036"/>
                    <a:pt x="11926" y="12255"/>
                  </a:cubicBezTo>
                  <a:cubicBezTo>
                    <a:pt x="11667" y="12296"/>
                    <a:pt x="11406" y="12316"/>
                    <a:pt x="11145" y="12316"/>
                  </a:cubicBezTo>
                  <a:cubicBezTo>
                    <a:pt x="10018" y="12316"/>
                    <a:pt x="8887" y="11942"/>
                    <a:pt x="7966" y="11280"/>
                  </a:cubicBezTo>
                  <a:cubicBezTo>
                    <a:pt x="7150" y="10703"/>
                    <a:pt x="6514" y="9847"/>
                    <a:pt x="6255" y="8892"/>
                  </a:cubicBezTo>
                  <a:cubicBezTo>
                    <a:pt x="6355" y="8852"/>
                    <a:pt x="6454" y="8832"/>
                    <a:pt x="6573" y="8813"/>
                  </a:cubicBezTo>
                  <a:cubicBezTo>
                    <a:pt x="7887" y="8435"/>
                    <a:pt x="9140" y="7579"/>
                    <a:pt x="9836" y="6385"/>
                  </a:cubicBezTo>
                  <a:cubicBezTo>
                    <a:pt x="10413" y="5410"/>
                    <a:pt x="10871" y="3401"/>
                    <a:pt x="9419" y="2963"/>
                  </a:cubicBezTo>
                  <a:cubicBezTo>
                    <a:pt x="9281" y="2923"/>
                    <a:pt x="9143" y="2905"/>
                    <a:pt x="9006" y="2905"/>
                  </a:cubicBezTo>
                  <a:cubicBezTo>
                    <a:pt x="8389" y="2905"/>
                    <a:pt x="7789" y="3272"/>
                    <a:pt x="7349" y="3679"/>
                  </a:cubicBezTo>
                  <a:cubicBezTo>
                    <a:pt x="6792" y="4217"/>
                    <a:pt x="6355" y="4913"/>
                    <a:pt x="6036" y="5609"/>
                  </a:cubicBezTo>
                  <a:cubicBezTo>
                    <a:pt x="5618" y="6525"/>
                    <a:pt x="5459" y="7519"/>
                    <a:pt x="5599" y="8494"/>
                  </a:cubicBezTo>
                  <a:cubicBezTo>
                    <a:pt x="5466" y="8501"/>
                    <a:pt x="5335" y="8505"/>
                    <a:pt x="5207" y="8505"/>
                  </a:cubicBezTo>
                  <a:cubicBezTo>
                    <a:pt x="4949" y="8505"/>
                    <a:pt x="4697" y="8488"/>
                    <a:pt x="4445" y="8435"/>
                  </a:cubicBezTo>
                  <a:cubicBezTo>
                    <a:pt x="3111" y="8176"/>
                    <a:pt x="1997" y="7181"/>
                    <a:pt x="1321" y="6047"/>
                  </a:cubicBezTo>
                  <a:cubicBezTo>
                    <a:pt x="963" y="5450"/>
                    <a:pt x="704" y="4794"/>
                    <a:pt x="525" y="4117"/>
                  </a:cubicBezTo>
                  <a:cubicBezTo>
                    <a:pt x="493" y="3997"/>
                    <a:pt x="396" y="3944"/>
                    <a:pt x="297" y="3944"/>
                  </a:cubicBezTo>
                  <a:cubicBezTo>
                    <a:pt x="151" y="3944"/>
                    <a:pt x="0" y="4058"/>
                    <a:pt x="47" y="4236"/>
                  </a:cubicBezTo>
                  <a:cubicBezTo>
                    <a:pt x="465" y="5788"/>
                    <a:pt x="1261" y="7221"/>
                    <a:pt x="2594" y="8136"/>
                  </a:cubicBezTo>
                  <a:cubicBezTo>
                    <a:pt x="3171" y="8554"/>
                    <a:pt x="3848" y="8852"/>
                    <a:pt x="4564" y="8952"/>
                  </a:cubicBezTo>
                  <a:cubicBezTo>
                    <a:pt x="4772" y="8985"/>
                    <a:pt x="4980" y="8999"/>
                    <a:pt x="5185" y="8999"/>
                  </a:cubicBezTo>
                  <a:cubicBezTo>
                    <a:pt x="5352" y="8999"/>
                    <a:pt x="5517" y="8990"/>
                    <a:pt x="5678" y="8972"/>
                  </a:cubicBezTo>
                  <a:cubicBezTo>
                    <a:pt x="5778" y="9330"/>
                    <a:pt x="5917" y="9688"/>
                    <a:pt x="6116" y="10026"/>
                  </a:cubicBezTo>
                  <a:cubicBezTo>
                    <a:pt x="6852" y="11379"/>
                    <a:pt x="8245" y="12294"/>
                    <a:pt x="9717" y="12653"/>
                  </a:cubicBezTo>
                  <a:cubicBezTo>
                    <a:pt x="10171" y="12766"/>
                    <a:pt x="10630" y="12820"/>
                    <a:pt x="11088" y="12820"/>
                  </a:cubicBezTo>
                  <a:cubicBezTo>
                    <a:pt x="12155" y="12820"/>
                    <a:pt x="13213" y="12525"/>
                    <a:pt x="14174" y="11996"/>
                  </a:cubicBezTo>
                  <a:cubicBezTo>
                    <a:pt x="15109" y="11479"/>
                    <a:pt x="15925" y="10782"/>
                    <a:pt x="16621" y="9947"/>
                  </a:cubicBezTo>
                  <a:cubicBezTo>
                    <a:pt x="17196" y="10189"/>
                    <a:pt x="17817" y="10327"/>
                    <a:pt x="18440" y="10327"/>
                  </a:cubicBezTo>
                  <a:cubicBezTo>
                    <a:pt x="18636" y="10327"/>
                    <a:pt x="18833" y="10314"/>
                    <a:pt x="19029" y="10285"/>
                  </a:cubicBezTo>
                  <a:cubicBezTo>
                    <a:pt x="20461" y="10066"/>
                    <a:pt x="21635" y="9111"/>
                    <a:pt x="22411" y="7937"/>
                  </a:cubicBezTo>
                  <a:cubicBezTo>
                    <a:pt x="23207" y="6763"/>
                    <a:pt x="23744" y="5251"/>
                    <a:pt x="23724" y="3799"/>
                  </a:cubicBezTo>
                  <a:cubicBezTo>
                    <a:pt x="24182" y="3580"/>
                    <a:pt x="24560" y="3262"/>
                    <a:pt x="24898" y="2903"/>
                  </a:cubicBezTo>
                  <a:cubicBezTo>
                    <a:pt x="25050" y="2736"/>
                    <a:pt x="24900" y="2512"/>
                    <a:pt x="24741" y="2512"/>
                  </a:cubicBezTo>
                  <a:cubicBezTo>
                    <a:pt x="24692" y="2512"/>
                    <a:pt x="24642" y="2533"/>
                    <a:pt x="24599" y="2585"/>
                  </a:cubicBezTo>
                  <a:cubicBezTo>
                    <a:pt x="24341" y="2844"/>
                    <a:pt x="24042" y="3102"/>
                    <a:pt x="23704" y="3281"/>
                  </a:cubicBezTo>
                  <a:cubicBezTo>
                    <a:pt x="23585" y="2247"/>
                    <a:pt x="23167" y="1093"/>
                    <a:pt x="22311" y="536"/>
                  </a:cubicBezTo>
                  <a:cubicBezTo>
                    <a:pt x="22038" y="368"/>
                    <a:pt x="21694" y="266"/>
                    <a:pt x="21356" y="266"/>
                  </a:cubicBezTo>
                  <a:cubicBezTo>
                    <a:pt x="21053" y="266"/>
                    <a:pt x="20756" y="348"/>
                    <a:pt x="20521" y="536"/>
                  </a:cubicBezTo>
                  <a:cubicBezTo>
                    <a:pt x="20023" y="954"/>
                    <a:pt x="20123" y="1710"/>
                    <a:pt x="20302" y="2267"/>
                  </a:cubicBezTo>
                  <a:cubicBezTo>
                    <a:pt x="20501" y="2903"/>
                    <a:pt x="20899" y="3540"/>
                    <a:pt x="21516" y="3878"/>
                  </a:cubicBezTo>
                  <a:cubicBezTo>
                    <a:pt x="21810" y="4037"/>
                    <a:pt x="22143" y="4105"/>
                    <a:pt x="22479" y="4105"/>
                  </a:cubicBezTo>
                  <a:cubicBezTo>
                    <a:pt x="22732" y="4105"/>
                    <a:pt x="22987" y="4066"/>
                    <a:pt x="23227" y="3998"/>
                  </a:cubicBezTo>
                  <a:lnTo>
                    <a:pt x="23227" y="3998"/>
                  </a:lnTo>
                  <a:cubicBezTo>
                    <a:pt x="23227" y="4873"/>
                    <a:pt x="22988" y="5768"/>
                    <a:pt x="22630" y="6564"/>
                  </a:cubicBezTo>
                  <a:cubicBezTo>
                    <a:pt x="22132" y="7738"/>
                    <a:pt x="21297" y="8832"/>
                    <a:pt x="20143" y="9449"/>
                  </a:cubicBezTo>
                  <a:cubicBezTo>
                    <a:pt x="19592" y="9725"/>
                    <a:pt x="19012" y="9854"/>
                    <a:pt x="18432" y="9854"/>
                  </a:cubicBezTo>
                  <a:cubicBezTo>
                    <a:pt x="17922" y="9854"/>
                    <a:pt x="17412" y="9755"/>
                    <a:pt x="16919" y="9569"/>
                  </a:cubicBezTo>
                  <a:cubicBezTo>
                    <a:pt x="18014" y="8156"/>
                    <a:pt x="18730" y="6425"/>
                    <a:pt x="19009" y="4674"/>
                  </a:cubicBezTo>
                  <a:cubicBezTo>
                    <a:pt x="19227" y="3361"/>
                    <a:pt x="19307" y="1670"/>
                    <a:pt x="18272" y="655"/>
                  </a:cubicBezTo>
                  <a:cubicBezTo>
                    <a:pt x="17817" y="191"/>
                    <a:pt x="17251" y="1"/>
                    <a:pt x="16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71"/>
            <p:cNvSpPr/>
            <p:nvPr/>
          </p:nvSpPr>
          <p:spPr>
            <a:xfrm>
              <a:off x="4307025" y="2226336"/>
              <a:ext cx="270283" cy="124433"/>
            </a:xfrm>
            <a:custGeom>
              <a:avLst/>
              <a:gdLst/>
              <a:ahLst/>
              <a:cxnLst/>
              <a:rect l="l" t="t" r="r" b="b"/>
              <a:pathLst>
                <a:path w="17959" h="8268" extrusionOk="0">
                  <a:moveTo>
                    <a:pt x="12933" y="1522"/>
                  </a:moveTo>
                  <a:cubicBezTo>
                    <a:pt x="13252" y="1761"/>
                    <a:pt x="13530" y="2059"/>
                    <a:pt x="13749" y="2438"/>
                  </a:cubicBezTo>
                  <a:cubicBezTo>
                    <a:pt x="14147" y="3154"/>
                    <a:pt x="14247" y="4069"/>
                    <a:pt x="13908" y="4825"/>
                  </a:cubicBezTo>
                  <a:cubicBezTo>
                    <a:pt x="13709" y="5306"/>
                    <a:pt x="13193" y="5897"/>
                    <a:pt x="12624" y="5897"/>
                  </a:cubicBezTo>
                  <a:cubicBezTo>
                    <a:pt x="12509" y="5897"/>
                    <a:pt x="12393" y="5873"/>
                    <a:pt x="12277" y="5820"/>
                  </a:cubicBezTo>
                  <a:cubicBezTo>
                    <a:pt x="11580" y="5502"/>
                    <a:pt x="11481" y="4507"/>
                    <a:pt x="11600" y="3850"/>
                  </a:cubicBezTo>
                  <a:cubicBezTo>
                    <a:pt x="11760" y="2995"/>
                    <a:pt x="12277" y="2179"/>
                    <a:pt x="12874" y="1562"/>
                  </a:cubicBezTo>
                  <a:cubicBezTo>
                    <a:pt x="12894" y="1542"/>
                    <a:pt x="12914" y="1542"/>
                    <a:pt x="12933" y="1522"/>
                  </a:cubicBezTo>
                  <a:close/>
                  <a:moveTo>
                    <a:pt x="6228" y="3393"/>
                  </a:moveTo>
                  <a:cubicBezTo>
                    <a:pt x="6706" y="4009"/>
                    <a:pt x="6865" y="4865"/>
                    <a:pt x="6785" y="5641"/>
                  </a:cubicBezTo>
                  <a:cubicBezTo>
                    <a:pt x="6719" y="6336"/>
                    <a:pt x="6322" y="7831"/>
                    <a:pt x="5491" y="7831"/>
                  </a:cubicBezTo>
                  <a:cubicBezTo>
                    <a:pt x="5324" y="7831"/>
                    <a:pt x="5139" y="7771"/>
                    <a:pt x="4935" y="7630"/>
                  </a:cubicBezTo>
                  <a:cubicBezTo>
                    <a:pt x="4418" y="7292"/>
                    <a:pt x="4537" y="6576"/>
                    <a:pt x="4696" y="6079"/>
                  </a:cubicBezTo>
                  <a:cubicBezTo>
                    <a:pt x="4895" y="5482"/>
                    <a:pt x="5194" y="4905"/>
                    <a:pt x="5552" y="4387"/>
                  </a:cubicBezTo>
                  <a:cubicBezTo>
                    <a:pt x="5751" y="4069"/>
                    <a:pt x="5970" y="3731"/>
                    <a:pt x="6228" y="3393"/>
                  </a:cubicBezTo>
                  <a:close/>
                  <a:moveTo>
                    <a:pt x="15501" y="1"/>
                  </a:moveTo>
                  <a:cubicBezTo>
                    <a:pt x="14864" y="1"/>
                    <a:pt x="14207" y="104"/>
                    <a:pt x="13650" y="408"/>
                  </a:cubicBezTo>
                  <a:cubicBezTo>
                    <a:pt x="13371" y="547"/>
                    <a:pt x="13132" y="726"/>
                    <a:pt x="12894" y="925"/>
                  </a:cubicBezTo>
                  <a:cubicBezTo>
                    <a:pt x="12356" y="607"/>
                    <a:pt x="11760" y="428"/>
                    <a:pt x="11143" y="348"/>
                  </a:cubicBezTo>
                  <a:cubicBezTo>
                    <a:pt x="10933" y="323"/>
                    <a:pt x="10719" y="310"/>
                    <a:pt x="10505" y="310"/>
                  </a:cubicBezTo>
                  <a:cubicBezTo>
                    <a:pt x="9703" y="310"/>
                    <a:pt x="8889" y="489"/>
                    <a:pt x="8198" y="866"/>
                  </a:cubicBezTo>
                  <a:cubicBezTo>
                    <a:pt x="7382" y="1323"/>
                    <a:pt x="6746" y="2000"/>
                    <a:pt x="6169" y="2736"/>
                  </a:cubicBezTo>
                  <a:cubicBezTo>
                    <a:pt x="5655" y="2322"/>
                    <a:pt x="5007" y="2133"/>
                    <a:pt x="4345" y="2133"/>
                  </a:cubicBezTo>
                  <a:cubicBezTo>
                    <a:pt x="4084" y="2133"/>
                    <a:pt x="3821" y="2162"/>
                    <a:pt x="3562" y="2219"/>
                  </a:cubicBezTo>
                  <a:cubicBezTo>
                    <a:pt x="2309" y="2457"/>
                    <a:pt x="1175" y="3233"/>
                    <a:pt x="498" y="4308"/>
                  </a:cubicBezTo>
                  <a:cubicBezTo>
                    <a:pt x="319" y="4586"/>
                    <a:pt x="180" y="4885"/>
                    <a:pt x="61" y="5183"/>
                  </a:cubicBezTo>
                  <a:cubicBezTo>
                    <a:pt x="0" y="5365"/>
                    <a:pt x="145" y="5480"/>
                    <a:pt x="291" y="5480"/>
                  </a:cubicBezTo>
                  <a:cubicBezTo>
                    <a:pt x="385" y="5480"/>
                    <a:pt x="479" y="5432"/>
                    <a:pt x="518" y="5322"/>
                  </a:cubicBezTo>
                  <a:cubicBezTo>
                    <a:pt x="876" y="4248"/>
                    <a:pt x="1732" y="3432"/>
                    <a:pt x="2727" y="2955"/>
                  </a:cubicBezTo>
                  <a:cubicBezTo>
                    <a:pt x="3222" y="2730"/>
                    <a:pt x="3788" y="2581"/>
                    <a:pt x="4345" y="2581"/>
                  </a:cubicBezTo>
                  <a:cubicBezTo>
                    <a:pt x="4771" y="2581"/>
                    <a:pt x="5192" y="2668"/>
                    <a:pt x="5572" y="2875"/>
                  </a:cubicBezTo>
                  <a:cubicBezTo>
                    <a:pt x="5691" y="2935"/>
                    <a:pt x="5811" y="2995"/>
                    <a:pt x="5910" y="3074"/>
                  </a:cubicBezTo>
                  <a:cubicBezTo>
                    <a:pt x="5472" y="3651"/>
                    <a:pt x="5074" y="4228"/>
                    <a:pt x="4756" y="4845"/>
                  </a:cubicBezTo>
                  <a:cubicBezTo>
                    <a:pt x="4418" y="5482"/>
                    <a:pt x="4080" y="6238"/>
                    <a:pt x="4119" y="6974"/>
                  </a:cubicBezTo>
                  <a:cubicBezTo>
                    <a:pt x="4179" y="7690"/>
                    <a:pt x="4756" y="8267"/>
                    <a:pt x="5492" y="8267"/>
                  </a:cubicBezTo>
                  <a:cubicBezTo>
                    <a:pt x="5503" y="8267"/>
                    <a:pt x="5514" y="8268"/>
                    <a:pt x="5525" y="8268"/>
                  </a:cubicBezTo>
                  <a:cubicBezTo>
                    <a:pt x="6202" y="8268"/>
                    <a:pt x="6630" y="7661"/>
                    <a:pt x="6885" y="7113"/>
                  </a:cubicBezTo>
                  <a:cubicBezTo>
                    <a:pt x="7382" y="5919"/>
                    <a:pt x="7442" y="4308"/>
                    <a:pt x="6646" y="3213"/>
                  </a:cubicBezTo>
                  <a:cubicBezTo>
                    <a:pt x="6606" y="3154"/>
                    <a:pt x="6547" y="3094"/>
                    <a:pt x="6487" y="3034"/>
                  </a:cubicBezTo>
                  <a:cubicBezTo>
                    <a:pt x="7203" y="2139"/>
                    <a:pt x="8039" y="1323"/>
                    <a:pt x="9113" y="1005"/>
                  </a:cubicBezTo>
                  <a:cubicBezTo>
                    <a:pt x="9552" y="867"/>
                    <a:pt x="10034" y="795"/>
                    <a:pt x="10520" y="795"/>
                  </a:cubicBezTo>
                  <a:cubicBezTo>
                    <a:pt x="11223" y="795"/>
                    <a:pt x="11935" y="946"/>
                    <a:pt x="12535" y="1264"/>
                  </a:cubicBezTo>
                  <a:cubicBezTo>
                    <a:pt x="12177" y="1642"/>
                    <a:pt x="11879" y="2059"/>
                    <a:pt x="11660" y="2497"/>
                  </a:cubicBezTo>
                  <a:cubicBezTo>
                    <a:pt x="11222" y="3313"/>
                    <a:pt x="10964" y="4308"/>
                    <a:pt x="11282" y="5203"/>
                  </a:cubicBezTo>
                  <a:cubicBezTo>
                    <a:pt x="11488" y="5837"/>
                    <a:pt x="12018" y="6338"/>
                    <a:pt x="12669" y="6338"/>
                  </a:cubicBezTo>
                  <a:cubicBezTo>
                    <a:pt x="12774" y="6338"/>
                    <a:pt x="12883" y="6325"/>
                    <a:pt x="12993" y="6297"/>
                  </a:cubicBezTo>
                  <a:cubicBezTo>
                    <a:pt x="13888" y="6079"/>
                    <a:pt x="14505" y="5124"/>
                    <a:pt x="14625" y="4268"/>
                  </a:cubicBezTo>
                  <a:cubicBezTo>
                    <a:pt x="14744" y="3293"/>
                    <a:pt x="14406" y="2298"/>
                    <a:pt x="13749" y="1582"/>
                  </a:cubicBezTo>
                  <a:cubicBezTo>
                    <a:pt x="13610" y="1443"/>
                    <a:pt x="13451" y="1303"/>
                    <a:pt x="13292" y="1184"/>
                  </a:cubicBezTo>
                  <a:cubicBezTo>
                    <a:pt x="13709" y="866"/>
                    <a:pt x="14167" y="647"/>
                    <a:pt x="14704" y="547"/>
                  </a:cubicBezTo>
                  <a:cubicBezTo>
                    <a:pt x="14960" y="502"/>
                    <a:pt x="15226" y="477"/>
                    <a:pt x="15493" y="477"/>
                  </a:cubicBezTo>
                  <a:cubicBezTo>
                    <a:pt x="15932" y="477"/>
                    <a:pt x="16370" y="546"/>
                    <a:pt x="16753" y="707"/>
                  </a:cubicBezTo>
                  <a:cubicBezTo>
                    <a:pt x="17012" y="806"/>
                    <a:pt x="17271" y="985"/>
                    <a:pt x="17410" y="1204"/>
                  </a:cubicBezTo>
                  <a:cubicBezTo>
                    <a:pt x="17465" y="1289"/>
                    <a:pt x="17542" y="1324"/>
                    <a:pt x="17618" y="1324"/>
                  </a:cubicBezTo>
                  <a:cubicBezTo>
                    <a:pt x="17791" y="1324"/>
                    <a:pt x="17958" y="1145"/>
                    <a:pt x="17848" y="965"/>
                  </a:cubicBezTo>
                  <a:cubicBezTo>
                    <a:pt x="17410" y="269"/>
                    <a:pt x="16594" y="50"/>
                    <a:pt x="15838" y="10"/>
                  </a:cubicBezTo>
                  <a:cubicBezTo>
                    <a:pt x="15727" y="4"/>
                    <a:pt x="15614" y="1"/>
                    <a:pt x="15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9" name="Google Shape;4909;p71"/>
          <p:cNvGrpSpPr/>
          <p:nvPr/>
        </p:nvGrpSpPr>
        <p:grpSpPr>
          <a:xfrm>
            <a:off x="4339912" y="2558638"/>
            <a:ext cx="376970" cy="492429"/>
            <a:chOff x="4218962" y="2475400"/>
            <a:chExt cx="376970" cy="492429"/>
          </a:xfrm>
        </p:grpSpPr>
        <p:sp>
          <p:nvSpPr>
            <p:cNvPr id="4910" name="Google Shape;4910;p71"/>
            <p:cNvSpPr/>
            <p:nvPr/>
          </p:nvSpPr>
          <p:spPr>
            <a:xfrm>
              <a:off x="4282732" y="2475400"/>
              <a:ext cx="218113" cy="102406"/>
            </a:xfrm>
            <a:custGeom>
              <a:avLst/>
              <a:gdLst/>
              <a:ahLst/>
              <a:cxnLst/>
              <a:rect l="l" t="t" r="r" b="b"/>
              <a:pathLst>
                <a:path w="15242" h="7155" extrusionOk="0">
                  <a:moveTo>
                    <a:pt x="7887" y="0"/>
                  </a:moveTo>
                  <a:cubicBezTo>
                    <a:pt x="7772" y="0"/>
                    <a:pt x="7656" y="3"/>
                    <a:pt x="7541" y="9"/>
                  </a:cubicBezTo>
                  <a:cubicBezTo>
                    <a:pt x="4915" y="149"/>
                    <a:pt x="2189" y="1900"/>
                    <a:pt x="1" y="4785"/>
                  </a:cubicBezTo>
                  <a:cubicBezTo>
                    <a:pt x="140" y="4725"/>
                    <a:pt x="259" y="4685"/>
                    <a:pt x="399" y="4645"/>
                  </a:cubicBezTo>
                  <a:cubicBezTo>
                    <a:pt x="934" y="4490"/>
                    <a:pt x="1479" y="4395"/>
                    <a:pt x="2027" y="4395"/>
                  </a:cubicBezTo>
                  <a:cubicBezTo>
                    <a:pt x="2253" y="4395"/>
                    <a:pt x="2480" y="4411"/>
                    <a:pt x="2707" y="4446"/>
                  </a:cubicBezTo>
                  <a:cubicBezTo>
                    <a:pt x="4020" y="4665"/>
                    <a:pt x="5114" y="5521"/>
                    <a:pt x="6288" y="6157"/>
                  </a:cubicBezTo>
                  <a:cubicBezTo>
                    <a:pt x="7415" y="6770"/>
                    <a:pt x="8728" y="7154"/>
                    <a:pt x="10000" y="7154"/>
                  </a:cubicBezTo>
                  <a:cubicBezTo>
                    <a:pt x="11041" y="7154"/>
                    <a:pt x="12054" y="6897"/>
                    <a:pt x="12913" y="6297"/>
                  </a:cubicBezTo>
                  <a:cubicBezTo>
                    <a:pt x="13868" y="5640"/>
                    <a:pt x="14505" y="4645"/>
                    <a:pt x="15241" y="3730"/>
                  </a:cubicBezTo>
                  <a:cubicBezTo>
                    <a:pt x="12978" y="1429"/>
                    <a:pt x="10388" y="0"/>
                    <a:pt x="78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71"/>
            <p:cNvSpPr/>
            <p:nvPr/>
          </p:nvSpPr>
          <p:spPr>
            <a:xfrm>
              <a:off x="4218962" y="2576324"/>
              <a:ext cx="356748" cy="187021"/>
            </a:xfrm>
            <a:custGeom>
              <a:avLst/>
              <a:gdLst/>
              <a:ahLst/>
              <a:cxnLst/>
              <a:rect l="l" t="t" r="r" b="b"/>
              <a:pathLst>
                <a:path w="24930" h="13067" extrusionOk="0">
                  <a:moveTo>
                    <a:pt x="22344" y="1"/>
                  </a:moveTo>
                  <a:cubicBezTo>
                    <a:pt x="21508" y="737"/>
                    <a:pt x="20851" y="1672"/>
                    <a:pt x="20175" y="2567"/>
                  </a:cubicBezTo>
                  <a:cubicBezTo>
                    <a:pt x="19379" y="3622"/>
                    <a:pt x="18484" y="4676"/>
                    <a:pt x="17310" y="5273"/>
                  </a:cubicBezTo>
                  <a:cubicBezTo>
                    <a:pt x="16548" y="5650"/>
                    <a:pt x="15728" y="5809"/>
                    <a:pt x="14890" y="5809"/>
                  </a:cubicBezTo>
                  <a:cubicBezTo>
                    <a:pt x="13341" y="5809"/>
                    <a:pt x="11733" y="5267"/>
                    <a:pt x="10326" y="4557"/>
                  </a:cubicBezTo>
                  <a:cubicBezTo>
                    <a:pt x="8695" y="3741"/>
                    <a:pt x="7063" y="2667"/>
                    <a:pt x="5233" y="2647"/>
                  </a:cubicBezTo>
                  <a:cubicBezTo>
                    <a:pt x="5212" y="2647"/>
                    <a:pt x="5192" y="2646"/>
                    <a:pt x="5171" y="2646"/>
                  </a:cubicBezTo>
                  <a:cubicBezTo>
                    <a:pt x="3644" y="2646"/>
                    <a:pt x="2273" y="3377"/>
                    <a:pt x="1114" y="4398"/>
                  </a:cubicBezTo>
                  <a:cubicBezTo>
                    <a:pt x="577" y="6129"/>
                    <a:pt x="199" y="7999"/>
                    <a:pt x="20" y="9989"/>
                  </a:cubicBezTo>
                  <a:cubicBezTo>
                    <a:pt x="0" y="10665"/>
                    <a:pt x="0" y="11322"/>
                    <a:pt x="20" y="11958"/>
                  </a:cubicBezTo>
                  <a:cubicBezTo>
                    <a:pt x="438" y="11342"/>
                    <a:pt x="955" y="10784"/>
                    <a:pt x="1532" y="10327"/>
                  </a:cubicBezTo>
                  <a:cubicBezTo>
                    <a:pt x="2446" y="9592"/>
                    <a:pt x="3586" y="9115"/>
                    <a:pt x="4734" y="9115"/>
                  </a:cubicBezTo>
                  <a:cubicBezTo>
                    <a:pt x="4861" y="9115"/>
                    <a:pt x="4987" y="9121"/>
                    <a:pt x="5113" y="9133"/>
                  </a:cubicBezTo>
                  <a:cubicBezTo>
                    <a:pt x="6645" y="9252"/>
                    <a:pt x="7998" y="10188"/>
                    <a:pt x="9272" y="11043"/>
                  </a:cubicBezTo>
                  <a:cubicBezTo>
                    <a:pt x="10346" y="11759"/>
                    <a:pt x="11460" y="12456"/>
                    <a:pt x="12714" y="12814"/>
                  </a:cubicBezTo>
                  <a:cubicBezTo>
                    <a:pt x="13302" y="12985"/>
                    <a:pt x="13911" y="13067"/>
                    <a:pt x="14521" y="13067"/>
                  </a:cubicBezTo>
                  <a:cubicBezTo>
                    <a:pt x="16823" y="13067"/>
                    <a:pt x="19144" y="11903"/>
                    <a:pt x="20433" y="9969"/>
                  </a:cubicBezTo>
                  <a:cubicBezTo>
                    <a:pt x="21170" y="8874"/>
                    <a:pt x="21587" y="7561"/>
                    <a:pt x="22523" y="6606"/>
                  </a:cubicBezTo>
                  <a:cubicBezTo>
                    <a:pt x="23159" y="5930"/>
                    <a:pt x="24015" y="5512"/>
                    <a:pt x="24930" y="5373"/>
                  </a:cubicBezTo>
                  <a:cubicBezTo>
                    <a:pt x="24293" y="3463"/>
                    <a:pt x="23398" y="1632"/>
                    <a:pt x="223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71"/>
            <p:cNvSpPr/>
            <p:nvPr/>
          </p:nvSpPr>
          <p:spPr>
            <a:xfrm>
              <a:off x="4234904" y="2528782"/>
              <a:ext cx="303801" cy="130702"/>
            </a:xfrm>
            <a:custGeom>
              <a:avLst/>
              <a:gdLst/>
              <a:ahLst/>
              <a:cxnLst/>
              <a:rect l="l" t="t" r="r" b="b"/>
              <a:pathLst>
                <a:path w="21230" h="9132" extrusionOk="0">
                  <a:moveTo>
                    <a:pt x="18583" y="0"/>
                  </a:moveTo>
                  <a:cubicBezTo>
                    <a:pt x="17847" y="915"/>
                    <a:pt x="17210" y="1910"/>
                    <a:pt x="16255" y="2567"/>
                  </a:cubicBezTo>
                  <a:cubicBezTo>
                    <a:pt x="15396" y="3167"/>
                    <a:pt x="14383" y="3424"/>
                    <a:pt x="13342" y="3424"/>
                  </a:cubicBezTo>
                  <a:cubicBezTo>
                    <a:pt x="12070" y="3424"/>
                    <a:pt x="10757" y="3040"/>
                    <a:pt x="9630" y="2427"/>
                  </a:cubicBezTo>
                  <a:cubicBezTo>
                    <a:pt x="8456" y="1791"/>
                    <a:pt x="7362" y="935"/>
                    <a:pt x="6049" y="716"/>
                  </a:cubicBezTo>
                  <a:cubicBezTo>
                    <a:pt x="5822" y="681"/>
                    <a:pt x="5595" y="665"/>
                    <a:pt x="5369" y="665"/>
                  </a:cubicBezTo>
                  <a:cubicBezTo>
                    <a:pt x="4821" y="665"/>
                    <a:pt x="4276" y="760"/>
                    <a:pt x="3741" y="915"/>
                  </a:cubicBezTo>
                  <a:cubicBezTo>
                    <a:pt x="3621" y="955"/>
                    <a:pt x="3482" y="995"/>
                    <a:pt x="3343" y="1055"/>
                  </a:cubicBezTo>
                  <a:cubicBezTo>
                    <a:pt x="1970" y="2865"/>
                    <a:pt x="796" y="5113"/>
                    <a:pt x="0" y="7720"/>
                  </a:cubicBezTo>
                  <a:cubicBezTo>
                    <a:pt x="1159" y="6699"/>
                    <a:pt x="2530" y="5968"/>
                    <a:pt x="4057" y="5968"/>
                  </a:cubicBezTo>
                  <a:cubicBezTo>
                    <a:pt x="4078" y="5968"/>
                    <a:pt x="4098" y="5969"/>
                    <a:pt x="4119" y="5969"/>
                  </a:cubicBezTo>
                  <a:cubicBezTo>
                    <a:pt x="5949" y="5989"/>
                    <a:pt x="7581" y="7063"/>
                    <a:pt x="9212" y="7879"/>
                  </a:cubicBezTo>
                  <a:cubicBezTo>
                    <a:pt x="10619" y="8589"/>
                    <a:pt x="12227" y="9131"/>
                    <a:pt x="13776" y="9131"/>
                  </a:cubicBezTo>
                  <a:cubicBezTo>
                    <a:pt x="14614" y="9131"/>
                    <a:pt x="15434" y="8972"/>
                    <a:pt x="16196" y="8595"/>
                  </a:cubicBezTo>
                  <a:cubicBezTo>
                    <a:pt x="17370" y="7998"/>
                    <a:pt x="18265" y="6944"/>
                    <a:pt x="19061" y="5889"/>
                  </a:cubicBezTo>
                  <a:cubicBezTo>
                    <a:pt x="19737" y="4994"/>
                    <a:pt x="20394" y="4059"/>
                    <a:pt x="21230" y="3323"/>
                  </a:cubicBezTo>
                  <a:cubicBezTo>
                    <a:pt x="20434" y="2089"/>
                    <a:pt x="19538" y="975"/>
                    <a:pt x="18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71"/>
            <p:cNvSpPr/>
            <p:nvPr/>
          </p:nvSpPr>
          <p:spPr>
            <a:xfrm>
              <a:off x="4219233" y="2653204"/>
              <a:ext cx="372432" cy="209406"/>
            </a:xfrm>
            <a:custGeom>
              <a:avLst/>
              <a:gdLst/>
              <a:ahLst/>
              <a:cxnLst/>
              <a:rect l="l" t="t" r="r" b="b"/>
              <a:pathLst>
                <a:path w="26026" h="14631" extrusionOk="0">
                  <a:moveTo>
                    <a:pt x="24911" y="1"/>
                  </a:moveTo>
                  <a:cubicBezTo>
                    <a:pt x="23996" y="140"/>
                    <a:pt x="23140" y="558"/>
                    <a:pt x="22504" y="1234"/>
                  </a:cubicBezTo>
                  <a:cubicBezTo>
                    <a:pt x="21568" y="2189"/>
                    <a:pt x="21151" y="3502"/>
                    <a:pt x="20414" y="4597"/>
                  </a:cubicBezTo>
                  <a:cubicBezTo>
                    <a:pt x="19125" y="6531"/>
                    <a:pt x="16804" y="7695"/>
                    <a:pt x="14492" y="7695"/>
                  </a:cubicBezTo>
                  <a:cubicBezTo>
                    <a:pt x="13879" y="7695"/>
                    <a:pt x="13267" y="7613"/>
                    <a:pt x="12675" y="7442"/>
                  </a:cubicBezTo>
                  <a:cubicBezTo>
                    <a:pt x="11441" y="7084"/>
                    <a:pt x="10327" y="6387"/>
                    <a:pt x="9253" y="5671"/>
                  </a:cubicBezTo>
                  <a:cubicBezTo>
                    <a:pt x="7979" y="4816"/>
                    <a:pt x="6626" y="3880"/>
                    <a:pt x="5094" y="3761"/>
                  </a:cubicBezTo>
                  <a:cubicBezTo>
                    <a:pt x="4968" y="3749"/>
                    <a:pt x="4842" y="3743"/>
                    <a:pt x="4715" y="3743"/>
                  </a:cubicBezTo>
                  <a:cubicBezTo>
                    <a:pt x="3567" y="3743"/>
                    <a:pt x="2427" y="4220"/>
                    <a:pt x="1513" y="4955"/>
                  </a:cubicBezTo>
                  <a:cubicBezTo>
                    <a:pt x="936" y="5412"/>
                    <a:pt x="419" y="5970"/>
                    <a:pt x="1" y="6586"/>
                  </a:cubicBezTo>
                  <a:cubicBezTo>
                    <a:pt x="80" y="9153"/>
                    <a:pt x="558" y="11441"/>
                    <a:pt x="1354" y="13411"/>
                  </a:cubicBezTo>
                  <a:cubicBezTo>
                    <a:pt x="2030" y="12555"/>
                    <a:pt x="2866" y="11819"/>
                    <a:pt x="3821" y="11262"/>
                  </a:cubicBezTo>
                  <a:cubicBezTo>
                    <a:pt x="4579" y="10838"/>
                    <a:pt x="5440" y="10529"/>
                    <a:pt x="6301" y="10529"/>
                  </a:cubicBezTo>
                  <a:cubicBezTo>
                    <a:pt x="6570" y="10529"/>
                    <a:pt x="6838" y="10559"/>
                    <a:pt x="7104" y="10625"/>
                  </a:cubicBezTo>
                  <a:cubicBezTo>
                    <a:pt x="8198" y="10904"/>
                    <a:pt x="9054" y="11739"/>
                    <a:pt x="9929" y="12456"/>
                  </a:cubicBezTo>
                  <a:cubicBezTo>
                    <a:pt x="11382" y="13590"/>
                    <a:pt x="13113" y="14445"/>
                    <a:pt x="14943" y="14604"/>
                  </a:cubicBezTo>
                  <a:cubicBezTo>
                    <a:pt x="15143" y="14622"/>
                    <a:pt x="15343" y="14630"/>
                    <a:pt x="15544" y="14630"/>
                  </a:cubicBezTo>
                  <a:cubicBezTo>
                    <a:pt x="17202" y="14630"/>
                    <a:pt x="18861" y="14043"/>
                    <a:pt x="19997" y="12854"/>
                  </a:cubicBezTo>
                  <a:cubicBezTo>
                    <a:pt x="21827" y="10904"/>
                    <a:pt x="22126" y="7641"/>
                    <a:pt x="24453" y="6328"/>
                  </a:cubicBezTo>
                  <a:cubicBezTo>
                    <a:pt x="24951" y="6069"/>
                    <a:pt x="25468" y="5910"/>
                    <a:pt x="26025" y="5830"/>
                  </a:cubicBezTo>
                  <a:cubicBezTo>
                    <a:pt x="26005" y="5293"/>
                    <a:pt x="25946" y="4776"/>
                    <a:pt x="25886" y="4239"/>
                  </a:cubicBezTo>
                  <a:cubicBezTo>
                    <a:pt x="25707" y="2806"/>
                    <a:pt x="25389" y="1374"/>
                    <a:pt x="249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71"/>
            <p:cNvSpPr/>
            <p:nvPr/>
          </p:nvSpPr>
          <p:spPr>
            <a:xfrm>
              <a:off x="4238596" y="2736639"/>
              <a:ext cx="357335" cy="220985"/>
            </a:xfrm>
            <a:custGeom>
              <a:avLst/>
              <a:gdLst/>
              <a:ahLst/>
              <a:cxnLst/>
              <a:rect l="l" t="t" r="r" b="b"/>
              <a:pathLst>
                <a:path w="24971" h="15440" extrusionOk="0">
                  <a:moveTo>
                    <a:pt x="24672" y="0"/>
                  </a:moveTo>
                  <a:lnTo>
                    <a:pt x="24672" y="0"/>
                  </a:lnTo>
                  <a:cubicBezTo>
                    <a:pt x="24115" y="80"/>
                    <a:pt x="23598" y="239"/>
                    <a:pt x="23100" y="498"/>
                  </a:cubicBezTo>
                  <a:cubicBezTo>
                    <a:pt x="20773" y="1811"/>
                    <a:pt x="20474" y="5074"/>
                    <a:pt x="18644" y="7024"/>
                  </a:cubicBezTo>
                  <a:cubicBezTo>
                    <a:pt x="17508" y="8213"/>
                    <a:pt x="15849" y="8800"/>
                    <a:pt x="14191" y="8800"/>
                  </a:cubicBezTo>
                  <a:cubicBezTo>
                    <a:pt x="13990" y="8800"/>
                    <a:pt x="13790" y="8792"/>
                    <a:pt x="13590" y="8774"/>
                  </a:cubicBezTo>
                  <a:cubicBezTo>
                    <a:pt x="11760" y="8615"/>
                    <a:pt x="10029" y="7760"/>
                    <a:pt x="8576" y="6626"/>
                  </a:cubicBezTo>
                  <a:cubicBezTo>
                    <a:pt x="7701" y="5909"/>
                    <a:pt x="6845" y="5074"/>
                    <a:pt x="5751" y="4795"/>
                  </a:cubicBezTo>
                  <a:cubicBezTo>
                    <a:pt x="5485" y="4729"/>
                    <a:pt x="5217" y="4699"/>
                    <a:pt x="4948" y="4699"/>
                  </a:cubicBezTo>
                  <a:cubicBezTo>
                    <a:pt x="4087" y="4699"/>
                    <a:pt x="3226" y="5008"/>
                    <a:pt x="2468" y="5432"/>
                  </a:cubicBezTo>
                  <a:cubicBezTo>
                    <a:pt x="1513" y="5989"/>
                    <a:pt x="677" y="6725"/>
                    <a:pt x="1" y="7581"/>
                  </a:cubicBezTo>
                  <a:cubicBezTo>
                    <a:pt x="976" y="10048"/>
                    <a:pt x="2448" y="12037"/>
                    <a:pt x="4219" y="13450"/>
                  </a:cubicBezTo>
                  <a:cubicBezTo>
                    <a:pt x="5198" y="12720"/>
                    <a:pt x="6415" y="12277"/>
                    <a:pt x="7644" y="12277"/>
                  </a:cubicBezTo>
                  <a:cubicBezTo>
                    <a:pt x="7789" y="12277"/>
                    <a:pt x="7934" y="12284"/>
                    <a:pt x="8079" y="12296"/>
                  </a:cubicBezTo>
                  <a:cubicBezTo>
                    <a:pt x="10884" y="12515"/>
                    <a:pt x="13172" y="14743"/>
                    <a:pt x="15838" y="15440"/>
                  </a:cubicBezTo>
                  <a:cubicBezTo>
                    <a:pt x="21230" y="13410"/>
                    <a:pt x="24971" y="7282"/>
                    <a:pt x="246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71"/>
            <p:cNvSpPr/>
            <p:nvPr/>
          </p:nvSpPr>
          <p:spPr>
            <a:xfrm>
              <a:off x="4298961" y="2912339"/>
              <a:ext cx="166297" cy="55490"/>
            </a:xfrm>
            <a:custGeom>
              <a:avLst/>
              <a:gdLst/>
              <a:ahLst/>
              <a:cxnLst/>
              <a:rect l="l" t="t" r="r" b="b"/>
              <a:pathLst>
                <a:path w="11621" h="3877" extrusionOk="0">
                  <a:moveTo>
                    <a:pt x="3426" y="0"/>
                  </a:moveTo>
                  <a:cubicBezTo>
                    <a:pt x="2197" y="0"/>
                    <a:pt x="980" y="443"/>
                    <a:pt x="1" y="1173"/>
                  </a:cubicBezTo>
                  <a:cubicBezTo>
                    <a:pt x="2196" y="2944"/>
                    <a:pt x="4852" y="3877"/>
                    <a:pt x="7637" y="3877"/>
                  </a:cubicBezTo>
                  <a:cubicBezTo>
                    <a:pt x="7857" y="3877"/>
                    <a:pt x="8077" y="3871"/>
                    <a:pt x="8298" y="3859"/>
                  </a:cubicBezTo>
                  <a:cubicBezTo>
                    <a:pt x="9452" y="3799"/>
                    <a:pt x="10566" y="3561"/>
                    <a:pt x="11620" y="3163"/>
                  </a:cubicBezTo>
                  <a:cubicBezTo>
                    <a:pt x="8954" y="2486"/>
                    <a:pt x="6666" y="238"/>
                    <a:pt x="3861" y="19"/>
                  </a:cubicBezTo>
                  <a:cubicBezTo>
                    <a:pt x="3716" y="7"/>
                    <a:pt x="3571" y="0"/>
                    <a:pt x="3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6" name="Google Shape;4916;p71"/>
          <p:cNvGrpSpPr/>
          <p:nvPr/>
        </p:nvGrpSpPr>
        <p:grpSpPr>
          <a:xfrm>
            <a:off x="4966913" y="1837075"/>
            <a:ext cx="415581" cy="539277"/>
            <a:chOff x="4845963" y="1837075"/>
            <a:chExt cx="415581" cy="539277"/>
          </a:xfrm>
        </p:grpSpPr>
        <p:sp>
          <p:nvSpPr>
            <p:cNvPr id="4917" name="Google Shape;4917;p71"/>
            <p:cNvSpPr/>
            <p:nvPr/>
          </p:nvSpPr>
          <p:spPr>
            <a:xfrm>
              <a:off x="4886455" y="1837075"/>
              <a:ext cx="312164" cy="161695"/>
            </a:xfrm>
            <a:custGeom>
              <a:avLst/>
              <a:gdLst/>
              <a:ahLst/>
              <a:cxnLst/>
              <a:rect l="l" t="t" r="r" b="b"/>
              <a:pathLst>
                <a:path w="19937" h="10327" extrusionOk="0">
                  <a:moveTo>
                    <a:pt x="10804" y="0"/>
                  </a:moveTo>
                  <a:cubicBezTo>
                    <a:pt x="6905" y="0"/>
                    <a:pt x="2587" y="3502"/>
                    <a:pt x="1" y="9133"/>
                  </a:cubicBezTo>
                  <a:cubicBezTo>
                    <a:pt x="538" y="9710"/>
                    <a:pt x="1274" y="10107"/>
                    <a:pt x="2050" y="10207"/>
                  </a:cubicBezTo>
                  <a:cubicBezTo>
                    <a:pt x="2229" y="10233"/>
                    <a:pt x="2409" y="10246"/>
                    <a:pt x="2589" y="10246"/>
                  </a:cubicBezTo>
                  <a:cubicBezTo>
                    <a:pt x="3765" y="10246"/>
                    <a:pt x="4925" y="9700"/>
                    <a:pt x="5770" y="8854"/>
                  </a:cubicBezTo>
                  <a:cubicBezTo>
                    <a:pt x="6570" y="9784"/>
                    <a:pt x="7812" y="10326"/>
                    <a:pt x="9045" y="10326"/>
                  </a:cubicBezTo>
                  <a:cubicBezTo>
                    <a:pt x="9315" y="10326"/>
                    <a:pt x="9585" y="10300"/>
                    <a:pt x="9849" y="10247"/>
                  </a:cubicBezTo>
                  <a:cubicBezTo>
                    <a:pt x="11341" y="9948"/>
                    <a:pt x="12615" y="8794"/>
                    <a:pt x="13072" y="7362"/>
                  </a:cubicBezTo>
                  <a:cubicBezTo>
                    <a:pt x="13920" y="7785"/>
                    <a:pt x="14866" y="8005"/>
                    <a:pt x="15812" y="8005"/>
                  </a:cubicBezTo>
                  <a:cubicBezTo>
                    <a:pt x="16510" y="8005"/>
                    <a:pt x="17208" y="7885"/>
                    <a:pt x="17867" y="7640"/>
                  </a:cubicBezTo>
                  <a:cubicBezTo>
                    <a:pt x="18643" y="7342"/>
                    <a:pt x="19340" y="6884"/>
                    <a:pt x="19937" y="6307"/>
                  </a:cubicBezTo>
                  <a:cubicBezTo>
                    <a:pt x="17450" y="2587"/>
                    <a:pt x="14087" y="0"/>
                    <a:pt x="108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71"/>
            <p:cNvSpPr/>
            <p:nvPr/>
          </p:nvSpPr>
          <p:spPr>
            <a:xfrm>
              <a:off x="4845963" y="1935831"/>
              <a:ext cx="415581" cy="352153"/>
            </a:xfrm>
            <a:custGeom>
              <a:avLst/>
              <a:gdLst/>
              <a:ahLst/>
              <a:cxnLst/>
              <a:rect l="l" t="t" r="r" b="b"/>
              <a:pathLst>
                <a:path w="26542" h="22491" extrusionOk="0">
                  <a:moveTo>
                    <a:pt x="22523" y="0"/>
                  </a:moveTo>
                  <a:cubicBezTo>
                    <a:pt x="21926" y="577"/>
                    <a:pt x="21229" y="1035"/>
                    <a:pt x="20453" y="1333"/>
                  </a:cubicBezTo>
                  <a:cubicBezTo>
                    <a:pt x="19794" y="1578"/>
                    <a:pt x="19096" y="1698"/>
                    <a:pt x="18398" y="1698"/>
                  </a:cubicBezTo>
                  <a:cubicBezTo>
                    <a:pt x="17452" y="1698"/>
                    <a:pt x="16506" y="1478"/>
                    <a:pt x="15658" y="1055"/>
                  </a:cubicBezTo>
                  <a:cubicBezTo>
                    <a:pt x="15201" y="2487"/>
                    <a:pt x="13927" y="3641"/>
                    <a:pt x="12435" y="3940"/>
                  </a:cubicBezTo>
                  <a:cubicBezTo>
                    <a:pt x="12171" y="3993"/>
                    <a:pt x="11901" y="4019"/>
                    <a:pt x="11631" y="4019"/>
                  </a:cubicBezTo>
                  <a:cubicBezTo>
                    <a:pt x="10398" y="4019"/>
                    <a:pt x="9156" y="3477"/>
                    <a:pt x="8356" y="2547"/>
                  </a:cubicBezTo>
                  <a:cubicBezTo>
                    <a:pt x="7511" y="3393"/>
                    <a:pt x="6351" y="3939"/>
                    <a:pt x="5175" y="3939"/>
                  </a:cubicBezTo>
                  <a:cubicBezTo>
                    <a:pt x="4995" y="3939"/>
                    <a:pt x="4815" y="3926"/>
                    <a:pt x="4636" y="3900"/>
                  </a:cubicBezTo>
                  <a:cubicBezTo>
                    <a:pt x="3860" y="3800"/>
                    <a:pt x="3124" y="3403"/>
                    <a:pt x="2587" y="2826"/>
                  </a:cubicBezTo>
                  <a:cubicBezTo>
                    <a:pt x="1612" y="4954"/>
                    <a:pt x="875" y="7382"/>
                    <a:pt x="497" y="10048"/>
                  </a:cubicBezTo>
                  <a:cubicBezTo>
                    <a:pt x="0" y="15141"/>
                    <a:pt x="1035" y="19320"/>
                    <a:pt x="3004" y="22384"/>
                  </a:cubicBezTo>
                  <a:cubicBezTo>
                    <a:pt x="3201" y="22433"/>
                    <a:pt x="3397" y="22468"/>
                    <a:pt x="3594" y="22468"/>
                  </a:cubicBezTo>
                  <a:cubicBezTo>
                    <a:pt x="3636" y="22468"/>
                    <a:pt x="3678" y="22467"/>
                    <a:pt x="3721" y="22463"/>
                  </a:cubicBezTo>
                  <a:cubicBezTo>
                    <a:pt x="4855" y="22443"/>
                    <a:pt x="5790" y="21588"/>
                    <a:pt x="6606" y="20772"/>
                  </a:cubicBezTo>
                  <a:cubicBezTo>
                    <a:pt x="7329" y="21840"/>
                    <a:pt x="8620" y="22491"/>
                    <a:pt x="9909" y="22491"/>
                  </a:cubicBezTo>
                  <a:cubicBezTo>
                    <a:pt x="10109" y="22491"/>
                    <a:pt x="10308" y="22475"/>
                    <a:pt x="10505" y="22443"/>
                  </a:cubicBezTo>
                  <a:cubicBezTo>
                    <a:pt x="11978" y="22204"/>
                    <a:pt x="13251" y="21051"/>
                    <a:pt x="13669" y="19618"/>
                  </a:cubicBezTo>
                  <a:cubicBezTo>
                    <a:pt x="14434" y="20608"/>
                    <a:pt x="15696" y="21146"/>
                    <a:pt x="16954" y="21146"/>
                  </a:cubicBezTo>
                  <a:cubicBezTo>
                    <a:pt x="17364" y="21146"/>
                    <a:pt x="17774" y="21088"/>
                    <a:pt x="18165" y="20971"/>
                  </a:cubicBezTo>
                  <a:cubicBezTo>
                    <a:pt x="19777" y="20493"/>
                    <a:pt x="21030" y="19101"/>
                    <a:pt x="21468" y="17489"/>
                  </a:cubicBezTo>
                  <a:cubicBezTo>
                    <a:pt x="22304" y="18404"/>
                    <a:pt x="23498" y="18961"/>
                    <a:pt x="24731" y="19001"/>
                  </a:cubicBezTo>
                  <a:cubicBezTo>
                    <a:pt x="24910" y="19001"/>
                    <a:pt x="25089" y="19001"/>
                    <a:pt x="25248" y="18981"/>
                  </a:cubicBezTo>
                  <a:cubicBezTo>
                    <a:pt x="26124" y="16634"/>
                    <a:pt x="26542" y="13948"/>
                    <a:pt x="26363" y="11083"/>
                  </a:cubicBezTo>
                  <a:cubicBezTo>
                    <a:pt x="26104" y="7143"/>
                    <a:pt x="24632" y="3164"/>
                    <a:pt x="22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71"/>
            <p:cNvSpPr/>
            <p:nvPr/>
          </p:nvSpPr>
          <p:spPr>
            <a:xfrm>
              <a:off x="4893000" y="2209678"/>
              <a:ext cx="348301" cy="166674"/>
            </a:xfrm>
            <a:custGeom>
              <a:avLst/>
              <a:gdLst/>
              <a:ahLst/>
              <a:cxnLst/>
              <a:rect l="l" t="t" r="r" b="b"/>
              <a:pathLst>
                <a:path w="22245" h="10645" extrusionOk="0">
                  <a:moveTo>
                    <a:pt x="18464" y="0"/>
                  </a:moveTo>
                  <a:cubicBezTo>
                    <a:pt x="18026" y="1612"/>
                    <a:pt x="16773" y="3004"/>
                    <a:pt x="15161" y="3482"/>
                  </a:cubicBezTo>
                  <a:cubicBezTo>
                    <a:pt x="14770" y="3599"/>
                    <a:pt x="14360" y="3657"/>
                    <a:pt x="13950" y="3657"/>
                  </a:cubicBezTo>
                  <a:cubicBezTo>
                    <a:pt x="12692" y="3657"/>
                    <a:pt x="11430" y="3119"/>
                    <a:pt x="10665" y="2129"/>
                  </a:cubicBezTo>
                  <a:cubicBezTo>
                    <a:pt x="10247" y="3562"/>
                    <a:pt x="8974" y="4715"/>
                    <a:pt x="7501" y="4954"/>
                  </a:cubicBezTo>
                  <a:cubicBezTo>
                    <a:pt x="7304" y="4986"/>
                    <a:pt x="7105" y="5002"/>
                    <a:pt x="6905" y="5002"/>
                  </a:cubicBezTo>
                  <a:cubicBezTo>
                    <a:pt x="5616" y="5002"/>
                    <a:pt x="4325" y="4351"/>
                    <a:pt x="3602" y="3283"/>
                  </a:cubicBezTo>
                  <a:cubicBezTo>
                    <a:pt x="2786" y="4099"/>
                    <a:pt x="1851" y="4954"/>
                    <a:pt x="717" y="4974"/>
                  </a:cubicBezTo>
                  <a:cubicBezTo>
                    <a:pt x="674" y="4978"/>
                    <a:pt x="632" y="4979"/>
                    <a:pt x="590" y="4979"/>
                  </a:cubicBezTo>
                  <a:cubicBezTo>
                    <a:pt x="393" y="4979"/>
                    <a:pt x="197" y="4944"/>
                    <a:pt x="0" y="4895"/>
                  </a:cubicBezTo>
                  <a:lnTo>
                    <a:pt x="0" y="4895"/>
                  </a:lnTo>
                  <a:cubicBezTo>
                    <a:pt x="2428" y="8595"/>
                    <a:pt x="6228" y="10645"/>
                    <a:pt x="10386" y="10645"/>
                  </a:cubicBezTo>
                  <a:cubicBezTo>
                    <a:pt x="15659" y="10645"/>
                    <a:pt x="20195" y="6964"/>
                    <a:pt x="22244" y="1492"/>
                  </a:cubicBezTo>
                  <a:lnTo>
                    <a:pt x="22244" y="1492"/>
                  </a:lnTo>
                  <a:cubicBezTo>
                    <a:pt x="22085" y="1512"/>
                    <a:pt x="21906" y="1512"/>
                    <a:pt x="21727" y="1512"/>
                  </a:cubicBezTo>
                  <a:cubicBezTo>
                    <a:pt x="20494" y="1472"/>
                    <a:pt x="19300" y="915"/>
                    <a:pt x="184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71"/>
            <p:cNvSpPr/>
            <p:nvPr/>
          </p:nvSpPr>
          <p:spPr>
            <a:xfrm>
              <a:off x="4920730" y="2093556"/>
              <a:ext cx="46738" cy="48523"/>
            </a:xfrm>
            <a:custGeom>
              <a:avLst/>
              <a:gdLst/>
              <a:ahLst/>
              <a:cxnLst/>
              <a:rect l="l" t="t" r="r" b="b"/>
              <a:pathLst>
                <a:path w="2985" h="3099" extrusionOk="0">
                  <a:moveTo>
                    <a:pt x="2224" y="0"/>
                  </a:moveTo>
                  <a:cubicBezTo>
                    <a:pt x="2053" y="0"/>
                    <a:pt x="1877" y="64"/>
                    <a:pt x="1731" y="194"/>
                  </a:cubicBezTo>
                  <a:cubicBezTo>
                    <a:pt x="1572" y="333"/>
                    <a:pt x="1492" y="532"/>
                    <a:pt x="1413" y="731"/>
                  </a:cubicBezTo>
                  <a:cubicBezTo>
                    <a:pt x="1393" y="751"/>
                    <a:pt x="1393" y="791"/>
                    <a:pt x="1393" y="811"/>
                  </a:cubicBezTo>
                  <a:cubicBezTo>
                    <a:pt x="1353" y="771"/>
                    <a:pt x="1313" y="711"/>
                    <a:pt x="1254" y="671"/>
                  </a:cubicBezTo>
                  <a:cubicBezTo>
                    <a:pt x="1234" y="651"/>
                    <a:pt x="1194" y="612"/>
                    <a:pt x="1154" y="592"/>
                  </a:cubicBezTo>
                  <a:cubicBezTo>
                    <a:pt x="1134" y="572"/>
                    <a:pt x="1114" y="552"/>
                    <a:pt x="1094" y="532"/>
                  </a:cubicBezTo>
                  <a:cubicBezTo>
                    <a:pt x="1094" y="532"/>
                    <a:pt x="1075" y="512"/>
                    <a:pt x="1075" y="512"/>
                  </a:cubicBezTo>
                  <a:lnTo>
                    <a:pt x="1055" y="512"/>
                  </a:lnTo>
                  <a:cubicBezTo>
                    <a:pt x="915" y="393"/>
                    <a:pt x="736" y="273"/>
                    <a:pt x="557" y="273"/>
                  </a:cubicBezTo>
                  <a:cubicBezTo>
                    <a:pt x="544" y="272"/>
                    <a:pt x="530" y="272"/>
                    <a:pt x="517" y="272"/>
                  </a:cubicBezTo>
                  <a:cubicBezTo>
                    <a:pt x="301" y="272"/>
                    <a:pt x="155" y="424"/>
                    <a:pt x="80" y="612"/>
                  </a:cubicBezTo>
                  <a:cubicBezTo>
                    <a:pt x="0" y="830"/>
                    <a:pt x="40" y="1089"/>
                    <a:pt x="80" y="1328"/>
                  </a:cubicBezTo>
                  <a:cubicBezTo>
                    <a:pt x="120" y="1527"/>
                    <a:pt x="219" y="1706"/>
                    <a:pt x="318" y="1905"/>
                  </a:cubicBezTo>
                  <a:cubicBezTo>
                    <a:pt x="517" y="2303"/>
                    <a:pt x="836" y="2760"/>
                    <a:pt x="1254" y="2979"/>
                  </a:cubicBezTo>
                  <a:cubicBezTo>
                    <a:pt x="1405" y="3059"/>
                    <a:pt x="1564" y="3099"/>
                    <a:pt x="1718" y="3099"/>
                  </a:cubicBezTo>
                  <a:cubicBezTo>
                    <a:pt x="1989" y="3099"/>
                    <a:pt x="2243" y="2974"/>
                    <a:pt x="2408" y="2721"/>
                  </a:cubicBezTo>
                  <a:cubicBezTo>
                    <a:pt x="2607" y="2402"/>
                    <a:pt x="2746" y="2004"/>
                    <a:pt x="2825" y="1646"/>
                  </a:cubicBezTo>
                  <a:cubicBezTo>
                    <a:pt x="2905" y="1248"/>
                    <a:pt x="2985" y="791"/>
                    <a:pt x="2825" y="393"/>
                  </a:cubicBezTo>
                  <a:cubicBezTo>
                    <a:pt x="2708" y="134"/>
                    <a:pt x="2472" y="0"/>
                    <a:pt x="22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71"/>
            <p:cNvSpPr/>
            <p:nvPr/>
          </p:nvSpPr>
          <p:spPr>
            <a:xfrm>
              <a:off x="5036351" y="2082564"/>
              <a:ext cx="47630" cy="48648"/>
            </a:xfrm>
            <a:custGeom>
              <a:avLst/>
              <a:gdLst/>
              <a:ahLst/>
              <a:cxnLst/>
              <a:rect l="l" t="t" r="r" b="b"/>
              <a:pathLst>
                <a:path w="3042" h="3107" extrusionOk="0">
                  <a:moveTo>
                    <a:pt x="2823" y="179"/>
                  </a:moveTo>
                  <a:cubicBezTo>
                    <a:pt x="2826" y="184"/>
                    <a:pt x="2830" y="188"/>
                    <a:pt x="2833" y="193"/>
                  </a:cubicBezTo>
                  <a:lnTo>
                    <a:pt x="2833" y="193"/>
                  </a:lnTo>
                  <a:cubicBezTo>
                    <a:pt x="2828" y="185"/>
                    <a:pt x="2823" y="180"/>
                    <a:pt x="2823" y="179"/>
                  </a:cubicBezTo>
                  <a:close/>
                  <a:moveTo>
                    <a:pt x="2385" y="0"/>
                  </a:moveTo>
                  <a:cubicBezTo>
                    <a:pt x="1947" y="0"/>
                    <a:pt x="1709" y="438"/>
                    <a:pt x="1569" y="816"/>
                  </a:cubicBezTo>
                  <a:cubicBezTo>
                    <a:pt x="1390" y="538"/>
                    <a:pt x="1132" y="199"/>
                    <a:pt x="794" y="160"/>
                  </a:cubicBezTo>
                  <a:cubicBezTo>
                    <a:pt x="763" y="155"/>
                    <a:pt x="733" y="152"/>
                    <a:pt x="704" y="152"/>
                  </a:cubicBezTo>
                  <a:cubicBezTo>
                    <a:pt x="261" y="152"/>
                    <a:pt x="0" y="702"/>
                    <a:pt x="37" y="1095"/>
                  </a:cubicBezTo>
                  <a:cubicBezTo>
                    <a:pt x="77" y="1552"/>
                    <a:pt x="356" y="1990"/>
                    <a:pt x="634" y="2348"/>
                  </a:cubicBezTo>
                  <a:cubicBezTo>
                    <a:pt x="754" y="2507"/>
                    <a:pt x="913" y="2667"/>
                    <a:pt x="1072" y="2806"/>
                  </a:cubicBezTo>
                  <a:cubicBezTo>
                    <a:pt x="1152" y="2865"/>
                    <a:pt x="1251" y="2945"/>
                    <a:pt x="1351" y="2985"/>
                  </a:cubicBezTo>
                  <a:cubicBezTo>
                    <a:pt x="1370" y="3005"/>
                    <a:pt x="1390" y="3005"/>
                    <a:pt x="1410" y="3005"/>
                  </a:cubicBezTo>
                  <a:cubicBezTo>
                    <a:pt x="1450" y="3025"/>
                    <a:pt x="1450" y="3025"/>
                    <a:pt x="1450" y="3025"/>
                  </a:cubicBezTo>
                  <a:cubicBezTo>
                    <a:pt x="1490" y="3045"/>
                    <a:pt x="1510" y="3045"/>
                    <a:pt x="1530" y="3064"/>
                  </a:cubicBezTo>
                  <a:cubicBezTo>
                    <a:pt x="1589" y="3084"/>
                    <a:pt x="1649" y="3084"/>
                    <a:pt x="1729" y="3104"/>
                  </a:cubicBezTo>
                  <a:cubicBezTo>
                    <a:pt x="1748" y="3106"/>
                    <a:pt x="1767" y="3107"/>
                    <a:pt x="1787" y="3107"/>
                  </a:cubicBezTo>
                  <a:cubicBezTo>
                    <a:pt x="2198" y="3107"/>
                    <a:pt x="2532" y="2709"/>
                    <a:pt x="2684" y="2348"/>
                  </a:cubicBezTo>
                  <a:cubicBezTo>
                    <a:pt x="2883" y="1930"/>
                    <a:pt x="3022" y="1473"/>
                    <a:pt x="3042" y="1015"/>
                  </a:cubicBezTo>
                  <a:cubicBezTo>
                    <a:pt x="3042" y="936"/>
                    <a:pt x="3042" y="856"/>
                    <a:pt x="3042" y="796"/>
                  </a:cubicBezTo>
                  <a:cubicBezTo>
                    <a:pt x="3042" y="756"/>
                    <a:pt x="3022" y="737"/>
                    <a:pt x="3022" y="697"/>
                  </a:cubicBezTo>
                  <a:cubicBezTo>
                    <a:pt x="3022" y="637"/>
                    <a:pt x="3022" y="577"/>
                    <a:pt x="3002" y="518"/>
                  </a:cubicBezTo>
                  <a:cubicBezTo>
                    <a:pt x="2964" y="385"/>
                    <a:pt x="2908" y="288"/>
                    <a:pt x="2833" y="193"/>
                  </a:cubicBezTo>
                  <a:lnTo>
                    <a:pt x="2833" y="193"/>
                  </a:lnTo>
                  <a:cubicBezTo>
                    <a:pt x="2836" y="197"/>
                    <a:pt x="2839" y="202"/>
                    <a:pt x="2841" y="207"/>
                  </a:cubicBezTo>
                  <a:lnTo>
                    <a:pt x="2841" y="207"/>
                  </a:lnTo>
                  <a:cubicBezTo>
                    <a:pt x="2826" y="187"/>
                    <a:pt x="2810" y="166"/>
                    <a:pt x="2803" y="160"/>
                  </a:cubicBezTo>
                  <a:cubicBezTo>
                    <a:pt x="2743" y="80"/>
                    <a:pt x="2704" y="80"/>
                    <a:pt x="2624" y="40"/>
                  </a:cubicBezTo>
                  <a:cubicBezTo>
                    <a:pt x="2544" y="20"/>
                    <a:pt x="2485" y="0"/>
                    <a:pt x="2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71"/>
            <p:cNvSpPr/>
            <p:nvPr/>
          </p:nvSpPr>
          <p:spPr>
            <a:xfrm>
              <a:off x="5048141" y="2099068"/>
              <a:ext cx="329" cy="16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71"/>
            <p:cNvSpPr/>
            <p:nvPr/>
          </p:nvSpPr>
          <p:spPr>
            <a:xfrm>
              <a:off x="5058429" y="2129602"/>
              <a:ext cx="846" cy="454"/>
            </a:xfrm>
            <a:custGeom>
              <a:avLst/>
              <a:gdLst/>
              <a:ahLst/>
              <a:cxnLst/>
              <a:rect l="l" t="t" r="r" b="b"/>
              <a:pathLst>
                <a:path w="54" h="2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5"/>
                    <a:pt x="40" y="29"/>
                    <a:pt x="49" y="29"/>
                  </a:cubicBezTo>
                  <a:cubicBezTo>
                    <a:pt x="53" y="29"/>
                    <a:pt x="52" y="26"/>
                    <a:pt x="40" y="21"/>
                  </a:cubicBezTo>
                  <a:cubicBezTo>
                    <a:pt x="20" y="21"/>
                    <a:pt x="20" y="21"/>
                    <a:pt x="0" y="1"/>
                  </a:cubicBezTo>
                  <a:close/>
                </a:path>
              </a:pathLst>
            </a:custGeom>
            <a:solidFill>
              <a:srgbClr val="FF81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71"/>
            <p:cNvSpPr/>
            <p:nvPr/>
          </p:nvSpPr>
          <p:spPr>
            <a:xfrm>
              <a:off x="5135373" y="2053659"/>
              <a:ext cx="49556" cy="47646"/>
            </a:xfrm>
            <a:custGeom>
              <a:avLst/>
              <a:gdLst/>
              <a:ahLst/>
              <a:cxnLst/>
              <a:rect l="l" t="t" r="r" b="b"/>
              <a:pathLst>
                <a:path w="3165" h="3043" extrusionOk="0">
                  <a:moveTo>
                    <a:pt x="2413" y="1"/>
                  </a:moveTo>
                  <a:cubicBezTo>
                    <a:pt x="2365" y="1"/>
                    <a:pt x="2316" y="6"/>
                    <a:pt x="2269" y="16"/>
                  </a:cubicBezTo>
                  <a:cubicBezTo>
                    <a:pt x="1891" y="115"/>
                    <a:pt x="1692" y="454"/>
                    <a:pt x="1572" y="812"/>
                  </a:cubicBezTo>
                  <a:cubicBezTo>
                    <a:pt x="1572" y="792"/>
                    <a:pt x="1553" y="792"/>
                    <a:pt x="1553" y="772"/>
                  </a:cubicBezTo>
                  <a:cubicBezTo>
                    <a:pt x="1341" y="574"/>
                    <a:pt x="1051" y="376"/>
                    <a:pt x="763" y="376"/>
                  </a:cubicBezTo>
                  <a:cubicBezTo>
                    <a:pt x="617" y="376"/>
                    <a:pt x="473" y="426"/>
                    <a:pt x="339" y="553"/>
                  </a:cubicBezTo>
                  <a:cubicBezTo>
                    <a:pt x="1" y="891"/>
                    <a:pt x="60" y="1468"/>
                    <a:pt x="279" y="1846"/>
                  </a:cubicBezTo>
                  <a:cubicBezTo>
                    <a:pt x="518" y="2205"/>
                    <a:pt x="816" y="2523"/>
                    <a:pt x="1155" y="2782"/>
                  </a:cubicBezTo>
                  <a:cubicBezTo>
                    <a:pt x="1314" y="2881"/>
                    <a:pt x="1473" y="2981"/>
                    <a:pt x="1652" y="3020"/>
                  </a:cubicBezTo>
                  <a:cubicBezTo>
                    <a:pt x="1717" y="3035"/>
                    <a:pt x="1781" y="3043"/>
                    <a:pt x="1845" y="3043"/>
                  </a:cubicBezTo>
                  <a:cubicBezTo>
                    <a:pt x="2036" y="3043"/>
                    <a:pt x="2219" y="2976"/>
                    <a:pt x="2368" y="2841"/>
                  </a:cubicBezTo>
                  <a:cubicBezTo>
                    <a:pt x="2647" y="2602"/>
                    <a:pt x="2806" y="2244"/>
                    <a:pt x="2925" y="1926"/>
                  </a:cubicBezTo>
                  <a:cubicBezTo>
                    <a:pt x="3065" y="1608"/>
                    <a:pt x="3164" y="1230"/>
                    <a:pt x="3164" y="872"/>
                  </a:cubicBezTo>
                  <a:cubicBezTo>
                    <a:pt x="3164" y="692"/>
                    <a:pt x="3124" y="493"/>
                    <a:pt x="3025" y="334"/>
                  </a:cubicBezTo>
                  <a:cubicBezTo>
                    <a:pt x="2893" y="120"/>
                    <a:pt x="2651" y="1"/>
                    <a:pt x="2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71"/>
            <p:cNvSpPr/>
            <p:nvPr/>
          </p:nvSpPr>
          <p:spPr>
            <a:xfrm>
              <a:off x="4889117" y="1906801"/>
              <a:ext cx="299700" cy="95699"/>
            </a:xfrm>
            <a:custGeom>
              <a:avLst/>
              <a:gdLst/>
              <a:ahLst/>
              <a:cxnLst/>
              <a:rect l="l" t="t" r="r" b="b"/>
              <a:pathLst>
                <a:path w="19141" h="6112" extrusionOk="0">
                  <a:moveTo>
                    <a:pt x="12743" y="561"/>
                  </a:moveTo>
                  <a:cubicBezTo>
                    <a:pt x="12763" y="561"/>
                    <a:pt x="12883" y="581"/>
                    <a:pt x="12843" y="581"/>
                  </a:cubicBezTo>
                  <a:cubicBezTo>
                    <a:pt x="12922" y="581"/>
                    <a:pt x="12942" y="601"/>
                    <a:pt x="12982" y="621"/>
                  </a:cubicBezTo>
                  <a:cubicBezTo>
                    <a:pt x="12982" y="621"/>
                    <a:pt x="12994" y="633"/>
                    <a:pt x="13002" y="641"/>
                  </a:cubicBezTo>
                  <a:lnTo>
                    <a:pt x="13002" y="641"/>
                  </a:lnTo>
                  <a:cubicBezTo>
                    <a:pt x="13002" y="661"/>
                    <a:pt x="13042" y="720"/>
                    <a:pt x="13042" y="720"/>
                  </a:cubicBezTo>
                  <a:cubicBezTo>
                    <a:pt x="13121" y="879"/>
                    <a:pt x="13101" y="999"/>
                    <a:pt x="13101" y="1178"/>
                  </a:cubicBezTo>
                  <a:cubicBezTo>
                    <a:pt x="13101" y="1536"/>
                    <a:pt x="13022" y="1894"/>
                    <a:pt x="12922" y="2232"/>
                  </a:cubicBezTo>
                  <a:cubicBezTo>
                    <a:pt x="12723" y="1874"/>
                    <a:pt x="12544" y="1476"/>
                    <a:pt x="12485" y="1078"/>
                  </a:cubicBezTo>
                  <a:cubicBezTo>
                    <a:pt x="12465" y="919"/>
                    <a:pt x="12465" y="760"/>
                    <a:pt x="12544" y="661"/>
                  </a:cubicBezTo>
                  <a:cubicBezTo>
                    <a:pt x="12544" y="641"/>
                    <a:pt x="12604" y="601"/>
                    <a:pt x="12644" y="581"/>
                  </a:cubicBezTo>
                  <a:cubicBezTo>
                    <a:pt x="12684" y="581"/>
                    <a:pt x="12723" y="581"/>
                    <a:pt x="12743" y="561"/>
                  </a:cubicBezTo>
                  <a:close/>
                  <a:moveTo>
                    <a:pt x="6333" y="1728"/>
                  </a:moveTo>
                  <a:cubicBezTo>
                    <a:pt x="6391" y="1728"/>
                    <a:pt x="6447" y="1752"/>
                    <a:pt x="6496" y="1815"/>
                  </a:cubicBezTo>
                  <a:cubicBezTo>
                    <a:pt x="6615" y="1954"/>
                    <a:pt x="6555" y="2232"/>
                    <a:pt x="6536" y="2411"/>
                  </a:cubicBezTo>
                  <a:cubicBezTo>
                    <a:pt x="6416" y="3008"/>
                    <a:pt x="6118" y="3565"/>
                    <a:pt x="5740" y="4023"/>
                  </a:cubicBezTo>
                  <a:cubicBezTo>
                    <a:pt x="5640" y="3844"/>
                    <a:pt x="5561" y="3645"/>
                    <a:pt x="5541" y="3426"/>
                  </a:cubicBezTo>
                  <a:cubicBezTo>
                    <a:pt x="5461" y="2889"/>
                    <a:pt x="5640" y="2272"/>
                    <a:pt x="6038" y="1874"/>
                  </a:cubicBezTo>
                  <a:cubicBezTo>
                    <a:pt x="6116" y="1810"/>
                    <a:pt x="6227" y="1728"/>
                    <a:pt x="6333" y="1728"/>
                  </a:cubicBezTo>
                  <a:close/>
                  <a:moveTo>
                    <a:pt x="12781" y="0"/>
                  </a:moveTo>
                  <a:cubicBezTo>
                    <a:pt x="12602" y="0"/>
                    <a:pt x="12421" y="47"/>
                    <a:pt x="12266" y="143"/>
                  </a:cubicBezTo>
                  <a:cubicBezTo>
                    <a:pt x="11808" y="422"/>
                    <a:pt x="11848" y="1078"/>
                    <a:pt x="11987" y="1556"/>
                  </a:cubicBezTo>
                  <a:cubicBezTo>
                    <a:pt x="12126" y="2033"/>
                    <a:pt x="12365" y="2551"/>
                    <a:pt x="12684" y="2929"/>
                  </a:cubicBezTo>
                  <a:lnTo>
                    <a:pt x="12703" y="2929"/>
                  </a:lnTo>
                  <a:cubicBezTo>
                    <a:pt x="12684" y="2949"/>
                    <a:pt x="12684" y="2968"/>
                    <a:pt x="12684" y="2988"/>
                  </a:cubicBezTo>
                  <a:cubicBezTo>
                    <a:pt x="12644" y="3068"/>
                    <a:pt x="12624" y="3148"/>
                    <a:pt x="12584" y="3227"/>
                  </a:cubicBezTo>
                  <a:cubicBezTo>
                    <a:pt x="12584" y="3227"/>
                    <a:pt x="12564" y="3267"/>
                    <a:pt x="12564" y="3287"/>
                  </a:cubicBezTo>
                  <a:cubicBezTo>
                    <a:pt x="12544" y="3307"/>
                    <a:pt x="12524" y="3347"/>
                    <a:pt x="12524" y="3347"/>
                  </a:cubicBezTo>
                  <a:cubicBezTo>
                    <a:pt x="12306" y="3844"/>
                    <a:pt x="11947" y="4282"/>
                    <a:pt x="11530" y="4620"/>
                  </a:cubicBezTo>
                  <a:cubicBezTo>
                    <a:pt x="10772" y="5229"/>
                    <a:pt x="9809" y="5512"/>
                    <a:pt x="8846" y="5512"/>
                  </a:cubicBezTo>
                  <a:cubicBezTo>
                    <a:pt x="8646" y="5512"/>
                    <a:pt x="8445" y="5499"/>
                    <a:pt x="8247" y="5475"/>
                  </a:cubicBezTo>
                  <a:cubicBezTo>
                    <a:pt x="7491" y="5376"/>
                    <a:pt x="6635" y="5058"/>
                    <a:pt x="6078" y="4481"/>
                  </a:cubicBezTo>
                  <a:cubicBezTo>
                    <a:pt x="6436" y="4103"/>
                    <a:pt x="6715" y="3645"/>
                    <a:pt x="6914" y="3148"/>
                  </a:cubicBezTo>
                  <a:cubicBezTo>
                    <a:pt x="7113" y="2630"/>
                    <a:pt x="7312" y="1854"/>
                    <a:pt x="6894" y="1417"/>
                  </a:cubicBezTo>
                  <a:cubicBezTo>
                    <a:pt x="6729" y="1246"/>
                    <a:pt x="6552" y="1176"/>
                    <a:pt x="6376" y="1176"/>
                  </a:cubicBezTo>
                  <a:cubicBezTo>
                    <a:pt x="5959" y="1176"/>
                    <a:pt x="5552" y="1570"/>
                    <a:pt x="5342" y="1934"/>
                  </a:cubicBezTo>
                  <a:cubicBezTo>
                    <a:pt x="5004" y="2551"/>
                    <a:pt x="4904" y="3307"/>
                    <a:pt x="5143" y="3983"/>
                  </a:cubicBezTo>
                  <a:cubicBezTo>
                    <a:pt x="5203" y="4142"/>
                    <a:pt x="5282" y="4282"/>
                    <a:pt x="5362" y="4401"/>
                  </a:cubicBezTo>
                  <a:cubicBezTo>
                    <a:pt x="5023" y="4699"/>
                    <a:pt x="4645" y="4958"/>
                    <a:pt x="4267" y="5157"/>
                  </a:cubicBezTo>
                  <a:cubicBezTo>
                    <a:pt x="3640" y="5458"/>
                    <a:pt x="2850" y="5698"/>
                    <a:pt x="2094" y="5698"/>
                  </a:cubicBezTo>
                  <a:cubicBezTo>
                    <a:pt x="1699" y="5698"/>
                    <a:pt x="1313" y="5632"/>
                    <a:pt x="965" y="5475"/>
                  </a:cubicBezTo>
                  <a:cubicBezTo>
                    <a:pt x="706" y="5356"/>
                    <a:pt x="487" y="5197"/>
                    <a:pt x="328" y="4958"/>
                  </a:cubicBezTo>
                  <a:cubicBezTo>
                    <a:pt x="297" y="4909"/>
                    <a:pt x="252" y="4888"/>
                    <a:pt x="206" y="4888"/>
                  </a:cubicBezTo>
                  <a:cubicBezTo>
                    <a:pt x="103" y="4888"/>
                    <a:pt x="0" y="4993"/>
                    <a:pt x="69" y="5117"/>
                  </a:cubicBezTo>
                  <a:cubicBezTo>
                    <a:pt x="533" y="5865"/>
                    <a:pt x="1389" y="6111"/>
                    <a:pt x="2254" y="6111"/>
                  </a:cubicBezTo>
                  <a:cubicBezTo>
                    <a:pt x="2724" y="6111"/>
                    <a:pt x="3197" y="6038"/>
                    <a:pt x="3611" y="5933"/>
                  </a:cubicBezTo>
                  <a:cubicBezTo>
                    <a:pt x="4367" y="5734"/>
                    <a:pt x="5103" y="5376"/>
                    <a:pt x="5700" y="4859"/>
                  </a:cubicBezTo>
                  <a:cubicBezTo>
                    <a:pt x="5959" y="5157"/>
                    <a:pt x="6277" y="5396"/>
                    <a:pt x="6635" y="5555"/>
                  </a:cubicBezTo>
                  <a:cubicBezTo>
                    <a:pt x="7329" y="5893"/>
                    <a:pt x="8090" y="6057"/>
                    <a:pt x="8845" y="6057"/>
                  </a:cubicBezTo>
                  <a:cubicBezTo>
                    <a:pt x="10666" y="6057"/>
                    <a:pt x="12455" y="5104"/>
                    <a:pt x="13201" y="3347"/>
                  </a:cubicBezTo>
                  <a:cubicBezTo>
                    <a:pt x="13539" y="3565"/>
                    <a:pt x="13937" y="3705"/>
                    <a:pt x="14315" y="3784"/>
                  </a:cubicBezTo>
                  <a:cubicBezTo>
                    <a:pt x="14651" y="3856"/>
                    <a:pt x="15004" y="3890"/>
                    <a:pt x="15362" y="3890"/>
                  </a:cubicBezTo>
                  <a:cubicBezTo>
                    <a:pt x="16404" y="3890"/>
                    <a:pt x="17490" y="3596"/>
                    <a:pt x="18334" y="3048"/>
                  </a:cubicBezTo>
                  <a:cubicBezTo>
                    <a:pt x="18593" y="2889"/>
                    <a:pt x="18812" y="2710"/>
                    <a:pt x="19011" y="2471"/>
                  </a:cubicBezTo>
                  <a:cubicBezTo>
                    <a:pt x="19141" y="2308"/>
                    <a:pt x="19018" y="2026"/>
                    <a:pt x="18839" y="2026"/>
                  </a:cubicBezTo>
                  <a:cubicBezTo>
                    <a:pt x="18799" y="2026"/>
                    <a:pt x="18756" y="2040"/>
                    <a:pt x="18712" y="2073"/>
                  </a:cubicBezTo>
                  <a:cubicBezTo>
                    <a:pt x="17817" y="2750"/>
                    <a:pt x="16742" y="3207"/>
                    <a:pt x="15628" y="3287"/>
                  </a:cubicBezTo>
                  <a:cubicBezTo>
                    <a:pt x="15517" y="3295"/>
                    <a:pt x="15407" y="3298"/>
                    <a:pt x="15297" y="3298"/>
                  </a:cubicBezTo>
                  <a:cubicBezTo>
                    <a:pt x="14837" y="3298"/>
                    <a:pt x="14391" y="3229"/>
                    <a:pt x="13957" y="3068"/>
                  </a:cubicBezTo>
                  <a:cubicBezTo>
                    <a:pt x="13778" y="3008"/>
                    <a:pt x="13579" y="2909"/>
                    <a:pt x="13420" y="2770"/>
                  </a:cubicBezTo>
                  <a:cubicBezTo>
                    <a:pt x="13519" y="2451"/>
                    <a:pt x="13599" y="2113"/>
                    <a:pt x="13658" y="1775"/>
                  </a:cubicBezTo>
                  <a:cubicBezTo>
                    <a:pt x="13738" y="1337"/>
                    <a:pt x="13778" y="800"/>
                    <a:pt x="13539" y="382"/>
                  </a:cubicBezTo>
                  <a:cubicBezTo>
                    <a:pt x="13377" y="132"/>
                    <a:pt x="13081" y="0"/>
                    <a:pt x="12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71"/>
            <p:cNvSpPr/>
            <p:nvPr/>
          </p:nvSpPr>
          <p:spPr>
            <a:xfrm>
              <a:off x="4893971" y="2161137"/>
              <a:ext cx="347346" cy="130192"/>
            </a:xfrm>
            <a:custGeom>
              <a:avLst/>
              <a:gdLst/>
              <a:ahLst/>
              <a:cxnLst/>
              <a:rect l="l" t="t" r="r" b="b"/>
              <a:pathLst>
                <a:path w="22184" h="8315" extrusionOk="0">
                  <a:moveTo>
                    <a:pt x="18443" y="644"/>
                  </a:moveTo>
                  <a:cubicBezTo>
                    <a:pt x="18444" y="644"/>
                    <a:pt x="18449" y="646"/>
                    <a:pt x="18462" y="653"/>
                  </a:cubicBezTo>
                  <a:cubicBezTo>
                    <a:pt x="18482" y="693"/>
                    <a:pt x="18502" y="713"/>
                    <a:pt x="18521" y="752"/>
                  </a:cubicBezTo>
                  <a:cubicBezTo>
                    <a:pt x="18601" y="951"/>
                    <a:pt x="18621" y="1190"/>
                    <a:pt x="18621" y="1409"/>
                  </a:cubicBezTo>
                  <a:cubicBezTo>
                    <a:pt x="18601" y="1886"/>
                    <a:pt x="18502" y="2324"/>
                    <a:pt x="18342" y="2762"/>
                  </a:cubicBezTo>
                  <a:cubicBezTo>
                    <a:pt x="18163" y="2424"/>
                    <a:pt x="18064" y="2026"/>
                    <a:pt x="18044" y="1628"/>
                  </a:cubicBezTo>
                  <a:cubicBezTo>
                    <a:pt x="18044" y="1349"/>
                    <a:pt x="18084" y="971"/>
                    <a:pt x="18263" y="752"/>
                  </a:cubicBezTo>
                  <a:cubicBezTo>
                    <a:pt x="18323" y="673"/>
                    <a:pt x="18362" y="653"/>
                    <a:pt x="18422" y="653"/>
                  </a:cubicBezTo>
                  <a:cubicBezTo>
                    <a:pt x="18449" y="653"/>
                    <a:pt x="18440" y="644"/>
                    <a:pt x="18443" y="644"/>
                  </a:cubicBezTo>
                  <a:close/>
                  <a:moveTo>
                    <a:pt x="10574" y="3558"/>
                  </a:moveTo>
                  <a:cubicBezTo>
                    <a:pt x="10574" y="3560"/>
                    <a:pt x="10583" y="3565"/>
                    <a:pt x="10583" y="3578"/>
                  </a:cubicBezTo>
                  <a:cubicBezTo>
                    <a:pt x="10603" y="3597"/>
                    <a:pt x="10643" y="3637"/>
                    <a:pt x="10662" y="3677"/>
                  </a:cubicBezTo>
                  <a:cubicBezTo>
                    <a:pt x="10722" y="3836"/>
                    <a:pt x="10722" y="4035"/>
                    <a:pt x="10722" y="4194"/>
                  </a:cubicBezTo>
                  <a:cubicBezTo>
                    <a:pt x="10722" y="4533"/>
                    <a:pt x="10662" y="4871"/>
                    <a:pt x="10523" y="5189"/>
                  </a:cubicBezTo>
                  <a:cubicBezTo>
                    <a:pt x="10503" y="5229"/>
                    <a:pt x="10483" y="5249"/>
                    <a:pt x="10463" y="5289"/>
                  </a:cubicBezTo>
                  <a:cubicBezTo>
                    <a:pt x="10463" y="5289"/>
                    <a:pt x="10444" y="5269"/>
                    <a:pt x="10444" y="5249"/>
                  </a:cubicBezTo>
                  <a:cubicBezTo>
                    <a:pt x="10225" y="4891"/>
                    <a:pt x="10066" y="4453"/>
                    <a:pt x="10185" y="4015"/>
                  </a:cubicBezTo>
                  <a:cubicBezTo>
                    <a:pt x="10225" y="3896"/>
                    <a:pt x="10304" y="3777"/>
                    <a:pt x="10404" y="3677"/>
                  </a:cubicBezTo>
                  <a:cubicBezTo>
                    <a:pt x="10441" y="3621"/>
                    <a:pt x="10530" y="3566"/>
                    <a:pt x="10574" y="3558"/>
                  </a:cubicBezTo>
                  <a:close/>
                  <a:moveTo>
                    <a:pt x="3847" y="3734"/>
                  </a:moveTo>
                  <a:cubicBezTo>
                    <a:pt x="3857" y="3734"/>
                    <a:pt x="3867" y="3735"/>
                    <a:pt x="3878" y="3737"/>
                  </a:cubicBezTo>
                  <a:cubicBezTo>
                    <a:pt x="3997" y="3757"/>
                    <a:pt x="4077" y="3916"/>
                    <a:pt x="4136" y="4015"/>
                  </a:cubicBezTo>
                  <a:cubicBezTo>
                    <a:pt x="4216" y="4174"/>
                    <a:pt x="4236" y="4354"/>
                    <a:pt x="4236" y="4533"/>
                  </a:cubicBezTo>
                  <a:cubicBezTo>
                    <a:pt x="4216" y="5110"/>
                    <a:pt x="3878" y="5667"/>
                    <a:pt x="3520" y="6144"/>
                  </a:cubicBezTo>
                  <a:cubicBezTo>
                    <a:pt x="3460" y="6005"/>
                    <a:pt x="3380" y="5866"/>
                    <a:pt x="3341" y="5726"/>
                  </a:cubicBezTo>
                  <a:cubicBezTo>
                    <a:pt x="3181" y="5229"/>
                    <a:pt x="3201" y="4672"/>
                    <a:pt x="3420" y="4194"/>
                  </a:cubicBezTo>
                  <a:cubicBezTo>
                    <a:pt x="3496" y="4062"/>
                    <a:pt x="3660" y="3734"/>
                    <a:pt x="3847" y="3734"/>
                  </a:cubicBezTo>
                  <a:close/>
                  <a:moveTo>
                    <a:pt x="18442" y="0"/>
                  </a:moveTo>
                  <a:cubicBezTo>
                    <a:pt x="18167" y="0"/>
                    <a:pt x="17912" y="185"/>
                    <a:pt x="17765" y="434"/>
                  </a:cubicBezTo>
                  <a:cubicBezTo>
                    <a:pt x="17566" y="772"/>
                    <a:pt x="17467" y="1170"/>
                    <a:pt x="17467" y="1568"/>
                  </a:cubicBezTo>
                  <a:cubicBezTo>
                    <a:pt x="17467" y="2245"/>
                    <a:pt x="17686" y="2861"/>
                    <a:pt x="18064" y="3399"/>
                  </a:cubicBezTo>
                  <a:cubicBezTo>
                    <a:pt x="17646" y="4174"/>
                    <a:pt x="17049" y="4871"/>
                    <a:pt x="16393" y="5408"/>
                  </a:cubicBezTo>
                  <a:cubicBezTo>
                    <a:pt x="15517" y="6118"/>
                    <a:pt x="14412" y="6564"/>
                    <a:pt x="13295" y="6564"/>
                  </a:cubicBezTo>
                  <a:cubicBezTo>
                    <a:pt x="12941" y="6564"/>
                    <a:pt x="12585" y="6519"/>
                    <a:pt x="12234" y="6423"/>
                  </a:cubicBezTo>
                  <a:cubicBezTo>
                    <a:pt x="11757" y="6303"/>
                    <a:pt x="11259" y="6085"/>
                    <a:pt x="10861" y="5746"/>
                  </a:cubicBezTo>
                  <a:cubicBezTo>
                    <a:pt x="11259" y="5090"/>
                    <a:pt x="11478" y="4194"/>
                    <a:pt x="11180" y="3478"/>
                  </a:cubicBezTo>
                  <a:cubicBezTo>
                    <a:pt x="11082" y="3217"/>
                    <a:pt x="10863" y="3009"/>
                    <a:pt x="10590" y="3009"/>
                  </a:cubicBezTo>
                  <a:cubicBezTo>
                    <a:pt x="10530" y="3009"/>
                    <a:pt x="10468" y="3019"/>
                    <a:pt x="10404" y="3040"/>
                  </a:cubicBezTo>
                  <a:cubicBezTo>
                    <a:pt x="10085" y="3140"/>
                    <a:pt x="9887" y="3438"/>
                    <a:pt x="9767" y="3737"/>
                  </a:cubicBezTo>
                  <a:cubicBezTo>
                    <a:pt x="9489" y="4433"/>
                    <a:pt x="9747" y="5189"/>
                    <a:pt x="10185" y="5766"/>
                  </a:cubicBezTo>
                  <a:cubicBezTo>
                    <a:pt x="9906" y="6144"/>
                    <a:pt x="9548" y="6482"/>
                    <a:pt x="9150" y="6741"/>
                  </a:cubicBezTo>
                  <a:cubicBezTo>
                    <a:pt x="8633" y="7119"/>
                    <a:pt x="8036" y="7437"/>
                    <a:pt x="7419" y="7577"/>
                  </a:cubicBezTo>
                  <a:cubicBezTo>
                    <a:pt x="7163" y="7634"/>
                    <a:pt x="6902" y="7659"/>
                    <a:pt x="6641" y="7659"/>
                  </a:cubicBezTo>
                  <a:cubicBezTo>
                    <a:pt x="6355" y="7659"/>
                    <a:pt x="6069" y="7629"/>
                    <a:pt x="5788" y="7577"/>
                  </a:cubicBezTo>
                  <a:cubicBezTo>
                    <a:pt x="5032" y="7418"/>
                    <a:pt x="4256" y="7059"/>
                    <a:pt x="3758" y="6463"/>
                  </a:cubicBezTo>
                  <a:cubicBezTo>
                    <a:pt x="3997" y="6144"/>
                    <a:pt x="4216" y="5806"/>
                    <a:pt x="4375" y="5448"/>
                  </a:cubicBezTo>
                  <a:cubicBezTo>
                    <a:pt x="4534" y="5070"/>
                    <a:pt x="4634" y="4672"/>
                    <a:pt x="4574" y="4254"/>
                  </a:cubicBezTo>
                  <a:cubicBezTo>
                    <a:pt x="4534" y="3936"/>
                    <a:pt x="4355" y="3498"/>
                    <a:pt x="4017" y="3379"/>
                  </a:cubicBezTo>
                  <a:cubicBezTo>
                    <a:pt x="3955" y="3357"/>
                    <a:pt x="3895" y="3347"/>
                    <a:pt x="3837" y="3347"/>
                  </a:cubicBezTo>
                  <a:cubicBezTo>
                    <a:pt x="3315" y="3347"/>
                    <a:pt x="2947" y="4161"/>
                    <a:pt x="2803" y="4572"/>
                  </a:cubicBezTo>
                  <a:cubicBezTo>
                    <a:pt x="2604" y="5209"/>
                    <a:pt x="2684" y="5985"/>
                    <a:pt x="3062" y="6562"/>
                  </a:cubicBezTo>
                  <a:cubicBezTo>
                    <a:pt x="3082" y="6582"/>
                    <a:pt x="3102" y="6602"/>
                    <a:pt x="3122" y="6642"/>
                  </a:cubicBezTo>
                  <a:cubicBezTo>
                    <a:pt x="2644" y="7159"/>
                    <a:pt x="2047" y="7477"/>
                    <a:pt x="1391" y="7736"/>
                  </a:cubicBezTo>
                  <a:cubicBezTo>
                    <a:pt x="1122" y="7825"/>
                    <a:pt x="842" y="7937"/>
                    <a:pt x="560" y="7937"/>
                  </a:cubicBezTo>
                  <a:cubicBezTo>
                    <a:pt x="466" y="7937"/>
                    <a:pt x="371" y="7925"/>
                    <a:pt x="277" y="7895"/>
                  </a:cubicBezTo>
                  <a:cubicBezTo>
                    <a:pt x="254" y="7887"/>
                    <a:pt x="233" y="7883"/>
                    <a:pt x="213" y="7883"/>
                  </a:cubicBezTo>
                  <a:cubicBezTo>
                    <a:pt x="44" y="7883"/>
                    <a:pt x="1" y="8162"/>
                    <a:pt x="197" y="8233"/>
                  </a:cubicBezTo>
                  <a:cubicBezTo>
                    <a:pt x="342" y="8291"/>
                    <a:pt x="500" y="8315"/>
                    <a:pt x="661" y="8315"/>
                  </a:cubicBezTo>
                  <a:cubicBezTo>
                    <a:pt x="944" y="8315"/>
                    <a:pt x="1237" y="8242"/>
                    <a:pt x="1490" y="8154"/>
                  </a:cubicBezTo>
                  <a:cubicBezTo>
                    <a:pt x="1948" y="8014"/>
                    <a:pt x="2386" y="7796"/>
                    <a:pt x="2764" y="7537"/>
                  </a:cubicBezTo>
                  <a:cubicBezTo>
                    <a:pt x="3002" y="7358"/>
                    <a:pt x="3201" y="7159"/>
                    <a:pt x="3380" y="6960"/>
                  </a:cubicBezTo>
                  <a:cubicBezTo>
                    <a:pt x="3719" y="7318"/>
                    <a:pt x="4176" y="7617"/>
                    <a:pt x="4634" y="7815"/>
                  </a:cubicBezTo>
                  <a:cubicBezTo>
                    <a:pt x="5290" y="8094"/>
                    <a:pt x="6007" y="8233"/>
                    <a:pt x="6723" y="8233"/>
                  </a:cubicBezTo>
                  <a:cubicBezTo>
                    <a:pt x="7459" y="8213"/>
                    <a:pt x="8156" y="7975"/>
                    <a:pt x="8812" y="7617"/>
                  </a:cubicBezTo>
                  <a:cubicBezTo>
                    <a:pt x="9489" y="7258"/>
                    <a:pt x="10105" y="6781"/>
                    <a:pt x="10583" y="6164"/>
                  </a:cubicBezTo>
                  <a:cubicBezTo>
                    <a:pt x="10623" y="6204"/>
                    <a:pt x="10662" y="6244"/>
                    <a:pt x="10702" y="6283"/>
                  </a:cubicBezTo>
                  <a:cubicBezTo>
                    <a:pt x="11477" y="6878"/>
                    <a:pt x="12451" y="7150"/>
                    <a:pt x="13432" y="7150"/>
                  </a:cubicBezTo>
                  <a:cubicBezTo>
                    <a:pt x="14290" y="7150"/>
                    <a:pt x="15153" y="6942"/>
                    <a:pt x="15895" y="6562"/>
                  </a:cubicBezTo>
                  <a:cubicBezTo>
                    <a:pt x="16989" y="5985"/>
                    <a:pt x="17964" y="5070"/>
                    <a:pt x="18601" y="3976"/>
                  </a:cubicBezTo>
                  <a:cubicBezTo>
                    <a:pt x="19189" y="4488"/>
                    <a:pt x="19959" y="4874"/>
                    <a:pt x="20754" y="4874"/>
                  </a:cubicBezTo>
                  <a:cubicBezTo>
                    <a:pt x="20792" y="4874"/>
                    <a:pt x="20831" y="4873"/>
                    <a:pt x="20869" y="4871"/>
                  </a:cubicBezTo>
                  <a:cubicBezTo>
                    <a:pt x="21287" y="4831"/>
                    <a:pt x="21645" y="4712"/>
                    <a:pt x="21964" y="4453"/>
                  </a:cubicBezTo>
                  <a:cubicBezTo>
                    <a:pt x="22184" y="4267"/>
                    <a:pt x="21972" y="3965"/>
                    <a:pt x="21744" y="3965"/>
                  </a:cubicBezTo>
                  <a:cubicBezTo>
                    <a:pt x="21704" y="3965"/>
                    <a:pt x="21664" y="3975"/>
                    <a:pt x="21625" y="3995"/>
                  </a:cubicBezTo>
                  <a:cubicBezTo>
                    <a:pt x="21372" y="4131"/>
                    <a:pt x="21098" y="4189"/>
                    <a:pt x="20823" y="4189"/>
                  </a:cubicBezTo>
                  <a:cubicBezTo>
                    <a:pt x="20492" y="4189"/>
                    <a:pt x="20158" y="4106"/>
                    <a:pt x="19855" y="3976"/>
                  </a:cubicBezTo>
                  <a:cubicBezTo>
                    <a:pt x="19516" y="3836"/>
                    <a:pt x="19178" y="3637"/>
                    <a:pt x="18880" y="3399"/>
                  </a:cubicBezTo>
                  <a:cubicBezTo>
                    <a:pt x="19098" y="2921"/>
                    <a:pt x="19238" y="2424"/>
                    <a:pt x="19278" y="1886"/>
                  </a:cubicBezTo>
                  <a:cubicBezTo>
                    <a:pt x="19337" y="1329"/>
                    <a:pt x="19317" y="394"/>
                    <a:pt x="18740" y="76"/>
                  </a:cubicBezTo>
                  <a:cubicBezTo>
                    <a:pt x="18641" y="24"/>
                    <a:pt x="18540" y="0"/>
                    <a:pt x="184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7" name="Google Shape;4927;p71"/>
          <p:cNvGrpSpPr/>
          <p:nvPr/>
        </p:nvGrpSpPr>
        <p:grpSpPr>
          <a:xfrm>
            <a:off x="4991388" y="2567962"/>
            <a:ext cx="376970" cy="494382"/>
            <a:chOff x="4870438" y="2484725"/>
            <a:chExt cx="376970" cy="494382"/>
          </a:xfrm>
        </p:grpSpPr>
        <p:sp>
          <p:nvSpPr>
            <p:cNvPr id="4928" name="Google Shape;4928;p71"/>
            <p:cNvSpPr/>
            <p:nvPr/>
          </p:nvSpPr>
          <p:spPr>
            <a:xfrm>
              <a:off x="4903903" y="2484725"/>
              <a:ext cx="324631" cy="180191"/>
            </a:xfrm>
            <a:custGeom>
              <a:avLst/>
              <a:gdLst/>
              <a:ahLst/>
              <a:cxnLst/>
              <a:rect l="l" t="t" r="r" b="b"/>
              <a:pathLst>
                <a:path w="22583" h="12535" extrusionOk="0">
                  <a:moveTo>
                    <a:pt x="11736" y="0"/>
                  </a:moveTo>
                  <a:cubicBezTo>
                    <a:pt x="7608" y="0"/>
                    <a:pt x="2849" y="3731"/>
                    <a:pt x="0" y="9868"/>
                  </a:cubicBezTo>
                  <a:cubicBezTo>
                    <a:pt x="438" y="10266"/>
                    <a:pt x="935" y="10604"/>
                    <a:pt x="1492" y="10843"/>
                  </a:cubicBezTo>
                  <a:cubicBezTo>
                    <a:pt x="2120" y="11111"/>
                    <a:pt x="2801" y="11239"/>
                    <a:pt x="3484" y="11239"/>
                  </a:cubicBezTo>
                  <a:cubicBezTo>
                    <a:pt x="5031" y="11239"/>
                    <a:pt x="6593" y="10583"/>
                    <a:pt x="7600" y="9410"/>
                  </a:cubicBezTo>
                  <a:cubicBezTo>
                    <a:pt x="8208" y="11214"/>
                    <a:pt x="10033" y="12535"/>
                    <a:pt x="11952" y="12535"/>
                  </a:cubicBezTo>
                  <a:cubicBezTo>
                    <a:pt x="11981" y="12535"/>
                    <a:pt x="12009" y="12534"/>
                    <a:pt x="12037" y="12534"/>
                  </a:cubicBezTo>
                  <a:cubicBezTo>
                    <a:pt x="13967" y="12494"/>
                    <a:pt x="15798" y="11101"/>
                    <a:pt x="16335" y="9231"/>
                  </a:cubicBezTo>
                  <a:cubicBezTo>
                    <a:pt x="17395" y="10448"/>
                    <a:pt x="19016" y="11161"/>
                    <a:pt x="20626" y="11161"/>
                  </a:cubicBezTo>
                  <a:cubicBezTo>
                    <a:pt x="20648" y="11161"/>
                    <a:pt x="20670" y="11161"/>
                    <a:pt x="20692" y="11161"/>
                  </a:cubicBezTo>
                  <a:cubicBezTo>
                    <a:pt x="21349" y="11141"/>
                    <a:pt x="21985" y="11002"/>
                    <a:pt x="22582" y="10763"/>
                  </a:cubicBezTo>
                  <a:cubicBezTo>
                    <a:pt x="20573" y="5013"/>
                    <a:pt x="16514" y="337"/>
                    <a:pt x="12236" y="19"/>
                  </a:cubicBezTo>
                  <a:cubicBezTo>
                    <a:pt x="12071" y="7"/>
                    <a:pt x="11904" y="0"/>
                    <a:pt x="117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71"/>
            <p:cNvSpPr/>
            <p:nvPr/>
          </p:nvSpPr>
          <p:spPr>
            <a:xfrm>
              <a:off x="4870438" y="2617419"/>
              <a:ext cx="376970" cy="248055"/>
            </a:xfrm>
            <a:custGeom>
              <a:avLst/>
              <a:gdLst/>
              <a:ahLst/>
              <a:cxnLst/>
              <a:rect l="l" t="t" r="r" b="b"/>
              <a:pathLst>
                <a:path w="26224" h="17256" extrusionOk="0">
                  <a:moveTo>
                    <a:pt x="18663" y="0"/>
                  </a:moveTo>
                  <a:cubicBezTo>
                    <a:pt x="18126" y="1870"/>
                    <a:pt x="16295" y="3263"/>
                    <a:pt x="14365" y="3303"/>
                  </a:cubicBezTo>
                  <a:cubicBezTo>
                    <a:pt x="14337" y="3303"/>
                    <a:pt x="14309" y="3304"/>
                    <a:pt x="14280" y="3304"/>
                  </a:cubicBezTo>
                  <a:cubicBezTo>
                    <a:pt x="12361" y="3304"/>
                    <a:pt x="10536" y="1983"/>
                    <a:pt x="9928" y="179"/>
                  </a:cubicBezTo>
                  <a:cubicBezTo>
                    <a:pt x="8921" y="1352"/>
                    <a:pt x="7359" y="2008"/>
                    <a:pt x="5812" y="2008"/>
                  </a:cubicBezTo>
                  <a:cubicBezTo>
                    <a:pt x="5129" y="2008"/>
                    <a:pt x="4448" y="1880"/>
                    <a:pt x="3820" y="1612"/>
                  </a:cubicBezTo>
                  <a:cubicBezTo>
                    <a:pt x="3263" y="1373"/>
                    <a:pt x="2766" y="1035"/>
                    <a:pt x="2328" y="637"/>
                  </a:cubicBezTo>
                  <a:cubicBezTo>
                    <a:pt x="1552" y="2288"/>
                    <a:pt x="935" y="4138"/>
                    <a:pt x="498" y="6128"/>
                  </a:cubicBezTo>
                  <a:cubicBezTo>
                    <a:pt x="20" y="8894"/>
                    <a:pt x="0" y="11401"/>
                    <a:pt x="398" y="13629"/>
                  </a:cubicBezTo>
                  <a:cubicBezTo>
                    <a:pt x="677" y="13927"/>
                    <a:pt x="995" y="14166"/>
                    <a:pt x="1333" y="14385"/>
                  </a:cubicBezTo>
                  <a:cubicBezTo>
                    <a:pt x="2081" y="14839"/>
                    <a:pt x="2972" y="15073"/>
                    <a:pt x="3852" y="15073"/>
                  </a:cubicBezTo>
                  <a:cubicBezTo>
                    <a:pt x="5056" y="15073"/>
                    <a:pt x="6242" y="14636"/>
                    <a:pt x="7024" y="13728"/>
                  </a:cubicBezTo>
                  <a:cubicBezTo>
                    <a:pt x="8018" y="15738"/>
                    <a:pt x="10127" y="17131"/>
                    <a:pt x="12376" y="17250"/>
                  </a:cubicBezTo>
                  <a:cubicBezTo>
                    <a:pt x="12463" y="17254"/>
                    <a:pt x="12551" y="17256"/>
                    <a:pt x="12639" y="17256"/>
                  </a:cubicBezTo>
                  <a:cubicBezTo>
                    <a:pt x="14780" y="17256"/>
                    <a:pt x="16899" y="16101"/>
                    <a:pt x="18026" y="14286"/>
                  </a:cubicBezTo>
                  <a:cubicBezTo>
                    <a:pt x="19190" y="15626"/>
                    <a:pt x="20949" y="16435"/>
                    <a:pt x="22719" y="16435"/>
                  </a:cubicBezTo>
                  <a:cubicBezTo>
                    <a:pt x="22946" y="16435"/>
                    <a:pt x="23172" y="16422"/>
                    <a:pt x="23398" y="16395"/>
                  </a:cubicBezTo>
                  <a:cubicBezTo>
                    <a:pt x="23916" y="16355"/>
                    <a:pt x="24413" y="16215"/>
                    <a:pt x="24871" y="16036"/>
                  </a:cubicBezTo>
                  <a:cubicBezTo>
                    <a:pt x="25706" y="13967"/>
                    <a:pt x="26184" y="11619"/>
                    <a:pt x="26204" y="9093"/>
                  </a:cubicBezTo>
                  <a:cubicBezTo>
                    <a:pt x="26223" y="6546"/>
                    <a:pt x="25746" y="3959"/>
                    <a:pt x="24910" y="1532"/>
                  </a:cubicBezTo>
                  <a:cubicBezTo>
                    <a:pt x="24313" y="1771"/>
                    <a:pt x="23677" y="1910"/>
                    <a:pt x="23020" y="1930"/>
                  </a:cubicBezTo>
                  <a:cubicBezTo>
                    <a:pt x="22998" y="1930"/>
                    <a:pt x="22976" y="1930"/>
                    <a:pt x="22954" y="1930"/>
                  </a:cubicBezTo>
                  <a:cubicBezTo>
                    <a:pt x="21344" y="1930"/>
                    <a:pt x="19723" y="1217"/>
                    <a:pt x="186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71"/>
            <p:cNvSpPr/>
            <p:nvPr/>
          </p:nvSpPr>
          <p:spPr>
            <a:xfrm>
              <a:off x="4876159" y="2813319"/>
              <a:ext cx="351799" cy="165787"/>
            </a:xfrm>
            <a:custGeom>
              <a:avLst/>
              <a:gdLst/>
              <a:ahLst/>
              <a:cxnLst/>
              <a:rect l="l" t="t" r="r" b="b"/>
              <a:pathLst>
                <a:path w="24473" h="11533" extrusionOk="0">
                  <a:moveTo>
                    <a:pt x="0" y="1"/>
                  </a:moveTo>
                  <a:cubicBezTo>
                    <a:pt x="1154" y="6845"/>
                    <a:pt x="5909" y="11063"/>
                    <a:pt x="11600" y="11501"/>
                  </a:cubicBezTo>
                  <a:cubicBezTo>
                    <a:pt x="11882" y="11522"/>
                    <a:pt x="12164" y="11533"/>
                    <a:pt x="12444" y="11533"/>
                  </a:cubicBezTo>
                  <a:cubicBezTo>
                    <a:pt x="17638" y="11533"/>
                    <a:pt x="22283" y="7902"/>
                    <a:pt x="24473" y="2408"/>
                  </a:cubicBezTo>
                  <a:lnTo>
                    <a:pt x="24473" y="2408"/>
                  </a:lnTo>
                  <a:cubicBezTo>
                    <a:pt x="23995" y="2587"/>
                    <a:pt x="23518" y="2727"/>
                    <a:pt x="23000" y="2767"/>
                  </a:cubicBezTo>
                  <a:cubicBezTo>
                    <a:pt x="22774" y="2794"/>
                    <a:pt x="22548" y="2807"/>
                    <a:pt x="22321" y="2807"/>
                  </a:cubicBezTo>
                  <a:cubicBezTo>
                    <a:pt x="20551" y="2807"/>
                    <a:pt x="18792" y="1998"/>
                    <a:pt x="17628" y="658"/>
                  </a:cubicBezTo>
                  <a:cubicBezTo>
                    <a:pt x="16501" y="2473"/>
                    <a:pt x="14382" y="3628"/>
                    <a:pt x="12241" y="3628"/>
                  </a:cubicBezTo>
                  <a:cubicBezTo>
                    <a:pt x="12153" y="3628"/>
                    <a:pt x="12065" y="3626"/>
                    <a:pt x="11978" y="3622"/>
                  </a:cubicBezTo>
                  <a:cubicBezTo>
                    <a:pt x="9729" y="3503"/>
                    <a:pt x="7620" y="2110"/>
                    <a:pt x="6626" y="100"/>
                  </a:cubicBezTo>
                  <a:cubicBezTo>
                    <a:pt x="5844" y="1008"/>
                    <a:pt x="4658" y="1445"/>
                    <a:pt x="3454" y="1445"/>
                  </a:cubicBezTo>
                  <a:cubicBezTo>
                    <a:pt x="2574" y="1445"/>
                    <a:pt x="1683" y="1211"/>
                    <a:pt x="935" y="757"/>
                  </a:cubicBezTo>
                  <a:cubicBezTo>
                    <a:pt x="597" y="538"/>
                    <a:pt x="279" y="29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1" name="Google Shape;4931;p71"/>
          <p:cNvGrpSpPr/>
          <p:nvPr/>
        </p:nvGrpSpPr>
        <p:grpSpPr>
          <a:xfrm>
            <a:off x="5770339" y="1856829"/>
            <a:ext cx="991205" cy="871696"/>
            <a:chOff x="5596000" y="2345875"/>
            <a:chExt cx="1244763" cy="1094546"/>
          </a:xfrm>
        </p:grpSpPr>
        <p:sp>
          <p:nvSpPr>
            <p:cNvPr id="4932" name="Google Shape;4932;p71"/>
            <p:cNvSpPr/>
            <p:nvPr/>
          </p:nvSpPr>
          <p:spPr>
            <a:xfrm>
              <a:off x="5596000" y="2443479"/>
              <a:ext cx="1244763" cy="996942"/>
            </a:xfrm>
            <a:custGeom>
              <a:avLst/>
              <a:gdLst/>
              <a:ahLst/>
              <a:cxnLst/>
              <a:rect l="l" t="t" r="r" b="b"/>
              <a:pathLst>
                <a:path w="53880" h="43153" extrusionOk="0">
                  <a:moveTo>
                    <a:pt x="50575" y="1"/>
                  </a:moveTo>
                  <a:cubicBezTo>
                    <a:pt x="49413" y="1"/>
                    <a:pt x="48299" y="737"/>
                    <a:pt x="48368" y="2229"/>
                  </a:cubicBezTo>
                  <a:cubicBezTo>
                    <a:pt x="48766" y="10387"/>
                    <a:pt x="49263" y="19022"/>
                    <a:pt x="45941" y="26662"/>
                  </a:cubicBezTo>
                  <a:cubicBezTo>
                    <a:pt x="42956" y="33526"/>
                    <a:pt x="36968" y="38361"/>
                    <a:pt x="29307" y="38460"/>
                  </a:cubicBezTo>
                  <a:cubicBezTo>
                    <a:pt x="29236" y="38461"/>
                    <a:pt x="29165" y="38462"/>
                    <a:pt x="29094" y="38462"/>
                  </a:cubicBezTo>
                  <a:cubicBezTo>
                    <a:pt x="21877" y="38462"/>
                    <a:pt x="15360" y="34464"/>
                    <a:pt x="11281" y="28632"/>
                  </a:cubicBezTo>
                  <a:cubicBezTo>
                    <a:pt x="6566" y="21867"/>
                    <a:pt x="5531" y="13749"/>
                    <a:pt x="6108" y="5711"/>
                  </a:cubicBezTo>
                  <a:cubicBezTo>
                    <a:pt x="6218" y="4279"/>
                    <a:pt x="5208" y="3577"/>
                    <a:pt x="4126" y="3577"/>
                  </a:cubicBezTo>
                  <a:cubicBezTo>
                    <a:pt x="3044" y="3577"/>
                    <a:pt x="1890" y="4279"/>
                    <a:pt x="1711" y="5652"/>
                  </a:cubicBezTo>
                  <a:cubicBezTo>
                    <a:pt x="0" y="19141"/>
                    <a:pt x="5452" y="34501"/>
                    <a:pt x="18325" y="40669"/>
                  </a:cubicBezTo>
                  <a:cubicBezTo>
                    <a:pt x="21705" y="42292"/>
                    <a:pt x="25425" y="43153"/>
                    <a:pt x="29138" y="43153"/>
                  </a:cubicBezTo>
                  <a:cubicBezTo>
                    <a:pt x="32026" y="43153"/>
                    <a:pt x="34909" y="42632"/>
                    <a:pt x="37624" y="41544"/>
                  </a:cubicBezTo>
                  <a:cubicBezTo>
                    <a:pt x="43732" y="39097"/>
                    <a:pt x="47990" y="33944"/>
                    <a:pt x="50477" y="27995"/>
                  </a:cubicBezTo>
                  <a:cubicBezTo>
                    <a:pt x="53879" y="19897"/>
                    <a:pt x="53521" y="10904"/>
                    <a:pt x="53083" y="2309"/>
                  </a:cubicBezTo>
                  <a:cubicBezTo>
                    <a:pt x="53013" y="777"/>
                    <a:pt x="51768" y="1"/>
                    <a:pt x="50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71"/>
            <p:cNvSpPr/>
            <p:nvPr/>
          </p:nvSpPr>
          <p:spPr>
            <a:xfrm>
              <a:off x="5734793" y="2410444"/>
              <a:ext cx="952424" cy="847007"/>
            </a:xfrm>
            <a:custGeom>
              <a:avLst/>
              <a:gdLst/>
              <a:ahLst/>
              <a:cxnLst/>
              <a:rect l="l" t="t" r="r" b="b"/>
              <a:pathLst>
                <a:path w="41226" h="36663" extrusionOk="0">
                  <a:moveTo>
                    <a:pt x="37169" y="1"/>
                  </a:moveTo>
                  <a:cubicBezTo>
                    <a:pt x="36015" y="1"/>
                    <a:pt x="34951" y="727"/>
                    <a:pt x="35098" y="2207"/>
                  </a:cubicBezTo>
                  <a:cubicBezTo>
                    <a:pt x="35735" y="8594"/>
                    <a:pt x="36451" y="15259"/>
                    <a:pt x="34441" y="21486"/>
                  </a:cubicBezTo>
                  <a:cubicBezTo>
                    <a:pt x="32720" y="26808"/>
                    <a:pt x="28265" y="31992"/>
                    <a:pt x="22249" y="31992"/>
                  </a:cubicBezTo>
                  <a:cubicBezTo>
                    <a:pt x="22214" y="31992"/>
                    <a:pt x="22180" y="31992"/>
                    <a:pt x="22145" y="31992"/>
                  </a:cubicBezTo>
                  <a:cubicBezTo>
                    <a:pt x="16077" y="31932"/>
                    <a:pt x="11700" y="26898"/>
                    <a:pt x="9452" y="21725"/>
                  </a:cubicBezTo>
                  <a:cubicBezTo>
                    <a:pt x="6825" y="15736"/>
                    <a:pt x="6626" y="9151"/>
                    <a:pt x="8039" y="2844"/>
                  </a:cubicBezTo>
                  <a:cubicBezTo>
                    <a:pt x="8414" y="1177"/>
                    <a:pt x="7079" y="67"/>
                    <a:pt x="5790" y="67"/>
                  </a:cubicBezTo>
                  <a:cubicBezTo>
                    <a:pt x="4956" y="67"/>
                    <a:pt x="4141" y="532"/>
                    <a:pt x="3821" y="1610"/>
                  </a:cubicBezTo>
                  <a:cubicBezTo>
                    <a:pt x="1" y="14483"/>
                    <a:pt x="5333" y="35513"/>
                    <a:pt x="21370" y="36628"/>
                  </a:cubicBezTo>
                  <a:cubicBezTo>
                    <a:pt x="21698" y="36651"/>
                    <a:pt x="22025" y="36662"/>
                    <a:pt x="22350" y="36662"/>
                  </a:cubicBezTo>
                  <a:cubicBezTo>
                    <a:pt x="28990" y="36662"/>
                    <a:pt x="34817" y="31907"/>
                    <a:pt x="37625" y="26102"/>
                  </a:cubicBezTo>
                  <a:cubicBezTo>
                    <a:pt x="41226" y="18621"/>
                    <a:pt x="40609" y="10285"/>
                    <a:pt x="39793" y="2287"/>
                  </a:cubicBezTo>
                  <a:cubicBezTo>
                    <a:pt x="39642" y="772"/>
                    <a:pt x="38358" y="1"/>
                    <a:pt x="371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71"/>
            <p:cNvSpPr/>
            <p:nvPr/>
          </p:nvSpPr>
          <p:spPr>
            <a:xfrm>
              <a:off x="5944393" y="2345875"/>
              <a:ext cx="555061" cy="696725"/>
            </a:xfrm>
            <a:custGeom>
              <a:avLst/>
              <a:gdLst/>
              <a:ahLst/>
              <a:cxnLst/>
              <a:rect l="l" t="t" r="r" b="b"/>
              <a:pathLst>
                <a:path w="24026" h="30158" extrusionOk="0">
                  <a:moveTo>
                    <a:pt x="21682" y="0"/>
                  </a:moveTo>
                  <a:cubicBezTo>
                    <a:pt x="20531" y="0"/>
                    <a:pt x="19369" y="732"/>
                    <a:pt x="19320" y="2217"/>
                  </a:cubicBezTo>
                  <a:cubicBezTo>
                    <a:pt x="19181" y="6872"/>
                    <a:pt x="19041" y="11548"/>
                    <a:pt x="18524" y="16184"/>
                  </a:cubicBezTo>
                  <a:cubicBezTo>
                    <a:pt x="18172" y="19493"/>
                    <a:pt x="17067" y="25560"/>
                    <a:pt x="12650" y="25560"/>
                  </a:cubicBezTo>
                  <a:cubicBezTo>
                    <a:pt x="12579" y="25560"/>
                    <a:pt x="12508" y="25558"/>
                    <a:pt x="12436" y="25555"/>
                  </a:cubicBezTo>
                  <a:cubicBezTo>
                    <a:pt x="8437" y="25356"/>
                    <a:pt x="6367" y="20581"/>
                    <a:pt x="5651" y="17258"/>
                  </a:cubicBezTo>
                  <a:cubicBezTo>
                    <a:pt x="4656" y="12563"/>
                    <a:pt x="5114" y="7628"/>
                    <a:pt x="4756" y="2873"/>
                  </a:cubicBezTo>
                  <a:cubicBezTo>
                    <a:pt x="4655" y="1496"/>
                    <a:pt x="3574" y="783"/>
                    <a:pt x="2526" y="783"/>
                  </a:cubicBezTo>
                  <a:cubicBezTo>
                    <a:pt x="1516" y="783"/>
                    <a:pt x="537" y="1446"/>
                    <a:pt x="498" y="2813"/>
                  </a:cubicBezTo>
                  <a:cubicBezTo>
                    <a:pt x="319" y="8544"/>
                    <a:pt x="1" y="15189"/>
                    <a:pt x="1871" y="20700"/>
                  </a:cubicBezTo>
                  <a:cubicBezTo>
                    <a:pt x="3463" y="25296"/>
                    <a:pt x="7104" y="29952"/>
                    <a:pt x="12376" y="30151"/>
                  </a:cubicBezTo>
                  <a:cubicBezTo>
                    <a:pt x="12493" y="30156"/>
                    <a:pt x="12609" y="30158"/>
                    <a:pt x="12723" y="30158"/>
                  </a:cubicBezTo>
                  <a:cubicBezTo>
                    <a:pt x="17961" y="30158"/>
                    <a:pt x="21433" y="25333"/>
                    <a:pt x="22523" y="20640"/>
                  </a:cubicBezTo>
                  <a:cubicBezTo>
                    <a:pt x="23916" y="14711"/>
                    <a:pt x="23797" y="8325"/>
                    <a:pt x="23976" y="2276"/>
                  </a:cubicBezTo>
                  <a:cubicBezTo>
                    <a:pt x="24026" y="767"/>
                    <a:pt x="22860" y="0"/>
                    <a:pt x="21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5" name="Google Shape;4935;p71"/>
          <p:cNvSpPr/>
          <p:nvPr/>
        </p:nvSpPr>
        <p:spPr>
          <a:xfrm>
            <a:off x="5673088" y="2906275"/>
            <a:ext cx="1332823" cy="806241"/>
          </a:xfrm>
          <a:custGeom>
            <a:avLst/>
            <a:gdLst/>
            <a:ahLst/>
            <a:cxnLst/>
            <a:rect l="l" t="t" r="r" b="b"/>
            <a:pathLst>
              <a:path w="77198" h="46698" extrusionOk="0">
                <a:moveTo>
                  <a:pt x="34301" y="5614"/>
                </a:moveTo>
                <a:cubicBezTo>
                  <a:pt x="34321" y="5614"/>
                  <a:pt x="34321" y="5614"/>
                  <a:pt x="34321" y="5634"/>
                </a:cubicBezTo>
                <a:cubicBezTo>
                  <a:pt x="34719" y="6092"/>
                  <a:pt x="35157" y="6589"/>
                  <a:pt x="35316" y="7206"/>
                </a:cubicBezTo>
                <a:cubicBezTo>
                  <a:pt x="35395" y="7584"/>
                  <a:pt x="35356" y="7942"/>
                  <a:pt x="35157" y="8260"/>
                </a:cubicBezTo>
                <a:cubicBezTo>
                  <a:pt x="35057" y="8420"/>
                  <a:pt x="34918" y="8559"/>
                  <a:pt x="34759" y="8658"/>
                </a:cubicBezTo>
                <a:cubicBezTo>
                  <a:pt x="34635" y="8741"/>
                  <a:pt x="34512" y="8785"/>
                  <a:pt x="34388" y="8785"/>
                </a:cubicBezTo>
                <a:cubicBezTo>
                  <a:pt x="34332" y="8785"/>
                  <a:pt x="34277" y="8776"/>
                  <a:pt x="34222" y="8758"/>
                </a:cubicBezTo>
                <a:cubicBezTo>
                  <a:pt x="33863" y="7664"/>
                  <a:pt x="33943" y="6589"/>
                  <a:pt x="34301" y="5614"/>
                </a:cubicBezTo>
                <a:close/>
                <a:moveTo>
                  <a:pt x="55312" y="10071"/>
                </a:moveTo>
                <a:cubicBezTo>
                  <a:pt x="55451" y="10927"/>
                  <a:pt x="55491" y="11822"/>
                  <a:pt x="55391" y="12737"/>
                </a:cubicBezTo>
                <a:cubicBezTo>
                  <a:pt x="55182" y="12965"/>
                  <a:pt x="54974" y="13156"/>
                  <a:pt x="54661" y="13156"/>
                </a:cubicBezTo>
                <a:cubicBezTo>
                  <a:pt x="54646" y="13156"/>
                  <a:pt x="54631" y="13156"/>
                  <a:pt x="54615" y="13155"/>
                </a:cubicBezTo>
                <a:cubicBezTo>
                  <a:pt x="54098" y="13135"/>
                  <a:pt x="53780" y="12658"/>
                  <a:pt x="53760" y="12180"/>
                </a:cubicBezTo>
                <a:cubicBezTo>
                  <a:pt x="53720" y="11702"/>
                  <a:pt x="53899" y="11305"/>
                  <a:pt x="54158" y="10927"/>
                </a:cubicBezTo>
                <a:cubicBezTo>
                  <a:pt x="54182" y="11046"/>
                  <a:pt x="54299" y="11130"/>
                  <a:pt x="54411" y="11130"/>
                </a:cubicBezTo>
                <a:cubicBezTo>
                  <a:pt x="54485" y="11130"/>
                  <a:pt x="54556" y="11093"/>
                  <a:pt x="54595" y="11006"/>
                </a:cubicBezTo>
                <a:cubicBezTo>
                  <a:pt x="54814" y="10648"/>
                  <a:pt x="55053" y="10330"/>
                  <a:pt x="55312" y="10071"/>
                </a:cubicBezTo>
                <a:close/>
                <a:moveTo>
                  <a:pt x="12682" y="15065"/>
                </a:moveTo>
                <a:cubicBezTo>
                  <a:pt x="12895" y="15065"/>
                  <a:pt x="13110" y="15082"/>
                  <a:pt x="13331" y="15125"/>
                </a:cubicBezTo>
                <a:cubicBezTo>
                  <a:pt x="13629" y="15164"/>
                  <a:pt x="13908" y="15244"/>
                  <a:pt x="14166" y="15363"/>
                </a:cubicBezTo>
                <a:cubicBezTo>
                  <a:pt x="14465" y="15483"/>
                  <a:pt x="15957" y="16577"/>
                  <a:pt x="14604" y="16836"/>
                </a:cubicBezTo>
                <a:cubicBezTo>
                  <a:pt x="14544" y="16836"/>
                  <a:pt x="14504" y="16876"/>
                  <a:pt x="14504" y="16935"/>
                </a:cubicBezTo>
                <a:cubicBezTo>
                  <a:pt x="13052" y="16915"/>
                  <a:pt x="12077" y="16299"/>
                  <a:pt x="11480" y="15363"/>
                </a:cubicBezTo>
                <a:cubicBezTo>
                  <a:pt x="11560" y="15363"/>
                  <a:pt x="11600" y="15264"/>
                  <a:pt x="11540" y="15184"/>
                </a:cubicBezTo>
                <a:cubicBezTo>
                  <a:pt x="11923" y="15120"/>
                  <a:pt x="12299" y="15065"/>
                  <a:pt x="12682" y="15065"/>
                </a:cubicBezTo>
                <a:close/>
                <a:moveTo>
                  <a:pt x="68503" y="15224"/>
                </a:moveTo>
                <a:cubicBezTo>
                  <a:pt x="68503" y="15244"/>
                  <a:pt x="68503" y="15244"/>
                  <a:pt x="68503" y="15264"/>
                </a:cubicBezTo>
                <a:cubicBezTo>
                  <a:pt x="68344" y="15960"/>
                  <a:pt x="68165" y="16796"/>
                  <a:pt x="67428" y="17114"/>
                </a:cubicBezTo>
                <a:cubicBezTo>
                  <a:pt x="67291" y="17168"/>
                  <a:pt x="67142" y="17201"/>
                  <a:pt x="66997" y="17201"/>
                </a:cubicBezTo>
                <a:cubicBezTo>
                  <a:pt x="66766" y="17201"/>
                  <a:pt x="66549" y="17116"/>
                  <a:pt x="66414" y="16895"/>
                </a:cubicBezTo>
                <a:cubicBezTo>
                  <a:pt x="66255" y="16657"/>
                  <a:pt x="66235" y="16338"/>
                  <a:pt x="66394" y="16100"/>
                </a:cubicBezTo>
                <a:cubicBezTo>
                  <a:pt x="67070" y="15642"/>
                  <a:pt x="67787" y="15363"/>
                  <a:pt x="68503" y="15224"/>
                </a:cubicBezTo>
                <a:close/>
                <a:moveTo>
                  <a:pt x="6014" y="25600"/>
                </a:moveTo>
                <a:cubicBezTo>
                  <a:pt x="6138" y="25600"/>
                  <a:pt x="6262" y="25603"/>
                  <a:pt x="6387" y="25610"/>
                </a:cubicBezTo>
                <a:cubicBezTo>
                  <a:pt x="7421" y="25670"/>
                  <a:pt x="8973" y="26247"/>
                  <a:pt x="8496" y="27600"/>
                </a:cubicBezTo>
                <a:cubicBezTo>
                  <a:pt x="8476" y="27639"/>
                  <a:pt x="8476" y="27679"/>
                  <a:pt x="8496" y="27699"/>
                </a:cubicBezTo>
                <a:cubicBezTo>
                  <a:pt x="8041" y="28284"/>
                  <a:pt x="7549" y="28523"/>
                  <a:pt x="7060" y="28523"/>
                </a:cubicBezTo>
                <a:cubicBezTo>
                  <a:pt x="5902" y="28523"/>
                  <a:pt x="4760" y="27181"/>
                  <a:pt x="4158" y="25908"/>
                </a:cubicBezTo>
                <a:cubicBezTo>
                  <a:pt x="4198" y="25869"/>
                  <a:pt x="4238" y="25829"/>
                  <a:pt x="4278" y="25789"/>
                </a:cubicBezTo>
                <a:cubicBezTo>
                  <a:pt x="4853" y="25674"/>
                  <a:pt x="5428" y="25600"/>
                  <a:pt x="6014" y="25600"/>
                </a:cubicBezTo>
                <a:close/>
                <a:moveTo>
                  <a:pt x="56830" y="34764"/>
                </a:moveTo>
                <a:cubicBezTo>
                  <a:pt x="57213" y="34764"/>
                  <a:pt x="57469" y="35062"/>
                  <a:pt x="57679" y="35359"/>
                </a:cubicBezTo>
                <a:cubicBezTo>
                  <a:pt x="57878" y="35996"/>
                  <a:pt x="57978" y="36593"/>
                  <a:pt x="58018" y="37190"/>
                </a:cubicBezTo>
                <a:lnTo>
                  <a:pt x="57998" y="37190"/>
                </a:lnTo>
                <a:cubicBezTo>
                  <a:pt x="57987" y="37187"/>
                  <a:pt x="57977" y="37186"/>
                  <a:pt x="57967" y="37186"/>
                </a:cubicBezTo>
                <a:cubicBezTo>
                  <a:pt x="57903" y="37186"/>
                  <a:pt x="57858" y="37237"/>
                  <a:pt x="57858" y="37289"/>
                </a:cubicBezTo>
                <a:cubicBezTo>
                  <a:pt x="57102" y="37030"/>
                  <a:pt x="56306" y="36831"/>
                  <a:pt x="56068" y="35956"/>
                </a:cubicBezTo>
                <a:cubicBezTo>
                  <a:pt x="55928" y="35459"/>
                  <a:pt x="56107" y="34921"/>
                  <a:pt x="56665" y="34782"/>
                </a:cubicBezTo>
                <a:cubicBezTo>
                  <a:pt x="56722" y="34770"/>
                  <a:pt x="56777" y="34764"/>
                  <a:pt x="56830" y="34764"/>
                </a:cubicBezTo>
                <a:close/>
                <a:moveTo>
                  <a:pt x="18062" y="35552"/>
                </a:moveTo>
                <a:cubicBezTo>
                  <a:pt x="18270" y="35552"/>
                  <a:pt x="18469" y="35638"/>
                  <a:pt x="18543" y="35797"/>
                </a:cubicBezTo>
                <a:cubicBezTo>
                  <a:pt x="18523" y="35956"/>
                  <a:pt x="18504" y="36095"/>
                  <a:pt x="18464" y="36235"/>
                </a:cubicBezTo>
                <a:cubicBezTo>
                  <a:pt x="18464" y="36235"/>
                  <a:pt x="18464" y="36254"/>
                  <a:pt x="18464" y="36254"/>
                </a:cubicBezTo>
                <a:cubicBezTo>
                  <a:pt x="18324" y="36851"/>
                  <a:pt x="18106" y="37389"/>
                  <a:pt x="17807" y="37866"/>
                </a:cubicBezTo>
                <a:cubicBezTo>
                  <a:pt x="17807" y="37866"/>
                  <a:pt x="17807" y="37866"/>
                  <a:pt x="17807" y="37846"/>
                </a:cubicBezTo>
                <a:cubicBezTo>
                  <a:pt x="17787" y="37767"/>
                  <a:pt x="17767" y="37687"/>
                  <a:pt x="17747" y="37607"/>
                </a:cubicBezTo>
                <a:cubicBezTo>
                  <a:pt x="17747" y="37568"/>
                  <a:pt x="17708" y="37548"/>
                  <a:pt x="17688" y="37528"/>
                </a:cubicBezTo>
                <a:cubicBezTo>
                  <a:pt x="17588" y="37309"/>
                  <a:pt x="17489" y="37070"/>
                  <a:pt x="17429" y="36831"/>
                </a:cubicBezTo>
                <a:cubicBezTo>
                  <a:pt x="17350" y="36493"/>
                  <a:pt x="17330" y="36055"/>
                  <a:pt x="17568" y="35757"/>
                </a:cubicBezTo>
                <a:cubicBezTo>
                  <a:pt x="17689" y="35618"/>
                  <a:pt x="17879" y="35552"/>
                  <a:pt x="18062" y="35552"/>
                </a:cubicBezTo>
                <a:close/>
                <a:moveTo>
                  <a:pt x="39041" y="38468"/>
                </a:moveTo>
                <a:cubicBezTo>
                  <a:pt x="39106" y="38468"/>
                  <a:pt x="39177" y="38480"/>
                  <a:pt x="39255" y="38503"/>
                </a:cubicBezTo>
                <a:cubicBezTo>
                  <a:pt x="39534" y="38562"/>
                  <a:pt x="39932" y="38801"/>
                  <a:pt x="39673" y="39219"/>
                </a:cubicBezTo>
                <a:cubicBezTo>
                  <a:pt x="39644" y="39262"/>
                  <a:pt x="39667" y="39295"/>
                  <a:pt x="39705" y="39295"/>
                </a:cubicBezTo>
                <a:cubicBezTo>
                  <a:pt x="39719" y="39295"/>
                  <a:pt x="39736" y="39290"/>
                  <a:pt x="39753" y="39279"/>
                </a:cubicBezTo>
                <a:lnTo>
                  <a:pt x="39753" y="39279"/>
                </a:lnTo>
                <a:cubicBezTo>
                  <a:pt x="39574" y="39955"/>
                  <a:pt x="39335" y="40572"/>
                  <a:pt x="39056" y="41149"/>
                </a:cubicBezTo>
                <a:cubicBezTo>
                  <a:pt x="38857" y="40711"/>
                  <a:pt x="38599" y="40313"/>
                  <a:pt x="38479" y="39856"/>
                </a:cubicBezTo>
                <a:cubicBezTo>
                  <a:pt x="38380" y="39517"/>
                  <a:pt x="38360" y="39139"/>
                  <a:pt x="38539" y="38821"/>
                </a:cubicBezTo>
                <a:cubicBezTo>
                  <a:pt x="38677" y="38592"/>
                  <a:pt x="38826" y="38468"/>
                  <a:pt x="39041" y="38468"/>
                </a:cubicBezTo>
                <a:close/>
                <a:moveTo>
                  <a:pt x="42845" y="494"/>
                </a:moveTo>
                <a:cubicBezTo>
                  <a:pt x="44019" y="494"/>
                  <a:pt x="45196" y="661"/>
                  <a:pt x="46319" y="959"/>
                </a:cubicBezTo>
                <a:cubicBezTo>
                  <a:pt x="50716" y="2113"/>
                  <a:pt x="54277" y="5296"/>
                  <a:pt x="55212" y="9474"/>
                </a:cubicBezTo>
                <a:cubicBezTo>
                  <a:pt x="55013" y="9653"/>
                  <a:pt x="54814" y="9832"/>
                  <a:pt x="54655" y="10051"/>
                </a:cubicBezTo>
                <a:cubicBezTo>
                  <a:pt x="53720" y="10708"/>
                  <a:pt x="52805" y="11941"/>
                  <a:pt x="53620" y="13075"/>
                </a:cubicBezTo>
                <a:cubicBezTo>
                  <a:pt x="53852" y="13389"/>
                  <a:pt x="54318" y="13581"/>
                  <a:pt x="54748" y="13581"/>
                </a:cubicBezTo>
                <a:cubicBezTo>
                  <a:pt x="54946" y="13581"/>
                  <a:pt x="55135" y="13541"/>
                  <a:pt x="55292" y="13453"/>
                </a:cubicBezTo>
                <a:lnTo>
                  <a:pt x="55292" y="13453"/>
                </a:lnTo>
                <a:cubicBezTo>
                  <a:pt x="55292" y="13493"/>
                  <a:pt x="55292" y="13513"/>
                  <a:pt x="55272" y="13533"/>
                </a:cubicBezTo>
                <a:cubicBezTo>
                  <a:pt x="55260" y="13602"/>
                  <a:pt x="55316" y="13645"/>
                  <a:pt x="55372" y="13645"/>
                </a:cubicBezTo>
                <a:cubicBezTo>
                  <a:pt x="55413" y="13645"/>
                  <a:pt x="55454" y="13623"/>
                  <a:pt x="55471" y="13573"/>
                </a:cubicBezTo>
                <a:cubicBezTo>
                  <a:pt x="55491" y="13453"/>
                  <a:pt x="55530" y="13334"/>
                  <a:pt x="55570" y="13215"/>
                </a:cubicBezTo>
                <a:cubicBezTo>
                  <a:pt x="55650" y="13095"/>
                  <a:pt x="55710" y="12956"/>
                  <a:pt x="55710" y="12777"/>
                </a:cubicBezTo>
                <a:cubicBezTo>
                  <a:pt x="55710" y="12757"/>
                  <a:pt x="55710" y="12717"/>
                  <a:pt x="55690" y="12697"/>
                </a:cubicBezTo>
                <a:cubicBezTo>
                  <a:pt x="55908" y="11663"/>
                  <a:pt x="55928" y="10648"/>
                  <a:pt x="55789" y="9673"/>
                </a:cubicBezTo>
                <a:cubicBezTo>
                  <a:pt x="56621" y="9098"/>
                  <a:pt x="57660" y="8885"/>
                  <a:pt x="58741" y="8885"/>
                </a:cubicBezTo>
                <a:cubicBezTo>
                  <a:pt x="60091" y="8885"/>
                  <a:pt x="61504" y="9218"/>
                  <a:pt x="62653" y="9593"/>
                </a:cubicBezTo>
                <a:cubicBezTo>
                  <a:pt x="65459" y="10529"/>
                  <a:pt x="67647" y="12001"/>
                  <a:pt x="68383" y="14747"/>
                </a:cubicBezTo>
                <a:cubicBezTo>
                  <a:pt x="67468" y="14906"/>
                  <a:pt x="66573" y="15324"/>
                  <a:pt x="65817" y="16040"/>
                </a:cubicBezTo>
                <a:cubicBezTo>
                  <a:pt x="65683" y="16155"/>
                  <a:pt x="65825" y="16379"/>
                  <a:pt x="65959" y="16379"/>
                </a:cubicBezTo>
                <a:cubicBezTo>
                  <a:pt x="65965" y="16379"/>
                  <a:pt x="65970" y="16379"/>
                  <a:pt x="65976" y="16378"/>
                </a:cubicBezTo>
                <a:lnTo>
                  <a:pt x="65976" y="16378"/>
                </a:lnTo>
                <a:cubicBezTo>
                  <a:pt x="65857" y="16836"/>
                  <a:pt x="66095" y="17413"/>
                  <a:pt x="66613" y="17572"/>
                </a:cubicBezTo>
                <a:cubicBezTo>
                  <a:pt x="66777" y="17625"/>
                  <a:pt x="66932" y="17649"/>
                  <a:pt x="67078" y="17649"/>
                </a:cubicBezTo>
                <a:cubicBezTo>
                  <a:pt x="68189" y="17649"/>
                  <a:pt x="68782" y="16233"/>
                  <a:pt x="68941" y="15284"/>
                </a:cubicBezTo>
                <a:cubicBezTo>
                  <a:pt x="68960" y="15244"/>
                  <a:pt x="68941" y="15204"/>
                  <a:pt x="68941" y="15164"/>
                </a:cubicBezTo>
                <a:cubicBezTo>
                  <a:pt x="69112" y="15148"/>
                  <a:pt x="69283" y="15140"/>
                  <a:pt x="69454" y="15140"/>
                </a:cubicBezTo>
                <a:cubicBezTo>
                  <a:pt x="71747" y="15140"/>
                  <a:pt x="73983" y="16602"/>
                  <a:pt x="75168" y="18805"/>
                </a:cubicBezTo>
                <a:cubicBezTo>
                  <a:pt x="76919" y="22029"/>
                  <a:pt x="76402" y="26167"/>
                  <a:pt x="74890" y="29350"/>
                </a:cubicBezTo>
                <a:cubicBezTo>
                  <a:pt x="72393" y="34632"/>
                  <a:pt x="67100" y="37594"/>
                  <a:pt x="61520" y="37594"/>
                </a:cubicBezTo>
                <a:cubicBezTo>
                  <a:pt x="60562" y="37594"/>
                  <a:pt x="59596" y="37507"/>
                  <a:pt x="58634" y="37329"/>
                </a:cubicBezTo>
                <a:cubicBezTo>
                  <a:pt x="58594" y="36493"/>
                  <a:pt x="58376" y="35658"/>
                  <a:pt x="57918" y="34822"/>
                </a:cubicBezTo>
                <a:cubicBezTo>
                  <a:pt x="57887" y="34759"/>
                  <a:pt x="57828" y="34730"/>
                  <a:pt x="57766" y="34730"/>
                </a:cubicBezTo>
                <a:cubicBezTo>
                  <a:pt x="57708" y="34730"/>
                  <a:pt x="57647" y="34755"/>
                  <a:pt x="57600" y="34802"/>
                </a:cubicBezTo>
                <a:cubicBezTo>
                  <a:pt x="57454" y="34529"/>
                  <a:pt x="57242" y="34339"/>
                  <a:pt x="56842" y="34339"/>
                </a:cubicBezTo>
                <a:cubicBezTo>
                  <a:pt x="56804" y="34339"/>
                  <a:pt x="56765" y="34341"/>
                  <a:pt x="56724" y="34344"/>
                </a:cubicBezTo>
                <a:cubicBezTo>
                  <a:pt x="56227" y="34384"/>
                  <a:pt x="55789" y="34722"/>
                  <a:pt x="55630" y="35200"/>
                </a:cubicBezTo>
                <a:cubicBezTo>
                  <a:pt x="55192" y="36613"/>
                  <a:pt x="56784" y="37667"/>
                  <a:pt x="58018" y="37767"/>
                </a:cubicBezTo>
                <a:cubicBezTo>
                  <a:pt x="57819" y="41527"/>
                  <a:pt x="54376" y="44472"/>
                  <a:pt x="50537" y="45228"/>
                </a:cubicBezTo>
                <a:cubicBezTo>
                  <a:pt x="49770" y="45380"/>
                  <a:pt x="49007" y="45453"/>
                  <a:pt x="48253" y="45453"/>
                </a:cubicBezTo>
                <a:cubicBezTo>
                  <a:pt x="44977" y="45453"/>
                  <a:pt x="41877" y="44070"/>
                  <a:pt x="39434" y="41805"/>
                </a:cubicBezTo>
                <a:cubicBezTo>
                  <a:pt x="39912" y="40910"/>
                  <a:pt x="40210" y="39876"/>
                  <a:pt x="40250" y="38741"/>
                </a:cubicBezTo>
                <a:cubicBezTo>
                  <a:pt x="40263" y="38626"/>
                  <a:pt x="40168" y="38560"/>
                  <a:pt x="40067" y="38560"/>
                </a:cubicBezTo>
                <a:cubicBezTo>
                  <a:pt x="40011" y="38560"/>
                  <a:pt x="39954" y="38580"/>
                  <a:pt x="39912" y="38622"/>
                </a:cubicBezTo>
                <a:cubicBezTo>
                  <a:pt x="39832" y="38261"/>
                  <a:pt x="39473" y="37999"/>
                  <a:pt x="39076" y="37999"/>
                </a:cubicBezTo>
                <a:cubicBezTo>
                  <a:pt x="38884" y="37999"/>
                  <a:pt x="38682" y="38061"/>
                  <a:pt x="38499" y="38204"/>
                </a:cubicBezTo>
                <a:cubicBezTo>
                  <a:pt x="37504" y="39000"/>
                  <a:pt x="38101" y="40492"/>
                  <a:pt x="38698" y="41408"/>
                </a:cubicBezTo>
                <a:cubicBezTo>
                  <a:pt x="38698" y="41427"/>
                  <a:pt x="38718" y="41447"/>
                  <a:pt x="38718" y="41467"/>
                </a:cubicBezTo>
                <a:cubicBezTo>
                  <a:pt x="38738" y="41487"/>
                  <a:pt x="38758" y="41507"/>
                  <a:pt x="38778" y="41547"/>
                </a:cubicBezTo>
                <a:cubicBezTo>
                  <a:pt x="38798" y="41567"/>
                  <a:pt x="38818" y="41567"/>
                  <a:pt x="38818" y="41587"/>
                </a:cubicBezTo>
                <a:cubicBezTo>
                  <a:pt x="37069" y="44629"/>
                  <a:pt x="33653" y="46203"/>
                  <a:pt x="29943" y="46203"/>
                </a:cubicBezTo>
                <a:cubicBezTo>
                  <a:pt x="29600" y="46203"/>
                  <a:pt x="29256" y="46190"/>
                  <a:pt x="28909" y="46163"/>
                </a:cubicBezTo>
                <a:cubicBezTo>
                  <a:pt x="26243" y="45944"/>
                  <a:pt x="23318" y="45148"/>
                  <a:pt x="21170" y="43477"/>
                </a:cubicBezTo>
                <a:cubicBezTo>
                  <a:pt x="19558" y="42223"/>
                  <a:pt x="18603" y="40492"/>
                  <a:pt x="18006" y="38582"/>
                </a:cubicBezTo>
                <a:cubicBezTo>
                  <a:pt x="18623" y="37767"/>
                  <a:pt x="19001" y="36772"/>
                  <a:pt x="19001" y="35658"/>
                </a:cubicBezTo>
                <a:cubicBezTo>
                  <a:pt x="19001" y="35518"/>
                  <a:pt x="18862" y="35439"/>
                  <a:pt x="18742" y="35439"/>
                </a:cubicBezTo>
                <a:cubicBezTo>
                  <a:pt x="18598" y="35208"/>
                  <a:pt x="18319" y="35041"/>
                  <a:pt x="18010" y="35041"/>
                </a:cubicBezTo>
                <a:cubicBezTo>
                  <a:pt x="17892" y="35041"/>
                  <a:pt x="17769" y="35065"/>
                  <a:pt x="17648" y="35120"/>
                </a:cubicBezTo>
                <a:cubicBezTo>
                  <a:pt x="16335" y="35677"/>
                  <a:pt x="16991" y="37389"/>
                  <a:pt x="17529" y="38304"/>
                </a:cubicBezTo>
                <a:cubicBezTo>
                  <a:pt x="16375" y="39876"/>
                  <a:pt x="14445" y="40771"/>
                  <a:pt x="12316" y="41010"/>
                </a:cubicBezTo>
                <a:cubicBezTo>
                  <a:pt x="11836" y="41068"/>
                  <a:pt x="11365" y="41098"/>
                  <a:pt x="10903" y="41098"/>
                </a:cubicBezTo>
                <a:cubicBezTo>
                  <a:pt x="8553" y="41098"/>
                  <a:pt x="6445" y="40325"/>
                  <a:pt x="4616" y="38662"/>
                </a:cubicBezTo>
                <a:cubicBezTo>
                  <a:pt x="796" y="35180"/>
                  <a:pt x="0" y="29828"/>
                  <a:pt x="3741" y="26267"/>
                </a:cubicBezTo>
                <a:lnTo>
                  <a:pt x="3741" y="26267"/>
                </a:lnTo>
                <a:cubicBezTo>
                  <a:pt x="3979" y="26844"/>
                  <a:pt x="4337" y="27381"/>
                  <a:pt x="4795" y="27838"/>
                </a:cubicBezTo>
                <a:cubicBezTo>
                  <a:pt x="5422" y="28445"/>
                  <a:pt x="6252" y="28808"/>
                  <a:pt x="7043" y="28808"/>
                </a:cubicBezTo>
                <a:cubicBezTo>
                  <a:pt x="7834" y="28808"/>
                  <a:pt x="8585" y="28445"/>
                  <a:pt x="9053" y="27600"/>
                </a:cubicBezTo>
                <a:cubicBezTo>
                  <a:pt x="9132" y="27460"/>
                  <a:pt x="9033" y="27361"/>
                  <a:pt x="8933" y="27321"/>
                </a:cubicBezTo>
                <a:cubicBezTo>
                  <a:pt x="9113" y="26545"/>
                  <a:pt x="8675" y="25829"/>
                  <a:pt x="7919" y="25451"/>
                </a:cubicBezTo>
                <a:cubicBezTo>
                  <a:pt x="7378" y="25185"/>
                  <a:pt x="6753" y="25088"/>
                  <a:pt x="6115" y="25088"/>
                </a:cubicBezTo>
                <a:cubicBezTo>
                  <a:pt x="5369" y="25088"/>
                  <a:pt x="4605" y="25221"/>
                  <a:pt x="3939" y="25371"/>
                </a:cubicBezTo>
                <a:cubicBezTo>
                  <a:pt x="3840" y="25093"/>
                  <a:pt x="3780" y="24814"/>
                  <a:pt x="3741" y="24575"/>
                </a:cubicBezTo>
                <a:cubicBezTo>
                  <a:pt x="3601" y="23322"/>
                  <a:pt x="3840" y="22029"/>
                  <a:pt x="4377" y="20895"/>
                </a:cubicBezTo>
                <a:cubicBezTo>
                  <a:pt x="4914" y="19721"/>
                  <a:pt x="5790" y="18726"/>
                  <a:pt x="6745" y="17870"/>
                </a:cubicBezTo>
                <a:cubicBezTo>
                  <a:pt x="7302" y="17393"/>
                  <a:pt x="9650" y="15443"/>
                  <a:pt x="10903" y="15264"/>
                </a:cubicBezTo>
                <a:cubicBezTo>
                  <a:pt x="11554" y="16501"/>
                  <a:pt x="12609" y="17448"/>
                  <a:pt x="13988" y="17448"/>
                </a:cubicBezTo>
                <a:cubicBezTo>
                  <a:pt x="14339" y="17448"/>
                  <a:pt x="14710" y="17387"/>
                  <a:pt x="15101" y="17254"/>
                </a:cubicBezTo>
                <a:cubicBezTo>
                  <a:pt x="15241" y="17194"/>
                  <a:pt x="15241" y="16995"/>
                  <a:pt x="15141" y="16935"/>
                </a:cubicBezTo>
                <a:cubicBezTo>
                  <a:pt x="15599" y="16577"/>
                  <a:pt x="15479" y="15761"/>
                  <a:pt x="14982" y="15343"/>
                </a:cubicBezTo>
                <a:cubicBezTo>
                  <a:pt x="14410" y="14834"/>
                  <a:pt x="13512" y="14596"/>
                  <a:pt x="12647" y="14596"/>
                </a:cubicBezTo>
                <a:cubicBezTo>
                  <a:pt x="12127" y="14596"/>
                  <a:pt x="11620" y="14682"/>
                  <a:pt x="11202" y="14846"/>
                </a:cubicBezTo>
                <a:cubicBezTo>
                  <a:pt x="10426" y="13115"/>
                  <a:pt x="10645" y="10668"/>
                  <a:pt x="11381" y="8857"/>
                </a:cubicBezTo>
                <a:cubicBezTo>
                  <a:pt x="12455" y="6191"/>
                  <a:pt x="14564" y="3983"/>
                  <a:pt x="17091" y="2630"/>
                </a:cubicBezTo>
                <a:cubicBezTo>
                  <a:pt x="19063" y="1558"/>
                  <a:pt x="21272" y="1040"/>
                  <a:pt x="23495" y="1040"/>
                </a:cubicBezTo>
                <a:cubicBezTo>
                  <a:pt x="24367" y="1040"/>
                  <a:pt x="25241" y="1120"/>
                  <a:pt x="26104" y="1277"/>
                </a:cubicBezTo>
                <a:cubicBezTo>
                  <a:pt x="29248" y="1854"/>
                  <a:pt x="31456" y="3446"/>
                  <a:pt x="34062" y="5037"/>
                </a:cubicBezTo>
                <a:cubicBezTo>
                  <a:pt x="33525" y="6191"/>
                  <a:pt x="33326" y="7445"/>
                  <a:pt x="33784" y="8678"/>
                </a:cubicBezTo>
                <a:cubicBezTo>
                  <a:pt x="33764" y="8798"/>
                  <a:pt x="33804" y="8917"/>
                  <a:pt x="33903" y="9017"/>
                </a:cubicBezTo>
                <a:cubicBezTo>
                  <a:pt x="33943" y="9096"/>
                  <a:pt x="34003" y="9116"/>
                  <a:pt x="34062" y="9116"/>
                </a:cubicBezTo>
                <a:cubicBezTo>
                  <a:pt x="34102" y="9136"/>
                  <a:pt x="34162" y="9156"/>
                  <a:pt x="34222" y="9176"/>
                </a:cubicBezTo>
                <a:cubicBezTo>
                  <a:pt x="34282" y="9189"/>
                  <a:pt x="34343" y="9195"/>
                  <a:pt x="34403" y="9195"/>
                </a:cubicBezTo>
                <a:cubicBezTo>
                  <a:pt x="34797" y="9195"/>
                  <a:pt x="35174" y="8929"/>
                  <a:pt x="35415" y="8619"/>
                </a:cubicBezTo>
                <a:cubicBezTo>
                  <a:pt x="36291" y="7504"/>
                  <a:pt x="35395" y="6191"/>
                  <a:pt x="34620" y="5316"/>
                </a:cubicBezTo>
                <a:cubicBezTo>
                  <a:pt x="34600" y="5296"/>
                  <a:pt x="34580" y="5276"/>
                  <a:pt x="34560" y="5276"/>
                </a:cubicBezTo>
                <a:cubicBezTo>
                  <a:pt x="34600" y="5236"/>
                  <a:pt x="34639" y="5177"/>
                  <a:pt x="34600" y="5137"/>
                </a:cubicBezTo>
                <a:cubicBezTo>
                  <a:pt x="34580" y="5117"/>
                  <a:pt x="34560" y="5097"/>
                  <a:pt x="34540" y="5077"/>
                </a:cubicBezTo>
                <a:cubicBezTo>
                  <a:pt x="35276" y="3605"/>
                  <a:pt x="36609" y="2351"/>
                  <a:pt x="38062" y="1595"/>
                </a:cubicBezTo>
                <a:cubicBezTo>
                  <a:pt x="39540" y="827"/>
                  <a:pt x="41189" y="494"/>
                  <a:pt x="42845" y="494"/>
                </a:cubicBezTo>
                <a:close/>
                <a:moveTo>
                  <a:pt x="42878" y="0"/>
                </a:moveTo>
                <a:cubicBezTo>
                  <a:pt x="40549" y="0"/>
                  <a:pt x="38254" y="649"/>
                  <a:pt x="36410" y="2132"/>
                </a:cubicBezTo>
                <a:cubicBezTo>
                  <a:pt x="35555" y="2809"/>
                  <a:pt x="34779" y="3704"/>
                  <a:pt x="34241" y="4699"/>
                </a:cubicBezTo>
                <a:cubicBezTo>
                  <a:pt x="31993" y="2212"/>
                  <a:pt x="28094" y="879"/>
                  <a:pt x="24890" y="561"/>
                </a:cubicBezTo>
                <a:cubicBezTo>
                  <a:pt x="24426" y="514"/>
                  <a:pt x="23961" y="491"/>
                  <a:pt x="23498" y="491"/>
                </a:cubicBezTo>
                <a:cubicBezTo>
                  <a:pt x="20388" y="491"/>
                  <a:pt x="17339" y="1529"/>
                  <a:pt x="14863" y="3485"/>
                </a:cubicBezTo>
                <a:cubicBezTo>
                  <a:pt x="12296" y="5515"/>
                  <a:pt x="10326" y="8619"/>
                  <a:pt x="10147" y="11941"/>
                </a:cubicBezTo>
                <a:cubicBezTo>
                  <a:pt x="10087" y="12876"/>
                  <a:pt x="10286" y="13951"/>
                  <a:pt x="10724" y="14886"/>
                </a:cubicBezTo>
                <a:cubicBezTo>
                  <a:pt x="9431" y="14965"/>
                  <a:pt x="7481" y="16657"/>
                  <a:pt x="6824" y="17194"/>
                </a:cubicBezTo>
                <a:cubicBezTo>
                  <a:pt x="5054" y="18606"/>
                  <a:pt x="3661" y="20517"/>
                  <a:pt x="3323" y="22805"/>
                </a:cubicBezTo>
                <a:cubicBezTo>
                  <a:pt x="3183" y="23839"/>
                  <a:pt x="3263" y="24914"/>
                  <a:pt x="3601" y="25908"/>
                </a:cubicBezTo>
                <a:cubicBezTo>
                  <a:pt x="1691" y="27082"/>
                  <a:pt x="696" y="29510"/>
                  <a:pt x="676" y="31678"/>
                </a:cubicBezTo>
                <a:cubicBezTo>
                  <a:pt x="657" y="34683"/>
                  <a:pt x="2388" y="37448"/>
                  <a:pt x="4616" y="39318"/>
                </a:cubicBezTo>
                <a:cubicBezTo>
                  <a:pt x="6486" y="40909"/>
                  <a:pt x="8628" y="41627"/>
                  <a:pt x="10922" y="41627"/>
                </a:cubicBezTo>
                <a:cubicBezTo>
                  <a:pt x="11728" y="41627"/>
                  <a:pt x="12552" y="41538"/>
                  <a:pt x="13390" y="41368"/>
                </a:cubicBezTo>
                <a:cubicBezTo>
                  <a:pt x="15022" y="41030"/>
                  <a:pt x="16633" y="40194"/>
                  <a:pt x="17708" y="38960"/>
                </a:cubicBezTo>
                <a:cubicBezTo>
                  <a:pt x="18762" y="43895"/>
                  <a:pt x="24194" y="46302"/>
                  <a:pt x="28929" y="46660"/>
                </a:cubicBezTo>
                <a:cubicBezTo>
                  <a:pt x="29241" y="46685"/>
                  <a:pt x="29558" y="46697"/>
                  <a:pt x="29878" y="46697"/>
                </a:cubicBezTo>
                <a:cubicBezTo>
                  <a:pt x="33443" y="46697"/>
                  <a:pt x="37430" y="45174"/>
                  <a:pt x="39255" y="42144"/>
                </a:cubicBezTo>
                <a:cubicBezTo>
                  <a:pt x="41461" y="44677"/>
                  <a:pt x="44883" y="45994"/>
                  <a:pt x="48259" y="45994"/>
                </a:cubicBezTo>
                <a:cubicBezTo>
                  <a:pt x="49390" y="45994"/>
                  <a:pt x="50517" y="45846"/>
                  <a:pt x="51591" y="45546"/>
                </a:cubicBezTo>
                <a:cubicBezTo>
                  <a:pt x="55053" y="44551"/>
                  <a:pt x="58634" y="41308"/>
                  <a:pt x="58634" y="37627"/>
                </a:cubicBezTo>
                <a:cubicBezTo>
                  <a:pt x="59757" y="37900"/>
                  <a:pt x="60885" y="38030"/>
                  <a:pt x="61999" y="38030"/>
                </a:cubicBezTo>
                <a:cubicBezTo>
                  <a:pt x="68368" y="38030"/>
                  <a:pt x="74283" y="33765"/>
                  <a:pt x="76163" y="27381"/>
                </a:cubicBezTo>
                <a:cubicBezTo>
                  <a:pt x="77197" y="23899"/>
                  <a:pt x="76959" y="19800"/>
                  <a:pt x="74412" y="17015"/>
                </a:cubicBezTo>
                <a:cubicBezTo>
                  <a:pt x="73124" y="15602"/>
                  <a:pt x="71193" y="14671"/>
                  <a:pt x="69327" y="14671"/>
                </a:cubicBezTo>
                <a:cubicBezTo>
                  <a:pt x="69117" y="14671"/>
                  <a:pt x="68909" y="14683"/>
                  <a:pt x="68702" y="14707"/>
                </a:cubicBezTo>
                <a:cubicBezTo>
                  <a:pt x="68563" y="13613"/>
                  <a:pt x="68284" y="12638"/>
                  <a:pt x="67428" y="11762"/>
                </a:cubicBezTo>
                <a:cubicBezTo>
                  <a:pt x="66195" y="10509"/>
                  <a:pt x="64424" y="9673"/>
                  <a:pt x="62773" y="9116"/>
                </a:cubicBezTo>
                <a:cubicBezTo>
                  <a:pt x="61576" y="8717"/>
                  <a:pt x="60133" y="8392"/>
                  <a:pt x="58745" y="8392"/>
                </a:cubicBezTo>
                <a:cubicBezTo>
                  <a:pt x="57641" y="8392"/>
                  <a:pt x="56571" y="8598"/>
                  <a:pt x="55690" y="9136"/>
                </a:cubicBezTo>
                <a:cubicBezTo>
                  <a:pt x="54655" y="4520"/>
                  <a:pt x="49780" y="1018"/>
                  <a:pt x="45165" y="202"/>
                </a:cubicBezTo>
                <a:cubicBezTo>
                  <a:pt x="44409" y="70"/>
                  <a:pt x="43642" y="0"/>
                  <a:pt x="42878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6" name="Google Shape;4936;p71"/>
          <p:cNvSpPr/>
          <p:nvPr/>
        </p:nvSpPr>
        <p:spPr>
          <a:xfrm>
            <a:off x="2500038" y="3274678"/>
            <a:ext cx="217275" cy="201050"/>
          </a:xfrm>
          <a:custGeom>
            <a:avLst/>
            <a:gdLst/>
            <a:ahLst/>
            <a:cxnLst/>
            <a:rect l="l" t="t" r="r" b="b"/>
            <a:pathLst>
              <a:path w="8691" h="8042" extrusionOk="0">
                <a:moveTo>
                  <a:pt x="4079" y="1809"/>
                </a:moveTo>
                <a:cubicBezTo>
                  <a:pt x="4199" y="1928"/>
                  <a:pt x="4298" y="2047"/>
                  <a:pt x="4418" y="2167"/>
                </a:cubicBezTo>
                <a:cubicBezTo>
                  <a:pt x="4318" y="2226"/>
                  <a:pt x="4219" y="2286"/>
                  <a:pt x="4099" y="2346"/>
                </a:cubicBezTo>
                <a:cubicBezTo>
                  <a:pt x="4099" y="2167"/>
                  <a:pt x="4099" y="1988"/>
                  <a:pt x="4079" y="1809"/>
                </a:cubicBezTo>
                <a:close/>
                <a:moveTo>
                  <a:pt x="4457" y="3520"/>
                </a:moveTo>
                <a:lnTo>
                  <a:pt x="4457" y="3520"/>
                </a:lnTo>
                <a:cubicBezTo>
                  <a:pt x="4338" y="3758"/>
                  <a:pt x="4239" y="3997"/>
                  <a:pt x="4119" y="4236"/>
                </a:cubicBezTo>
                <a:cubicBezTo>
                  <a:pt x="4119" y="4057"/>
                  <a:pt x="4119" y="3878"/>
                  <a:pt x="4119" y="3699"/>
                </a:cubicBezTo>
                <a:cubicBezTo>
                  <a:pt x="4239" y="3639"/>
                  <a:pt x="4358" y="3579"/>
                  <a:pt x="4457" y="3520"/>
                </a:cubicBezTo>
                <a:close/>
                <a:moveTo>
                  <a:pt x="3204" y="4216"/>
                </a:moveTo>
                <a:cubicBezTo>
                  <a:pt x="3204" y="4276"/>
                  <a:pt x="3204" y="4355"/>
                  <a:pt x="3204" y="4415"/>
                </a:cubicBezTo>
                <a:cubicBezTo>
                  <a:pt x="3104" y="4415"/>
                  <a:pt x="3005" y="4395"/>
                  <a:pt x="2905" y="4395"/>
                </a:cubicBezTo>
                <a:cubicBezTo>
                  <a:pt x="3005" y="4335"/>
                  <a:pt x="3104" y="4276"/>
                  <a:pt x="3204" y="4216"/>
                </a:cubicBezTo>
                <a:close/>
                <a:moveTo>
                  <a:pt x="3506" y="1"/>
                </a:moveTo>
                <a:cubicBezTo>
                  <a:pt x="3220" y="1"/>
                  <a:pt x="2968" y="277"/>
                  <a:pt x="3025" y="635"/>
                </a:cubicBezTo>
                <a:cubicBezTo>
                  <a:pt x="3124" y="1351"/>
                  <a:pt x="3184" y="2107"/>
                  <a:pt x="3224" y="2843"/>
                </a:cubicBezTo>
                <a:cubicBezTo>
                  <a:pt x="2328" y="3341"/>
                  <a:pt x="1433" y="3858"/>
                  <a:pt x="538" y="4355"/>
                </a:cubicBezTo>
                <a:cubicBezTo>
                  <a:pt x="1" y="4654"/>
                  <a:pt x="279" y="5430"/>
                  <a:pt x="836" y="5470"/>
                </a:cubicBezTo>
                <a:cubicBezTo>
                  <a:pt x="1612" y="5509"/>
                  <a:pt x="2368" y="5549"/>
                  <a:pt x="3124" y="5609"/>
                </a:cubicBezTo>
                <a:cubicBezTo>
                  <a:pt x="3104" y="5907"/>
                  <a:pt x="3065" y="6206"/>
                  <a:pt x="3025" y="6504"/>
                </a:cubicBezTo>
                <a:cubicBezTo>
                  <a:pt x="2925" y="6723"/>
                  <a:pt x="2806" y="6942"/>
                  <a:pt x="2707" y="7161"/>
                </a:cubicBezTo>
                <a:cubicBezTo>
                  <a:pt x="2482" y="7610"/>
                  <a:pt x="2873" y="8041"/>
                  <a:pt x="3252" y="8041"/>
                </a:cubicBezTo>
                <a:cubicBezTo>
                  <a:pt x="3276" y="8041"/>
                  <a:pt x="3300" y="8040"/>
                  <a:pt x="3323" y="8036"/>
                </a:cubicBezTo>
                <a:cubicBezTo>
                  <a:pt x="3342" y="8038"/>
                  <a:pt x="3361" y="8039"/>
                  <a:pt x="3380" y="8039"/>
                </a:cubicBezTo>
                <a:cubicBezTo>
                  <a:pt x="3559" y="8039"/>
                  <a:pt x="3725" y="7950"/>
                  <a:pt x="3761" y="7698"/>
                </a:cubicBezTo>
                <a:cubicBezTo>
                  <a:pt x="3761" y="7698"/>
                  <a:pt x="3781" y="7678"/>
                  <a:pt x="3781" y="7658"/>
                </a:cubicBezTo>
                <a:lnTo>
                  <a:pt x="4915" y="5708"/>
                </a:lnTo>
                <a:cubicBezTo>
                  <a:pt x="5930" y="5768"/>
                  <a:pt x="6964" y="5828"/>
                  <a:pt x="7979" y="5867"/>
                </a:cubicBezTo>
                <a:cubicBezTo>
                  <a:pt x="7987" y="5868"/>
                  <a:pt x="7995" y="5868"/>
                  <a:pt x="8003" y="5868"/>
                </a:cubicBezTo>
                <a:cubicBezTo>
                  <a:pt x="8522" y="5868"/>
                  <a:pt x="8691" y="5245"/>
                  <a:pt x="8397" y="4893"/>
                </a:cubicBezTo>
                <a:cubicBezTo>
                  <a:pt x="7800" y="4196"/>
                  <a:pt x="7203" y="3500"/>
                  <a:pt x="6586" y="2823"/>
                </a:cubicBezTo>
                <a:cubicBezTo>
                  <a:pt x="6745" y="2525"/>
                  <a:pt x="6925" y="2226"/>
                  <a:pt x="7084" y="1928"/>
                </a:cubicBezTo>
                <a:cubicBezTo>
                  <a:pt x="7345" y="1504"/>
                  <a:pt x="6990" y="1040"/>
                  <a:pt x="6569" y="1040"/>
                </a:cubicBezTo>
                <a:cubicBezTo>
                  <a:pt x="6477" y="1040"/>
                  <a:pt x="6381" y="1062"/>
                  <a:pt x="6288" y="1112"/>
                </a:cubicBezTo>
                <a:cubicBezTo>
                  <a:pt x="5989" y="1271"/>
                  <a:pt x="5711" y="1451"/>
                  <a:pt x="5412" y="1610"/>
                </a:cubicBezTo>
                <a:cubicBezTo>
                  <a:pt x="4915" y="1092"/>
                  <a:pt x="4378" y="615"/>
                  <a:pt x="3841" y="137"/>
                </a:cubicBezTo>
                <a:cubicBezTo>
                  <a:pt x="3735" y="43"/>
                  <a:pt x="3618" y="1"/>
                  <a:pt x="350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7" name="Google Shape;4937;p71"/>
          <p:cNvSpPr/>
          <p:nvPr/>
        </p:nvSpPr>
        <p:spPr>
          <a:xfrm>
            <a:off x="1005388" y="3263803"/>
            <a:ext cx="213400" cy="222800"/>
          </a:xfrm>
          <a:custGeom>
            <a:avLst/>
            <a:gdLst/>
            <a:ahLst/>
            <a:cxnLst/>
            <a:rect l="l" t="t" r="r" b="b"/>
            <a:pathLst>
              <a:path w="8536" h="8912" extrusionOk="0">
                <a:moveTo>
                  <a:pt x="1714" y="1"/>
                </a:moveTo>
                <a:cubicBezTo>
                  <a:pt x="1346" y="1"/>
                  <a:pt x="971" y="187"/>
                  <a:pt x="696" y="525"/>
                </a:cubicBezTo>
                <a:cubicBezTo>
                  <a:pt x="0" y="1380"/>
                  <a:pt x="478" y="2654"/>
                  <a:pt x="736" y="3589"/>
                </a:cubicBezTo>
                <a:cubicBezTo>
                  <a:pt x="1134" y="5121"/>
                  <a:pt x="1552" y="6633"/>
                  <a:pt x="1970" y="8165"/>
                </a:cubicBezTo>
                <a:cubicBezTo>
                  <a:pt x="1994" y="8261"/>
                  <a:pt x="2068" y="8302"/>
                  <a:pt x="2145" y="8302"/>
                </a:cubicBezTo>
                <a:cubicBezTo>
                  <a:pt x="2259" y="8302"/>
                  <a:pt x="2376" y="8209"/>
                  <a:pt x="2328" y="8066"/>
                </a:cubicBezTo>
                <a:cubicBezTo>
                  <a:pt x="1850" y="6255"/>
                  <a:pt x="1293" y="4445"/>
                  <a:pt x="875" y="2614"/>
                </a:cubicBezTo>
                <a:cubicBezTo>
                  <a:pt x="756" y="2077"/>
                  <a:pt x="617" y="1440"/>
                  <a:pt x="875" y="943"/>
                </a:cubicBezTo>
                <a:cubicBezTo>
                  <a:pt x="995" y="704"/>
                  <a:pt x="1174" y="545"/>
                  <a:pt x="1433" y="505"/>
                </a:cubicBezTo>
                <a:cubicBezTo>
                  <a:pt x="1534" y="412"/>
                  <a:pt x="1631" y="366"/>
                  <a:pt x="1723" y="366"/>
                </a:cubicBezTo>
                <a:cubicBezTo>
                  <a:pt x="1849" y="366"/>
                  <a:pt x="1966" y="452"/>
                  <a:pt x="2069" y="624"/>
                </a:cubicBezTo>
                <a:cubicBezTo>
                  <a:pt x="2427" y="903"/>
                  <a:pt x="2487" y="1042"/>
                  <a:pt x="2606" y="1440"/>
                </a:cubicBezTo>
                <a:cubicBezTo>
                  <a:pt x="2925" y="2355"/>
                  <a:pt x="3183" y="3291"/>
                  <a:pt x="3442" y="4226"/>
                </a:cubicBezTo>
                <a:cubicBezTo>
                  <a:pt x="3467" y="4312"/>
                  <a:pt x="3546" y="4360"/>
                  <a:pt x="3625" y="4360"/>
                </a:cubicBezTo>
                <a:cubicBezTo>
                  <a:pt x="3674" y="4360"/>
                  <a:pt x="3723" y="4343"/>
                  <a:pt x="3760" y="4305"/>
                </a:cubicBezTo>
                <a:cubicBezTo>
                  <a:pt x="4497" y="3589"/>
                  <a:pt x="5312" y="2992"/>
                  <a:pt x="6247" y="2574"/>
                </a:cubicBezTo>
                <a:cubicBezTo>
                  <a:pt x="6486" y="2455"/>
                  <a:pt x="6785" y="2256"/>
                  <a:pt x="7063" y="2236"/>
                </a:cubicBezTo>
                <a:cubicBezTo>
                  <a:pt x="7136" y="2179"/>
                  <a:pt x="7202" y="2152"/>
                  <a:pt x="7262" y="2152"/>
                </a:cubicBezTo>
                <a:cubicBezTo>
                  <a:pt x="7349" y="2152"/>
                  <a:pt x="7422" y="2209"/>
                  <a:pt x="7481" y="2316"/>
                </a:cubicBezTo>
                <a:cubicBezTo>
                  <a:pt x="7660" y="2415"/>
                  <a:pt x="7720" y="2554"/>
                  <a:pt x="7660" y="2733"/>
                </a:cubicBezTo>
                <a:cubicBezTo>
                  <a:pt x="7720" y="3310"/>
                  <a:pt x="7242" y="3947"/>
                  <a:pt x="6884" y="4345"/>
                </a:cubicBezTo>
                <a:cubicBezTo>
                  <a:pt x="6247" y="5081"/>
                  <a:pt x="5412" y="5678"/>
                  <a:pt x="4676" y="6315"/>
                </a:cubicBezTo>
                <a:lnTo>
                  <a:pt x="2029" y="8583"/>
                </a:lnTo>
                <a:cubicBezTo>
                  <a:pt x="1874" y="8723"/>
                  <a:pt x="2010" y="8911"/>
                  <a:pt x="2172" y="8911"/>
                </a:cubicBezTo>
                <a:cubicBezTo>
                  <a:pt x="2217" y="8911"/>
                  <a:pt x="2264" y="8896"/>
                  <a:pt x="2308" y="8861"/>
                </a:cubicBezTo>
                <a:cubicBezTo>
                  <a:pt x="3860" y="7528"/>
                  <a:pt x="5571" y="6275"/>
                  <a:pt x="6984" y="4803"/>
                </a:cubicBezTo>
                <a:cubicBezTo>
                  <a:pt x="7779" y="4007"/>
                  <a:pt x="8536" y="2753"/>
                  <a:pt x="7660" y="1759"/>
                </a:cubicBezTo>
                <a:cubicBezTo>
                  <a:pt x="7631" y="1729"/>
                  <a:pt x="7580" y="1711"/>
                  <a:pt x="7532" y="1711"/>
                </a:cubicBezTo>
                <a:cubicBezTo>
                  <a:pt x="7514" y="1711"/>
                  <a:pt x="7497" y="1713"/>
                  <a:pt x="7481" y="1719"/>
                </a:cubicBezTo>
                <a:cubicBezTo>
                  <a:pt x="6056" y="2126"/>
                  <a:pt x="4802" y="2826"/>
                  <a:pt x="3721" y="3803"/>
                </a:cubicBezTo>
                <a:lnTo>
                  <a:pt x="3721" y="3803"/>
                </a:lnTo>
                <a:cubicBezTo>
                  <a:pt x="3544" y="3128"/>
                  <a:pt x="3349" y="2453"/>
                  <a:pt x="3124" y="1778"/>
                </a:cubicBezTo>
                <a:cubicBezTo>
                  <a:pt x="2984" y="1361"/>
                  <a:pt x="2885" y="823"/>
                  <a:pt x="2606" y="465"/>
                </a:cubicBezTo>
                <a:cubicBezTo>
                  <a:pt x="2363" y="147"/>
                  <a:pt x="2041" y="1"/>
                  <a:pt x="17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8" name="Google Shape;4938;p71"/>
          <p:cNvSpPr/>
          <p:nvPr/>
        </p:nvSpPr>
        <p:spPr>
          <a:xfrm>
            <a:off x="2033213" y="3262028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9" name="Google Shape;4939;p71"/>
          <p:cNvSpPr/>
          <p:nvPr/>
        </p:nvSpPr>
        <p:spPr>
          <a:xfrm>
            <a:off x="1298838" y="3314253"/>
            <a:ext cx="105500" cy="121900"/>
          </a:xfrm>
          <a:custGeom>
            <a:avLst/>
            <a:gdLst/>
            <a:ahLst/>
            <a:cxnLst/>
            <a:rect l="l" t="t" r="r" b="b"/>
            <a:pathLst>
              <a:path w="4220" h="4876" extrusionOk="0">
                <a:moveTo>
                  <a:pt x="3006" y="1243"/>
                </a:moveTo>
                <a:cubicBezTo>
                  <a:pt x="2946" y="1402"/>
                  <a:pt x="2906" y="1562"/>
                  <a:pt x="2866" y="1721"/>
                </a:cubicBezTo>
                <a:cubicBezTo>
                  <a:pt x="2787" y="1661"/>
                  <a:pt x="2727" y="1621"/>
                  <a:pt x="2667" y="1581"/>
                </a:cubicBezTo>
                <a:cubicBezTo>
                  <a:pt x="2767" y="1462"/>
                  <a:pt x="2886" y="1363"/>
                  <a:pt x="3006" y="1243"/>
                </a:cubicBezTo>
                <a:close/>
                <a:moveTo>
                  <a:pt x="2250" y="1999"/>
                </a:moveTo>
                <a:cubicBezTo>
                  <a:pt x="2389" y="2079"/>
                  <a:pt x="2548" y="2198"/>
                  <a:pt x="2687" y="2318"/>
                </a:cubicBezTo>
                <a:cubicBezTo>
                  <a:pt x="2667" y="2338"/>
                  <a:pt x="2667" y="2377"/>
                  <a:pt x="2648" y="2417"/>
                </a:cubicBezTo>
                <a:cubicBezTo>
                  <a:pt x="2628" y="2377"/>
                  <a:pt x="2588" y="2338"/>
                  <a:pt x="2528" y="2338"/>
                </a:cubicBezTo>
                <a:cubicBezTo>
                  <a:pt x="2490" y="2321"/>
                  <a:pt x="2456" y="2314"/>
                  <a:pt x="2426" y="2314"/>
                </a:cubicBezTo>
                <a:cubicBezTo>
                  <a:pt x="2347" y="2314"/>
                  <a:pt x="2293" y="2365"/>
                  <a:pt x="2250" y="2437"/>
                </a:cubicBezTo>
                <a:cubicBezTo>
                  <a:pt x="2210" y="2417"/>
                  <a:pt x="2190" y="2397"/>
                  <a:pt x="2170" y="2357"/>
                </a:cubicBezTo>
                <a:cubicBezTo>
                  <a:pt x="2140" y="2318"/>
                  <a:pt x="2090" y="2298"/>
                  <a:pt x="2038" y="2298"/>
                </a:cubicBezTo>
                <a:cubicBezTo>
                  <a:pt x="1986" y="2298"/>
                  <a:pt x="1931" y="2318"/>
                  <a:pt x="1892" y="2357"/>
                </a:cubicBezTo>
                <a:cubicBezTo>
                  <a:pt x="2011" y="2238"/>
                  <a:pt x="2130" y="2119"/>
                  <a:pt x="2250" y="1999"/>
                </a:cubicBezTo>
                <a:close/>
                <a:moveTo>
                  <a:pt x="2349" y="3412"/>
                </a:moveTo>
                <a:lnTo>
                  <a:pt x="2349" y="3412"/>
                </a:lnTo>
                <a:cubicBezTo>
                  <a:pt x="2309" y="3551"/>
                  <a:pt x="2270" y="3671"/>
                  <a:pt x="2230" y="3810"/>
                </a:cubicBezTo>
                <a:cubicBezTo>
                  <a:pt x="2190" y="3690"/>
                  <a:pt x="2150" y="3571"/>
                  <a:pt x="2130" y="3452"/>
                </a:cubicBezTo>
                <a:cubicBezTo>
                  <a:pt x="2190" y="3432"/>
                  <a:pt x="2270" y="3432"/>
                  <a:pt x="2349" y="3412"/>
                </a:cubicBezTo>
                <a:close/>
                <a:moveTo>
                  <a:pt x="3645" y="0"/>
                </a:moveTo>
                <a:cubicBezTo>
                  <a:pt x="3595" y="0"/>
                  <a:pt x="3546" y="15"/>
                  <a:pt x="3503" y="49"/>
                </a:cubicBezTo>
                <a:cubicBezTo>
                  <a:pt x="3006" y="428"/>
                  <a:pt x="2548" y="845"/>
                  <a:pt x="2090" y="1283"/>
                </a:cubicBezTo>
                <a:cubicBezTo>
                  <a:pt x="1812" y="1144"/>
                  <a:pt x="1494" y="1064"/>
                  <a:pt x="1155" y="1044"/>
                </a:cubicBezTo>
                <a:cubicBezTo>
                  <a:pt x="1148" y="1043"/>
                  <a:pt x="1140" y="1043"/>
                  <a:pt x="1132" y="1043"/>
                </a:cubicBezTo>
                <a:cubicBezTo>
                  <a:pt x="963" y="1043"/>
                  <a:pt x="820" y="1250"/>
                  <a:pt x="877" y="1402"/>
                </a:cubicBezTo>
                <a:cubicBezTo>
                  <a:pt x="956" y="1681"/>
                  <a:pt x="1056" y="1960"/>
                  <a:pt x="1155" y="2238"/>
                </a:cubicBezTo>
                <a:cubicBezTo>
                  <a:pt x="837" y="2596"/>
                  <a:pt x="519" y="2934"/>
                  <a:pt x="200" y="3293"/>
                </a:cubicBezTo>
                <a:cubicBezTo>
                  <a:pt x="1" y="3510"/>
                  <a:pt x="148" y="3860"/>
                  <a:pt x="417" y="3860"/>
                </a:cubicBezTo>
                <a:cubicBezTo>
                  <a:pt x="443" y="3860"/>
                  <a:pt x="471" y="3857"/>
                  <a:pt x="499" y="3850"/>
                </a:cubicBezTo>
                <a:cubicBezTo>
                  <a:pt x="877" y="3730"/>
                  <a:pt x="1255" y="3651"/>
                  <a:pt x="1633" y="3551"/>
                </a:cubicBezTo>
                <a:cubicBezTo>
                  <a:pt x="1772" y="3949"/>
                  <a:pt x="1911" y="4347"/>
                  <a:pt x="2011" y="4745"/>
                </a:cubicBezTo>
                <a:cubicBezTo>
                  <a:pt x="2029" y="4835"/>
                  <a:pt x="2103" y="4876"/>
                  <a:pt x="2180" y="4876"/>
                </a:cubicBezTo>
                <a:cubicBezTo>
                  <a:pt x="2273" y="4876"/>
                  <a:pt x="2369" y="4815"/>
                  <a:pt x="2369" y="4705"/>
                </a:cubicBezTo>
                <a:cubicBezTo>
                  <a:pt x="2747" y="4626"/>
                  <a:pt x="2906" y="3651"/>
                  <a:pt x="2986" y="3312"/>
                </a:cubicBezTo>
                <a:cubicBezTo>
                  <a:pt x="3244" y="3293"/>
                  <a:pt x="3523" y="3273"/>
                  <a:pt x="3802" y="3253"/>
                </a:cubicBezTo>
                <a:cubicBezTo>
                  <a:pt x="4060" y="3253"/>
                  <a:pt x="4219" y="2915"/>
                  <a:pt x="4020" y="2716"/>
                </a:cubicBezTo>
                <a:cubicBezTo>
                  <a:pt x="3802" y="2517"/>
                  <a:pt x="3583" y="2318"/>
                  <a:pt x="3364" y="2119"/>
                </a:cubicBezTo>
                <a:cubicBezTo>
                  <a:pt x="3543" y="1522"/>
                  <a:pt x="3722" y="945"/>
                  <a:pt x="3941" y="388"/>
                </a:cubicBezTo>
                <a:cubicBezTo>
                  <a:pt x="4019" y="200"/>
                  <a:pt x="3827" y="0"/>
                  <a:pt x="364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0" name="Google Shape;4940;p71"/>
          <p:cNvSpPr/>
          <p:nvPr/>
        </p:nvSpPr>
        <p:spPr>
          <a:xfrm>
            <a:off x="1601250" y="3277803"/>
            <a:ext cx="235025" cy="194800"/>
          </a:xfrm>
          <a:custGeom>
            <a:avLst/>
            <a:gdLst/>
            <a:ahLst/>
            <a:cxnLst/>
            <a:rect l="l" t="t" r="r" b="b"/>
            <a:pathLst>
              <a:path w="9401" h="7792" extrusionOk="0">
                <a:moveTo>
                  <a:pt x="4705" y="1428"/>
                </a:moveTo>
                <a:cubicBezTo>
                  <a:pt x="4845" y="2025"/>
                  <a:pt x="5004" y="2622"/>
                  <a:pt x="5163" y="3199"/>
                </a:cubicBezTo>
                <a:cubicBezTo>
                  <a:pt x="4765" y="3199"/>
                  <a:pt x="4367" y="3179"/>
                  <a:pt x="3969" y="3179"/>
                </a:cubicBezTo>
                <a:cubicBezTo>
                  <a:pt x="4208" y="2602"/>
                  <a:pt x="4447" y="2005"/>
                  <a:pt x="4705" y="1428"/>
                </a:cubicBezTo>
                <a:close/>
                <a:moveTo>
                  <a:pt x="3034" y="3955"/>
                </a:moveTo>
                <a:cubicBezTo>
                  <a:pt x="3014" y="4035"/>
                  <a:pt x="2994" y="4114"/>
                  <a:pt x="2954" y="4194"/>
                </a:cubicBezTo>
                <a:cubicBezTo>
                  <a:pt x="2795" y="4114"/>
                  <a:pt x="2616" y="4035"/>
                  <a:pt x="2437" y="3955"/>
                </a:cubicBezTo>
                <a:close/>
                <a:moveTo>
                  <a:pt x="6217" y="4055"/>
                </a:moveTo>
                <a:lnTo>
                  <a:pt x="6217" y="4055"/>
                </a:lnTo>
                <a:cubicBezTo>
                  <a:pt x="6715" y="4074"/>
                  <a:pt x="7232" y="4094"/>
                  <a:pt x="7749" y="4134"/>
                </a:cubicBezTo>
                <a:cubicBezTo>
                  <a:pt x="7332" y="4393"/>
                  <a:pt x="6894" y="4612"/>
                  <a:pt x="6436" y="4831"/>
                </a:cubicBezTo>
                <a:cubicBezTo>
                  <a:pt x="6357" y="4572"/>
                  <a:pt x="6297" y="4313"/>
                  <a:pt x="6217" y="4055"/>
                </a:cubicBezTo>
                <a:close/>
                <a:moveTo>
                  <a:pt x="3651" y="3975"/>
                </a:moveTo>
                <a:cubicBezTo>
                  <a:pt x="4248" y="3995"/>
                  <a:pt x="4825" y="3995"/>
                  <a:pt x="5402" y="4015"/>
                </a:cubicBezTo>
                <a:cubicBezTo>
                  <a:pt x="5501" y="4393"/>
                  <a:pt x="5621" y="4771"/>
                  <a:pt x="5720" y="5149"/>
                </a:cubicBezTo>
                <a:cubicBezTo>
                  <a:pt x="5541" y="5228"/>
                  <a:pt x="5382" y="5308"/>
                  <a:pt x="5203" y="5388"/>
                </a:cubicBezTo>
                <a:cubicBezTo>
                  <a:pt x="4646" y="5049"/>
                  <a:pt x="4069" y="4751"/>
                  <a:pt x="3492" y="4472"/>
                </a:cubicBezTo>
                <a:cubicBezTo>
                  <a:pt x="3551" y="4293"/>
                  <a:pt x="3591" y="4134"/>
                  <a:pt x="3651" y="3975"/>
                </a:cubicBezTo>
                <a:close/>
                <a:moveTo>
                  <a:pt x="3253" y="5248"/>
                </a:moveTo>
                <a:cubicBezTo>
                  <a:pt x="3611" y="5427"/>
                  <a:pt x="3969" y="5606"/>
                  <a:pt x="4307" y="5805"/>
                </a:cubicBezTo>
                <a:cubicBezTo>
                  <a:pt x="3949" y="6004"/>
                  <a:pt x="3591" y="6183"/>
                  <a:pt x="3233" y="6402"/>
                </a:cubicBezTo>
                <a:cubicBezTo>
                  <a:pt x="3134" y="6462"/>
                  <a:pt x="3034" y="6542"/>
                  <a:pt x="2915" y="6621"/>
                </a:cubicBezTo>
                <a:cubicBezTo>
                  <a:pt x="3014" y="6164"/>
                  <a:pt x="3114" y="5706"/>
                  <a:pt x="3253" y="5248"/>
                </a:cubicBezTo>
                <a:close/>
                <a:moveTo>
                  <a:pt x="4805" y="0"/>
                </a:moveTo>
                <a:cubicBezTo>
                  <a:pt x="4659" y="0"/>
                  <a:pt x="4508" y="91"/>
                  <a:pt x="4447" y="254"/>
                </a:cubicBezTo>
                <a:cubicBezTo>
                  <a:pt x="4069" y="1229"/>
                  <a:pt x="3671" y="2184"/>
                  <a:pt x="3313" y="3159"/>
                </a:cubicBezTo>
                <a:cubicBezTo>
                  <a:pt x="2397" y="3139"/>
                  <a:pt x="1462" y="3100"/>
                  <a:pt x="527" y="3020"/>
                </a:cubicBezTo>
                <a:cubicBezTo>
                  <a:pt x="515" y="3019"/>
                  <a:pt x="503" y="3018"/>
                  <a:pt x="491" y="3018"/>
                </a:cubicBezTo>
                <a:cubicBezTo>
                  <a:pt x="121" y="3018"/>
                  <a:pt x="0" y="3603"/>
                  <a:pt x="328" y="3776"/>
                </a:cubicBezTo>
                <a:cubicBezTo>
                  <a:pt x="1124" y="4214"/>
                  <a:pt x="1920" y="4592"/>
                  <a:pt x="2736" y="4990"/>
                </a:cubicBezTo>
                <a:cubicBezTo>
                  <a:pt x="2596" y="5527"/>
                  <a:pt x="2477" y="6084"/>
                  <a:pt x="2417" y="6661"/>
                </a:cubicBezTo>
                <a:cubicBezTo>
                  <a:pt x="2377" y="6681"/>
                  <a:pt x="2338" y="6721"/>
                  <a:pt x="2298" y="6780"/>
                </a:cubicBezTo>
                <a:cubicBezTo>
                  <a:pt x="2238" y="6880"/>
                  <a:pt x="2159" y="6979"/>
                  <a:pt x="2099" y="7099"/>
                </a:cubicBezTo>
                <a:cubicBezTo>
                  <a:pt x="1980" y="7298"/>
                  <a:pt x="2059" y="7536"/>
                  <a:pt x="2258" y="7656"/>
                </a:cubicBezTo>
                <a:lnTo>
                  <a:pt x="2377" y="7735"/>
                </a:lnTo>
                <a:cubicBezTo>
                  <a:pt x="2447" y="7774"/>
                  <a:pt x="2517" y="7792"/>
                  <a:pt x="2584" y="7792"/>
                </a:cubicBezTo>
                <a:cubicBezTo>
                  <a:pt x="2690" y="7792"/>
                  <a:pt x="2790" y="7749"/>
                  <a:pt x="2875" y="7676"/>
                </a:cubicBezTo>
                <a:cubicBezTo>
                  <a:pt x="3591" y="7119"/>
                  <a:pt x="4367" y="6701"/>
                  <a:pt x="5163" y="6323"/>
                </a:cubicBezTo>
                <a:cubicBezTo>
                  <a:pt x="5601" y="6601"/>
                  <a:pt x="6018" y="6900"/>
                  <a:pt x="6416" y="7218"/>
                </a:cubicBezTo>
                <a:cubicBezTo>
                  <a:pt x="6498" y="7288"/>
                  <a:pt x="6601" y="7321"/>
                  <a:pt x="6702" y="7321"/>
                </a:cubicBezTo>
                <a:cubicBezTo>
                  <a:pt x="6943" y="7321"/>
                  <a:pt x="7171" y="7135"/>
                  <a:pt x="7073" y="6840"/>
                </a:cubicBezTo>
                <a:cubicBezTo>
                  <a:pt x="6934" y="6422"/>
                  <a:pt x="6814" y="6024"/>
                  <a:pt x="6695" y="5606"/>
                </a:cubicBezTo>
                <a:cubicBezTo>
                  <a:pt x="7531" y="5209"/>
                  <a:pt x="8346" y="4791"/>
                  <a:pt x="9102" y="4214"/>
                </a:cubicBezTo>
                <a:cubicBezTo>
                  <a:pt x="9341" y="4035"/>
                  <a:pt x="9401" y="3517"/>
                  <a:pt x="9003" y="3478"/>
                </a:cubicBezTo>
                <a:cubicBezTo>
                  <a:pt x="7988" y="3338"/>
                  <a:pt x="6993" y="3259"/>
                  <a:pt x="5979" y="3239"/>
                </a:cubicBezTo>
                <a:cubicBezTo>
                  <a:pt x="5680" y="2244"/>
                  <a:pt x="5422" y="1249"/>
                  <a:pt x="5123" y="254"/>
                </a:cubicBezTo>
                <a:cubicBezTo>
                  <a:pt x="5075" y="81"/>
                  <a:pt x="4942" y="0"/>
                  <a:pt x="480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1" name="Google Shape;4941;p71"/>
          <p:cNvSpPr/>
          <p:nvPr/>
        </p:nvSpPr>
        <p:spPr>
          <a:xfrm rot="7092923">
            <a:off x="6808156" y="2259060"/>
            <a:ext cx="1141305" cy="1112180"/>
          </a:xfrm>
          <a:custGeom>
            <a:avLst/>
            <a:gdLst/>
            <a:ahLst/>
            <a:cxnLst/>
            <a:rect l="l" t="t" r="r" b="b"/>
            <a:pathLst>
              <a:path w="45651" h="44486" extrusionOk="0">
                <a:moveTo>
                  <a:pt x="29763" y="2771"/>
                </a:moveTo>
                <a:cubicBezTo>
                  <a:pt x="30694" y="3600"/>
                  <a:pt x="31463" y="4649"/>
                  <a:pt x="32014" y="5661"/>
                </a:cubicBezTo>
                <a:cubicBezTo>
                  <a:pt x="32531" y="6616"/>
                  <a:pt x="32949" y="7790"/>
                  <a:pt x="32909" y="8924"/>
                </a:cubicBezTo>
                <a:cubicBezTo>
                  <a:pt x="32858" y="10053"/>
                  <a:pt x="32310" y="10636"/>
                  <a:pt x="31576" y="10636"/>
                </a:cubicBezTo>
                <a:cubicBezTo>
                  <a:pt x="31171" y="10636"/>
                  <a:pt x="30710" y="10459"/>
                  <a:pt x="30243" y="10098"/>
                </a:cubicBezTo>
                <a:cubicBezTo>
                  <a:pt x="28651" y="8865"/>
                  <a:pt x="28074" y="6338"/>
                  <a:pt x="28711" y="4468"/>
                </a:cubicBezTo>
                <a:cubicBezTo>
                  <a:pt x="28937" y="3802"/>
                  <a:pt x="29302" y="3238"/>
                  <a:pt x="29763" y="2771"/>
                </a:cubicBezTo>
                <a:close/>
                <a:moveTo>
                  <a:pt x="20807" y="5678"/>
                </a:moveTo>
                <a:cubicBezTo>
                  <a:pt x="22808" y="6752"/>
                  <a:pt x="24377" y="9043"/>
                  <a:pt x="25323" y="11153"/>
                </a:cubicBezTo>
                <a:lnTo>
                  <a:pt x="25323" y="11153"/>
                </a:lnTo>
                <a:cubicBezTo>
                  <a:pt x="22838" y="10751"/>
                  <a:pt x="20670" y="8541"/>
                  <a:pt x="20792" y="5900"/>
                </a:cubicBezTo>
                <a:cubicBezTo>
                  <a:pt x="20795" y="5826"/>
                  <a:pt x="20800" y="5752"/>
                  <a:pt x="20807" y="5678"/>
                </a:cubicBezTo>
                <a:close/>
                <a:moveTo>
                  <a:pt x="25820" y="0"/>
                </a:moveTo>
                <a:cubicBezTo>
                  <a:pt x="24660" y="0"/>
                  <a:pt x="23473" y="337"/>
                  <a:pt x="22324" y="1105"/>
                </a:cubicBezTo>
                <a:cubicBezTo>
                  <a:pt x="21182" y="1870"/>
                  <a:pt x="20429" y="2843"/>
                  <a:pt x="20012" y="3898"/>
                </a:cubicBezTo>
                <a:lnTo>
                  <a:pt x="20012" y="3898"/>
                </a:lnTo>
                <a:cubicBezTo>
                  <a:pt x="19512" y="3763"/>
                  <a:pt x="18994" y="3691"/>
                  <a:pt x="18457" y="3691"/>
                </a:cubicBezTo>
                <a:cubicBezTo>
                  <a:pt x="17588" y="3691"/>
                  <a:pt x="16673" y="3882"/>
                  <a:pt x="15719" y="4308"/>
                </a:cubicBezTo>
                <a:cubicBezTo>
                  <a:pt x="13411" y="5343"/>
                  <a:pt x="12356" y="7671"/>
                  <a:pt x="12714" y="10138"/>
                </a:cubicBezTo>
                <a:cubicBezTo>
                  <a:pt x="12765" y="10468"/>
                  <a:pt x="12835" y="10789"/>
                  <a:pt x="12922" y="11101"/>
                </a:cubicBezTo>
                <a:lnTo>
                  <a:pt x="12922" y="11101"/>
                </a:lnTo>
                <a:cubicBezTo>
                  <a:pt x="12729" y="11058"/>
                  <a:pt x="12534" y="11022"/>
                  <a:pt x="12336" y="10994"/>
                </a:cubicBezTo>
                <a:cubicBezTo>
                  <a:pt x="11961" y="10940"/>
                  <a:pt x="11587" y="10914"/>
                  <a:pt x="11216" y="10914"/>
                </a:cubicBezTo>
                <a:cubicBezTo>
                  <a:pt x="7616" y="10914"/>
                  <a:pt x="4290" y="13355"/>
                  <a:pt x="2468" y="16385"/>
                </a:cubicBezTo>
                <a:cubicBezTo>
                  <a:pt x="41" y="20464"/>
                  <a:pt x="1" y="25558"/>
                  <a:pt x="657" y="30114"/>
                </a:cubicBezTo>
                <a:cubicBezTo>
                  <a:pt x="1393" y="35287"/>
                  <a:pt x="3264" y="39982"/>
                  <a:pt x="6248" y="44260"/>
                </a:cubicBezTo>
                <a:cubicBezTo>
                  <a:pt x="6358" y="44419"/>
                  <a:pt x="6513" y="44486"/>
                  <a:pt x="6665" y="44486"/>
                </a:cubicBezTo>
                <a:cubicBezTo>
                  <a:pt x="7010" y="44486"/>
                  <a:pt x="7344" y="44143"/>
                  <a:pt x="7124" y="43743"/>
                </a:cubicBezTo>
                <a:cubicBezTo>
                  <a:pt x="3264" y="37117"/>
                  <a:pt x="379" y="28164"/>
                  <a:pt x="2368" y="20504"/>
                </a:cubicBezTo>
                <a:cubicBezTo>
                  <a:pt x="3304" y="16943"/>
                  <a:pt x="5771" y="13580"/>
                  <a:pt x="9471" y="12605"/>
                </a:cubicBezTo>
                <a:cubicBezTo>
                  <a:pt x="10013" y="12462"/>
                  <a:pt x="10567" y="12393"/>
                  <a:pt x="11119" y="12393"/>
                </a:cubicBezTo>
                <a:cubicBezTo>
                  <a:pt x="11980" y="12393"/>
                  <a:pt x="12836" y="12560"/>
                  <a:pt x="13627" y="12871"/>
                </a:cubicBezTo>
                <a:lnTo>
                  <a:pt x="13627" y="12871"/>
                </a:lnTo>
                <a:cubicBezTo>
                  <a:pt x="14690" y="14949"/>
                  <a:pt x="16385" y="16721"/>
                  <a:pt x="17629" y="18713"/>
                </a:cubicBezTo>
                <a:cubicBezTo>
                  <a:pt x="17766" y="18942"/>
                  <a:pt x="17991" y="19045"/>
                  <a:pt x="18216" y="19045"/>
                </a:cubicBezTo>
                <a:cubicBezTo>
                  <a:pt x="18578" y="19045"/>
                  <a:pt x="18942" y="18777"/>
                  <a:pt x="18942" y="18335"/>
                </a:cubicBezTo>
                <a:cubicBezTo>
                  <a:pt x="19003" y="15466"/>
                  <a:pt x="17195" y="12963"/>
                  <a:pt x="14703" y="11731"/>
                </a:cubicBezTo>
                <a:lnTo>
                  <a:pt x="14703" y="11731"/>
                </a:lnTo>
                <a:cubicBezTo>
                  <a:pt x="13576" y="9396"/>
                  <a:pt x="13362" y="7083"/>
                  <a:pt x="16057" y="5681"/>
                </a:cubicBezTo>
                <a:cubicBezTo>
                  <a:pt x="16891" y="5248"/>
                  <a:pt x="17693" y="5057"/>
                  <a:pt x="18455" y="5057"/>
                </a:cubicBezTo>
                <a:cubicBezTo>
                  <a:pt x="18871" y="5057"/>
                  <a:pt x="19275" y="5114"/>
                  <a:pt x="19666" y="5220"/>
                </a:cubicBezTo>
                <a:lnTo>
                  <a:pt x="19666" y="5220"/>
                </a:lnTo>
                <a:cubicBezTo>
                  <a:pt x="19177" y="8748"/>
                  <a:pt x="21909" y="12591"/>
                  <a:pt x="26077" y="12591"/>
                </a:cubicBezTo>
                <a:cubicBezTo>
                  <a:pt x="26172" y="12591"/>
                  <a:pt x="26267" y="12589"/>
                  <a:pt x="26363" y="12585"/>
                </a:cubicBezTo>
                <a:cubicBezTo>
                  <a:pt x="26781" y="12565"/>
                  <a:pt x="27179" y="12148"/>
                  <a:pt x="27020" y="11710"/>
                </a:cubicBezTo>
                <a:cubicBezTo>
                  <a:pt x="25975" y="8840"/>
                  <a:pt x="23919" y="5659"/>
                  <a:pt x="21164" y="4329"/>
                </a:cubicBezTo>
                <a:lnTo>
                  <a:pt x="21164" y="4329"/>
                </a:lnTo>
                <a:cubicBezTo>
                  <a:pt x="21956" y="2553"/>
                  <a:pt x="23887" y="1294"/>
                  <a:pt x="25806" y="1185"/>
                </a:cubicBezTo>
                <a:cubicBezTo>
                  <a:pt x="25892" y="1180"/>
                  <a:pt x="25978" y="1177"/>
                  <a:pt x="26063" y="1177"/>
                </a:cubicBezTo>
                <a:cubicBezTo>
                  <a:pt x="27159" y="1177"/>
                  <a:pt x="28176" y="1587"/>
                  <a:pt x="29075" y="2223"/>
                </a:cubicBezTo>
                <a:lnTo>
                  <a:pt x="29075" y="2223"/>
                </a:lnTo>
                <a:cubicBezTo>
                  <a:pt x="27526" y="3777"/>
                  <a:pt x="26857" y="6070"/>
                  <a:pt x="27836" y="8586"/>
                </a:cubicBezTo>
                <a:cubicBezTo>
                  <a:pt x="28434" y="10111"/>
                  <a:pt x="29968" y="11954"/>
                  <a:pt x="31785" y="11954"/>
                </a:cubicBezTo>
                <a:cubicBezTo>
                  <a:pt x="31841" y="11954"/>
                  <a:pt x="31898" y="11952"/>
                  <a:pt x="31954" y="11949"/>
                </a:cubicBezTo>
                <a:cubicBezTo>
                  <a:pt x="34103" y="11809"/>
                  <a:pt x="34222" y="8686"/>
                  <a:pt x="33864" y="7173"/>
                </a:cubicBezTo>
                <a:cubicBezTo>
                  <a:pt x="33383" y="5226"/>
                  <a:pt x="32227" y="3362"/>
                  <a:pt x="30707" y="2023"/>
                </a:cubicBezTo>
                <a:lnTo>
                  <a:pt x="30707" y="2023"/>
                </a:lnTo>
                <a:cubicBezTo>
                  <a:pt x="31795" y="1346"/>
                  <a:pt x="33139" y="1024"/>
                  <a:pt x="34414" y="1024"/>
                </a:cubicBezTo>
                <a:cubicBezTo>
                  <a:pt x="34456" y="1024"/>
                  <a:pt x="34498" y="1025"/>
                  <a:pt x="34541" y="1026"/>
                </a:cubicBezTo>
                <a:cubicBezTo>
                  <a:pt x="40490" y="1085"/>
                  <a:pt x="43593" y="6875"/>
                  <a:pt x="45205" y="11849"/>
                </a:cubicBezTo>
                <a:cubicBezTo>
                  <a:pt x="45237" y="11954"/>
                  <a:pt x="45323" y="12000"/>
                  <a:pt x="45407" y="12000"/>
                </a:cubicBezTo>
                <a:cubicBezTo>
                  <a:pt x="45529" y="12000"/>
                  <a:pt x="45650" y="11903"/>
                  <a:pt x="45603" y="11750"/>
                </a:cubicBezTo>
                <a:cubicBezTo>
                  <a:pt x="44151" y="6378"/>
                  <a:pt x="40927" y="608"/>
                  <a:pt x="34759" y="190"/>
                </a:cubicBezTo>
                <a:cubicBezTo>
                  <a:pt x="34581" y="178"/>
                  <a:pt x="34403" y="172"/>
                  <a:pt x="34226" y="172"/>
                </a:cubicBezTo>
                <a:cubicBezTo>
                  <a:pt x="32648" y="172"/>
                  <a:pt x="31171" y="644"/>
                  <a:pt x="29996" y="1455"/>
                </a:cubicBezTo>
                <a:lnTo>
                  <a:pt x="29996" y="1455"/>
                </a:lnTo>
                <a:cubicBezTo>
                  <a:pt x="28745" y="552"/>
                  <a:pt x="27306" y="0"/>
                  <a:pt x="258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2" name="Google Shape;4942;p71"/>
          <p:cNvSpPr/>
          <p:nvPr/>
        </p:nvSpPr>
        <p:spPr>
          <a:xfrm>
            <a:off x="2953738" y="3244616"/>
            <a:ext cx="226850" cy="261175"/>
          </a:xfrm>
          <a:custGeom>
            <a:avLst/>
            <a:gdLst/>
            <a:ahLst/>
            <a:cxnLst/>
            <a:rect l="l" t="t" r="r" b="b"/>
            <a:pathLst>
              <a:path w="9074" h="10447" extrusionOk="0">
                <a:moveTo>
                  <a:pt x="5513" y="3853"/>
                </a:moveTo>
                <a:cubicBezTo>
                  <a:pt x="5621" y="4360"/>
                  <a:pt x="5695" y="4883"/>
                  <a:pt x="5751" y="5388"/>
                </a:cubicBezTo>
                <a:cubicBezTo>
                  <a:pt x="5711" y="5149"/>
                  <a:pt x="5671" y="4891"/>
                  <a:pt x="5631" y="4652"/>
                </a:cubicBezTo>
                <a:cubicBezTo>
                  <a:pt x="5582" y="4389"/>
                  <a:pt x="5547" y="4127"/>
                  <a:pt x="5513" y="3853"/>
                </a:cubicBezTo>
                <a:close/>
                <a:moveTo>
                  <a:pt x="4700" y="0"/>
                </a:moveTo>
                <a:cubicBezTo>
                  <a:pt x="4660" y="0"/>
                  <a:pt x="4619" y="5"/>
                  <a:pt x="4577" y="16"/>
                </a:cubicBezTo>
                <a:cubicBezTo>
                  <a:pt x="4358" y="76"/>
                  <a:pt x="4199" y="275"/>
                  <a:pt x="4199" y="513"/>
                </a:cubicBezTo>
                <a:cubicBezTo>
                  <a:pt x="4199" y="1946"/>
                  <a:pt x="4398" y="3359"/>
                  <a:pt x="4617" y="4771"/>
                </a:cubicBezTo>
                <a:cubicBezTo>
                  <a:pt x="4736" y="5468"/>
                  <a:pt x="4836" y="6184"/>
                  <a:pt x="4955" y="6900"/>
                </a:cubicBezTo>
                <a:cubicBezTo>
                  <a:pt x="4696" y="6522"/>
                  <a:pt x="4458" y="6144"/>
                  <a:pt x="4199" y="5766"/>
                </a:cubicBezTo>
                <a:cubicBezTo>
                  <a:pt x="3622" y="4771"/>
                  <a:pt x="3045" y="3776"/>
                  <a:pt x="2269" y="2941"/>
                </a:cubicBezTo>
                <a:cubicBezTo>
                  <a:pt x="1871" y="2523"/>
                  <a:pt x="1394" y="2125"/>
                  <a:pt x="856" y="1886"/>
                </a:cubicBezTo>
                <a:cubicBezTo>
                  <a:pt x="773" y="1849"/>
                  <a:pt x="687" y="1831"/>
                  <a:pt x="605" y="1831"/>
                </a:cubicBezTo>
                <a:cubicBezTo>
                  <a:pt x="333" y="1831"/>
                  <a:pt x="96" y="2023"/>
                  <a:pt x="80" y="2344"/>
                </a:cubicBezTo>
                <a:cubicBezTo>
                  <a:pt x="1" y="3398"/>
                  <a:pt x="578" y="4493"/>
                  <a:pt x="1095" y="5388"/>
                </a:cubicBezTo>
                <a:cubicBezTo>
                  <a:pt x="1652" y="6363"/>
                  <a:pt x="2329" y="7278"/>
                  <a:pt x="3045" y="8134"/>
                </a:cubicBezTo>
                <a:cubicBezTo>
                  <a:pt x="3085" y="8213"/>
                  <a:pt x="3144" y="8293"/>
                  <a:pt x="3184" y="8372"/>
                </a:cubicBezTo>
                <a:cubicBezTo>
                  <a:pt x="3662" y="9049"/>
                  <a:pt x="4219" y="9745"/>
                  <a:pt x="4955" y="10163"/>
                </a:cubicBezTo>
                <a:cubicBezTo>
                  <a:pt x="5269" y="10336"/>
                  <a:pt x="5608" y="10446"/>
                  <a:pt x="5961" y="10446"/>
                </a:cubicBezTo>
                <a:cubicBezTo>
                  <a:pt x="6056" y="10446"/>
                  <a:pt x="6152" y="10438"/>
                  <a:pt x="6248" y="10422"/>
                </a:cubicBezTo>
                <a:cubicBezTo>
                  <a:pt x="6626" y="10342"/>
                  <a:pt x="6984" y="10103"/>
                  <a:pt x="7243" y="9805"/>
                </a:cubicBezTo>
                <a:cubicBezTo>
                  <a:pt x="7740" y="9248"/>
                  <a:pt x="8039" y="8512"/>
                  <a:pt x="8198" y="7756"/>
                </a:cubicBezTo>
                <a:cubicBezTo>
                  <a:pt x="8477" y="6880"/>
                  <a:pt x="8656" y="5965"/>
                  <a:pt x="8775" y="5050"/>
                </a:cubicBezTo>
                <a:cubicBezTo>
                  <a:pt x="8815" y="4711"/>
                  <a:pt x="8855" y="4393"/>
                  <a:pt x="8875" y="4055"/>
                </a:cubicBezTo>
                <a:cubicBezTo>
                  <a:pt x="8934" y="3796"/>
                  <a:pt x="8994" y="3538"/>
                  <a:pt x="9034" y="3279"/>
                </a:cubicBezTo>
                <a:cubicBezTo>
                  <a:pt x="9073" y="3100"/>
                  <a:pt x="9014" y="2901"/>
                  <a:pt x="8855" y="2801"/>
                </a:cubicBezTo>
                <a:cubicBezTo>
                  <a:pt x="8815" y="2384"/>
                  <a:pt x="8715" y="1946"/>
                  <a:pt x="8417" y="1647"/>
                </a:cubicBezTo>
                <a:cubicBezTo>
                  <a:pt x="8318" y="1549"/>
                  <a:pt x="8196" y="1505"/>
                  <a:pt x="8074" y="1505"/>
                </a:cubicBezTo>
                <a:cubicBezTo>
                  <a:pt x="7900" y="1505"/>
                  <a:pt x="7726" y="1595"/>
                  <a:pt x="7621" y="1747"/>
                </a:cubicBezTo>
                <a:cubicBezTo>
                  <a:pt x="7104" y="2503"/>
                  <a:pt x="6805" y="3339"/>
                  <a:pt x="6626" y="4194"/>
                </a:cubicBezTo>
                <a:cubicBezTo>
                  <a:pt x="6507" y="3438"/>
                  <a:pt x="6328" y="2682"/>
                  <a:pt x="6049" y="1946"/>
                </a:cubicBezTo>
                <a:cubicBezTo>
                  <a:pt x="5830" y="1349"/>
                  <a:pt x="5552" y="752"/>
                  <a:pt x="5154" y="255"/>
                </a:cubicBezTo>
                <a:cubicBezTo>
                  <a:pt x="5039" y="107"/>
                  <a:pt x="4884" y="0"/>
                  <a:pt x="47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3" name="Google Shape;4943;p71"/>
          <p:cNvSpPr/>
          <p:nvPr/>
        </p:nvSpPr>
        <p:spPr>
          <a:xfrm>
            <a:off x="2995750" y="4507475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</a:path>
            </a:pathLst>
          </a:custGeom>
          <a:noFill/>
          <a:ln w="5975" cap="rnd" cmpd="sng">
            <a:solidFill>
              <a:srgbClr val="69EE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4" name="Google Shape;4944;p71"/>
          <p:cNvGrpSpPr/>
          <p:nvPr/>
        </p:nvGrpSpPr>
        <p:grpSpPr>
          <a:xfrm>
            <a:off x="3454963" y="3275016"/>
            <a:ext cx="167500" cy="200375"/>
            <a:chOff x="2999375" y="4712475"/>
            <a:chExt cx="167500" cy="200375"/>
          </a:xfrm>
        </p:grpSpPr>
        <p:sp>
          <p:nvSpPr>
            <p:cNvPr id="4945" name="Google Shape;4945;p71"/>
            <p:cNvSpPr/>
            <p:nvPr/>
          </p:nvSpPr>
          <p:spPr>
            <a:xfrm>
              <a:off x="2999375" y="4712475"/>
              <a:ext cx="130675" cy="200375"/>
            </a:xfrm>
            <a:custGeom>
              <a:avLst/>
              <a:gdLst/>
              <a:ahLst/>
              <a:cxnLst/>
              <a:rect l="l" t="t" r="r" b="b"/>
              <a:pathLst>
                <a:path w="5227" h="8015" extrusionOk="0">
                  <a:moveTo>
                    <a:pt x="4073" y="2083"/>
                  </a:moveTo>
                  <a:cubicBezTo>
                    <a:pt x="3993" y="2441"/>
                    <a:pt x="3874" y="2779"/>
                    <a:pt x="3755" y="3097"/>
                  </a:cubicBezTo>
                  <a:cubicBezTo>
                    <a:pt x="3854" y="2759"/>
                    <a:pt x="3953" y="2421"/>
                    <a:pt x="4073" y="2083"/>
                  </a:cubicBezTo>
                  <a:close/>
                  <a:moveTo>
                    <a:pt x="4432" y="1"/>
                  </a:moveTo>
                  <a:cubicBezTo>
                    <a:pt x="4345" y="1"/>
                    <a:pt x="4261" y="23"/>
                    <a:pt x="4192" y="73"/>
                  </a:cubicBezTo>
                  <a:cubicBezTo>
                    <a:pt x="3257" y="789"/>
                    <a:pt x="3018" y="2003"/>
                    <a:pt x="2680" y="3058"/>
                  </a:cubicBezTo>
                  <a:cubicBezTo>
                    <a:pt x="2441" y="3833"/>
                    <a:pt x="2282" y="4629"/>
                    <a:pt x="2123" y="5425"/>
                  </a:cubicBezTo>
                  <a:cubicBezTo>
                    <a:pt x="2103" y="5326"/>
                    <a:pt x="2083" y="5226"/>
                    <a:pt x="2063" y="5127"/>
                  </a:cubicBezTo>
                  <a:cubicBezTo>
                    <a:pt x="1864" y="4391"/>
                    <a:pt x="1546" y="3436"/>
                    <a:pt x="690" y="3237"/>
                  </a:cubicBezTo>
                  <a:cubicBezTo>
                    <a:pt x="645" y="3225"/>
                    <a:pt x="600" y="3220"/>
                    <a:pt x="558" y="3220"/>
                  </a:cubicBezTo>
                  <a:cubicBezTo>
                    <a:pt x="229" y="3220"/>
                    <a:pt x="1" y="3539"/>
                    <a:pt x="54" y="3873"/>
                  </a:cubicBezTo>
                  <a:cubicBezTo>
                    <a:pt x="293" y="5266"/>
                    <a:pt x="571" y="6679"/>
                    <a:pt x="1486" y="7813"/>
                  </a:cubicBezTo>
                  <a:cubicBezTo>
                    <a:pt x="1581" y="7923"/>
                    <a:pt x="1713" y="7959"/>
                    <a:pt x="1843" y="7959"/>
                  </a:cubicBezTo>
                  <a:cubicBezTo>
                    <a:pt x="1877" y="7959"/>
                    <a:pt x="1911" y="7956"/>
                    <a:pt x="1944" y="7952"/>
                  </a:cubicBezTo>
                  <a:cubicBezTo>
                    <a:pt x="2019" y="7995"/>
                    <a:pt x="2105" y="8014"/>
                    <a:pt x="2190" y="8014"/>
                  </a:cubicBezTo>
                  <a:cubicBezTo>
                    <a:pt x="2264" y="8014"/>
                    <a:pt x="2337" y="8000"/>
                    <a:pt x="2402" y="7972"/>
                  </a:cubicBezTo>
                  <a:cubicBezTo>
                    <a:pt x="2421" y="7979"/>
                    <a:pt x="2441" y="7981"/>
                    <a:pt x="2461" y="7981"/>
                  </a:cubicBezTo>
                  <a:cubicBezTo>
                    <a:pt x="2501" y="7981"/>
                    <a:pt x="2541" y="7972"/>
                    <a:pt x="2581" y="7972"/>
                  </a:cubicBezTo>
                  <a:cubicBezTo>
                    <a:pt x="2979" y="7872"/>
                    <a:pt x="3098" y="7415"/>
                    <a:pt x="3237" y="7077"/>
                  </a:cubicBezTo>
                  <a:cubicBezTo>
                    <a:pt x="3536" y="6420"/>
                    <a:pt x="3774" y="5724"/>
                    <a:pt x="4033" y="5047"/>
                  </a:cubicBezTo>
                  <a:cubicBezTo>
                    <a:pt x="4113" y="4828"/>
                    <a:pt x="4172" y="4729"/>
                    <a:pt x="4272" y="4490"/>
                  </a:cubicBezTo>
                  <a:cubicBezTo>
                    <a:pt x="4391" y="4211"/>
                    <a:pt x="4511" y="3953"/>
                    <a:pt x="4610" y="3694"/>
                  </a:cubicBezTo>
                  <a:cubicBezTo>
                    <a:pt x="4829" y="3197"/>
                    <a:pt x="5028" y="2679"/>
                    <a:pt x="5107" y="2142"/>
                  </a:cubicBezTo>
                  <a:cubicBezTo>
                    <a:pt x="5227" y="1506"/>
                    <a:pt x="5207" y="869"/>
                    <a:pt x="4908" y="272"/>
                  </a:cubicBezTo>
                  <a:cubicBezTo>
                    <a:pt x="4827" y="108"/>
                    <a:pt x="4623" y="1"/>
                    <a:pt x="4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71"/>
            <p:cNvSpPr/>
            <p:nvPr/>
          </p:nvSpPr>
          <p:spPr>
            <a:xfrm>
              <a:off x="3097700" y="4814950"/>
              <a:ext cx="69175" cy="91925"/>
            </a:xfrm>
            <a:custGeom>
              <a:avLst/>
              <a:gdLst/>
              <a:ahLst/>
              <a:cxnLst/>
              <a:rect l="l" t="t" r="r" b="b"/>
              <a:pathLst>
                <a:path w="2767" h="3677" extrusionOk="0">
                  <a:moveTo>
                    <a:pt x="2050" y="1"/>
                  </a:moveTo>
                  <a:cubicBezTo>
                    <a:pt x="1905" y="1"/>
                    <a:pt x="1782" y="58"/>
                    <a:pt x="1672" y="152"/>
                  </a:cubicBezTo>
                  <a:cubicBezTo>
                    <a:pt x="1234" y="491"/>
                    <a:pt x="856" y="948"/>
                    <a:pt x="578" y="1426"/>
                  </a:cubicBezTo>
                  <a:cubicBezTo>
                    <a:pt x="259" y="1923"/>
                    <a:pt x="20" y="2500"/>
                    <a:pt x="1" y="3097"/>
                  </a:cubicBezTo>
                  <a:cubicBezTo>
                    <a:pt x="1" y="3356"/>
                    <a:pt x="239" y="3614"/>
                    <a:pt x="518" y="3614"/>
                  </a:cubicBezTo>
                  <a:cubicBezTo>
                    <a:pt x="538" y="3614"/>
                    <a:pt x="558" y="3634"/>
                    <a:pt x="578" y="3634"/>
                  </a:cubicBezTo>
                  <a:cubicBezTo>
                    <a:pt x="646" y="3663"/>
                    <a:pt x="716" y="3676"/>
                    <a:pt x="785" y="3676"/>
                  </a:cubicBezTo>
                  <a:cubicBezTo>
                    <a:pt x="955" y="3676"/>
                    <a:pt x="1115" y="3591"/>
                    <a:pt x="1214" y="3435"/>
                  </a:cubicBezTo>
                  <a:cubicBezTo>
                    <a:pt x="1274" y="3336"/>
                    <a:pt x="1334" y="3216"/>
                    <a:pt x="1393" y="3117"/>
                  </a:cubicBezTo>
                  <a:cubicBezTo>
                    <a:pt x="1433" y="3077"/>
                    <a:pt x="1473" y="3017"/>
                    <a:pt x="1513" y="2958"/>
                  </a:cubicBezTo>
                  <a:cubicBezTo>
                    <a:pt x="1533" y="2938"/>
                    <a:pt x="1552" y="2918"/>
                    <a:pt x="1572" y="2898"/>
                  </a:cubicBezTo>
                  <a:cubicBezTo>
                    <a:pt x="1572" y="2878"/>
                    <a:pt x="1572" y="2878"/>
                    <a:pt x="1572" y="2878"/>
                  </a:cubicBezTo>
                  <a:cubicBezTo>
                    <a:pt x="1771" y="2619"/>
                    <a:pt x="1970" y="2381"/>
                    <a:pt x="2149" y="2122"/>
                  </a:cubicBezTo>
                  <a:cubicBezTo>
                    <a:pt x="2507" y="1625"/>
                    <a:pt x="2766" y="988"/>
                    <a:pt x="2527" y="371"/>
                  </a:cubicBezTo>
                  <a:cubicBezTo>
                    <a:pt x="2468" y="212"/>
                    <a:pt x="2368" y="73"/>
                    <a:pt x="2169" y="13"/>
                  </a:cubicBezTo>
                  <a:cubicBezTo>
                    <a:pt x="2128" y="5"/>
                    <a:pt x="2088" y="1"/>
                    <a:pt x="20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7" name="Google Shape;4947;p71"/>
          <p:cNvGrpSpPr/>
          <p:nvPr/>
        </p:nvGrpSpPr>
        <p:grpSpPr>
          <a:xfrm>
            <a:off x="3872438" y="3275391"/>
            <a:ext cx="208925" cy="199625"/>
            <a:chOff x="3698075" y="4763875"/>
            <a:chExt cx="208925" cy="199625"/>
          </a:xfrm>
        </p:grpSpPr>
        <p:sp>
          <p:nvSpPr>
            <p:cNvPr id="4948" name="Google Shape;4948;p71"/>
            <p:cNvSpPr/>
            <p:nvPr/>
          </p:nvSpPr>
          <p:spPr>
            <a:xfrm>
              <a:off x="3698075" y="4763875"/>
              <a:ext cx="207450" cy="199625"/>
            </a:xfrm>
            <a:custGeom>
              <a:avLst/>
              <a:gdLst/>
              <a:ahLst/>
              <a:cxnLst/>
              <a:rect l="l" t="t" r="r" b="b"/>
              <a:pathLst>
                <a:path w="8298" h="7985" extrusionOk="0">
                  <a:moveTo>
                    <a:pt x="5914" y="1"/>
                  </a:moveTo>
                  <a:cubicBezTo>
                    <a:pt x="5776" y="1"/>
                    <a:pt x="5631" y="54"/>
                    <a:pt x="5512" y="146"/>
                  </a:cubicBezTo>
                  <a:cubicBezTo>
                    <a:pt x="5094" y="484"/>
                    <a:pt x="4855" y="1002"/>
                    <a:pt x="4656" y="1499"/>
                  </a:cubicBezTo>
                  <a:cubicBezTo>
                    <a:pt x="4497" y="1957"/>
                    <a:pt x="4378" y="2434"/>
                    <a:pt x="4278" y="2912"/>
                  </a:cubicBezTo>
                  <a:cubicBezTo>
                    <a:pt x="4218" y="2534"/>
                    <a:pt x="4139" y="2175"/>
                    <a:pt x="3999" y="1817"/>
                  </a:cubicBezTo>
                  <a:cubicBezTo>
                    <a:pt x="3820" y="1360"/>
                    <a:pt x="3562" y="902"/>
                    <a:pt x="3104" y="623"/>
                  </a:cubicBezTo>
                  <a:cubicBezTo>
                    <a:pt x="3033" y="584"/>
                    <a:pt x="2944" y="565"/>
                    <a:pt x="2853" y="565"/>
                  </a:cubicBezTo>
                  <a:cubicBezTo>
                    <a:pt x="2668" y="565"/>
                    <a:pt x="2475" y="648"/>
                    <a:pt x="2408" y="822"/>
                  </a:cubicBezTo>
                  <a:cubicBezTo>
                    <a:pt x="2169" y="1360"/>
                    <a:pt x="2149" y="1937"/>
                    <a:pt x="2189" y="2514"/>
                  </a:cubicBezTo>
                  <a:cubicBezTo>
                    <a:pt x="2209" y="2832"/>
                    <a:pt x="2249" y="3150"/>
                    <a:pt x="2288" y="3469"/>
                  </a:cubicBezTo>
                  <a:cubicBezTo>
                    <a:pt x="2308" y="3608"/>
                    <a:pt x="2328" y="3747"/>
                    <a:pt x="2348" y="3886"/>
                  </a:cubicBezTo>
                  <a:cubicBezTo>
                    <a:pt x="2348" y="3946"/>
                    <a:pt x="2368" y="4026"/>
                    <a:pt x="2368" y="4085"/>
                  </a:cubicBezTo>
                  <a:cubicBezTo>
                    <a:pt x="2384" y="4102"/>
                    <a:pt x="2401" y="4225"/>
                    <a:pt x="2395" y="4225"/>
                  </a:cubicBezTo>
                  <a:cubicBezTo>
                    <a:pt x="2394" y="4225"/>
                    <a:pt x="2391" y="4219"/>
                    <a:pt x="2388" y="4205"/>
                  </a:cubicBezTo>
                  <a:lnTo>
                    <a:pt x="2388" y="4205"/>
                  </a:lnTo>
                  <a:cubicBezTo>
                    <a:pt x="2467" y="4742"/>
                    <a:pt x="2547" y="5279"/>
                    <a:pt x="2666" y="5836"/>
                  </a:cubicBezTo>
                  <a:cubicBezTo>
                    <a:pt x="2666" y="5876"/>
                    <a:pt x="2686" y="5916"/>
                    <a:pt x="2686" y="5956"/>
                  </a:cubicBezTo>
                  <a:cubicBezTo>
                    <a:pt x="2587" y="5816"/>
                    <a:pt x="2487" y="5657"/>
                    <a:pt x="2368" y="5518"/>
                  </a:cubicBezTo>
                  <a:cubicBezTo>
                    <a:pt x="1986" y="5003"/>
                    <a:pt x="1464" y="4501"/>
                    <a:pt x="827" y="4501"/>
                  </a:cubicBezTo>
                  <a:cubicBezTo>
                    <a:pt x="702" y="4501"/>
                    <a:pt x="572" y="4520"/>
                    <a:pt x="438" y="4563"/>
                  </a:cubicBezTo>
                  <a:cubicBezTo>
                    <a:pt x="160" y="4643"/>
                    <a:pt x="0" y="4921"/>
                    <a:pt x="80" y="5200"/>
                  </a:cubicBezTo>
                  <a:cubicBezTo>
                    <a:pt x="378" y="6413"/>
                    <a:pt x="1552" y="6871"/>
                    <a:pt x="2288" y="7746"/>
                  </a:cubicBezTo>
                  <a:cubicBezTo>
                    <a:pt x="2373" y="7855"/>
                    <a:pt x="2502" y="7905"/>
                    <a:pt x="2631" y="7905"/>
                  </a:cubicBezTo>
                  <a:cubicBezTo>
                    <a:pt x="2713" y="7905"/>
                    <a:pt x="2795" y="7885"/>
                    <a:pt x="2865" y="7846"/>
                  </a:cubicBezTo>
                  <a:cubicBezTo>
                    <a:pt x="2885" y="7866"/>
                    <a:pt x="2905" y="7886"/>
                    <a:pt x="2925" y="7906"/>
                  </a:cubicBezTo>
                  <a:cubicBezTo>
                    <a:pt x="3004" y="7961"/>
                    <a:pt x="3086" y="7985"/>
                    <a:pt x="3167" y="7985"/>
                  </a:cubicBezTo>
                  <a:cubicBezTo>
                    <a:pt x="3289" y="7985"/>
                    <a:pt x="3406" y="7930"/>
                    <a:pt x="3502" y="7846"/>
                  </a:cubicBezTo>
                  <a:cubicBezTo>
                    <a:pt x="3611" y="7914"/>
                    <a:pt x="3729" y="7945"/>
                    <a:pt x="3850" y="7945"/>
                  </a:cubicBezTo>
                  <a:cubicBezTo>
                    <a:pt x="3906" y="7945"/>
                    <a:pt x="3963" y="7938"/>
                    <a:pt x="4019" y="7925"/>
                  </a:cubicBezTo>
                  <a:cubicBezTo>
                    <a:pt x="4059" y="7935"/>
                    <a:pt x="4099" y="7940"/>
                    <a:pt x="4138" y="7940"/>
                  </a:cubicBezTo>
                  <a:cubicBezTo>
                    <a:pt x="4257" y="7940"/>
                    <a:pt x="4373" y="7896"/>
                    <a:pt x="4477" y="7806"/>
                  </a:cubicBezTo>
                  <a:cubicBezTo>
                    <a:pt x="4537" y="7806"/>
                    <a:pt x="4616" y="7766"/>
                    <a:pt x="4696" y="7726"/>
                  </a:cubicBezTo>
                  <a:cubicBezTo>
                    <a:pt x="5333" y="7309"/>
                    <a:pt x="5890" y="6771"/>
                    <a:pt x="6427" y="6234"/>
                  </a:cubicBezTo>
                  <a:cubicBezTo>
                    <a:pt x="7024" y="5617"/>
                    <a:pt x="7660" y="4921"/>
                    <a:pt x="8019" y="4145"/>
                  </a:cubicBezTo>
                  <a:cubicBezTo>
                    <a:pt x="8198" y="3727"/>
                    <a:pt x="8297" y="3309"/>
                    <a:pt x="8098" y="2872"/>
                  </a:cubicBezTo>
                  <a:cubicBezTo>
                    <a:pt x="8008" y="2704"/>
                    <a:pt x="7826" y="2628"/>
                    <a:pt x="7649" y="2628"/>
                  </a:cubicBezTo>
                  <a:cubicBezTo>
                    <a:pt x="7553" y="2628"/>
                    <a:pt x="7459" y="2651"/>
                    <a:pt x="7382" y="2693"/>
                  </a:cubicBezTo>
                  <a:cubicBezTo>
                    <a:pt x="6865" y="2991"/>
                    <a:pt x="6407" y="3389"/>
                    <a:pt x="5989" y="3827"/>
                  </a:cubicBezTo>
                  <a:cubicBezTo>
                    <a:pt x="6009" y="3787"/>
                    <a:pt x="6029" y="3747"/>
                    <a:pt x="6049" y="3707"/>
                  </a:cubicBezTo>
                  <a:cubicBezTo>
                    <a:pt x="6467" y="2653"/>
                    <a:pt x="6944" y="1320"/>
                    <a:pt x="6327" y="245"/>
                  </a:cubicBezTo>
                  <a:cubicBezTo>
                    <a:pt x="6231" y="74"/>
                    <a:pt x="6077" y="1"/>
                    <a:pt x="59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71"/>
            <p:cNvSpPr/>
            <p:nvPr/>
          </p:nvSpPr>
          <p:spPr>
            <a:xfrm>
              <a:off x="3850775" y="4907275"/>
              <a:ext cx="56225" cy="52325"/>
            </a:xfrm>
            <a:custGeom>
              <a:avLst/>
              <a:gdLst/>
              <a:ahLst/>
              <a:cxnLst/>
              <a:rect l="l" t="t" r="r" b="b"/>
              <a:pathLst>
                <a:path w="2249" h="2093" extrusionOk="0">
                  <a:moveTo>
                    <a:pt x="1533" y="1"/>
                  </a:moveTo>
                  <a:cubicBezTo>
                    <a:pt x="1373" y="1"/>
                    <a:pt x="1274" y="61"/>
                    <a:pt x="1154" y="140"/>
                  </a:cubicBezTo>
                  <a:cubicBezTo>
                    <a:pt x="936" y="339"/>
                    <a:pt x="717" y="538"/>
                    <a:pt x="538" y="757"/>
                  </a:cubicBezTo>
                  <a:cubicBezTo>
                    <a:pt x="518" y="777"/>
                    <a:pt x="498" y="817"/>
                    <a:pt x="458" y="856"/>
                  </a:cubicBezTo>
                  <a:cubicBezTo>
                    <a:pt x="379" y="916"/>
                    <a:pt x="279" y="996"/>
                    <a:pt x="199" y="1095"/>
                  </a:cubicBezTo>
                  <a:cubicBezTo>
                    <a:pt x="1" y="1274"/>
                    <a:pt x="1" y="1632"/>
                    <a:pt x="199" y="1811"/>
                  </a:cubicBezTo>
                  <a:cubicBezTo>
                    <a:pt x="239" y="1851"/>
                    <a:pt x="299" y="1891"/>
                    <a:pt x="339" y="1911"/>
                  </a:cubicBezTo>
                  <a:cubicBezTo>
                    <a:pt x="438" y="2030"/>
                    <a:pt x="577" y="2090"/>
                    <a:pt x="717" y="2090"/>
                  </a:cubicBezTo>
                  <a:cubicBezTo>
                    <a:pt x="732" y="2091"/>
                    <a:pt x="746" y="2092"/>
                    <a:pt x="761" y="2092"/>
                  </a:cubicBezTo>
                  <a:cubicBezTo>
                    <a:pt x="939" y="2092"/>
                    <a:pt x="1087" y="1983"/>
                    <a:pt x="1234" y="1891"/>
                  </a:cubicBezTo>
                  <a:cubicBezTo>
                    <a:pt x="1353" y="1791"/>
                    <a:pt x="1493" y="1692"/>
                    <a:pt x="1612" y="1593"/>
                  </a:cubicBezTo>
                  <a:cubicBezTo>
                    <a:pt x="1811" y="1394"/>
                    <a:pt x="2010" y="1175"/>
                    <a:pt x="2149" y="936"/>
                  </a:cubicBezTo>
                  <a:cubicBezTo>
                    <a:pt x="2249" y="757"/>
                    <a:pt x="2249" y="518"/>
                    <a:pt x="2110" y="359"/>
                  </a:cubicBezTo>
                  <a:cubicBezTo>
                    <a:pt x="2070" y="299"/>
                    <a:pt x="2010" y="259"/>
                    <a:pt x="1950" y="220"/>
                  </a:cubicBezTo>
                  <a:cubicBezTo>
                    <a:pt x="1930" y="180"/>
                    <a:pt x="1891" y="140"/>
                    <a:pt x="1831" y="100"/>
                  </a:cubicBezTo>
                  <a:cubicBezTo>
                    <a:pt x="1751" y="41"/>
                    <a:pt x="1632" y="1"/>
                    <a:pt x="1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0" name="Google Shape;4950;p71"/>
          <p:cNvGrpSpPr/>
          <p:nvPr/>
        </p:nvGrpSpPr>
        <p:grpSpPr>
          <a:xfrm>
            <a:off x="4371925" y="3268903"/>
            <a:ext cx="219575" cy="212600"/>
            <a:chOff x="4181850" y="4767175"/>
            <a:chExt cx="219575" cy="212600"/>
          </a:xfrm>
        </p:grpSpPr>
        <p:sp>
          <p:nvSpPr>
            <p:cNvPr id="4951" name="Google Shape;4951;p71"/>
            <p:cNvSpPr/>
            <p:nvPr/>
          </p:nvSpPr>
          <p:spPr>
            <a:xfrm>
              <a:off x="4181850" y="4767175"/>
              <a:ext cx="139500" cy="212600"/>
            </a:xfrm>
            <a:custGeom>
              <a:avLst/>
              <a:gdLst/>
              <a:ahLst/>
              <a:cxnLst/>
              <a:rect l="l" t="t" r="r" b="b"/>
              <a:pathLst>
                <a:path w="5580" h="8504" extrusionOk="0">
                  <a:moveTo>
                    <a:pt x="2170" y="0"/>
                  </a:moveTo>
                  <a:cubicBezTo>
                    <a:pt x="2055" y="0"/>
                    <a:pt x="1943" y="46"/>
                    <a:pt x="1859" y="153"/>
                  </a:cubicBezTo>
                  <a:cubicBezTo>
                    <a:pt x="1162" y="969"/>
                    <a:pt x="1441" y="2222"/>
                    <a:pt x="1660" y="3158"/>
                  </a:cubicBezTo>
                  <a:cubicBezTo>
                    <a:pt x="1819" y="3834"/>
                    <a:pt x="2078" y="4471"/>
                    <a:pt x="2316" y="5127"/>
                  </a:cubicBezTo>
                  <a:cubicBezTo>
                    <a:pt x="2296" y="5107"/>
                    <a:pt x="2296" y="5088"/>
                    <a:pt x="2277" y="5068"/>
                  </a:cubicBezTo>
                  <a:cubicBezTo>
                    <a:pt x="1899" y="4411"/>
                    <a:pt x="1441" y="3814"/>
                    <a:pt x="705" y="3536"/>
                  </a:cubicBezTo>
                  <a:cubicBezTo>
                    <a:pt x="647" y="3512"/>
                    <a:pt x="591" y="3502"/>
                    <a:pt x="537" y="3502"/>
                  </a:cubicBezTo>
                  <a:cubicBezTo>
                    <a:pt x="223" y="3502"/>
                    <a:pt x="0" y="3866"/>
                    <a:pt x="68" y="4172"/>
                  </a:cubicBezTo>
                  <a:cubicBezTo>
                    <a:pt x="267" y="5127"/>
                    <a:pt x="944" y="5844"/>
                    <a:pt x="1540" y="6560"/>
                  </a:cubicBezTo>
                  <a:cubicBezTo>
                    <a:pt x="1560" y="6659"/>
                    <a:pt x="1600" y="6759"/>
                    <a:pt x="1680" y="6858"/>
                  </a:cubicBezTo>
                  <a:cubicBezTo>
                    <a:pt x="2217" y="7475"/>
                    <a:pt x="2754" y="8211"/>
                    <a:pt x="3590" y="8430"/>
                  </a:cubicBezTo>
                  <a:cubicBezTo>
                    <a:pt x="3748" y="8475"/>
                    <a:pt x="3927" y="8504"/>
                    <a:pt x="4106" y="8504"/>
                  </a:cubicBezTo>
                  <a:cubicBezTo>
                    <a:pt x="4399" y="8504"/>
                    <a:pt x="4693" y="8429"/>
                    <a:pt x="4903" y="8231"/>
                  </a:cubicBezTo>
                  <a:cubicBezTo>
                    <a:pt x="5082" y="8052"/>
                    <a:pt x="5162" y="7833"/>
                    <a:pt x="5181" y="7614"/>
                  </a:cubicBezTo>
                  <a:cubicBezTo>
                    <a:pt x="5221" y="7575"/>
                    <a:pt x="5241" y="7555"/>
                    <a:pt x="5281" y="7515"/>
                  </a:cubicBezTo>
                  <a:cubicBezTo>
                    <a:pt x="5579" y="7057"/>
                    <a:pt x="5579" y="6440"/>
                    <a:pt x="5579" y="5903"/>
                  </a:cubicBezTo>
                  <a:cubicBezTo>
                    <a:pt x="5579" y="5366"/>
                    <a:pt x="5520" y="4789"/>
                    <a:pt x="5281" y="4292"/>
                  </a:cubicBezTo>
                  <a:cubicBezTo>
                    <a:pt x="5201" y="4123"/>
                    <a:pt x="5017" y="4038"/>
                    <a:pt x="4833" y="4038"/>
                  </a:cubicBezTo>
                  <a:cubicBezTo>
                    <a:pt x="4649" y="4038"/>
                    <a:pt x="4465" y="4123"/>
                    <a:pt x="4386" y="4292"/>
                  </a:cubicBezTo>
                  <a:cubicBezTo>
                    <a:pt x="4306" y="4491"/>
                    <a:pt x="4226" y="4690"/>
                    <a:pt x="4167" y="4889"/>
                  </a:cubicBezTo>
                  <a:cubicBezTo>
                    <a:pt x="3868" y="3277"/>
                    <a:pt x="3669" y="1626"/>
                    <a:pt x="2655" y="273"/>
                  </a:cubicBezTo>
                  <a:cubicBezTo>
                    <a:pt x="2545" y="114"/>
                    <a:pt x="2353" y="0"/>
                    <a:pt x="21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71"/>
            <p:cNvSpPr/>
            <p:nvPr/>
          </p:nvSpPr>
          <p:spPr>
            <a:xfrm>
              <a:off x="4329275" y="4890275"/>
              <a:ext cx="37325" cy="81850"/>
            </a:xfrm>
            <a:custGeom>
              <a:avLst/>
              <a:gdLst/>
              <a:ahLst/>
              <a:cxnLst/>
              <a:rect l="l" t="t" r="r" b="b"/>
              <a:pathLst>
                <a:path w="1493" h="3274" extrusionOk="0">
                  <a:moveTo>
                    <a:pt x="650" y="1"/>
                  </a:moveTo>
                  <a:cubicBezTo>
                    <a:pt x="602" y="1"/>
                    <a:pt x="551" y="8"/>
                    <a:pt x="498" y="24"/>
                  </a:cubicBezTo>
                  <a:cubicBezTo>
                    <a:pt x="339" y="64"/>
                    <a:pt x="160" y="203"/>
                    <a:pt x="140" y="382"/>
                  </a:cubicBezTo>
                  <a:cubicBezTo>
                    <a:pt x="1" y="1218"/>
                    <a:pt x="21" y="2093"/>
                    <a:pt x="299" y="2889"/>
                  </a:cubicBezTo>
                  <a:cubicBezTo>
                    <a:pt x="381" y="3102"/>
                    <a:pt x="570" y="3274"/>
                    <a:pt x="789" y="3274"/>
                  </a:cubicBezTo>
                  <a:cubicBezTo>
                    <a:pt x="836" y="3274"/>
                    <a:pt x="886" y="3265"/>
                    <a:pt x="936" y="3247"/>
                  </a:cubicBezTo>
                  <a:cubicBezTo>
                    <a:pt x="1055" y="3208"/>
                    <a:pt x="1155" y="3148"/>
                    <a:pt x="1234" y="3048"/>
                  </a:cubicBezTo>
                  <a:cubicBezTo>
                    <a:pt x="1334" y="2969"/>
                    <a:pt x="1433" y="2869"/>
                    <a:pt x="1473" y="2750"/>
                  </a:cubicBezTo>
                  <a:cubicBezTo>
                    <a:pt x="1493" y="2631"/>
                    <a:pt x="1473" y="2531"/>
                    <a:pt x="1453" y="2412"/>
                  </a:cubicBezTo>
                  <a:cubicBezTo>
                    <a:pt x="1453" y="2392"/>
                    <a:pt x="1453" y="2352"/>
                    <a:pt x="1453" y="2332"/>
                  </a:cubicBezTo>
                  <a:cubicBezTo>
                    <a:pt x="1433" y="2332"/>
                    <a:pt x="1433" y="2332"/>
                    <a:pt x="1433" y="2312"/>
                  </a:cubicBezTo>
                  <a:cubicBezTo>
                    <a:pt x="1433" y="2292"/>
                    <a:pt x="1433" y="2273"/>
                    <a:pt x="1433" y="2253"/>
                  </a:cubicBezTo>
                  <a:cubicBezTo>
                    <a:pt x="1433" y="2213"/>
                    <a:pt x="1433" y="2153"/>
                    <a:pt x="1433" y="2113"/>
                  </a:cubicBezTo>
                  <a:cubicBezTo>
                    <a:pt x="1433" y="1914"/>
                    <a:pt x="1453" y="1696"/>
                    <a:pt x="1473" y="1497"/>
                  </a:cubicBezTo>
                  <a:cubicBezTo>
                    <a:pt x="1473" y="1019"/>
                    <a:pt x="1393" y="462"/>
                    <a:pt x="996" y="144"/>
                  </a:cubicBezTo>
                  <a:cubicBezTo>
                    <a:pt x="894" y="56"/>
                    <a:pt x="781" y="1"/>
                    <a:pt x="6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71"/>
            <p:cNvSpPr/>
            <p:nvPr/>
          </p:nvSpPr>
          <p:spPr>
            <a:xfrm>
              <a:off x="4369575" y="4923125"/>
              <a:ext cx="31850" cy="54925"/>
            </a:xfrm>
            <a:custGeom>
              <a:avLst/>
              <a:gdLst/>
              <a:ahLst/>
              <a:cxnLst/>
              <a:rect l="l" t="t" r="r" b="b"/>
              <a:pathLst>
                <a:path w="1274" h="2197" extrusionOk="0">
                  <a:moveTo>
                    <a:pt x="642" y="1"/>
                  </a:moveTo>
                  <a:cubicBezTo>
                    <a:pt x="448" y="1"/>
                    <a:pt x="289" y="98"/>
                    <a:pt x="179" y="262"/>
                  </a:cubicBezTo>
                  <a:cubicBezTo>
                    <a:pt x="40" y="461"/>
                    <a:pt x="0" y="720"/>
                    <a:pt x="0" y="959"/>
                  </a:cubicBezTo>
                  <a:cubicBezTo>
                    <a:pt x="20" y="1177"/>
                    <a:pt x="60" y="1396"/>
                    <a:pt x="80" y="1615"/>
                  </a:cubicBezTo>
                  <a:cubicBezTo>
                    <a:pt x="100" y="1734"/>
                    <a:pt x="219" y="1874"/>
                    <a:pt x="319" y="1933"/>
                  </a:cubicBezTo>
                  <a:cubicBezTo>
                    <a:pt x="358" y="1973"/>
                    <a:pt x="378" y="2013"/>
                    <a:pt x="418" y="2053"/>
                  </a:cubicBezTo>
                  <a:cubicBezTo>
                    <a:pt x="501" y="2153"/>
                    <a:pt x="627" y="2197"/>
                    <a:pt x="759" y="2197"/>
                  </a:cubicBezTo>
                  <a:cubicBezTo>
                    <a:pt x="784" y="2197"/>
                    <a:pt x="810" y="2195"/>
                    <a:pt x="836" y="2192"/>
                  </a:cubicBezTo>
                  <a:cubicBezTo>
                    <a:pt x="975" y="2172"/>
                    <a:pt x="1134" y="2093"/>
                    <a:pt x="1194" y="1953"/>
                  </a:cubicBezTo>
                  <a:cubicBezTo>
                    <a:pt x="1234" y="1854"/>
                    <a:pt x="1274" y="1774"/>
                    <a:pt x="1274" y="1675"/>
                  </a:cubicBezTo>
                  <a:cubicBezTo>
                    <a:pt x="1274" y="1635"/>
                    <a:pt x="1274" y="1595"/>
                    <a:pt x="1254" y="1555"/>
                  </a:cubicBezTo>
                  <a:cubicBezTo>
                    <a:pt x="1214" y="1157"/>
                    <a:pt x="1234" y="760"/>
                    <a:pt x="1134" y="382"/>
                  </a:cubicBezTo>
                  <a:cubicBezTo>
                    <a:pt x="1075" y="183"/>
                    <a:pt x="896" y="43"/>
                    <a:pt x="697" y="3"/>
                  </a:cubicBezTo>
                  <a:cubicBezTo>
                    <a:pt x="678" y="2"/>
                    <a:pt x="660" y="1"/>
                    <a:pt x="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4" name="Google Shape;4954;p71"/>
          <p:cNvGrpSpPr/>
          <p:nvPr/>
        </p:nvGrpSpPr>
        <p:grpSpPr>
          <a:xfrm>
            <a:off x="4882088" y="3279391"/>
            <a:ext cx="500400" cy="191625"/>
            <a:chOff x="4930150" y="4800900"/>
            <a:chExt cx="500400" cy="191625"/>
          </a:xfrm>
        </p:grpSpPr>
        <p:sp>
          <p:nvSpPr>
            <p:cNvPr id="4955" name="Google Shape;4955;p71"/>
            <p:cNvSpPr/>
            <p:nvPr/>
          </p:nvSpPr>
          <p:spPr>
            <a:xfrm>
              <a:off x="4930150" y="4800900"/>
              <a:ext cx="187050" cy="188350"/>
            </a:xfrm>
            <a:custGeom>
              <a:avLst/>
              <a:gdLst/>
              <a:ahLst/>
              <a:cxnLst/>
              <a:rect l="l" t="t" r="r" b="b"/>
              <a:pathLst>
                <a:path w="7482" h="7534" extrusionOk="0">
                  <a:moveTo>
                    <a:pt x="1880" y="0"/>
                  </a:moveTo>
                  <a:cubicBezTo>
                    <a:pt x="1615" y="0"/>
                    <a:pt x="1353" y="229"/>
                    <a:pt x="1353" y="515"/>
                  </a:cubicBezTo>
                  <a:cubicBezTo>
                    <a:pt x="1373" y="1510"/>
                    <a:pt x="1711" y="2485"/>
                    <a:pt x="2010" y="3440"/>
                  </a:cubicBezTo>
                  <a:cubicBezTo>
                    <a:pt x="1811" y="3261"/>
                    <a:pt x="1592" y="3082"/>
                    <a:pt x="1353" y="2943"/>
                  </a:cubicBezTo>
                  <a:cubicBezTo>
                    <a:pt x="1163" y="2848"/>
                    <a:pt x="923" y="2740"/>
                    <a:pt x="693" y="2740"/>
                  </a:cubicBezTo>
                  <a:cubicBezTo>
                    <a:pt x="633" y="2740"/>
                    <a:pt x="575" y="2747"/>
                    <a:pt x="518" y="2764"/>
                  </a:cubicBezTo>
                  <a:cubicBezTo>
                    <a:pt x="160" y="2863"/>
                    <a:pt x="0" y="3221"/>
                    <a:pt x="100" y="3559"/>
                  </a:cubicBezTo>
                  <a:cubicBezTo>
                    <a:pt x="179" y="3878"/>
                    <a:pt x="418" y="4176"/>
                    <a:pt x="617" y="4435"/>
                  </a:cubicBezTo>
                  <a:cubicBezTo>
                    <a:pt x="816" y="4713"/>
                    <a:pt x="1055" y="4992"/>
                    <a:pt x="1294" y="5231"/>
                  </a:cubicBezTo>
                  <a:cubicBezTo>
                    <a:pt x="1771" y="5728"/>
                    <a:pt x="2328" y="6166"/>
                    <a:pt x="2885" y="6544"/>
                  </a:cubicBezTo>
                  <a:cubicBezTo>
                    <a:pt x="2925" y="6623"/>
                    <a:pt x="2985" y="6683"/>
                    <a:pt x="3064" y="6723"/>
                  </a:cubicBezTo>
                  <a:cubicBezTo>
                    <a:pt x="3084" y="6743"/>
                    <a:pt x="3124" y="6763"/>
                    <a:pt x="3164" y="6783"/>
                  </a:cubicBezTo>
                  <a:cubicBezTo>
                    <a:pt x="3224" y="6803"/>
                    <a:pt x="3283" y="6822"/>
                    <a:pt x="3363" y="6822"/>
                  </a:cubicBezTo>
                  <a:cubicBezTo>
                    <a:pt x="3564" y="6910"/>
                    <a:pt x="3776" y="6970"/>
                    <a:pt x="3978" y="6970"/>
                  </a:cubicBezTo>
                  <a:cubicBezTo>
                    <a:pt x="4236" y="6970"/>
                    <a:pt x="4478" y="6871"/>
                    <a:pt x="4656" y="6604"/>
                  </a:cubicBezTo>
                  <a:cubicBezTo>
                    <a:pt x="4756" y="6444"/>
                    <a:pt x="4815" y="6245"/>
                    <a:pt x="4835" y="6046"/>
                  </a:cubicBezTo>
                  <a:cubicBezTo>
                    <a:pt x="4855" y="5927"/>
                    <a:pt x="4875" y="5808"/>
                    <a:pt x="4895" y="5688"/>
                  </a:cubicBezTo>
                  <a:cubicBezTo>
                    <a:pt x="4915" y="5529"/>
                    <a:pt x="4915" y="5509"/>
                    <a:pt x="4935" y="5410"/>
                  </a:cubicBezTo>
                  <a:cubicBezTo>
                    <a:pt x="4935" y="5330"/>
                    <a:pt x="4955" y="5251"/>
                    <a:pt x="4955" y="5171"/>
                  </a:cubicBezTo>
                  <a:cubicBezTo>
                    <a:pt x="4955" y="5569"/>
                    <a:pt x="4974" y="5967"/>
                    <a:pt x="4974" y="6365"/>
                  </a:cubicBezTo>
                  <a:cubicBezTo>
                    <a:pt x="4974" y="6504"/>
                    <a:pt x="5054" y="6643"/>
                    <a:pt x="5154" y="6743"/>
                  </a:cubicBezTo>
                  <a:cubicBezTo>
                    <a:pt x="5173" y="6803"/>
                    <a:pt x="5213" y="6862"/>
                    <a:pt x="5253" y="6902"/>
                  </a:cubicBezTo>
                  <a:cubicBezTo>
                    <a:pt x="5347" y="6996"/>
                    <a:pt x="5459" y="7037"/>
                    <a:pt x="5572" y="7037"/>
                  </a:cubicBezTo>
                  <a:cubicBezTo>
                    <a:pt x="5697" y="7037"/>
                    <a:pt x="5824" y="6986"/>
                    <a:pt x="5929" y="6902"/>
                  </a:cubicBezTo>
                  <a:cubicBezTo>
                    <a:pt x="6049" y="6803"/>
                    <a:pt x="6089" y="6683"/>
                    <a:pt x="6109" y="6544"/>
                  </a:cubicBezTo>
                  <a:cubicBezTo>
                    <a:pt x="6128" y="6663"/>
                    <a:pt x="6148" y="6783"/>
                    <a:pt x="6188" y="6902"/>
                  </a:cubicBezTo>
                  <a:cubicBezTo>
                    <a:pt x="6188" y="6942"/>
                    <a:pt x="6208" y="6982"/>
                    <a:pt x="6228" y="7001"/>
                  </a:cubicBezTo>
                  <a:cubicBezTo>
                    <a:pt x="6228" y="7061"/>
                    <a:pt x="6228" y="7121"/>
                    <a:pt x="6248" y="7161"/>
                  </a:cubicBezTo>
                  <a:cubicBezTo>
                    <a:pt x="6307" y="7320"/>
                    <a:pt x="6387" y="7439"/>
                    <a:pt x="6546" y="7499"/>
                  </a:cubicBezTo>
                  <a:cubicBezTo>
                    <a:pt x="6609" y="7522"/>
                    <a:pt x="6669" y="7534"/>
                    <a:pt x="6728" y="7534"/>
                  </a:cubicBezTo>
                  <a:cubicBezTo>
                    <a:pt x="6818" y="7534"/>
                    <a:pt x="6907" y="7507"/>
                    <a:pt x="7004" y="7459"/>
                  </a:cubicBezTo>
                  <a:cubicBezTo>
                    <a:pt x="7223" y="7360"/>
                    <a:pt x="7302" y="7021"/>
                    <a:pt x="7362" y="6783"/>
                  </a:cubicBezTo>
                  <a:cubicBezTo>
                    <a:pt x="7402" y="6564"/>
                    <a:pt x="7442" y="6345"/>
                    <a:pt x="7461" y="6106"/>
                  </a:cubicBezTo>
                  <a:cubicBezTo>
                    <a:pt x="7481" y="5668"/>
                    <a:pt x="7442" y="5191"/>
                    <a:pt x="7143" y="4833"/>
                  </a:cubicBezTo>
                  <a:cubicBezTo>
                    <a:pt x="7053" y="4724"/>
                    <a:pt x="6929" y="4677"/>
                    <a:pt x="6802" y="4677"/>
                  </a:cubicBezTo>
                  <a:cubicBezTo>
                    <a:pt x="6651" y="4677"/>
                    <a:pt x="6495" y="4744"/>
                    <a:pt x="6387" y="4853"/>
                  </a:cubicBezTo>
                  <a:cubicBezTo>
                    <a:pt x="6427" y="4435"/>
                    <a:pt x="6427" y="4037"/>
                    <a:pt x="6327" y="3619"/>
                  </a:cubicBezTo>
                  <a:cubicBezTo>
                    <a:pt x="6269" y="3400"/>
                    <a:pt x="6029" y="3224"/>
                    <a:pt x="5795" y="3224"/>
                  </a:cubicBezTo>
                  <a:cubicBezTo>
                    <a:pt x="5710" y="3224"/>
                    <a:pt x="5626" y="3248"/>
                    <a:pt x="5551" y="3301"/>
                  </a:cubicBezTo>
                  <a:cubicBezTo>
                    <a:pt x="5253" y="3540"/>
                    <a:pt x="5114" y="3858"/>
                    <a:pt x="5034" y="4196"/>
                  </a:cubicBezTo>
                  <a:cubicBezTo>
                    <a:pt x="5054" y="4077"/>
                    <a:pt x="5054" y="3937"/>
                    <a:pt x="5034" y="3798"/>
                  </a:cubicBezTo>
                  <a:cubicBezTo>
                    <a:pt x="5034" y="3261"/>
                    <a:pt x="4955" y="2664"/>
                    <a:pt x="4616" y="2226"/>
                  </a:cubicBezTo>
                  <a:cubicBezTo>
                    <a:pt x="4510" y="2067"/>
                    <a:pt x="4312" y="1964"/>
                    <a:pt x="4127" y="1964"/>
                  </a:cubicBezTo>
                  <a:cubicBezTo>
                    <a:pt x="3966" y="1964"/>
                    <a:pt x="3815" y="2041"/>
                    <a:pt x="3741" y="2226"/>
                  </a:cubicBezTo>
                  <a:cubicBezTo>
                    <a:pt x="3621" y="2445"/>
                    <a:pt x="3562" y="2684"/>
                    <a:pt x="3502" y="2923"/>
                  </a:cubicBezTo>
                  <a:cubicBezTo>
                    <a:pt x="3482" y="2803"/>
                    <a:pt x="3442" y="2704"/>
                    <a:pt x="3423" y="2585"/>
                  </a:cubicBezTo>
                  <a:cubicBezTo>
                    <a:pt x="3204" y="1689"/>
                    <a:pt x="2965" y="595"/>
                    <a:pt x="2129" y="78"/>
                  </a:cubicBezTo>
                  <a:cubicBezTo>
                    <a:pt x="2052" y="24"/>
                    <a:pt x="1966" y="0"/>
                    <a:pt x="1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71"/>
            <p:cNvSpPr/>
            <p:nvPr/>
          </p:nvSpPr>
          <p:spPr>
            <a:xfrm>
              <a:off x="5268875" y="4901025"/>
              <a:ext cx="55750" cy="91500"/>
            </a:xfrm>
            <a:custGeom>
              <a:avLst/>
              <a:gdLst/>
              <a:ahLst/>
              <a:cxnLst/>
              <a:rect l="l" t="t" r="r" b="b"/>
              <a:pathLst>
                <a:path w="2230" h="3660" extrusionOk="0">
                  <a:moveTo>
                    <a:pt x="1423" y="0"/>
                  </a:moveTo>
                  <a:cubicBezTo>
                    <a:pt x="1302" y="0"/>
                    <a:pt x="1180" y="46"/>
                    <a:pt x="1075" y="151"/>
                  </a:cubicBezTo>
                  <a:cubicBezTo>
                    <a:pt x="697" y="529"/>
                    <a:pt x="478" y="1047"/>
                    <a:pt x="319" y="1564"/>
                  </a:cubicBezTo>
                  <a:cubicBezTo>
                    <a:pt x="180" y="2041"/>
                    <a:pt x="80" y="2519"/>
                    <a:pt x="21" y="3016"/>
                  </a:cubicBezTo>
                  <a:cubicBezTo>
                    <a:pt x="1" y="3156"/>
                    <a:pt x="1" y="3275"/>
                    <a:pt x="80" y="3414"/>
                  </a:cubicBezTo>
                  <a:cubicBezTo>
                    <a:pt x="140" y="3514"/>
                    <a:pt x="259" y="3613"/>
                    <a:pt x="379" y="3653"/>
                  </a:cubicBezTo>
                  <a:cubicBezTo>
                    <a:pt x="415" y="3658"/>
                    <a:pt x="451" y="3660"/>
                    <a:pt x="488" y="3660"/>
                  </a:cubicBezTo>
                  <a:cubicBezTo>
                    <a:pt x="616" y="3660"/>
                    <a:pt x="748" y="3631"/>
                    <a:pt x="856" y="3554"/>
                  </a:cubicBezTo>
                  <a:cubicBezTo>
                    <a:pt x="896" y="3534"/>
                    <a:pt x="936" y="3514"/>
                    <a:pt x="976" y="3494"/>
                  </a:cubicBezTo>
                  <a:cubicBezTo>
                    <a:pt x="1453" y="3156"/>
                    <a:pt x="1712" y="2499"/>
                    <a:pt x="1911" y="1962"/>
                  </a:cubicBezTo>
                  <a:cubicBezTo>
                    <a:pt x="2070" y="1464"/>
                    <a:pt x="2229" y="728"/>
                    <a:pt x="1891" y="251"/>
                  </a:cubicBezTo>
                  <a:cubicBezTo>
                    <a:pt x="1773" y="97"/>
                    <a:pt x="1599" y="0"/>
                    <a:pt x="14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71"/>
            <p:cNvSpPr/>
            <p:nvPr/>
          </p:nvSpPr>
          <p:spPr>
            <a:xfrm>
              <a:off x="5310775" y="4827625"/>
              <a:ext cx="119775" cy="151225"/>
            </a:xfrm>
            <a:custGeom>
              <a:avLst/>
              <a:gdLst/>
              <a:ahLst/>
              <a:cxnLst/>
              <a:rect l="l" t="t" r="r" b="b"/>
              <a:pathLst>
                <a:path w="4791" h="6049" extrusionOk="0">
                  <a:moveTo>
                    <a:pt x="2915" y="1"/>
                  </a:moveTo>
                  <a:cubicBezTo>
                    <a:pt x="2832" y="1"/>
                    <a:pt x="2751" y="20"/>
                    <a:pt x="2682" y="63"/>
                  </a:cubicBezTo>
                  <a:cubicBezTo>
                    <a:pt x="1926" y="541"/>
                    <a:pt x="1468" y="1416"/>
                    <a:pt x="1130" y="2212"/>
                  </a:cubicBezTo>
                  <a:cubicBezTo>
                    <a:pt x="672" y="3247"/>
                    <a:pt x="454" y="4341"/>
                    <a:pt x="115" y="5415"/>
                  </a:cubicBezTo>
                  <a:cubicBezTo>
                    <a:pt x="1" y="5793"/>
                    <a:pt x="319" y="6048"/>
                    <a:pt x="634" y="6048"/>
                  </a:cubicBezTo>
                  <a:cubicBezTo>
                    <a:pt x="702" y="6048"/>
                    <a:pt x="769" y="6037"/>
                    <a:pt x="832" y="6012"/>
                  </a:cubicBezTo>
                  <a:cubicBezTo>
                    <a:pt x="887" y="6033"/>
                    <a:pt x="946" y="6044"/>
                    <a:pt x="1008" y="6044"/>
                  </a:cubicBezTo>
                  <a:cubicBezTo>
                    <a:pt x="1126" y="6044"/>
                    <a:pt x="1252" y="6004"/>
                    <a:pt x="1369" y="5913"/>
                  </a:cubicBezTo>
                  <a:cubicBezTo>
                    <a:pt x="1608" y="5714"/>
                    <a:pt x="1747" y="5296"/>
                    <a:pt x="1866" y="5037"/>
                  </a:cubicBezTo>
                  <a:cubicBezTo>
                    <a:pt x="1926" y="4898"/>
                    <a:pt x="1986" y="4779"/>
                    <a:pt x="2045" y="4659"/>
                  </a:cubicBezTo>
                  <a:lnTo>
                    <a:pt x="2045" y="4659"/>
                  </a:lnTo>
                  <a:cubicBezTo>
                    <a:pt x="1986" y="4818"/>
                    <a:pt x="2045" y="5017"/>
                    <a:pt x="2145" y="5137"/>
                  </a:cubicBezTo>
                  <a:cubicBezTo>
                    <a:pt x="2194" y="5348"/>
                    <a:pt x="2402" y="5546"/>
                    <a:pt x="2618" y="5546"/>
                  </a:cubicBezTo>
                  <a:cubicBezTo>
                    <a:pt x="2666" y="5546"/>
                    <a:pt x="2714" y="5536"/>
                    <a:pt x="2762" y="5515"/>
                  </a:cubicBezTo>
                  <a:cubicBezTo>
                    <a:pt x="2961" y="5435"/>
                    <a:pt x="3080" y="5356"/>
                    <a:pt x="3199" y="5196"/>
                  </a:cubicBezTo>
                  <a:cubicBezTo>
                    <a:pt x="3319" y="5057"/>
                    <a:pt x="3418" y="4918"/>
                    <a:pt x="3538" y="4779"/>
                  </a:cubicBezTo>
                  <a:cubicBezTo>
                    <a:pt x="3737" y="4500"/>
                    <a:pt x="3935" y="4202"/>
                    <a:pt x="4095" y="3903"/>
                  </a:cubicBezTo>
                  <a:cubicBezTo>
                    <a:pt x="4433" y="3286"/>
                    <a:pt x="4791" y="2530"/>
                    <a:pt x="4612" y="1814"/>
                  </a:cubicBezTo>
                  <a:cubicBezTo>
                    <a:pt x="4572" y="1655"/>
                    <a:pt x="4453" y="1535"/>
                    <a:pt x="4313" y="1476"/>
                  </a:cubicBezTo>
                  <a:cubicBezTo>
                    <a:pt x="4247" y="1451"/>
                    <a:pt x="4184" y="1440"/>
                    <a:pt x="4121" y="1440"/>
                  </a:cubicBezTo>
                  <a:cubicBezTo>
                    <a:pt x="4034" y="1440"/>
                    <a:pt x="3948" y="1461"/>
                    <a:pt x="3856" y="1496"/>
                  </a:cubicBezTo>
                  <a:cubicBezTo>
                    <a:pt x="3538" y="1635"/>
                    <a:pt x="3299" y="1874"/>
                    <a:pt x="3100" y="2172"/>
                  </a:cubicBezTo>
                  <a:cubicBezTo>
                    <a:pt x="3319" y="1595"/>
                    <a:pt x="3577" y="978"/>
                    <a:pt x="3438" y="381"/>
                  </a:cubicBezTo>
                  <a:cubicBezTo>
                    <a:pt x="3380" y="148"/>
                    <a:pt x="3140" y="1"/>
                    <a:pt x="29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Kawaii Interface for Marketing by Slidesgo">
  <a:themeElements>
    <a:clrScheme name="Simple Light">
      <a:dk1>
        <a:srgbClr val="C37254"/>
      </a:dk1>
      <a:lt1>
        <a:srgbClr val="FFD5B6"/>
      </a:lt1>
      <a:dk2>
        <a:srgbClr val="4B553A"/>
      </a:dk2>
      <a:lt2>
        <a:srgbClr val="FFFFFF"/>
      </a:lt2>
      <a:accent1>
        <a:srgbClr val="D3A081"/>
      </a:accent1>
      <a:accent2>
        <a:srgbClr val="FFEDE1"/>
      </a:accent2>
      <a:accent3>
        <a:srgbClr val="DB6551"/>
      </a:accent3>
      <a:accent4>
        <a:srgbClr val="EEC9B7"/>
      </a:accent4>
      <a:accent5>
        <a:srgbClr val="D5C5B5"/>
      </a:accent5>
      <a:accent6>
        <a:srgbClr val="E9AA9A"/>
      </a:accent6>
      <a:hlink>
        <a:srgbClr val="4B55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화면 슬라이드 쇼(16:9)</PresentationFormat>
  <Paragraphs>151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Varela Round</vt:lpstr>
      <vt:lpstr>Gaegu</vt:lpstr>
      <vt:lpstr>Arial</vt:lpstr>
      <vt:lpstr>Gaegu;300</vt:lpstr>
      <vt:lpstr>Kawaii Interface for Marketing by Slidesgo</vt:lpstr>
      <vt:lpstr>마케팅 프레젠테이션</vt:lpstr>
      <vt:lpstr>페이지1</vt:lpstr>
      <vt:lpstr>목차</vt:lpstr>
      <vt:lpstr>—유명한 누군가</vt:lpstr>
      <vt:lpstr>INTRODUCTION</vt:lpstr>
      <vt:lpstr>WHAT SETS US APART?</vt:lpstr>
      <vt:lpstr>A PICTURE ALWAYS REINFORCES THE CONCEPT</vt:lpstr>
      <vt:lpstr>OUR GOALS</vt:lpstr>
      <vt:lpstr>PRESENTATION</vt:lpstr>
      <vt:lpstr>OUR EVOLUTION</vt:lpstr>
      <vt:lpstr>사진 사용</vt:lpstr>
      <vt:lpstr>ANALYSIS</vt:lpstr>
      <vt:lpstr>MARKET SEGMENTATION</vt:lpstr>
      <vt:lpstr>CORE VALUES</vt:lpstr>
      <vt:lpstr>KPI OVERVIEW</vt:lpstr>
      <vt:lpstr>CORE CUSTOMER AUDIENCES</vt:lpstr>
      <vt:lpstr>BUDGET ALLOCATION</vt:lpstr>
      <vt:lpstr>STRATEGY</vt:lpstr>
      <vt:lpstr>4,498,300,000</vt:lpstr>
      <vt:lpstr>GUIDING PRINCIPLES</vt:lpstr>
      <vt:lpstr>PPT사용 아이콘</vt:lpstr>
      <vt:lpstr>PPT사용 아이콘2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프레젠테이션</dc:title>
  <cp:lastModifiedBy>KimSeungil</cp:lastModifiedBy>
  <cp:revision>1</cp:revision>
  <dcterms:modified xsi:type="dcterms:W3CDTF">2021-05-20T01:06:05Z</dcterms:modified>
</cp:coreProperties>
</file>