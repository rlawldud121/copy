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763" r:id="rId2"/>
    <p:sldId id="920" r:id="rId3"/>
    <p:sldId id="859" r:id="rId4"/>
    <p:sldId id="868" r:id="rId5"/>
    <p:sldId id="869" r:id="rId6"/>
    <p:sldId id="870" r:id="rId7"/>
    <p:sldId id="871" r:id="rId8"/>
    <p:sldId id="872" r:id="rId9"/>
    <p:sldId id="873" r:id="rId10"/>
    <p:sldId id="874" r:id="rId11"/>
    <p:sldId id="875" r:id="rId12"/>
    <p:sldId id="876" r:id="rId13"/>
    <p:sldId id="877" r:id="rId14"/>
    <p:sldId id="922" r:id="rId15"/>
    <p:sldId id="923" r:id="rId16"/>
    <p:sldId id="892" r:id="rId17"/>
    <p:sldId id="924" r:id="rId18"/>
    <p:sldId id="878" r:id="rId19"/>
    <p:sldId id="879" r:id="rId20"/>
    <p:sldId id="880" r:id="rId21"/>
    <p:sldId id="881" r:id="rId22"/>
    <p:sldId id="882" r:id="rId23"/>
    <p:sldId id="921" r:id="rId24"/>
    <p:sldId id="883" r:id="rId25"/>
    <p:sldId id="884" r:id="rId26"/>
    <p:sldId id="885" r:id="rId27"/>
    <p:sldId id="886" r:id="rId28"/>
    <p:sldId id="887" r:id="rId29"/>
    <p:sldId id="926" r:id="rId30"/>
    <p:sldId id="888" r:id="rId31"/>
    <p:sldId id="889" r:id="rId32"/>
    <p:sldId id="890" r:id="rId33"/>
    <p:sldId id="893" r:id="rId34"/>
    <p:sldId id="894" r:id="rId35"/>
    <p:sldId id="895" r:id="rId36"/>
    <p:sldId id="896" r:id="rId37"/>
    <p:sldId id="897" r:id="rId38"/>
    <p:sldId id="898" r:id="rId39"/>
    <p:sldId id="899" r:id="rId40"/>
    <p:sldId id="900" r:id="rId41"/>
    <p:sldId id="901" r:id="rId42"/>
    <p:sldId id="902" r:id="rId43"/>
    <p:sldId id="903" r:id="rId44"/>
    <p:sldId id="925" r:id="rId45"/>
    <p:sldId id="904" r:id="rId46"/>
    <p:sldId id="905" r:id="rId47"/>
    <p:sldId id="906" r:id="rId48"/>
    <p:sldId id="907" r:id="rId49"/>
    <p:sldId id="908" r:id="rId50"/>
    <p:sldId id="909" r:id="rId51"/>
    <p:sldId id="910" r:id="rId52"/>
    <p:sldId id="941" r:id="rId53"/>
    <p:sldId id="911" r:id="rId54"/>
    <p:sldId id="945" r:id="rId55"/>
    <p:sldId id="946" r:id="rId56"/>
    <p:sldId id="919" r:id="rId57"/>
    <p:sldId id="927" r:id="rId58"/>
    <p:sldId id="928" r:id="rId59"/>
    <p:sldId id="929" r:id="rId60"/>
    <p:sldId id="931" r:id="rId61"/>
    <p:sldId id="937" r:id="rId62"/>
    <p:sldId id="938" r:id="rId63"/>
    <p:sldId id="939" r:id="rId64"/>
    <p:sldId id="912" r:id="rId65"/>
    <p:sldId id="914" r:id="rId66"/>
    <p:sldId id="913" r:id="rId67"/>
    <p:sldId id="916" r:id="rId68"/>
    <p:sldId id="936" r:id="rId69"/>
    <p:sldId id="932" r:id="rId70"/>
    <p:sldId id="935" r:id="rId71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2DCB2-E97C-4D44-AC38-8BF308DE2E3B}" v="94" dt="2025-07-23T12:08:38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창호" userId="3fafcb69-95c1-47f6-822d-f3f2876b4c03" providerId="ADAL" clId="{FE249C3B-CBB4-4B71-9093-EB963159C3C2}"/>
    <pc:docChg chg="undo custSel addSld delSld modSld sldOrd">
      <pc:chgData name="윤창호" userId="3fafcb69-95c1-47f6-822d-f3f2876b4c03" providerId="ADAL" clId="{FE249C3B-CBB4-4B71-9093-EB963159C3C2}" dt="2024-05-16T12:34:58.113" v="7558" actId="20577"/>
      <pc:docMkLst>
        <pc:docMk/>
      </pc:docMkLst>
      <pc:sldChg chg="modSp mod">
        <pc:chgData name="윤창호" userId="3fafcb69-95c1-47f6-822d-f3f2876b4c03" providerId="ADAL" clId="{FE249C3B-CBB4-4B71-9093-EB963159C3C2}" dt="2024-05-16T12:34:58.113" v="7558" actId="20577"/>
        <pc:sldMkLst>
          <pc:docMk/>
          <pc:sldMk cId="1900169946" sldId="763"/>
        </pc:sldMkLst>
      </pc:sldChg>
      <pc:sldChg chg="addSp delSp modSp mod">
        <pc:chgData name="윤창호" userId="3fafcb69-95c1-47f6-822d-f3f2876b4c03" providerId="ADAL" clId="{FE249C3B-CBB4-4B71-9093-EB963159C3C2}" dt="2024-05-13T01:51:23.866" v="196" actId="1076"/>
        <pc:sldMkLst>
          <pc:docMk/>
          <pc:sldMk cId="744107662" sldId="859"/>
        </pc:sldMkLst>
      </pc:sldChg>
      <pc:sldChg chg="add">
        <pc:chgData name="윤창호" userId="3fafcb69-95c1-47f6-822d-f3f2876b4c03" providerId="ADAL" clId="{FE249C3B-CBB4-4B71-9093-EB963159C3C2}" dt="2024-05-16T07:02:31.279" v="4733"/>
        <pc:sldMkLst>
          <pc:docMk/>
          <pc:sldMk cId="178797896" sldId="866"/>
        </pc:sldMkLst>
      </pc:sldChg>
      <pc:sldChg chg="modSp add del mod">
        <pc:chgData name="윤창호" userId="3fafcb69-95c1-47f6-822d-f3f2876b4c03" providerId="ADAL" clId="{FE249C3B-CBB4-4B71-9093-EB963159C3C2}" dt="2024-05-16T07:02:13.907" v="4732" actId="2696"/>
        <pc:sldMkLst>
          <pc:docMk/>
          <pc:sldMk cId="2014450408" sldId="866"/>
        </pc:sldMkLst>
      </pc:sldChg>
      <pc:sldChg chg="modSp del mod">
        <pc:chgData name="윤창호" userId="3fafcb69-95c1-47f6-822d-f3f2876b4c03" providerId="ADAL" clId="{FE249C3B-CBB4-4B71-9093-EB963159C3C2}" dt="2024-05-16T06:59:26.960" v="4594" actId="2696"/>
        <pc:sldMkLst>
          <pc:docMk/>
          <pc:sldMk cId="3815373610" sldId="866"/>
        </pc:sldMkLst>
      </pc:sldChg>
      <pc:sldChg chg="delSp modSp add mod">
        <pc:chgData name="윤창호" userId="3fafcb69-95c1-47f6-822d-f3f2876b4c03" providerId="ADAL" clId="{FE249C3B-CBB4-4B71-9093-EB963159C3C2}" dt="2024-05-16T12:06:24.623" v="7102" actId="20577"/>
        <pc:sldMkLst>
          <pc:docMk/>
          <pc:sldMk cId="213171895" sldId="867"/>
        </pc:sldMkLst>
      </pc:sldChg>
      <pc:sldChg chg="addSp delSp modSp add mod">
        <pc:chgData name="윤창호" userId="3fafcb69-95c1-47f6-822d-f3f2876b4c03" providerId="ADAL" clId="{FE249C3B-CBB4-4B71-9093-EB963159C3C2}" dt="2024-05-13T01:51:33.613" v="241" actId="1036"/>
        <pc:sldMkLst>
          <pc:docMk/>
          <pc:sldMk cId="1549935772" sldId="868"/>
        </pc:sldMkLst>
      </pc:sldChg>
      <pc:sldChg chg="add del">
        <pc:chgData name="윤창호" userId="3fafcb69-95c1-47f6-822d-f3f2876b4c03" providerId="ADAL" clId="{FE249C3B-CBB4-4B71-9093-EB963159C3C2}" dt="2024-05-13T01:50:06.657" v="97"/>
        <pc:sldMkLst>
          <pc:docMk/>
          <pc:sldMk cId="1888860360" sldId="868"/>
        </pc:sldMkLst>
      </pc:sldChg>
      <pc:sldChg chg="add del">
        <pc:chgData name="윤창호" userId="3fafcb69-95c1-47f6-822d-f3f2876b4c03" providerId="ADAL" clId="{FE249C3B-CBB4-4B71-9093-EB963159C3C2}" dt="2024-05-13T01:50:01.839" v="95"/>
        <pc:sldMkLst>
          <pc:docMk/>
          <pc:sldMk cId="4205416728" sldId="868"/>
        </pc:sldMkLst>
      </pc:sldChg>
      <pc:sldChg chg="addSp delSp modSp add mod">
        <pc:chgData name="윤창호" userId="3fafcb69-95c1-47f6-822d-f3f2876b4c03" providerId="ADAL" clId="{FE249C3B-CBB4-4B71-9093-EB963159C3C2}" dt="2024-05-13T01:52:01.946" v="314" actId="20577"/>
        <pc:sldMkLst>
          <pc:docMk/>
          <pc:sldMk cId="4151718484" sldId="869"/>
        </pc:sldMkLst>
      </pc:sldChg>
      <pc:sldChg chg="addSp delSp modSp add mod">
        <pc:chgData name="윤창호" userId="3fafcb69-95c1-47f6-822d-f3f2876b4c03" providerId="ADAL" clId="{FE249C3B-CBB4-4B71-9093-EB963159C3C2}" dt="2024-05-13T01:52:24.006" v="348" actId="1076"/>
        <pc:sldMkLst>
          <pc:docMk/>
          <pc:sldMk cId="2311363989" sldId="870"/>
        </pc:sldMkLst>
      </pc:sldChg>
      <pc:sldChg chg="addSp delSp modSp add mod">
        <pc:chgData name="윤창호" userId="3fafcb69-95c1-47f6-822d-f3f2876b4c03" providerId="ADAL" clId="{FE249C3B-CBB4-4B71-9093-EB963159C3C2}" dt="2024-05-13T01:52:46.333" v="396" actId="1076"/>
        <pc:sldMkLst>
          <pc:docMk/>
          <pc:sldMk cId="4143868240" sldId="871"/>
        </pc:sldMkLst>
      </pc:sldChg>
      <pc:sldChg chg="addSp delSp modSp add mod">
        <pc:chgData name="윤창호" userId="3fafcb69-95c1-47f6-822d-f3f2876b4c03" providerId="ADAL" clId="{FE249C3B-CBB4-4B71-9093-EB963159C3C2}" dt="2024-05-13T01:53:08.284" v="453" actId="1076"/>
        <pc:sldMkLst>
          <pc:docMk/>
          <pc:sldMk cId="1467614973" sldId="872"/>
        </pc:sldMkLst>
      </pc:sldChg>
      <pc:sldChg chg="addSp delSp modSp add mod">
        <pc:chgData name="윤창호" userId="3fafcb69-95c1-47f6-822d-f3f2876b4c03" providerId="ADAL" clId="{FE249C3B-CBB4-4B71-9093-EB963159C3C2}" dt="2024-05-13T01:53:40.342" v="568" actId="1076"/>
        <pc:sldMkLst>
          <pc:docMk/>
          <pc:sldMk cId="4289300722" sldId="873"/>
        </pc:sldMkLst>
      </pc:sldChg>
      <pc:sldChg chg="addSp delSp modSp add mod">
        <pc:chgData name="윤창호" userId="3fafcb69-95c1-47f6-822d-f3f2876b4c03" providerId="ADAL" clId="{FE249C3B-CBB4-4B71-9093-EB963159C3C2}" dt="2024-05-13T01:54:17.935" v="675" actId="1076"/>
        <pc:sldMkLst>
          <pc:docMk/>
          <pc:sldMk cId="18168573" sldId="874"/>
        </pc:sldMkLst>
      </pc:sldChg>
      <pc:sldChg chg="addSp delSp modSp add mod">
        <pc:chgData name="윤창호" userId="3fafcb69-95c1-47f6-822d-f3f2876b4c03" providerId="ADAL" clId="{FE249C3B-CBB4-4B71-9093-EB963159C3C2}" dt="2024-05-13T01:59:37.365" v="871"/>
        <pc:sldMkLst>
          <pc:docMk/>
          <pc:sldMk cId="2520732114" sldId="875"/>
        </pc:sldMkLst>
      </pc:sldChg>
      <pc:sldChg chg="addSp delSp modSp add mod">
        <pc:chgData name="윤창호" userId="3fafcb69-95c1-47f6-822d-f3f2876b4c03" providerId="ADAL" clId="{FE249C3B-CBB4-4B71-9093-EB963159C3C2}" dt="2024-05-13T02:01:07.934" v="1008" actId="1076"/>
        <pc:sldMkLst>
          <pc:docMk/>
          <pc:sldMk cId="2168945340" sldId="876"/>
        </pc:sldMkLst>
      </pc:sldChg>
      <pc:sldChg chg="add del">
        <pc:chgData name="윤창호" userId="3fafcb69-95c1-47f6-822d-f3f2876b4c03" providerId="ADAL" clId="{FE249C3B-CBB4-4B71-9093-EB963159C3C2}" dt="2024-05-13T02:01:18.463" v="1010"/>
        <pc:sldMkLst>
          <pc:docMk/>
          <pc:sldMk cId="2478276005" sldId="877"/>
        </pc:sldMkLst>
      </pc:sldChg>
      <pc:sldChg chg="addSp delSp modSp add mod">
        <pc:chgData name="윤창호" userId="3fafcb69-95c1-47f6-822d-f3f2876b4c03" providerId="ADAL" clId="{FE249C3B-CBB4-4B71-9093-EB963159C3C2}" dt="2024-05-16T09:52:45.713" v="4892" actId="21"/>
        <pc:sldMkLst>
          <pc:docMk/>
          <pc:sldMk cId="3371698317" sldId="877"/>
        </pc:sldMkLst>
      </pc:sldChg>
      <pc:sldChg chg="add del">
        <pc:chgData name="윤창호" userId="3fafcb69-95c1-47f6-822d-f3f2876b4c03" providerId="ADAL" clId="{FE249C3B-CBB4-4B71-9093-EB963159C3C2}" dt="2024-05-13T02:06:28.223" v="1240"/>
        <pc:sldMkLst>
          <pc:docMk/>
          <pc:sldMk cId="2651902335" sldId="878"/>
        </pc:sldMkLst>
      </pc:sldChg>
      <pc:sldChg chg="modSp add mod">
        <pc:chgData name="윤창호" userId="3fafcb69-95c1-47f6-822d-f3f2876b4c03" providerId="ADAL" clId="{FE249C3B-CBB4-4B71-9093-EB963159C3C2}" dt="2024-05-13T02:06:51.995" v="1297" actId="20577"/>
        <pc:sldMkLst>
          <pc:docMk/>
          <pc:sldMk cId="2994012313" sldId="878"/>
        </pc:sldMkLst>
      </pc:sldChg>
      <pc:sldChg chg="addSp delSp modSp add mod">
        <pc:chgData name="윤창호" userId="3fafcb69-95c1-47f6-822d-f3f2876b4c03" providerId="ADAL" clId="{FE249C3B-CBB4-4B71-9093-EB963159C3C2}" dt="2024-05-13T02:24:49.453" v="1465" actId="1076"/>
        <pc:sldMkLst>
          <pc:docMk/>
          <pc:sldMk cId="1785240939" sldId="879"/>
        </pc:sldMkLst>
      </pc:sldChg>
      <pc:sldChg chg="modSp add mod">
        <pc:chgData name="윤창호" userId="3fafcb69-95c1-47f6-822d-f3f2876b4c03" providerId="ADAL" clId="{FE249C3B-CBB4-4B71-9093-EB963159C3C2}" dt="2024-05-13T02:25:37.965" v="1707" actId="20577"/>
        <pc:sldMkLst>
          <pc:docMk/>
          <pc:sldMk cId="3696257292" sldId="880"/>
        </pc:sldMkLst>
      </pc:sldChg>
      <pc:sldChg chg="addSp delSp modSp add mod">
        <pc:chgData name="윤창호" userId="3fafcb69-95c1-47f6-822d-f3f2876b4c03" providerId="ADAL" clId="{FE249C3B-CBB4-4B71-9093-EB963159C3C2}" dt="2024-05-13T02:26:09.007" v="1788" actId="1076"/>
        <pc:sldMkLst>
          <pc:docMk/>
          <pc:sldMk cId="2159278039" sldId="881"/>
        </pc:sldMkLst>
      </pc:sldChg>
      <pc:sldChg chg="addSp delSp modSp add mod">
        <pc:chgData name="윤창호" userId="3fafcb69-95c1-47f6-822d-f3f2876b4c03" providerId="ADAL" clId="{FE249C3B-CBB4-4B71-9093-EB963159C3C2}" dt="2024-05-13T02:26:25.830" v="1793" actId="1076"/>
        <pc:sldMkLst>
          <pc:docMk/>
          <pc:sldMk cId="2040080774" sldId="882"/>
        </pc:sldMkLst>
      </pc:sldChg>
      <pc:sldChg chg="addSp delSp modSp add mod">
        <pc:chgData name="윤창호" userId="3fafcb69-95c1-47f6-822d-f3f2876b4c03" providerId="ADAL" clId="{FE249C3B-CBB4-4B71-9093-EB963159C3C2}" dt="2024-05-16T10:28:55.918" v="5547" actId="1076"/>
        <pc:sldMkLst>
          <pc:docMk/>
          <pc:sldMk cId="54725531" sldId="883"/>
        </pc:sldMkLst>
      </pc:sldChg>
      <pc:sldChg chg="addSp delSp modSp add mod">
        <pc:chgData name="윤창호" userId="3fafcb69-95c1-47f6-822d-f3f2876b4c03" providerId="ADAL" clId="{FE249C3B-CBB4-4B71-9093-EB963159C3C2}" dt="2024-05-13T02:28:02.661" v="1980" actId="20577"/>
        <pc:sldMkLst>
          <pc:docMk/>
          <pc:sldMk cId="3435281613" sldId="884"/>
        </pc:sldMkLst>
      </pc:sldChg>
      <pc:sldChg chg="addSp delSp modSp add mod">
        <pc:chgData name="윤창호" userId="3fafcb69-95c1-47f6-822d-f3f2876b4c03" providerId="ADAL" clId="{FE249C3B-CBB4-4B71-9093-EB963159C3C2}" dt="2024-05-13T02:28:45.500" v="2066" actId="1076"/>
        <pc:sldMkLst>
          <pc:docMk/>
          <pc:sldMk cId="98278698" sldId="885"/>
        </pc:sldMkLst>
      </pc:sldChg>
      <pc:sldChg chg="addSp delSp modSp add mod">
        <pc:chgData name="윤창호" userId="3fafcb69-95c1-47f6-822d-f3f2876b4c03" providerId="ADAL" clId="{FE249C3B-CBB4-4B71-9093-EB963159C3C2}" dt="2024-05-13T02:29:21.945" v="2164" actId="1076"/>
        <pc:sldMkLst>
          <pc:docMk/>
          <pc:sldMk cId="1337583314" sldId="886"/>
        </pc:sldMkLst>
      </pc:sldChg>
      <pc:sldChg chg="addSp delSp modSp add mod">
        <pc:chgData name="윤창호" userId="3fafcb69-95c1-47f6-822d-f3f2876b4c03" providerId="ADAL" clId="{FE249C3B-CBB4-4B71-9093-EB963159C3C2}" dt="2024-05-13T02:29:57" v="2295" actId="1076"/>
        <pc:sldMkLst>
          <pc:docMk/>
          <pc:sldMk cId="1094533300" sldId="887"/>
        </pc:sldMkLst>
      </pc:sldChg>
      <pc:sldChg chg="modSp add mod">
        <pc:chgData name="윤창호" userId="3fafcb69-95c1-47f6-822d-f3f2876b4c03" providerId="ADAL" clId="{FE249C3B-CBB4-4B71-9093-EB963159C3C2}" dt="2024-05-13T02:30:34.383" v="2358" actId="20577"/>
        <pc:sldMkLst>
          <pc:docMk/>
          <pc:sldMk cId="2338971620" sldId="888"/>
        </pc:sldMkLst>
      </pc:sldChg>
      <pc:sldChg chg="addSp delSp modSp add mod">
        <pc:chgData name="윤창호" userId="3fafcb69-95c1-47f6-822d-f3f2876b4c03" providerId="ADAL" clId="{FE249C3B-CBB4-4B71-9093-EB963159C3C2}" dt="2024-05-13T02:31:06.348" v="2448" actId="1076"/>
        <pc:sldMkLst>
          <pc:docMk/>
          <pc:sldMk cId="1737427334" sldId="889"/>
        </pc:sldMkLst>
      </pc:sldChg>
      <pc:sldChg chg="addSp delSp modSp add mod">
        <pc:chgData name="윤창호" userId="3fafcb69-95c1-47f6-822d-f3f2876b4c03" providerId="ADAL" clId="{FE249C3B-CBB4-4B71-9093-EB963159C3C2}" dt="2024-05-13T02:31:32.396" v="2524" actId="1076"/>
        <pc:sldMkLst>
          <pc:docMk/>
          <pc:sldMk cId="1832511745" sldId="890"/>
        </pc:sldMkLst>
      </pc:sldChg>
      <pc:sldChg chg="modSp add del mod">
        <pc:chgData name="윤창호" userId="3fafcb69-95c1-47f6-822d-f3f2876b4c03" providerId="ADAL" clId="{FE249C3B-CBB4-4B71-9093-EB963159C3C2}" dt="2024-05-13T02:34:05.135" v="2784" actId="47"/>
        <pc:sldMkLst>
          <pc:docMk/>
          <pc:sldMk cId="604163061" sldId="891"/>
        </pc:sldMkLst>
      </pc:sldChg>
      <pc:sldChg chg="add ord">
        <pc:chgData name="윤창호" userId="3fafcb69-95c1-47f6-822d-f3f2876b4c03" providerId="ADAL" clId="{FE249C3B-CBB4-4B71-9093-EB963159C3C2}" dt="2024-05-16T10:35:44.701" v="5571"/>
        <pc:sldMkLst>
          <pc:docMk/>
          <pc:sldMk cId="1152909469" sldId="892"/>
        </pc:sldMkLst>
      </pc:sldChg>
      <pc:sldChg chg="addSp delSp modSp add del mod">
        <pc:chgData name="윤창호" userId="3fafcb69-95c1-47f6-822d-f3f2876b4c03" providerId="ADAL" clId="{FE249C3B-CBB4-4B71-9093-EB963159C3C2}" dt="2024-05-16T10:35:28.505" v="5568" actId="2696"/>
        <pc:sldMkLst>
          <pc:docMk/>
          <pc:sldMk cId="2736868107" sldId="892"/>
        </pc:sldMkLst>
      </pc:sldChg>
      <pc:sldChg chg="addSp delSp modSp add mod">
        <pc:chgData name="윤창호" userId="3fafcb69-95c1-47f6-822d-f3f2876b4c03" providerId="ADAL" clId="{FE249C3B-CBB4-4B71-9093-EB963159C3C2}" dt="2024-05-13T02:33:22.929" v="2720" actId="1076"/>
        <pc:sldMkLst>
          <pc:docMk/>
          <pc:sldMk cId="4148703785" sldId="893"/>
        </pc:sldMkLst>
      </pc:sldChg>
      <pc:sldChg chg="modSp add del mod">
        <pc:chgData name="윤창호" userId="3fafcb69-95c1-47f6-822d-f3f2876b4c03" providerId="ADAL" clId="{FE249C3B-CBB4-4B71-9093-EB963159C3C2}" dt="2024-05-13T02:33:01.742" v="2676"/>
        <pc:sldMkLst>
          <pc:docMk/>
          <pc:sldMk cId="4276625422" sldId="893"/>
        </pc:sldMkLst>
      </pc:sldChg>
      <pc:sldChg chg="addSp delSp modSp add mod">
        <pc:chgData name="윤창호" userId="3fafcb69-95c1-47f6-822d-f3f2876b4c03" providerId="ADAL" clId="{FE249C3B-CBB4-4B71-9093-EB963159C3C2}" dt="2024-05-13T02:33:57.999" v="2783" actId="20577"/>
        <pc:sldMkLst>
          <pc:docMk/>
          <pc:sldMk cId="1390562286" sldId="894"/>
        </pc:sldMkLst>
      </pc:sldChg>
      <pc:sldChg chg="addSp delSp modSp add mod">
        <pc:chgData name="윤창호" userId="3fafcb69-95c1-47f6-822d-f3f2876b4c03" providerId="ADAL" clId="{FE249C3B-CBB4-4B71-9093-EB963159C3C2}" dt="2024-05-13T02:34:37.725" v="2886" actId="22"/>
        <pc:sldMkLst>
          <pc:docMk/>
          <pc:sldMk cId="2140728419" sldId="895"/>
        </pc:sldMkLst>
      </pc:sldChg>
      <pc:sldChg chg="addSp delSp modSp add mod">
        <pc:chgData name="윤창호" userId="3fafcb69-95c1-47f6-822d-f3f2876b4c03" providerId="ADAL" clId="{FE249C3B-CBB4-4B71-9093-EB963159C3C2}" dt="2024-05-13T02:35:06.467" v="2935" actId="1076"/>
        <pc:sldMkLst>
          <pc:docMk/>
          <pc:sldMk cId="2730649464" sldId="896"/>
        </pc:sldMkLst>
      </pc:sldChg>
      <pc:sldChg chg="addSp delSp modSp add mod">
        <pc:chgData name="윤창호" userId="3fafcb69-95c1-47f6-822d-f3f2876b4c03" providerId="ADAL" clId="{FE249C3B-CBB4-4B71-9093-EB963159C3C2}" dt="2024-05-13T02:35:30.610" v="3001" actId="1076"/>
        <pc:sldMkLst>
          <pc:docMk/>
          <pc:sldMk cId="3233779754" sldId="897"/>
        </pc:sldMkLst>
      </pc:sldChg>
      <pc:sldChg chg="addSp delSp modSp add mod">
        <pc:chgData name="윤창호" userId="3fafcb69-95c1-47f6-822d-f3f2876b4c03" providerId="ADAL" clId="{FE249C3B-CBB4-4B71-9093-EB963159C3C2}" dt="2024-05-13T02:35:59.641" v="3069" actId="1076"/>
        <pc:sldMkLst>
          <pc:docMk/>
          <pc:sldMk cId="2861148207" sldId="898"/>
        </pc:sldMkLst>
      </pc:sldChg>
      <pc:sldChg chg="addSp delSp modSp add mod">
        <pc:chgData name="윤창호" userId="3fafcb69-95c1-47f6-822d-f3f2876b4c03" providerId="ADAL" clId="{FE249C3B-CBB4-4B71-9093-EB963159C3C2}" dt="2024-05-13T02:36:44.392" v="3081" actId="1076"/>
        <pc:sldMkLst>
          <pc:docMk/>
          <pc:sldMk cId="2465178398" sldId="899"/>
        </pc:sldMkLst>
      </pc:sldChg>
      <pc:sldChg chg="addSp delSp modSp add mod">
        <pc:chgData name="윤창호" userId="3fafcb69-95c1-47f6-822d-f3f2876b4c03" providerId="ADAL" clId="{FE249C3B-CBB4-4B71-9093-EB963159C3C2}" dt="2024-05-13T02:37:28.293" v="3127" actId="20577"/>
        <pc:sldMkLst>
          <pc:docMk/>
          <pc:sldMk cId="4074838365" sldId="900"/>
        </pc:sldMkLst>
      </pc:sldChg>
      <pc:sldChg chg="addSp delSp modSp add mod">
        <pc:chgData name="윤창호" userId="3fafcb69-95c1-47f6-822d-f3f2876b4c03" providerId="ADAL" clId="{FE249C3B-CBB4-4B71-9093-EB963159C3C2}" dt="2024-05-13T02:37:44.691" v="3135" actId="1076"/>
        <pc:sldMkLst>
          <pc:docMk/>
          <pc:sldMk cId="1531532185" sldId="901"/>
        </pc:sldMkLst>
      </pc:sldChg>
      <pc:sldChg chg="addSp delSp modSp add mod">
        <pc:chgData name="윤창호" userId="3fafcb69-95c1-47f6-822d-f3f2876b4c03" providerId="ADAL" clId="{FE249C3B-CBB4-4B71-9093-EB963159C3C2}" dt="2024-05-16T10:35:14.094" v="5564"/>
        <pc:sldMkLst>
          <pc:docMk/>
          <pc:sldMk cId="3375001842" sldId="902"/>
        </pc:sldMkLst>
      </pc:sldChg>
      <pc:sldChg chg="addSp delSp modSp add mod">
        <pc:chgData name="윤창호" userId="3fafcb69-95c1-47f6-822d-f3f2876b4c03" providerId="ADAL" clId="{FE249C3B-CBB4-4B71-9093-EB963159C3C2}" dt="2024-05-16T10:38:40.721" v="5600" actId="1076"/>
        <pc:sldMkLst>
          <pc:docMk/>
          <pc:sldMk cId="59030725" sldId="903"/>
        </pc:sldMkLst>
      </pc:sldChg>
      <pc:sldChg chg="modSp add mod">
        <pc:chgData name="윤창호" userId="3fafcb69-95c1-47f6-822d-f3f2876b4c03" providerId="ADAL" clId="{FE249C3B-CBB4-4B71-9093-EB963159C3C2}" dt="2024-05-13T03:28:26.413" v="3779" actId="20577"/>
        <pc:sldMkLst>
          <pc:docMk/>
          <pc:sldMk cId="1191274026" sldId="904"/>
        </pc:sldMkLst>
      </pc:sldChg>
      <pc:sldChg chg="addSp delSp modSp add mod">
        <pc:chgData name="윤창호" userId="3fafcb69-95c1-47f6-822d-f3f2876b4c03" providerId="ADAL" clId="{FE249C3B-CBB4-4B71-9093-EB963159C3C2}" dt="2024-05-13T03:25:41.507" v="3411" actId="1076"/>
        <pc:sldMkLst>
          <pc:docMk/>
          <pc:sldMk cId="3801506334" sldId="905"/>
        </pc:sldMkLst>
      </pc:sldChg>
      <pc:sldChg chg="addSp delSp modSp add mod">
        <pc:chgData name="윤창호" userId="3fafcb69-95c1-47f6-822d-f3f2876b4c03" providerId="ADAL" clId="{FE249C3B-CBB4-4B71-9093-EB963159C3C2}" dt="2024-05-13T03:26:30.212" v="3467" actId="1076"/>
        <pc:sldMkLst>
          <pc:docMk/>
          <pc:sldMk cId="3218788862" sldId="906"/>
        </pc:sldMkLst>
      </pc:sldChg>
      <pc:sldChg chg="addSp delSp modSp add mod">
        <pc:chgData name="윤창호" userId="3fafcb69-95c1-47f6-822d-f3f2876b4c03" providerId="ADAL" clId="{FE249C3B-CBB4-4B71-9093-EB963159C3C2}" dt="2024-05-13T03:26:57.096" v="3510" actId="1076"/>
        <pc:sldMkLst>
          <pc:docMk/>
          <pc:sldMk cId="3470174307" sldId="907"/>
        </pc:sldMkLst>
      </pc:sldChg>
      <pc:sldChg chg="addSp delSp modSp add mod">
        <pc:chgData name="윤창호" userId="3fafcb69-95c1-47f6-822d-f3f2876b4c03" providerId="ADAL" clId="{FE249C3B-CBB4-4B71-9093-EB963159C3C2}" dt="2024-05-13T03:28:04.671" v="3743" actId="1076"/>
        <pc:sldMkLst>
          <pc:docMk/>
          <pc:sldMk cId="4061508278" sldId="908"/>
        </pc:sldMkLst>
      </pc:sldChg>
      <pc:sldChg chg="addSp delSp modSp add mod">
        <pc:chgData name="윤창호" userId="3fafcb69-95c1-47f6-822d-f3f2876b4c03" providerId="ADAL" clId="{FE249C3B-CBB4-4B71-9093-EB963159C3C2}" dt="2024-05-13T03:28:57.470" v="3857" actId="1076"/>
        <pc:sldMkLst>
          <pc:docMk/>
          <pc:sldMk cId="1239717333" sldId="909"/>
        </pc:sldMkLst>
      </pc:sldChg>
      <pc:sldChg chg="addSp delSp modSp add mod">
        <pc:chgData name="윤창호" userId="3fafcb69-95c1-47f6-822d-f3f2876b4c03" providerId="ADAL" clId="{FE249C3B-CBB4-4B71-9093-EB963159C3C2}" dt="2024-05-13T03:29:27.837" v="3945" actId="1076"/>
        <pc:sldMkLst>
          <pc:docMk/>
          <pc:sldMk cId="3117313008" sldId="910"/>
        </pc:sldMkLst>
      </pc:sldChg>
      <pc:sldChg chg="addSp delSp modSp add mod">
        <pc:chgData name="윤창호" userId="3fafcb69-95c1-47f6-822d-f3f2876b4c03" providerId="ADAL" clId="{FE249C3B-CBB4-4B71-9093-EB963159C3C2}" dt="2024-05-13T03:30:31.281" v="4061" actId="1076"/>
        <pc:sldMkLst>
          <pc:docMk/>
          <pc:sldMk cId="2747702488" sldId="911"/>
        </pc:sldMkLst>
      </pc:sldChg>
      <pc:sldChg chg="modSp add mod">
        <pc:chgData name="윤창호" userId="3fafcb69-95c1-47f6-822d-f3f2876b4c03" providerId="ADAL" clId="{FE249C3B-CBB4-4B71-9093-EB963159C3C2}" dt="2024-05-13T03:34:20.479" v="4078" actId="5793"/>
        <pc:sldMkLst>
          <pc:docMk/>
          <pc:sldMk cId="2193023236" sldId="912"/>
        </pc:sldMkLst>
      </pc:sldChg>
      <pc:sldChg chg="addSp delSp modSp add mod">
        <pc:chgData name="윤창호" userId="3fafcb69-95c1-47f6-822d-f3f2876b4c03" providerId="ADAL" clId="{FE249C3B-CBB4-4B71-9093-EB963159C3C2}" dt="2024-05-16T11:50:31.647" v="6714" actId="478"/>
        <pc:sldMkLst>
          <pc:docMk/>
          <pc:sldMk cId="3426434154" sldId="913"/>
        </pc:sldMkLst>
      </pc:sldChg>
      <pc:sldChg chg="delSp add ord">
        <pc:chgData name="윤창호" userId="3fafcb69-95c1-47f6-822d-f3f2876b4c03" providerId="ADAL" clId="{FE249C3B-CBB4-4B71-9093-EB963159C3C2}" dt="2024-05-16T11:41:49.317" v="6595"/>
        <pc:sldMkLst>
          <pc:docMk/>
          <pc:sldMk cId="1895582388" sldId="914"/>
        </pc:sldMkLst>
      </pc:sldChg>
      <pc:sldChg chg="delSp modSp add del mod">
        <pc:chgData name="윤창호" userId="3fafcb69-95c1-47f6-822d-f3f2876b4c03" providerId="ADAL" clId="{FE249C3B-CBB4-4B71-9093-EB963159C3C2}" dt="2024-05-16T11:55:04.328" v="6828" actId="47"/>
        <pc:sldMkLst>
          <pc:docMk/>
          <pc:sldMk cId="3404050852" sldId="915"/>
        </pc:sldMkLst>
      </pc:sldChg>
      <pc:sldChg chg="addSp modSp add mod ord">
        <pc:chgData name="윤창호" userId="3fafcb69-95c1-47f6-822d-f3f2876b4c03" providerId="ADAL" clId="{FE249C3B-CBB4-4B71-9093-EB963159C3C2}" dt="2024-05-16T11:53:52.315" v="6795" actId="20577"/>
        <pc:sldMkLst>
          <pc:docMk/>
          <pc:sldMk cId="739841289" sldId="916"/>
        </pc:sldMkLst>
      </pc:sldChg>
      <pc:sldChg chg="modSp add del mod">
        <pc:chgData name="윤창호" userId="3fafcb69-95c1-47f6-822d-f3f2876b4c03" providerId="ADAL" clId="{FE249C3B-CBB4-4B71-9093-EB963159C3C2}" dt="2024-05-16T11:52:08.250" v="6717" actId="47"/>
        <pc:sldMkLst>
          <pc:docMk/>
          <pc:sldMk cId="3573214323" sldId="917"/>
        </pc:sldMkLst>
      </pc:sldChg>
      <pc:sldChg chg="modSp add del mod">
        <pc:chgData name="윤창호" userId="3fafcb69-95c1-47f6-822d-f3f2876b4c03" providerId="ADAL" clId="{FE249C3B-CBB4-4B71-9093-EB963159C3C2}" dt="2024-05-16T07:02:33.841" v="4734" actId="47"/>
        <pc:sldMkLst>
          <pc:docMk/>
          <pc:sldMk cId="2461994084" sldId="918"/>
        </pc:sldMkLst>
      </pc:sldChg>
      <pc:sldChg chg="addSp delSp modSp add mod ord">
        <pc:chgData name="윤창호" userId="3fafcb69-95c1-47f6-822d-f3f2876b4c03" providerId="ADAL" clId="{FE249C3B-CBB4-4B71-9093-EB963159C3C2}" dt="2024-05-16T07:05:00.305" v="4863" actId="1076"/>
        <pc:sldMkLst>
          <pc:docMk/>
          <pc:sldMk cId="1196719792" sldId="919"/>
        </pc:sldMkLst>
      </pc:sldChg>
      <pc:sldChg chg="add">
        <pc:chgData name="윤창호" userId="3fafcb69-95c1-47f6-822d-f3f2876b4c03" providerId="ADAL" clId="{FE249C3B-CBB4-4B71-9093-EB963159C3C2}" dt="2024-05-16T06:59:15.747" v="4574"/>
        <pc:sldMkLst>
          <pc:docMk/>
          <pc:sldMk cId="3120498739" sldId="920"/>
        </pc:sldMkLst>
      </pc:sldChg>
      <pc:sldChg chg="addSp delSp modSp add del mod">
        <pc:chgData name="윤창호" userId="3fafcb69-95c1-47f6-822d-f3f2876b4c03" providerId="ADAL" clId="{FE249C3B-CBB4-4B71-9093-EB963159C3C2}" dt="2024-05-16T07:02:13.907" v="4732" actId="2696"/>
        <pc:sldMkLst>
          <pc:docMk/>
          <pc:sldMk cId="1886194755" sldId="921"/>
        </pc:sldMkLst>
      </pc:sldChg>
      <pc:sldChg chg="addSp delSp modSp add mod">
        <pc:chgData name="윤창호" userId="3fafcb69-95c1-47f6-822d-f3f2876b4c03" providerId="ADAL" clId="{FE249C3B-CBB4-4B71-9093-EB963159C3C2}" dt="2024-05-16T10:58:50.539" v="6198" actId="6549"/>
        <pc:sldMkLst>
          <pc:docMk/>
          <pc:sldMk cId="2102895520" sldId="921"/>
        </pc:sldMkLst>
      </pc:sldChg>
      <pc:sldChg chg="add del">
        <pc:chgData name="윤창호" userId="3fafcb69-95c1-47f6-822d-f3f2876b4c03" providerId="ADAL" clId="{FE249C3B-CBB4-4B71-9093-EB963159C3C2}" dt="2024-05-16T07:02:47.737" v="4739" actId="47"/>
        <pc:sldMkLst>
          <pc:docMk/>
          <pc:sldMk cId="3102594720" sldId="921"/>
        </pc:sldMkLst>
      </pc:sldChg>
      <pc:sldChg chg="modSp add mod">
        <pc:chgData name="윤창호" userId="3fafcb69-95c1-47f6-822d-f3f2876b4c03" providerId="ADAL" clId="{FE249C3B-CBB4-4B71-9093-EB963159C3C2}" dt="2024-05-16T09:52:43.522" v="4891" actId="20577"/>
        <pc:sldMkLst>
          <pc:docMk/>
          <pc:sldMk cId="880336256" sldId="922"/>
        </pc:sldMkLst>
      </pc:sldChg>
      <pc:sldChg chg="addSp delSp modSp add mod">
        <pc:chgData name="윤창호" userId="3fafcb69-95c1-47f6-822d-f3f2876b4c03" providerId="ADAL" clId="{FE249C3B-CBB4-4B71-9093-EB963159C3C2}" dt="2024-05-16T10:48:41.754" v="6104" actId="478"/>
        <pc:sldMkLst>
          <pc:docMk/>
          <pc:sldMk cId="882751133" sldId="923"/>
        </pc:sldMkLst>
      </pc:sldChg>
      <pc:sldChg chg="addSp delSp modSp add mod">
        <pc:chgData name="윤창호" userId="3fafcb69-95c1-47f6-822d-f3f2876b4c03" providerId="ADAL" clId="{FE249C3B-CBB4-4B71-9093-EB963159C3C2}" dt="2024-05-16T10:57:15.667" v="6196" actId="6549"/>
        <pc:sldMkLst>
          <pc:docMk/>
          <pc:sldMk cId="2361140690" sldId="924"/>
        </pc:sldMkLst>
      </pc:sldChg>
      <pc:sldChg chg="delSp modSp add mod">
        <pc:chgData name="윤창호" userId="3fafcb69-95c1-47f6-822d-f3f2876b4c03" providerId="ADAL" clId="{FE249C3B-CBB4-4B71-9093-EB963159C3C2}" dt="2024-05-16T11:09:44.053" v="6398" actId="20577"/>
        <pc:sldMkLst>
          <pc:docMk/>
          <pc:sldMk cId="2998603374" sldId="925"/>
        </pc:sldMkLst>
      </pc:sldChg>
      <pc:sldChg chg="delSp modSp add mod">
        <pc:chgData name="윤창호" userId="3fafcb69-95c1-47f6-822d-f3f2876b4c03" providerId="ADAL" clId="{FE249C3B-CBB4-4B71-9093-EB963159C3C2}" dt="2024-05-16T10:59:54.672" v="6294" actId="20577"/>
        <pc:sldMkLst>
          <pc:docMk/>
          <pc:sldMk cId="424578961" sldId="926"/>
        </pc:sldMkLst>
      </pc:sldChg>
      <pc:sldChg chg="addSp delSp modSp add mod">
        <pc:chgData name="윤창호" userId="3fafcb69-95c1-47f6-822d-f3f2876b4c03" providerId="ADAL" clId="{FE249C3B-CBB4-4B71-9093-EB963159C3C2}" dt="2024-05-16T11:14:14.577" v="6443" actId="20577"/>
        <pc:sldMkLst>
          <pc:docMk/>
          <pc:sldMk cId="3996291338" sldId="927"/>
        </pc:sldMkLst>
      </pc:sldChg>
      <pc:sldChg chg="addSp delSp modSp add mod">
        <pc:chgData name="윤창호" userId="3fafcb69-95c1-47f6-822d-f3f2876b4c03" providerId="ADAL" clId="{FE249C3B-CBB4-4B71-9093-EB963159C3C2}" dt="2024-05-16T11:43:46.800" v="6607" actId="14100"/>
        <pc:sldMkLst>
          <pc:docMk/>
          <pc:sldMk cId="2893564091" sldId="928"/>
        </pc:sldMkLst>
      </pc:sldChg>
      <pc:sldChg chg="addSp delSp modSp add mod">
        <pc:chgData name="윤창호" userId="3fafcb69-95c1-47f6-822d-f3f2876b4c03" providerId="ADAL" clId="{FE249C3B-CBB4-4B71-9093-EB963159C3C2}" dt="2024-05-16T11:43:57.861" v="6618" actId="6549"/>
        <pc:sldMkLst>
          <pc:docMk/>
          <pc:sldMk cId="3729328936" sldId="929"/>
        </pc:sldMkLst>
      </pc:sldChg>
      <pc:sldChg chg="modSp add del mod">
        <pc:chgData name="윤창호" userId="3fafcb69-95c1-47f6-822d-f3f2876b4c03" providerId="ADAL" clId="{FE249C3B-CBB4-4B71-9093-EB963159C3C2}" dt="2024-05-16T11:55:02.805" v="6827" actId="47"/>
        <pc:sldMkLst>
          <pc:docMk/>
          <pc:sldMk cId="805332531" sldId="930"/>
        </pc:sldMkLst>
      </pc:sldChg>
      <pc:sldChg chg="modSp add mod">
        <pc:chgData name="윤창호" userId="3fafcb69-95c1-47f6-822d-f3f2876b4c03" providerId="ADAL" clId="{FE249C3B-CBB4-4B71-9093-EB963159C3C2}" dt="2024-05-16T11:55:00.048" v="6826" actId="20577"/>
        <pc:sldMkLst>
          <pc:docMk/>
          <pc:sldMk cId="942542765" sldId="931"/>
        </pc:sldMkLst>
      </pc:sldChg>
      <pc:sldChg chg="addSp modSp add mod">
        <pc:chgData name="윤창호" userId="3fafcb69-95c1-47f6-822d-f3f2876b4c03" providerId="ADAL" clId="{FE249C3B-CBB4-4B71-9093-EB963159C3C2}" dt="2024-05-16T12:28:40.558" v="7395" actId="6549"/>
        <pc:sldMkLst>
          <pc:docMk/>
          <pc:sldMk cId="3666758942" sldId="932"/>
        </pc:sldMkLst>
      </pc:sldChg>
      <pc:sldChg chg="modSp add del mod ord">
        <pc:chgData name="윤창호" userId="3fafcb69-95c1-47f6-822d-f3f2876b4c03" providerId="ADAL" clId="{FE249C3B-CBB4-4B71-9093-EB963159C3C2}" dt="2024-05-16T12:34:07.862" v="7512" actId="47"/>
        <pc:sldMkLst>
          <pc:docMk/>
          <pc:sldMk cId="742970737" sldId="933"/>
        </pc:sldMkLst>
      </pc:sldChg>
      <pc:sldChg chg="add del">
        <pc:chgData name="윤창호" userId="3fafcb69-95c1-47f6-822d-f3f2876b4c03" providerId="ADAL" clId="{FE249C3B-CBB4-4B71-9093-EB963159C3C2}" dt="2024-05-16T11:55:56.631" v="6866"/>
        <pc:sldMkLst>
          <pc:docMk/>
          <pc:sldMk cId="466582469" sldId="934"/>
        </pc:sldMkLst>
      </pc:sldChg>
      <pc:sldChg chg="modSp add del mod ord">
        <pc:chgData name="윤창호" userId="3fafcb69-95c1-47f6-822d-f3f2876b4c03" providerId="ADAL" clId="{FE249C3B-CBB4-4B71-9093-EB963159C3C2}" dt="2024-05-16T12:33:55.119" v="7472" actId="47"/>
        <pc:sldMkLst>
          <pc:docMk/>
          <pc:sldMk cId="713293113" sldId="934"/>
        </pc:sldMkLst>
      </pc:sldChg>
      <pc:sldChg chg="addSp delSp modSp add mod ord">
        <pc:chgData name="윤창호" userId="3fafcb69-95c1-47f6-822d-f3f2876b4c03" providerId="ADAL" clId="{FE249C3B-CBB4-4B71-9093-EB963159C3C2}" dt="2024-05-16T12:34:27.560" v="7556" actId="20577"/>
        <pc:sldMkLst>
          <pc:docMk/>
          <pc:sldMk cId="797792850" sldId="935"/>
        </pc:sldMkLst>
      </pc:sldChg>
      <pc:sldChg chg="addSp modSp add mod ord">
        <pc:chgData name="윤창호" userId="3fafcb69-95c1-47f6-822d-f3f2876b4c03" providerId="ADAL" clId="{FE249C3B-CBB4-4B71-9093-EB963159C3C2}" dt="2024-05-16T12:33:20.952" v="7409"/>
        <pc:sldMkLst>
          <pc:docMk/>
          <pc:sldMk cId="2245723558" sldId="936"/>
        </pc:sldMkLst>
      </pc:sldChg>
      <pc:sldChg chg="addSp delSp modSp add mod ord">
        <pc:chgData name="윤창호" userId="3fafcb69-95c1-47f6-822d-f3f2876b4c03" providerId="ADAL" clId="{FE249C3B-CBB4-4B71-9093-EB963159C3C2}" dt="2024-05-16T12:06:57.743" v="7104"/>
        <pc:sldMkLst>
          <pc:docMk/>
          <pc:sldMk cId="2907514358" sldId="937"/>
        </pc:sldMkLst>
      </pc:sldChg>
      <pc:sldChg chg="addSp modSp add mod ord">
        <pc:chgData name="윤창호" userId="3fafcb69-95c1-47f6-822d-f3f2876b4c03" providerId="ADAL" clId="{FE249C3B-CBB4-4B71-9093-EB963159C3C2}" dt="2024-05-16T12:15:09.733" v="7154" actId="20577"/>
        <pc:sldMkLst>
          <pc:docMk/>
          <pc:sldMk cId="1541605659" sldId="938"/>
        </pc:sldMkLst>
      </pc:sldChg>
      <pc:sldChg chg="addSp modSp add mod">
        <pc:chgData name="윤창호" userId="3fafcb69-95c1-47f6-822d-f3f2876b4c03" providerId="ADAL" clId="{FE249C3B-CBB4-4B71-9093-EB963159C3C2}" dt="2024-05-16T12:33:08.908" v="7407"/>
        <pc:sldMkLst>
          <pc:docMk/>
          <pc:sldMk cId="1061724686" sldId="939"/>
        </pc:sldMkLst>
      </pc:sldChg>
    </pc:docChg>
  </pc:docChgLst>
  <pc:docChgLst>
    <pc:chgData name="윤창호" userId="3fafcb69-95c1-47f6-822d-f3f2876b4c03" providerId="ADAL" clId="{9D02B148-3806-454B-BB4F-4AE9989E0920}"/>
    <pc:docChg chg="undo custSel modSld">
      <pc:chgData name="윤창호" userId="3fafcb69-95c1-47f6-822d-f3f2876b4c03" providerId="ADAL" clId="{9D02B148-3806-454B-BB4F-4AE9989E0920}" dt="2024-03-04T00:34:52.119" v="132" actId="6549"/>
      <pc:docMkLst>
        <pc:docMk/>
      </pc:docMkLst>
      <pc:sldChg chg="modSp mod">
        <pc:chgData name="윤창호" userId="3fafcb69-95c1-47f6-822d-f3f2876b4c03" providerId="ADAL" clId="{9D02B148-3806-454B-BB4F-4AE9989E0920}" dt="2024-03-04T00:34:52.119" v="132" actId="6549"/>
        <pc:sldMkLst>
          <pc:docMk/>
          <pc:sldMk cId="3147810763" sldId="868"/>
        </pc:sldMkLst>
      </pc:sldChg>
    </pc:docChg>
  </pc:docChgLst>
  <pc:docChgLst>
    <pc:chgData name="윤창호" userId="3fafcb69-95c1-47f6-822d-f3f2876b4c03" providerId="ADAL" clId="{8AF2DCB2-E97C-4D44-AC38-8BF308DE2E3B}"/>
    <pc:docChg chg="undo redo custSel addSld delSld modSld">
      <pc:chgData name="윤창호" userId="3fafcb69-95c1-47f6-822d-f3f2876b4c03" providerId="ADAL" clId="{8AF2DCB2-E97C-4D44-AC38-8BF308DE2E3B}" dt="2025-07-23T12:08:38.730" v="765"/>
      <pc:docMkLst>
        <pc:docMk/>
      </pc:docMkLst>
      <pc:sldChg chg="modSp mod">
        <pc:chgData name="윤창호" userId="3fafcb69-95c1-47f6-822d-f3f2876b4c03" providerId="ADAL" clId="{8AF2DCB2-E97C-4D44-AC38-8BF308DE2E3B}" dt="2025-07-23T12:00:51.662" v="736"/>
        <pc:sldMkLst>
          <pc:docMk/>
          <pc:sldMk cId="1900169946" sldId="763"/>
        </pc:sldMkLst>
        <pc:spChg chg="mod">
          <ac:chgData name="윤창호" userId="3fafcb69-95c1-47f6-822d-f3f2876b4c03" providerId="ADAL" clId="{8AF2DCB2-E97C-4D44-AC38-8BF308DE2E3B}" dt="2025-07-23T12:00:51.662" v="736"/>
          <ac:spMkLst>
            <pc:docMk/>
            <pc:sldMk cId="1900169946" sldId="763"/>
            <ac:spMk id="15" creationId="{00000000-0000-0000-0000-000000000000}"/>
          </ac:spMkLst>
        </pc:spChg>
      </pc:sldChg>
      <pc:sldChg chg="del">
        <pc:chgData name="윤창호" userId="3fafcb69-95c1-47f6-822d-f3f2876b4c03" providerId="ADAL" clId="{8AF2DCB2-E97C-4D44-AC38-8BF308DE2E3B}" dt="2025-07-21T07:54:47.488" v="1" actId="47"/>
        <pc:sldMkLst>
          <pc:docMk/>
          <pc:sldMk cId="178797896" sldId="866"/>
        </pc:sldMkLst>
      </pc:sldChg>
      <pc:sldChg chg="del">
        <pc:chgData name="윤창호" userId="3fafcb69-95c1-47f6-822d-f3f2876b4c03" providerId="ADAL" clId="{8AF2DCB2-E97C-4D44-AC38-8BF308DE2E3B}" dt="2025-07-21T08:21:15.161" v="278" actId="47"/>
        <pc:sldMkLst>
          <pc:docMk/>
          <pc:sldMk cId="213171895" sldId="867"/>
        </pc:sldMkLst>
      </pc:sldChg>
      <pc:sldChg chg="addSp delSp modSp mod">
        <pc:chgData name="윤창호" userId="3fafcb69-95c1-47f6-822d-f3f2876b4c03" providerId="ADAL" clId="{8AF2DCB2-E97C-4D44-AC38-8BF308DE2E3B}" dt="2025-07-23T11:59:51.044" v="702"/>
        <pc:sldMkLst>
          <pc:docMk/>
          <pc:sldMk cId="1196719792" sldId="919"/>
        </pc:sldMkLst>
        <pc:spChg chg="mod">
          <ac:chgData name="윤창호" userId="3fafcb69-95c1-47f6-822d-f3f2876b4c03" providerId="ADAL" clId="{8AF2DCB2-E97C-4D44-AC38-8BF308DE2E3B}" dt="2025-07-23T11:59:51.044" v="702"/>
          <ac:spMkLst>
            <pc:docMk/>
            <pc:sldMk cId="1196719792" sldId="919"/>
            <ac:spMk id="3" creationId="{AB6C84B5-5FB1-BA81-35BB-AD4B8FC3A1AB}"/>
          </ac:spMkLst>
        </pc:spChg>
        <pc:spChg chg="mod">
          <ac:chgData name="윤창호" userId="3fafcb69-95c1-47f6-822d-f3f2876b4c03" providerId="ADAL" clId="{8AF2DCB2-E97C-4D44-AC38-8BF308DE2E3B}" dt="2025-07-23T11:42:54.211" v="430" actId="1076"/>
          <ac:spMkLst>
            <pc:docMk/>
            <pc:sldMk cId="1196719792" sldId="919"/>
            <ac:spMk id="6" creationId="{BD0EE87D-D687-A371-DBD2-421368BFBF80}"/>
          </ac:spMkLst>
        </pc:spChg>
        <pc:spChg chg="mod">
          <ac:chgData name="윤창호" userId="3fafcb69-95c1-47f6-822d-f3f2876b4c03" providerId="ADAL" clId="{8AF2DCB2-E97C-4D44-AC38-8BF308DE2E3B}" dt="2025-07-23T11:43:31.467" v="439" actId="1076"/>
          <ac:spMkLst>
            <pc:docMk/>
            <pc:sldMk cId="1196719792" sldId="919"/>
            <ac:spMk id="8" creationId="{957CFBDB-1C82-54C0-1B8C-B000AF283CDD}"/>
          </ac:spMkLst>
        </pc:spChg>
        <pc:picChg chg="add mod ord">
          <ac:chgData name="윤창호" userId="3fafcb69-95c1-47f6-822d-f3f2876b4c03" providerId="ADAL" clId="{8AF2DCB2-E97C-4D44-AC38-8BF308DE2E3B}" dt="2025-07-23T11:42:54.211" v="430" actId="1076"/>
          <ac:picMkLst>
            <pc:docMk/>
            <pc:sldMk cId="1196719792" sldId="919"/>
            <ac:picMk id="5" creationId="{34D2DD5B-80ED-E52C-426A-94B58870AAE8}"/>
          </ac:picMkLst>
        </pc:picChg>
        <pc:picChg chg="add mod">
          <ac:chgData name="윤창호" userId="3fafcb69-95c1-47f6-822d-f3f2876b4c03" providerId="ADAL" clId="{8AF2DCB2-E97C-4D44-AC38-8BF308DE2E3B}" dt="2025-07-23T11:43:21.874" v="433" actId="1076"/>
          <ac:picMkLst>
            <pc:docMk/>
            <pc:sldMk cId="1196719792" sldId="919"/>
            <ac:picMk id="7" creationId="{5B9A9D15-752D-8BDF-88D7-39954240861C}"/>
          </ac:picMkLst>
        </pc:picChg>
      </pc:sldChg>
      <pc:sldChg chg="addSp delSp modSp mod">
        <pc:chgData name="윤창호" userId="3fafcb69-95c1-47f6-822d-f3f2876b4c03" providerId="ADAL" clId="{8AF2DCB2-E97C-4D44-AC38-8BF308DE2E3B}" dt="2025-07-23T11:45:41.487" v="458" actId="14100"/>
        <pc:sldMkLst>
          <pc:docMk/>
          <pc:sldMk cId="3996291338" sldId="927"/>
        </pc:sldMkLst>
        <pc:spChg chg="mod">
          <ac:chgData name="윤창호" userId="3fafcb69-95c1-47f6-822d-f3f2876b4c03" providerId="ADAL" clId="{8AF2DCB2-E97C-4D44-AC38-8BF308DE2E3B}" dt="2025-07-23T11:45:02.636" v="449" actId="14100"/>
          <ac:spMkLst>
            <pc:docMk/>
            <pc:sldMk cId="3996291338" sldId="927"/>
            <ac:spMk id="6" creationId="{BD0EE87D-D687-A371-DBD2-421368BFBF80}"/>
          </ac:spMkLst>
        </pc:spChg>
        <pc:spChg chg="mod">
          <ac:chgData name="윤창호" userId="3fafcb69-95c1-47f6-822d-f3f2876b4c03" providerId="ADAL" clId="{8AF2DCB2-E97C-4D44-AC38-8BF308DE2E3B}" dt="2025-07-23T11:45:41.487" v="458" actId="14100"/>
          <ac:spMkLst>
            <pc:docMk/>
            <pc:sldMk cId="3996291338" sldId="927"/>
            <ac:spMk id="11" creationId="{736BBF5F-049F-F72A-B2C7-24FAA63B7EDB}"/>
          </ac:spMkLst>
        </pc:spChg>
        <pc:picChg chg="del">
          <ac:chgData name="윤창호" userId="3fafcb69-95c1-47f6-822d-f3f2876b4c03" providerId="ADAL" clId="{8AF2DCB2-E97C-4D44-AC38-8BF308DE2E3B}" dt="2025-07-23T11:44:51.964" v="444" actId="478"/>
          <ac:picMkLst>
            <pc:docMk/>
            <pc:sldMk cId="3996291338" sldId="927"/>
            <ac:picMk id="5" creationId="{5C5B218E-7E92-5ECF-7747-2C40511D1313}"/>
          </ac:picMkLst>
        </pc:picChg>
        <pc:picChg chg="add mod ord">
          <ac:chgData name="윤창호" userId="3fafcb69-95c1-47f6-822d-f3f2876b4c03" providerId="ADAL" clId="{8AF2DCB2-E97C-4D44-AC38-8BF308DE2E3B}" dt="2025-07-23T11:44:56.245" v="447" actId="1076"/>
          <ac:picMkLst>
            <pc:docMk/>
            <pc:sldMk cId="3996291338" sldId="927"/>
            <ac:picMk id="7" creationId="{21805E94-5E91-54ED-7627-BA5C980A0F15}"/>
          </ac:picMkLst>
        </pc:picChg>
        <pc:picChg chg="add mod ord">
          <ac:chgData name="윤창호" userId="3fafcb69-95c1-47f6-822d-f3f2876b4c03" providerId="ADAL" clId="{8AF2DCB2-E97C-4D44-AC38-8BF308DE2E3B}" dt="2025-07-23T11:45:34.486" v="455" actId="167"/>
          <ac:picMkLst>
            <pc:docMk/>
            <pc:sldMk cId="3996291338" sldId="927"/>
            <ac:picMk id="9" creationId="{CF04EA76-EED3-B4C2-0ED0-081407D3B152}"/>
          </ac:picMkLst>
        </pc:picChg>
        <pc:picChg chg="del">
          <ac:chgData name="윤창호" userId="3fafcb69-95c1-47f6-822d-f3f2876b4c03" providerId="ADAL" clId="{8AF2DCB2-E97C-4D44-AC38-8BF308DE2E3B}" dt="2025-07-23T11:45:35.424" v="456" actId="478"/>
          <ac:picMkLst>
            <pc:docMk/>
            <pc:sldMk cId="3996291338" sldId="927"/>
            <ac:picMk id="10" creationId="{B791A7EE-E0F7-A5E1-E7D2-87A48DB7A1DE}"/>
          </ac:picMkLst>
        </pc:picChg>
      </pc:sldChg>
      <pc:sldChg chg="addSp delSp modSp mod">
        <pc:chgData name="윤창호" userId="3fafcb69-95c1-47f6-822d-f3f2876b4c03" providerId="ADAL" clId="{8AF2DCB2-E97C-4D44-AC38-8BF308DE2E3B}" dt="2025-07-23T11:48:57.800" v="466" actId="1076"/>
        <pc:sldMkLst>
          <pc:docMk/>
          <pc:sldMk cId="2893564091" sldId="928"/>
        </pc:sldMkLst>
        <pc:spChg chg="mod">
          <ac:chgData name="윤창호" userId="3fafcb69-95c1-47f6-822d-f3f2876b4c03" providerId="ADAL" clId="{8AF2DCB2-E97C-4D44-AC38-8BF308DE2E3B}" dt="2025-07-23T11:48:51.921" v="464" actId="1076"/>
          <ac:spMkLst>
            <pc:docMk/>
            <pc:sldMk cId="2893564091" sldId="928"/>
            <ac:spMk id="6" creationId="{BD0EE87D-D687-A371-DBD2-421368BFBF80}"/>
          </ac:spMkLst>
        </pc:spChg>
        <pc:spChg chg="mod">
          <ac:chgData name="윤창호" userId="3fafcb69-95c1-47f6-822d-f3f2876b4c03" providerId="ADAL" clId="{8AF2DCB2-E97C-4D44-AC38-8BF308DE2E3B}" dt="2025-07-23T11:48:57.800" v="466" actId="1076"/>
          <ac:spMkLst>
            <pc:docMk/>
            <pc:sldMk cId="2893564091" sldId="928"/>
            <ac:spMk id="8" creationId="{3353C646-82B8-2E7B-719E-373ABD13FA36}"/>
          </ac:spMkLst>
        </pc:spChg>
        <pc:spChg chg="del">
          <ac:chgData name="윤창호" userId="3fafcb69-95c1-47f6-822d-f3f2876b4c03" providerId="ADAL" clId="{8AF2DCB2-E97C-4D44-AC38-8BF308DE2E3B}" dt="2025-07-23T11:48:54.916" v="465" actId="478"/>
          <ac:spMkLst>
            <pc:docMk/>
            <pc:sldMk cId="2893564091" sldId="928"/>
            <ac:spMk id="13" creationId="{DCEFEE46-8917-3A6E-CE5D-AA5C9203A196}"/>
          </ac:spMkLst>
        </pc:spChg>
        <pc:picChg chg="add mod ord">
          <ac:chgData name="윤창호" userId="3fafcb69-95c1-47f6-822d-f3f2876b4c03" providerId="ADAL" clId="{8AF2DCB2-E97C-4D44-AC38-8BF308DE2E3B}" dt="2025-07-23T11:48:48.984" v="463" actId="167"/>
          <ac:picMkLst>
            <pc:docMk/>
            <pc:sldMk cId="2893564091" sldId="928"/>
            <ac:picMk id="5" creationId="{43FD6E31-B852-BD74-CC68-B196A13FE502}"/>
          </ac:picMkLst>
        </pc:picChg>
        <pc:picChg chg="del">
          <ac:chgData name="윤창호" userId="3fafcb69-95c1-47f6-822d-f3f2876b4c03" providerId="ADAL" clId="{8AF2DCB2-E97C-4D44-AC38-8BF308DE2E3B}" dt="2025-07-23T11:48:41.823" v="459" actId="478"/>
          <ac:picMkLst>
            <pc:docMk/>
            <pc:sldMk cId="2893564091" sldId="928"/>
            <ac:picMk id="12" creationId="{7745D889-AEF5-11FE-0D3A-E7B50590C1E9}"/>
          </ac:picMkLst>
        </pc:picChg>
      </pc:sldChg>
      <pc:sldChg chg="addSp modSp mod">
        <pc:chgData name="윤창호" userId="3fafcb69-95c1-47f6-822d-f3f2876b4c03" providerId="ADAL" clId="{8AF2DCB2-E97C-4D44-AC38-8BF308DE2E3B}" dt="2025-07-23T12:08:38.730" v="765"/>
        <pc:sldMkLst>
          <pc:docMk/>
          <pc:sldMk cId="3729328936" sldId="929"/>
        </pc:sldMkLst>
        <pc:spChg chg="add mod">
          <ac:chgData name="윤창호" userId="3fafcb69-95c1-47f6-822d-f3f2876b4c03" providerId="ADAL" clId="{8AF2DCB2-E97C-4D44-AC38-8BF308DE2E3B}" dt="2025-07-23T11:59:22.325" v="692" actId="1076"/>
          <ac:spMkLst>
            <pc:docMk/>
            <pc:sldMk cId="3729328936" sldId="929"/>
            <ac:spMk id="4" creationId="{BDEBA651-8BF4-9028-8740-31C9DC4EC9BD}"/>
          </ac:spMkLst>
        </pc:spChg>
        <pc:spChg chg="mod">
          <ac:chgData name="윤창호" userId="3fafcb69-95c1-47f6-822d-f3f2876b4c03" providerId="ADAL" clId="{8AF2DCB2-E97C-4D44-AC38-8BF308DE2E3B}" dt="2025-07-23T12:08:38.730" v="765"/>
          <ac:spMkLst>
            <pc:docMk/>
            <pc:sldMk cId="3729328936" sldId="929"/>
            <ac:spMk id="9" creationId="{992D8D17-57DA-AC4F-7C87-BEE905D7E84B}"/>
          </ac:spMkLst>
        </pc:spChg>
      </pc:sldChg>
      <pc:sldChg chg="add">
        <pc:chgData name="윤창호" userId="3fafcb69-95c1-47f6-822d-f3f2876b4c03" providerId="ADAL" clId="{8AF2DCB2-E97C-4D44-AC38-8BF308DE2E3B}" dt="2025-07-21T07:54:37.662" v="0"/>
        <pc:sldMkLst>
          <pc:docMk/>
          <pc:sldMk cId="1549738807" sldId="945"/>
        </pc:sldMkLst>
      </pc:sldChg>
      <pc:sldChg chg="addSp delSp modSp add mod">
        <pc:chgData name="윤창호" userId="3fafcb69-95c1-47f6-822d-f3f2876b4c03" providerId="ADAL" clId="{8AF2DCB2-E97C-4D44-AC38-8BF308DE2E3B}" dt="2025-07-23T12:00:07.956" v="728" actId="20577"/>
        <pc:sldMkLst>
          <pc:docMk/>
          <pc:sldMk cId="2315743007" sldId="946"/>
        </pc:sldMkLst>
        <pc:spChg chg="mod">
          <ac:chgData name="윤창호" userId="3fafcb69-95c1-47f6-822d-f3f2876b4c03" providerId="ADAL" clId="{8AF2DCB2-E97C-4D44-AC38-8BF308DE2E3B}" dt="2025-07-23T11:19:40.816" v="400" actId="20577"/>
          <ac:spMkLst>
            <pc:docMk/>
            <pc:sldMk cId="2315743007" sldId="946"/>
            <ac:spMk id="4" creationId="{B8A8E3EA-3F61-BF46-0680-0A89847DD8EF}"/>
          </ac:spMkLst>
        </pc:spChg>
        <pc:spChg chg="mod">
          <ac:chgData name="윤창호" userId="3fafcb69-95c1-47f6-822d-f3f2876b4c03" providerId="ADAL" clId="{8AF2DCB2-E97C-4D44-AC38-8BF308DE2E3B}" dt="2025-07-23T12:00:07.956" v="728" actId="20577"/>
          <ac:spMkLst>
            <pc:docMk/>
            <pc:sldMk cId="2315743007" sldId="946"/>
            <ac:spMk id="6" creationId="{57E72C5E-48C4-876A-76F2-781D1D7F84D1}"/>
          </ac:spMkLst>
        </pc:spChg>
        <pc:picChg chg="add del mod">
          <ac:chgData name="윤창호" userId="3fafcb69-95c1-47f6-822d-f3f2876b4c03" providerId="ADAL" clId="{8AF2DCB2-E97C-4D44-AC38-8BF308DE2E3B}" dt="2025-07-23T11:19:40.714" v="397" actId="478"/>
          <ac:picMkLst>
            <pc:docMk/>
            <pc:sldMk cId="2315743007" sldId="946"/>
            <ac:picMk id="7" creationId="{25E15A88-3444-78E9-ECA9-CC3AAE18BF5F}"/>
          </ac:picMkLst>
        </pc:picChg>
        <pc:picChg chg="add del mod">
          <ac:chgData name="윤창호" userId="3fafcb69-95c1-47f6-822d-f3f2876b4c03" providerId="ADAL" clId="{8AF2DCB2-E97C-4D44-AC38-8BF308DE2E3B}" dt="2025-07-23T11:35:25.366" v="407" actId="478"/>
          <ac:picMkLst>
            <pc:docMk/>
            <pc:sldMk cId="2315743007" sldId="946"/>
            <ac:picMk id="9" creationId="{62C92B3D-92CE-5F7C-8A8A-3BD35ED04276}"/>
          </ac:picMkLst>
        </pc:picChg>
        <pc:picChg chg="add mod">
          <ac:chgData name="윤창호" userId="3fafcb69-95c1-47f6-822d-f3f2876b4c03" providerId="ADAL" clId="{8AF2DCB2-E97C-4D44-AC38-8BF308DE2E3B}" dt="2025-07-23T11:35:41.265" v="409" actId="1076"/>
          <ac:picMkLst>
            <pc:docMk/>
            <pc:sldMk cId="2315743007" sldId="946"/>
            <ac:picMk id="11" creationId="{BD208ED0-5A35-A16E-7736-9AB1FE72043E}"/>
          </ac:picMkLst>
        </pc:picChg>
      </pc:sldChg>
    </pc:docChg>
  </pc:docChgLst>
  <pc:docChgLst>
    <pc:chgData name="윤창호" userId="3fafcb69-95c1-47f6-822d-f3f2876b4c03" providerId="ADAL" clId="{118E98CA-686A-40D6-A592-ADE312F8C4F5}"/>
    <pc:docChg chg="modSld">
      <pc:chgData name="윤창호" userId="3fafcb69-95c1-47f6-822d-f3f2876b4c03" providerId="ADAL" clId="{118E98CA-686A-40D6-A592-ADE312F8C4F5}" dt="2024-05-12T13:47:37.525" v="0" actId="14100"/>
      <pc:docMkLst>
        <pc:docMk/>
      </pc:docMkLst>
      <pc:sldChg chg="modSp">
        <pc:chgData name="윤창호" userId="3fafcb69-95c1-47f6-822d-f3f2876b4c03" providerId="ADAL" clId="{118E98CA-686A-40D6-A592-ADE312F8C4F5}" dt="2024-05-12T13:47:37.525" v="0" actId="14100"/>
        <pc:sldMkLst>
          <pc:docMk/>
          <pc:sldMk cId="1077289409" sldId="932"/>
        </pc:sldMkLst>
      </pc:sldChg>
    </pc:docChg>
  </pc:docChgLst>
  <pc:docChgLst>
    <pc:chgData name="윤창호" userId="3fafcb69-95c1-47f6-822d-f3f2876b4c03" providerId="ADAL" clId="{4F556188-2F58-4269-A7F0-FAE742233936}"/>
    <pc:docChg chg="custSel delSld modSld">
      <pc:chgData name="윤창호" userId="3fafcb69-95c1-47f6-822d-f3f2876b4c03" providerId="ADAL" clId="{4F556188-2F58-4269-A7F0-FAE742233936}" dt="2024-05-12T13:50:17.712" v="36" actId="20577"/>
      <pc:docMkLst>
        <pc:docMk/>
      </pc:docMkLst>
      <pc:sldChg chg="modSp mod">
        <pc:chgData name="윤창호" userId="3fafcb69-95c1-47f6-822d-f3f2876b4c03" providerId="ADAL" clId="{4F556188-2F58-4269-A7F0-FAE742233936}" dt="2024-05-12T13:49:54.004" v="1" actId="20577"/>
        <pc:sldMkLst>
          <pc:docMk/>
          <pc:sldMk cId="1900169946" sldId="763"/>
        </pc:sldMkLst>
      </pc:sldChg>
      <pc:sldChg chg="delSp modSp mod">
        <pc:chgData name="윤창호" userId="3fafcb69-95c1-47f6-822d-f3f2876b4c03" providerId="ADAL" clId="{4F556188-2F58-4269-A7F0-FAE742233936}" dt="2024-05-12T13:50:17.712" v="36" actId="20577"/>
        <pc:sldMkLst>
          <pc:docMk/>
          <pc:sldMk cId="744107662" sldId="859"/>
        </pc:sldMkLst>
      </pc:sldChg>
      <pc:sldChg chg="modSp mod">
        <pc:chgData name="윤창호" userId="3fafcb69-95c1-47f6-822d-f3f2876b4c03" providerId="ADAL" clId="{4F556188-2F58-4269-A7F0-FAE742233936}" dt="2024-05-12T13:50:02.340" v="16" actId="20577"/>
        <pc:sldMkLst>
          <pc:docMk/>
          <pc:sldMk cId="3815373610" sldId="86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887798631" sldId="87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036067628" sldId="88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082338482" sldId="88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193885251" sldId="88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31057720" sldId="88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920225804" sldId="884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935435450" sldId="885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833929556" sldId="88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236182383" sldId="887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259002758" sldId="888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794611013" sldId="88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408867932" sldId="89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883011561" sldId="89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612657963" sldId="89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047930500" sldId="89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050538813" sldId="894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401140104" sldId="895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038358139" sldId="89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69554214" sldId="897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86432408" sldId="898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056191391" sldId="89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982558701" sldId="90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384395558" sldId="90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198974732" sldId="90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658326183" sldId="90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867965135" sldId="904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753681031" sldId="905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743050120" sldId="90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245959123" sldId="907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512251348" sldId="908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304641277" sldId="90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856510975" sldId="91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604079348" sldId="91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420539709" sldId="91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227948036" sldId="91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61912685" sldId="914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8768008" sldId="915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282447343" sldId="91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993287812" sldId="917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395619421" sldId="918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59152748" sldId="91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498085135" sldId="92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242821472" sldId="92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769750195" sldId="92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571064191" sldId="92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305479913" sldId="924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009625007" sldId="925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89842924" sldId="926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312856797" sldId="927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656793365" sldId="928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4245792760" sldId="929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966758882" sldId="930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2132602356" sldId="931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1077289409" sldId="932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671523675" sldId="933"/>
        </pc:sldMkLst>
      </pc:sldChg>
      <pc:sldChg chg="del">
        <pc:chgData name="윤창호" userId="3fafcb69-95c1-47f6-822d-f3f2876b4c03" providerId="ADAL" clId="{4F556188-2F58-4269-A7F0-FAE742233936}" dt="2024-05-12T13:50:08.486" v="17" actId="47"/>
        <pc:sldMkLst>
          <pc:docMk/>
          <pc:sldMk cId="3218078967" sldId="9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064B8-2201-48B4-A80D-4D89AA76FC4D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6C848-0A0E-4455-853C-098454EB31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884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14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026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78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954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601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465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0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79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488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318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674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124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868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753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483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239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302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913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14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2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689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78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062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170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9706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61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6604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616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50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2905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072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205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2838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776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664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448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4063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6676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4257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864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5736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966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2330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126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17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3778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2317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4587-2618-3F6E-C315-323A67B7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1C0023-A377-E123-071D-5D06A283A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BF4858-3F71-8219-C1E5-093924A35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EDE72B-43EA-5351-BFA5-302A5F29CC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4681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129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4594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638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204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6292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0891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333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3283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3810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8817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5903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1408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5A9A-6B58-BE42-DCCF-C548ABE3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58A20-51F3-6C7E-2C3F-8F536B14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3E9A4-3527-4FDD-E2E5-7E2F49F4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https://globenewswire.com/news-release/2017/02/06/914187/0/en/Global-E-Learning-Market-to-Reach-325-billion-by-2025-Rapid-Growth-in-Online-Content-Digitization-Innovations-in-Wearable-Technologies-are-Flourishing-the-E-learning-Industry.html</a:t>
            </a:r>
          </a:p>
          <a:p>
            <a:endParaRPr lang="en-US" dirty="0"/>
          </a:p>
          <a:p>
            <a:r>
              <a:rPr lang="en-US" dirty="0"/>
              <a:t>https://www.gminsights.com/industry-analysis/elearning-market-size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355D3-D864-C4CD-AA46-9B474FE43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F537C-0A29-4F56-8BC3-47B36DFEA55D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17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10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66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82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97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9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3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37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79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81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1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0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30643" y="531435"/>
            <a:ext cx="11593117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/>
          </a:p>
        </p:txBody>
      </p:sp>
      <p:sp>
        <p:nvSpPr>
          <p:cNvPr id="20" name="직사각형 19"/>
          <p:cNvSpPr/>
          <p:nvPr userDrawn="1"/>
        </p:nvSpPr>
        <p:spPr>
          <a:xfrm>
            <a:off x="361843" y="6368181"/>
            <a:ext cx="11593117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9250037" y="6356354"/>
            <a:ext cx="27432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269445" y="6425726"/>
            <a:ext cx="56849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600" b="1" dirty="0"/>
              <a:t>IT</a:t>
            </a:r>
            <a:r>
              <a:rPr lang="ko-KR" altLang="en-US" sz="1600" b="1" dirty="0"/>
              <a:t>시스템엔지니어링기초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414253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EB97D-1BDC-41F4-B7F6-44EC50E12EA1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786AA-B97D-4554-997E-007FF75A4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1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4"/>
          <p:cNvSpPr txBox="1">
            <a:spLocks/>
          </p:cNvSpPr>
          <p:nvPr/>
        </p:nvSpPr>
        <p:spPr>
          <a:xfrm>
            <a:off x="1355719" y="2286199"/>
            <a:ext cx="9480564" cy="865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b="1" dirty="0"/>
              <a:t>4</a:t>
            </a:r>
            <a:r>
              <a:rPr lang="ko-KR" altLang="en-US" sz="2000" b="1"/>
              <a:t>강</a:t>
            </a:r>
            <a:endParaRPr lang="ko-KR" altLang="en-US" sz="2000" dirty="0"/>
          </a:p>
        </p:txBody>
      </p:sp>
      <p:sp>
        <p:nvSpPr>
          <p:cNvPr id="12" name="직사각형 11"/>
          <p:cNvSpPr/>
          <p:nvPr/>
        </p:nvSpPr>
        <p:spPr>
          <a:xfrm>
            <a:off x="294290" y="1530623"/>
            <a:ext cx="11540359" cy="47157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927381" y="886763"/>
            <a:ext cx="8503495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IT</a:t>
            </a:r>
            <a:r>
              <a:rPr lang="ko-KR" altLang="en-US" sz="3000" dirty="0"/>
              <a:t>시스템엔지니어링기초</a:t>
            </a:r>
          </a:p>
        </p:txBody>
      </p:sp>
      <p:sp>
        <p:nvSpPr>
          <p:cNvPr id="15" name="부제목 2"/>
          <p:cNvSpPr txBox="1">
            <a:spLocks/>
          </p:cNvSpPr>
          <p:nvPr/>
        </p:nvSpPr>
        <p:spPr>
          <a:xfrm>
            <a:off x="3800949" y="4171191"/>
            <a:ext cx="4380683" cy="865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800" dirty="0"/>
              <a:t>2025-07</a:t>
            </a:r>
          </a:p>
          <a:p>
            <a:pPr marL="0" indent="0" algn="ctr">
              <a:buNone/>
            </a:pPr>
            <a:r>
              <a:rPr lang="ko-KR" altLang="en-US" sz="1800" dirty="0"/>
              <a:t>윤창호</a:t>
            </a:r>
          </a:p>
        </p:txBody>
      </p:sp>
      <p:pic>
        <p:nvPicPr>
          <p:cNvPr id="3" name="그림 2" descr="폰트, 그래픽, 스크린샷, 그래픽 디자인이(가) 표시된 사진&#10;&#10;자동 생성된 설명">
            <a:extLst>
              <a:ext uri="{FF2B5EF4-FFF2-40B4-BE49-F238E27FC236}">
                <a16:creationId xmlns:a16="http://schemas.microsoft.com/office/drawing/2014/main" id="{70CF2AE9-1D3D-2C93-AE05-F56728D91B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876" y="5327377"/>
            <a:ext cx="1689187" cy="60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6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Git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Distributed Version Control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049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408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텍스트 파일이 하나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374281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CE5B450-0247-0BF2-A853-9CA70A10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183" y="3073558"/>
            <a:ext cx="1857634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0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하고 싶은 것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수정한 내용을 기록해두고 싶다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B20E654-6B8E-8338-973C-9468F2B9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98" y="2821309"/>
            <a:ext cx="1810003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3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어떻게 할까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수정할 때 마다 다른 파일로 저장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8878A55-AB43-233F-F7D5-5DAC5F9F2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327" y="2887980"/>
            <a:ext cx="5715798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1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시간이 지나면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……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F4E1223-DC1D-F20D-9CB5-8712FC754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72" y="3429000"/>
            <a:ext cx="846890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6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파일이 하나가 아니라면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……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E54342D-3840-FC8F-4CF0-448937A3E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430" y="2369534"/>
            <a:ext cx="853559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6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수정하는 사람이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여러명이면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……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D82E9BB-E9B8-3B77-61B1-EF0F4D7F5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483" y="2281473"/>
            <a:ext cx="8859486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1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폴더로 정리하면 되지 않을까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이런 생각 하시는 분이 없기를 바랍니다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34B862A-8162-1717-BDB4-4D3C4CBED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47" y="2617218"/>
            <a:ext cx="722095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0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10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어떻게 할까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이런일을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전문으로 하는 소프트웨어가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없다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C8086DD-179B-5B37-E379-D685F80D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63" y="3081666"/>
            <a:ext cx="769727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어떤 소프트웨어가 있나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3E3873F-BC60-6EDA-5E29-334F756DF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031" y="2143829"/>
            <a:ext cx="6130814" cy="368110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1F7C72C-9A68-38A2-2E8B-8489660A43B7}"/>
              </a:ext>
            </a:extLst>
          </p:cNvPr>
          <p:cNvSpPr/>
          <p:nvPr/>
        </p:nvSpPr>
        <p:spPr>
          <a:xfrm>
            <a:off x="635290" y="5988558"/>
            <a:ext cx="10921420" cy="297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* SVN: 2000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년대 중반까지 널리 쓰임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, 2010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년 이후 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에게 지배권을 </a:t>
            </a:r>
            <a:r>
              <a:rPr lang="ko-KR" altLang="en-US" sz="1600" b="1" dirty="0" err="1">
                <a:solidFill>
                  <a:schemeClr val="tx1"/>
                </a:solidFill>
                <a:latin typeface="+mj-ea"/>
                <a:ea typeface="+mj-ea"/>
              </a:rPr>
              <a:t>내어줌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073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을 배워봅시다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왜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분산형 버전 관리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가장 높은 점유율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F7C72C-9A68-38A2-2E8B-8489660A43B7}"/>
              </a:ext>
            </a:extLst>
          </p:cNvPr>
          <p:cNvSpPr/>
          <p:nvPr/>
        </p:nvSpPr>
        <p:spPr>
          <a:xfrm>
            <a:off x="635290" y="5988558"/>
            <a:ext cx="10921420" cy="297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* SVN: 2000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년대 중반까지 널리 쓰임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, 2010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년 이후 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에게 지배권을 </a:t>
            </a:r>
            <a:r>
              <a:rPr lang="ko-KR" altLang="en-US" sz="1600" b="1" dirty="0" err="1">
                <a:solidFill>
                  <a:schemeClr val="tx1"/>
                </a:solidFill>
                <a:latin typeface="+mj-ea"/>
                <a:ea typeface="+mj-ea"/>
              </a:rPr>
              <a:t>내어줌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C6AC71-1151-8247-D03C-9A434A2D1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617" y="2848252"/>
            <a:ext cx="423921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4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899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설치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 -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간편 안내서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http://rogerdudler.github.io/git-guide/index.ko.html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82757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D5B9ED-1634-8119-C0FF-C7DE0CCAC314}"/>
              </a:ext>
            </a:extLst>
          </p:cNvPr>
          <p:cNvSpPr/>
          <p:nvPr/>
        </p:nvSpPr>
        <p:spPr>
          <a:xfrm>
            <a:off x="755849" y="2444231"/>
            <a:ext cx="2493107" cy="1455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Ubuntu 22.04</a:t>
            </a:r>
          </a:p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# apt install git</a:t>
            </a:r>
          </a:p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# git --version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46774C-D592-0FAB-1B69-2FA2491BF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785" y="2211518"/>
            <a:ext cx="7392546" cy="37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9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실습 준비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0336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vscode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준비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C743E6-C0ED-02D6-BE08-35D0E4E6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74" y="2433484"/>
            <a:ext cx="3620005" cy="128605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DEB685-F9A2-FE2D-E4D2-23DBF00A109F}"/>
              </a:ext>
            </a:extLst>
          </p:cNvPr>
          <p:cNvSpPr/>
          <p:nvPr/>
        </p:nvSpPr>
        <p:spPr>
          <a:xfrm>
            <a:off x="456074" y="1960349"/>
            <a:ext cx="2433995" cy="473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1) git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graph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 설치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2751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 시작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지정한 폴더의 변경 내용을 추적하기 위한 준비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DBBE708-E25B-4047-C39D-BC11057B2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33" y="2226247"/>
            <a:ext cx="7583134" cy="377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0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실습 파일 생성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DEB685-F9A2-FE2D-E4D2-23DBF00A109F}"/>
              </a:ext>
            </a:extLst>
          </p:cNvPr>
          <p:cNvSpPr/>
          <p:nvPr/>
        </p:nvSpPr>
        <p:spPr>
          <a:xfrm>
            <a:off x="456074" y="1960349"/>
            <a:ext cx="2433995" cy="473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1) git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 초기화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792064-CC6E-1D31-9207-6B2E5D5492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859"/>
          <a:stretch/>
        </p:blipFill>
        <p:spPr>
          <a:xfrm>
            <a:off x="7183542" y="3639114"/>
            <a:ext cx="3019846" cy="112630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83173B-C4BC-409F-E202-0F0C3256D02E}"/>
              </a:ext>
            </a:extLst>
          </p:cNvPr>
          <p:cNvSpPr txBox="1">
            <a:spLocks/>
          </p:cNvSpPr>
          <p:nvPr/>
        </p:nvSpPr>
        <p:spPr>
          <a:xfrm>
            <a:off x="654715" y="2530366"/>
            <a:ext cx="5836212" cy="2468784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config user.name "kopo00"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</a:t>
            </a:r>
            <a:r>
              <a:rPr lang="fr-FR" altLang="ko-KR" sz="2000" dirty="0">
                <a:solidFill>
                  <a:sysClr val="window" lastClr="FFFFFF"/>
                </a:solidFill>
                <a:latin typeface="Calibri" panose="020F0502020204030204"/>
              </a:rPr>
              <a:t>git config user.email kopo00@example.com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config --list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touch .</a:t>
            </a:r>
            <a:r>
              <a:rPr lang="en-US" altLang="ko-KR" sz="2000" dirty="0" err="1">
                <a:solidFill>
                  <a:sysClr val="window" lastClr="FFFFFF"/>
                </a:solidFill>
                <a:latin typeface="Calibri" panose="020F0502020204030204"/>
              </a:rPr>
              <a:t>gitignore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indent="0">
              <a:buNone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touch memo.txt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git status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add -A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commit -m "Initial Commit"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182BC8-9F45-51E8-18FE-064EFC856F9F}"/>
              </a:ext>
            </a:extLst>
          </p:cNvPr>
          <p:cNvSpPr/>
          <p:nvPr/>
        </p:nvSpPr>
        <p:spPr>
          <a:xfrm>
            <a:off x="528068" y="5102993"/>
            <a:ext cx="8721969" cy="1129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 Changes to be committed: </a:t>
            </a:r>
            <a:r>
              <a:rPr lang="ko-KR" altLang="en-US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이 영역은 </a:t>
            </a:r>
            <a:r>
              <a:rPr lang="ko-KR" altLang="en-US" sz="1600" b="0" i="0" dirty="0" err="1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스테이징</a:t>
            </a:r>
            <a:r>
              <a:rPr lang="ko-KR" altLang="en-US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 영역에 넘어가 있는 변경 내용을 보여줍니다</a:t>
            </a: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 Changes not staged for commit: </a:t>
            </a:r>
            <a:r>
              <a:rPr lang="ko-KR" altLang="en-US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이 영역은 아직 워킹 디렉토리에 있는 변경 내용을 보여줍니다</a:t>
            </a: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 Untracked files: </a:t>
            </a:r>
            <a:r>
              <a:rPr lang="ko-KR" altLang="en-US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이 영역도 아직 워킹 디렉토리에 있는 아직 한 번도 해당 </a:t>
            </a: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Git </a:t>
            </a:r>
            <a:r>
              <a:rPr lang="ko-KR" altLang="en-US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저장소가 관리한 적이 없는 새로운 파일을 보여줍니다</a:t>
            </a:r>
            <a:r>
              <a:rPr lang="en-US" altLang="ko-KR" sz="1600" b="0" i="0" dirty="0">
                <a:solidFill>
                  <a:srgbClr val="00214D"/>
                </a:solidFill>
                <a:effectLst/>
                <a:highlight>
                  <a:srgbClr val="FFFFFF"/>
                </a:highlight>
                <a:latin typeface="Spoqa Han Sans Neo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44A3EF-A7F2-FEA4-682F-4E61B6670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42" y="2539343"/>
            <a:ext cx="128605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4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Commit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수정의 단계는 의미</a:t>
            </a:r>
          </a:p>
        </p:txBody>
      </p:sp>
    </p:spTree>
    <p:extLst>
      <p:ext uri="{BB962C8B-B14F-4D97-AF65-F5344CB8AC3E}">
        <p14:creationId xmlns:p14="http://schemas.microsoft.com/office/powerpoint/2010/main" val="2994012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19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1161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첫 번째 문제로 돌아가봅시다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텍스트 파일이 하나 있고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,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수정한 내용을 기록해두고 싶다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2085480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1F5B053-C8C6-DCD1-E2D1-AEF0AED0F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615" y="2507281"/>
            <a:ext cx="6032182" cy="343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4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20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1161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 단계를 어느 정도까지 기록해야 할까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저장할 때 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컵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(save)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라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(save)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면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(save)…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이런식으로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저장했다해도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모두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기록해야할까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2085480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1F5B053-C8C6-DCD1-E2D1-AEF0AED0F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615" y="2507281"/>
            <a:ext cx="6032182" cy="343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57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1161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규칙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 단계는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의미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＂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를 기준으로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2085480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52FF0AB-9034-1FE7-3417-2826B1563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879" y="2665198"/>
            <a:ext cx="6582694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8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1161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규칙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”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 단계는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의미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＂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를 기준으로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2085480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C483005-A4A1-237E-0867-75CA3227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597" y="2770554"/>
            <a:ext cx="7042806" cy="311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80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408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add &amp; commit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374281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BB6559-F4D1-ADC6-32DA-444265E321F8}"/>
              </a:ext>
            </a:extLst>
          </p:cNvPr>
          <p:cNvSpPr txBox="1">
            <a:spLocks/>
          </p:cNvSpPr>
          <p:nvPr/>
        </p:nvSpPr>
        <p:spPr>
          <a:xfrm>
            <a:off x="473148" y="1606515"/>
            <a:ext cx="6165043" cy="3668870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echo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"- 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마트에 가서 맥주 </a:t>
            </a:r>
            <a:r>
              <a:rPr lang="ko-KR" altLang="en-US" sz="2000" dirty="0" err="1">
                <a:solidFill>
                  <a:sysClr val="window" lastClr="FFFFFF"/>
                </a:solidFill>
                <a:latin typeface="Calibri" panose="020F0502020204030204"/>
              </a:rPr>
              <a:t>한박스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 &gt;&gt; memo.txt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</a:t>
            </a:r>
            <a:r>
              <a:rPr lang="en-US" sz="2000" dirty="0">
                <a:solidFill>
                  <a:sysClr val="window" lastClr="FFFFFF"/>
                </a:solidFill>
                <a:latin typeface="Calibri" panose="020F0502020204030204"/>
              </a:rPr>
              <a:t>add -A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commit -m "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맥주 구매 할 일 추가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</a:t>
            </a:r>
          </a:p>
          <a:p>
            <a:pPr marL="0" indent="0">
              <a:buNone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echo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"- 20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리터 쓰레기 봉투 구입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 &gt;&gt; memo.txt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add -A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commit -m "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쓰레기 봉투 구매 할 일 추가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 "</a:t>
            </a:r>
          </a:p>
          <a:p>
            <a:pPr marL="0" indent="0">
              <a:buNone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echo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"- 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컵라면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1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박스 구입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 &gt;&gt; memo.txt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add -A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commit -m "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컵라면 구매 할 일 추가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"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pic>
        <p:nvPicPr>
          <p:cNvPr id="1026" name="Picture 2" descr="Why &quot;git add .&quot; Should be Used with Caution 🚀">
            <a:extLst>
              <a:ext uri="{FF2B5EF4-FFF2-40B4-BE49-F238E27FC236}">
                <a16:creationId xmlns:a16="http://schemas.microsoft.com/office/drawing/2014/main" id="{702BFF51-F6FE-E59E-16A8-C71438860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755" y="1873278"/>
            <a:ext cx="4698564" cy="333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C89898-CAB2-A533-8199-EE8E376D5453}"/>
              </a:ext>
            </a:extLst>
          </p:cNvPr>
          <p:cNvSpPr/>
          <p:nvPr/>
        </p:nvSpPr>
        <p:spPr>
          <a:xfrm>
            <a:off x="7373431" y="2787758"/>
            <a:ext cx="2078299" cy="1142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895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24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589176"/>
            <a:ext cx="8845856" cy="464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>
                <a:solidFill>
                  <a:schemeClr val="tx1"/>
                </a:solidFill>
                <a:latin typeface="+mj-ea"/>
                <a:ea typeface="+mj-ea"/>
              </a:rPr>
              <a:t>세 번의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15545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962789A-A24F-CFD6-CD3C-43817CE6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35" y="1442432"/>
            <a:ext cx="6063325" cy="46306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C44F722-45B7-2115-6E39-C8A1FBB5C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310" y="1737426"/>
            <a:ext cx="5015454" cy="148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5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1161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수정한 내용을 간략하게 표현하기 위한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메세지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“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기록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2085480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0FE6CAC-8F9D-147D-F766-811C9921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22" y="2388341"/>
            <a:ext cx="6746755" cy="37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81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두 번만 할 수도 있겠죠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60394EE-FDD5-BC4F-B530-7932FDF9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74" y="1992720"/>
            <a:ext cx="5957904" cy="412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규칙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하나의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(Commit)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은 여러 개의 파일이 포함될 수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8DF1941-C38E-3B02-C2F3-B820C20E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7" y="2287102"/>
            <a:ext cx="8335538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83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커밋은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수정의 단위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수정은 여러 파일에 걸친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변경 내역의 묶음일 수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D359944-024A-F21C-2116-8BD05E1F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714" y="2040799"/>
            <a:ext cx="6353024" cy="398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33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29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408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아무거나 변경 후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commit 5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회 수행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374281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4578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Branch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상태를 저장하는 공간</a:t>
            </a:r>
          </a:p>
        </p:txBody>
      </p:sp>
    </p:spTree>
    <p:extLst>
      <p:ext uri="{BB962C8B-B14F-4D97-AF65-F5344CB8AC3E}">
        <p14:creationId xmlns:p14="http://schemas.microsoft.com/office/powerpoint/2010/main" val="2338971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파일을 수정하지 않고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새로운 실험을 해 볼 순 없을까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7BAC984-E988-E351-4B48-5714DF827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204" y="2101339"/>
            <a:ext cx="8173591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27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규칙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상태를 저장하는 공간을 만들 수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CA81A52-9195-72D9-A7D7-3F5E8DA14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454" y="2248109"/>
            <a:ext cx="6305583" cy="36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11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기본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master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4528C1D-1F26-4BD8-6CE6-B7FD4362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018" y="2211577"/>
            <a:ext cx="6061964" cy="362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03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34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커밋은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공간에 기록된다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A3B5E05-5E45-3757-D110-FEDD817F4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092" y="1974965"/>
            <a:ext cx="5595816" cy="41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62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새로운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만들기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파일을 수정하지 않고 새로운 실험 하기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4971F48-7745-6574-5041-D7B62BA7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95" y="2030051"/>
            <a:ext cx="5485009" cy="40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28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완전히 독립된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lab1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36AFAE7-71BB-BD87-2DEC-117E49974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031" y="1815706"/>
            <a:ext cx="6267938" cy="432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49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원하는 만큼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생성 가능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6E0CDC5-EB1F-B596-728A-016893524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24" y="1912330"/>
            <a:ext cx="7007151" cy="435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79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실험 중 다른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돌아가야한다면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F6D88C0-B0D4-2C04-B468-51B75D3A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753" y="1887926"/>
            <a:ext cx="5736493" cy="43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48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39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00E13DA-B0AB-82E1-56A2-EC6378773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739" y="660541"/>
            <a:ext cx="5344522" cy="10047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D98279-C0D9-AC53-2AE6-377EA23CA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245" y="1980819"/>
            <a:ext cx="6277510" cy="40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78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40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6501497-BA3E-F561-FDA6-2757FE33C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35" y="2008292"/>
            <a:ext cx="5638730" cy="418916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AEC4C5A-C816-4013-032E-5DCBB3B8CCF7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실험 종료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선택의 순간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4838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EC4C5A-C816-4013-032E-5DCBB3B8CCF7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실험 종료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선택의 순간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CBCB32-6C13-F8CC-0813-76BB2F37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150" y="1891598"/>
            <a:ext cx="5271699" cy="40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2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E69439B-18A3-72F0-0895-3C466F519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95" y="577152"/>
            <a:ext cx="4849609" cy="11233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8CE2251-E70C-71DF-7720-55C73F6D6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892" y="1905504"/>
            <a:ext cx="7526216" cy="42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1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정리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59C835-F34D-C8CF-BF16-97563563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89" y="2089324"/>
            <a:ext cx="6720660" cy="3529208"/>
          </a:xfrm>
          <a:prstGeom prst="rect">
            <a:avLst/>
          </a:prstGeom>
        </p:spPr>
      </p:pic>
      <p:pic>
        <p:nvPicPr>
          <p:cNvPr id="3076" name="Picture 4" descr="Git 브랜치를 머지할 때 충돌이 발생할 수 있는 사례. 똑똑한 Git 은 최대한 충돌 없이 소스를 병합(merge) 해 주려고… |  by Hibuz | 롯데ON 기술 블로그">
            <a:extLst>
              <a:ext uri="{FF2B5EF4-FFF2-40B4-BE49-F238E27FC236}">
                <a16:creationId xmlns:a16="http://schemas.microsoft.com/office/drawing/2014/main" id="{D9B9A5BB-28F0-22EE-144D-95ED0E274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549" y="1921818"/>
            <a:ext cx="4124574" cy="386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C89898-CAB2-A533-8199-EE8E376D5453}"/>
              </a:ext>
            </a:extLst>
          </p:cNvPr>
          <p:cNvSpPr/>
          <p:nvPr/>
        </p:nvSpPr>
        <p:spPr>
          <a:xfrm>
            <a:off x="7294300" y="4357591"/>
            <a:ext cx="2078299" cy="1142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30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44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A7A261-DCF5-B19E-19E5-D8C9A9A1C840}"/>
              </a:ext>
            </a:extLst>
          </p:cNvPr>
          <p:cNvSpPr/>
          <p:nvPr/>
        </p:nvSpPr>
        <p:spPr>
          <a:xfrm>
            <a:off x="1673072" y="737665"/>
            <a:ext cx="8845856" cy="408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branch &amp; checkout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374281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BB6559-F4D1-ADC6-32DA-444265E321F8}"/>
              </a:ext>
            </a:extLst>
          </p:cNvPr>
          <p:cNvSpPr txBox="1">
            <a:spLocks/>
          </p:cNvSpPr>
          <p:nvPr/>
        </p:nvSpPr>
        <p:spPr>
          <a:xfrm>
            <a:off x="473148" y="1606515"/>
            <a:ext cx="7395967" cy="3668870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branch develop master (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develop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브랜치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생성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develop (develop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로 </a:t>
            </a:r>
            <a:r>
              <a:rPr lang="ko-KR" altLang="en-US" sz="2000" dirty="0" err="1">
                <a:solidFill>
                  <a:sysClr val="window" lastClr="FFFFFF"/>
                </a:solidFill>
                <a:latin typeface="Calibri" panose="020F0502020204030204"/>
              </a:rPr>
              <a:t>브랜치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이동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)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master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branch -d develop (develop </a:t>
            </a:r>
            <a:r>
              <a:rPr lang="ko-KR" altLang="en-US" sz="2000" dirty="0" err="1">
                <a:solidFill>
                  <a:sysClr val="window" lastClr="FFFFFF"/>
                </a:solidFill>
                <a:latin typeface="Calibri" panose="020F0502020204030204"/>
              </a:rPr>
              <a:t>브랜치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삭제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)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-b develop (branch 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생성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, checkout 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한번에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)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master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… commit N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merge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98603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Clone, Push, Pull, Fetch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협업</a:t>
            </a:r>
          </a:p>
        </p:txBody>
      </p:sp>
    </p:spTree>
    <p:extLst>
      <p:ext uri="{BB962C8B-B14F-4D97-AF65-F5344CB8AC3E}">
        <p14:creationId xmlns:p14="http://schemas.microsoft.com/office/powerpoint/2010/main" val="1191274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어떻게 다른 사람과 함께 작업할 수 있을까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우리는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저장소를 하나 가지고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내 컴퓨터에 있기 때문에 나만 접근할 수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C578B3-972C-5588-9336-53FCCFB3A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925" y="2172785"/>
            <a:ext cx="5530149" cy="378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06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복사를 시도해 볼 수 있겠다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6D56FF-C31D-9F20-EDC1-EB64524B9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251" y="2114585"/>
            <a:ext cx="7167672" cy="384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888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저장소가 있다면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A22A17-F95B-04F3-6C58-F80D5880C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477" y="1891598"/>
            <a:ext cx="5713046" cy="429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743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49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저장소에서 저장소 다운로드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저장소에서 처음으로 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저장소를 다운로드 받는 것을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복사본을 만든다는 의미로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clone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이라 한다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E0F2F9-CAEC-95A3-7447-A4E09323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088" y="1989170"/>
            <a:ext cx="5799824" cy="40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08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50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저장소의 변경 내용 업데이트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9D4C2A-2B8E-45CF-9B74-43F13284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542" y="1914962"/>
            <a:ext cx="5186916" cy="424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173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내 저장소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로컬 저장소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의 변경 내용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리모트로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전송하기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BF7776-AE26-F6B0-EA4B-297EFD850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231" y="1876508"/>
            <a:ext cx="5409538" cy="43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13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fetch: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메타데이터만 로컬 저장소로 받음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fetch –all</a:t>
            </a:r>
          </a:p>
          <a:p>
            <a:pPr algn="ctr">
              <a:lnSpc>
                <a:spcPct val="13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reset –hard origin/develop</a:t>
            </a:r>
          </a:p>
        </p:txBody>
      </p:sp>
      <p:pic>
        <p:nvPicPr>
          <p:cNvPr id="7" name="Picture 2" descr="Git Pull and Git Fetch: Understanding the Differe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74" y="2164284"/>
            <a:ext cx="5477852" cy="353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350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리모트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저장소를 쉽게 만들고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공유할 수 있는 대표적인 서비스가 있다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B5CC43-4591-3AD6-DC45-32878B832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95" y="1891504"/>
            <a:ext cx="5163271" cy="3924848"/>
          </a:xfrm>
          <a:prstGeom prst="rect">
            <a:avLst/>
          </a:prstGeom>
        </p:spPr>
      </p:pic>
      <p:pic>
        <p:nvPicPr>
          <p:cNvPr id="1026" name="Picture 2" descr="GitLab Announces the General Availability of GitLab Duo Chat">
            <a:extLst>
              <a:ext uri="{FF2B5EF4-FFF2-40B4-BE49-F238E27FC236}">
                <a16:creationId xmlns:a16="http://schemas.microsoft.com/office/drawing/2014/main" id="{1D9D18CC-C90E-9807-372D-5DA2014E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937" y="3140679"/>
            <a:ext cx="4411868" cy="129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024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DBBA-F5E0-C76A-7F12-0EC0A82B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E4B0F-6722-EA8F-D444-5BBE0008A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Gitlab </a:t>
            </a:r>
            <a:r>
              <a:rPr lang="ko-KR" altLang="en-US" b="1" dirty="0"/>
              <a:t>설치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5134E3-7976-908A-AED7-8724249B0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738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924D-78D9-09E7-909B-F02E30CC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AC3E57-1693-D16C-A95B-F2170A8E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E72C5E-48C4-876A-76F2-781D1D7F84D1}"/>
              </a:ext>
            </a:extLst>
          </p:cNvPr>
          <p:cNvSpPr/>
          <p:nvPr/>
        </p:nvSpPr>
        <p:spPr>
          <a:xfrm>
            <a:off x="1649142" y="839095"/>
            <a:ext cx="8845856" cy="408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gitlab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설치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51B37328-32E1-324B-D609-BADA40CB5DB0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EFB252A5-0F00-463F-8A61-2553828B75A6}"/>
              </a:ext>
            </a:extLst>
          </p:cNvPr>
          <p:cNvCxnSpPr>
            <a:cxnSpLocks/>
          </p:cNvCxnSpPr>
          <p:nvPr/>
        </p:nvCxnSpPr>
        <p:spPr>
          <a:xfrm flipV="1">
            <a:off x="331889" y="1577483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A8E3EA-3F61-BF46-0680-0A89847DD8EF}"/>
              </a:ext>
            </a:extLst>
          </p:cNvPr>
          <p:cNvSpPr txBox="1">
            <a:spLocks/>
          </p:cNvSpPr>
          <p:nvPr/>
        </p:nvSpPr>
        <p:spPr>
          <a:xfrm>
            <a:off x="764857" y="1911488"/>
            <a:ext cx="7126076" cy="336535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host$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mkdir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~/</a:t>
            </a:r>
            <a:r>
              <a:rPr lang="en-US" altLang="ko-KR" dirty="0" err="1">
                <a:solidFill>
                  <a:schemeClr val="bg1"/>
                </a:solidFill>
              </a:rPr>
              <a:t>gitlab</a:t>
            </a:r>
            <a:r>
              <a:rPr lang="en-US" altLang="ko-KR" dirty="0">
                <a:solidFill>
                  <a:schemeClr val="bg1"/>
                </a:solidFill>
              </a:rPr>
              <a:t> &amp;&amp; cd ~/</a:t>
            </a:r>
            <a:r>
              <a:rPr lang="en-US" altLang="ko-KR" dirty="0" err="1">
                <a:solidFill>
                  <a:schemeClr val="bg1"/>
                </a:solidFill>
              </a:rPr>
              <a:t>gitlab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host$ vi docker-</a:t>
            </a:r>
            <a:r>
              <a:rPr lang="en-US" dirty="0" err="1">
                <a:solidFill>
                  <a:schemeClr val="bg1"/>
                </a:solidFill>
              </a:rPr>
              <a:t>compose.yml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host$ docker-compose logs </a:t>
            </a:r>
            <a:r>
              <a:rPr lang="en-US" dirty="0" err="1">
                <a:solidFill>
                  <a:schemeClr val="bg1"/>
                </a:solidFill>
              </a:rPr>
              <a:t>gitlab</a:t>
            </a:r>
            <a:r>
              <a:rPr lang="en-US" dirty="0">
                <a:solidFill>
                  <a:schemeClr val="bg1"/>
                </a:solidFill>
              </a:rPr>
              <a:t> -f</a:t>
            </a:r>
            <a:endParaRPr lang="x-none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9CF798-FA63-20BE-4810-B2F78F52E413}"/>
              </a:ext>
            </a:extLst>
          </p:cNvPr>
          <p:cNvSpPr/>
          <p:nvPr/>
        </p:nvSpPr>
        <p:spPr>
          <a:xfrm>
            <a:off x="562542" y="5414004"/>
            <a:ext cx="7496236" cy="738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브라우저에서 접속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회원가입 및 프로젝트 생성</a:t>
            </a:r>
            <a:endParaRPr lang="en-US" altLang="ko-KR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208ED0-5A35-A16E-7736-9AB1FE72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989" y="1904787"/>
            <a:ext cx="2962688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43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D2DD5B-80ED-E52C-426A-94B58870A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20" y="2042374"/>
            <a:ext cx="3282209" cy="365069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private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gitlab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접속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http://localhost:8002/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0EE87D-D687-A371-DBD2-421368BFBF80}"/>
              </a:ext>
            </a:extLst>
          </p:cNvPr>
          <p:cNvSpPr/>
          <p:nvPr/>
        </p:nvSpPr>
        <p:spPr>
          <a:xfrm>
            <a:off x="2071922" y="5128290"/>
            <a:ext cx="1222646" cy="564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57CFBDB-1C82-54C0-1B8C-B000AF283CDD}"/>
              </a:ext>
            </a:extLst>
          </p:cNvPr>
          <p:cNvSpPr/>
          <p:nvPr/>
        </p:nvSpPr>
        <p:spPr>
          <a:xfrm>
            <a:off x="7645398" y="2437282"/>
            <a:ext cx="3709247" cy="271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관리자 비번 확인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(id: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root)</a:t>
            </a:r>
          </a:p>
          <a:p>
            <a:pPr>
              <a:lnSpc>
                <a:spcPct val="13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# docker exec -it </a:t>
            </a:r>
            <a:r>
              <a:rPr lang="en-US" altLang="ko-KR" sz="1400" b="1" dirty="0" err="1">
                <a:solidFill>
                  <a:schemeClr val="tx1"/>
                </a:solidFill>
                <a:latin typeface="+mj-ea"/>
                <a:ea typeface="+mj-ea"/>
              </a:rPr>
              <a:t>gitlab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 grep 'Password:' /</a:t>
            </a:r>
            <a:r>
              <a:rPr lang="en-US" altLang="ko-KR" sz="1400" b="1" dirty="0" err="1">
                <a:solidFill>
                  <a:schemeClr val="tx1"/>
                </a:solidFill>
                <a:latin typeface="+mj-ea"/>
                <a:ea typeface="+mj-ea"/>
              </a:rPr>
              <a:t>etc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en-US" altLang="ko-KR" sz="1400" b="1" dirty="0" err="1">
                <a:solidFill>
                  <a:schemeClr val="tx1"/>
                </a:solidFill>
                <a:latin typeface="+mj-ea"/>
                <a:ea typeface="+mj-ea"/>
              </a:rPr>
              <a:t>gitlab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en-US" altLang="ko-KR" sz="1400" b="1" dirty="0" err="1">
                <a:solidFill>
                  <a:schemeClr val="tx1"/>
                </a:solidFill>
                <a:latin typeface="+mj-ea"/>
                <a:ea typeface="+mj-ea"/>
              </a:rPr>
              <a:t>initial_root_password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endParaRPr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관리자로 로그인 후 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admin dashboard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에서 회원가입 승인</a:t>
            </a:r>
            <a:endParaRPr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9A9D15-752D-8BDF-88D7-39954240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425" y="2589149"/>
            <a:ext cx="2934579" cy="255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197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F04EA76-EED3-B4C2-0ED0-081407D3B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041" y="2502246"/>
            <a:ext cx="5906606" cy="27406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805E94-5E91-54ED-7627-BA5C980A0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53" y="2905050"/>
            <a:ext cx="4967434" cy="193505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프로젝트 생성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0EE87D-D687-A371-DBD2-421368BFBF80}"/>
              </a:ext>
            </a:extLst>
          </p:cNvPr>
          <p:cNvSpPr/>
          <p:nvPr/>
        </p:nvSpPr>
        <p:spPr>
          <a:xfrm>
            <a:off x="418096" y="3429000"/>
            <a:ext cx="2469038" cy="7885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6BBF5F-049F-F72A-B2C7-24FAA63B7EDB}"/>
              </a:ext>
            </a:extLst>
          </p:cNvPr>
          <p:cNvSpPr/>
          <p:nvPr/>
        </p:nvSpPr>
        <p:spPr>
          <a:xfrm>
            <a:off x="5855041" y="2847203"/>
            <a:ext cx="3009559" cy="1199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291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FD6E31-B852-BD74-CC68-B196A13F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0" y="1975801"/>
            <a:ext cx="5471122" cy="438055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프로젝트 생성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0EE87D-D687-A371-DBD2-421368BFBF80}"/>
              </a:ext>
            </a:extLst>
          </p:cNvPr>
          <p:cNvSpPr/>
          <p:nvPr/>
        </p:nvSpPr>
        <p:spPr>
          <a:xfrm>
            <a:off x="3191282" y="2450088"/>
            <a:ext cx="703385" cy="490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53C646-82B8-2E7B-719E-373ABD13FA36}"/>
              </a:ext>
            </a:extLst>
          </p:cNvPr>
          <p:cNvSpPr/>
          <p:nvPr/>
        </p:nvSpPr>
        <p:spPr>
          <a:xfrm>
            <a:off x="3191282" y="5855809"/>
            <a:ext cx="1037494" cy="490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5640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59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push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2D8D17-57DA-AC4F-7C87-BEE905D7E84B}"/>
              </a:ext>
            </a:extLst>
          </p:cNvPr>
          <p:cNvSpPr txBox="1">
            <a:spLocks/>
          </p:cNvSpPr>
          <p:nvPr/>
        </p:nvSpPr>
        <p:spPr>
          <a:xfrm>
            <a:off x="508317" y="1969636"/>
            <a:ext cx="5848521" cy="3093431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host$ cd ~/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gitlab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</a:t>
            </a:r>
            <a:r>
              <a:rPr lang="en-US" sz="2000" dirty="0">
                <a:solidFill>
                  <a:sysClr val="window" lastClr="FFFFFF"/>
                </a:solidFill>
                <a:latin typeface="Calibri" panose="020F0502020204030204"/>
              </a:rPr>
              <a:t>git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clone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http://localhost:8002/kopo00/test1.git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host$ cd test1</a:t>
            </a:r>
          </a:p>
          <a:p>
            <a:pPr marL="0" lv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host$ git config user.name "kopo00"</a:t>
            </a:r>
          </a:p>
          <a:p>
            <a:pPr marL="0" lv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host$ </a:t>
            </a:r>
            <a:r>
              <a:rPr lang="fr-FR" altLang="ko-KR" sz="2000" dirty="0">
                <a:solidFill>
                  <a:sysClr val="window" lastClr="FFFFFF"/>
                </a:solidFill>
                <a:latin typeface="Calibri" panose="020F0502020204030204"/>
              </a:rPr>
              <a:t>git config user.email kopo00@example.com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config --global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credential.helper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store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host$ git push --set-upstream origin --all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host$ code</a:t>
            </a:r>
          </a:p>
        </p:txBody>
      </p:sp>
      <p:pic>
        <p:nvPicPr>
          <p:cNvPr id="10" name="Picture 4" descr="Git 브랜치를 머지할 때 충돌이 발생할 수 있는 사례. 똑똑한 Git 은 최대한 충돌 없이 소스를 병합(merge) 해 주려고… |  by Hibuz | 롯데ON 기술 블로그">
            <a:extLst>
              <a:ext uri="{FF2B5EF4-FFF2-40B4-BE49-F238E27FC236}">
                <a16:creationId xmlns:a16="http://schemas.microsoft.com/office/drawing/2014/main" id="{E1E64718-7FB9-AF4A-59B6-362225832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549" y="1921818"/>
            <a:ext cx="4124574" cy="386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053F20-F4EC-D6DC-2DFC-A4B2E157FE5A}"/>
              </a:ext>
            </a:extLst>
          </p:cNvPr>
          <p:cNvSpPr/>
          <p:nvPr/>
        </p:nvSpPr>
        <p:spPr>
          <a:xfrm>
            <a:off x="9098825" y="3463982"/>
            <a:ext cx="1583830" cy="1142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EBA651-8BF4-9028-8740-31C9DC4EC9BD}"/>
              </a:ext>
            </a:extLst>
          </p:cNvPr>
          <p:cNvSpPr/>
          <p:nvPr/>
        </p:nvSpPr>
        <p:spPr>
          <a:xfrm>
            <a:off x="765484" y="5325242"/>
            <a:ext cx="317151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>
                <a:solidFill>
                  <a:schemeClr val="tx1"/>
                </a:solidFill>
                <a:latin typeface="+mj-ea"/>
                <a:ea typeface="+mj-ea"/>
              </a:rPr>
              <a:t>스프링 프로젝트 복제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9328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Merge,</a:t>
            </a:r>
            <a:r>
              <a:rPr lang="ko-KR" altLang="en-US" b="1" dirty="0"/>
              <a:t> </a:t>
            </a:r>
            <a:r>
              <a:rPr lang="en-US" altLang="ko-KR" b="1" dirty="0"/>
              <a:t>Rebase,</a:t>
            </a:r>
            <a:r>
              <a:rPr lang="ko-KR" altLang="en-US" b="1" dirty="0"/>
              <a:t> </a:t>
            </a:r>
            <a:r>
              <a:rPr lang="en-US" altLang="ko-KR" b="1" dirty="0"/>
              <a:t>Reset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25427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61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69370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merge</a:t>
            </a:r>
          </a:p>
          <a:p>
            <a:pPr marL="457200" indent="-457200" algn="ctr">
              <a:lnSpc>
                <a:spcPct val="130000"/>
              </a:lnSpc>
              <a:buAutoNum type="arabicPeriod"/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Fast-Forward Merging</a:t>
            </a:r>
          </a:p>
          <a:p>
            <a:pPr marL="457200" indent="-457200" algn="ctr">
              <a:lnSpc>
                <a:spcPct val="130000"/>
              </a:lnSpc>
              <a:buAutoNum type="arabicPeriod"/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Three-Way Merging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F2BA2C-36E8-CAEE-A200-1484F3DF7681}"/>
              </a:ext>
            </a:extLst>
          </p:cNvPr>
          <p:cNvSpPr txBox="1">
            <a:spLocks/>
          </p:cNvSpPr>
          <p:nvPr/>
        </p:nvSpPr>
        <p:spPr>
          <a:xfrm>
            <a:off x="6378861" y="2376123"/>
            <a:ext cx="5416063" cy="1466862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 checkout 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16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 checkout master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merge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6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19C72C-EF16-8CAF-A99B-23904336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76" y="2155018"/>
            <a:ext cx="5689732" cy="17041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9E8BCB0-DF8B-A7CE-5B56-DA2962B7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68" y="4317983"/>
            <a:ext cx="5689732" cy="197090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517129-B2D1-3B04-3471-F3D82E6434AA}"/>
              </a:ext>
            </a:extLst>
          </p:cNvPr>
          <p:cNvSpPr/>
          <p:nvPr/>
        </p:nvSpPr>
        <p:spPr>
          <a:xfrm>
            <a:off x="471571" y="3978001"/>
            <a:ext cx="2109327" cy="395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2. Three-Way Merging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17FAF5-5B8F-3270-2741-B7BD6F32FD08}"/>
              </a:ext>
            </a:extLst>
          </p:cNvPr>
          <p:cNvSpPr/>
          <p:nvPr/>
        </p:nvSpPr>
        <p:spPr>
          <a:xfrm>
            <a:off x="397076" y="1886275"/>
            <a:ext cx="3256483" cy="378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1. Fast-Forward Merging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5A0C881-D375-FC21-1DCB-DF46446BFDBF}"/>
              </a:ext>
            </a:extLst>
          </p:cNvPr>
          <p:cNvSpPr txBox="1">
            <a:spLocks/>
          </p:cNvSpPr>
          <p:nvPr/>
        </p:nvSpPr>
        <p:spPr>
          <a:xfrm>
            <a:off x="6378861" y="4505093"/>
            <a:ext cx="5416063" cy="1693195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 checkout 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16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 checkout master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… commit N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16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$ git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merge</a:t>
            </a:r>
            <a:r>
              <a:rPr lang="ko-KR" altLang="en-US" sz="16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1600" dirty="0">
                <a:solidFill>
                  <a:sysClr val="window" lastClr="FFFFFF"/>
                </a:solidFill>
                <a:latin typeface="Calibri" panose="020F0502020204030204"/>
              </a:rPr>
              <a:t>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6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75143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62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rebase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F2BA2C-36E8-CAEE-A200-1484F3DF7681}"/>
              </a:ext>
            </a:extLst>
          </p:cNvPr>
          <p:cNvSpPr txBox="1">
            <a:spLocks/>
          </p:cNvSpPr>
          <p:nvPr/>
        </p:nvSpPr>
        <p:spPr>
          <a:xfrm>
            <a:off x="5862833" y="1981841"/>
            <a:ext cx="5408906" cy="2395376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master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rebase master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15774E-DE77-CC5D-E57A-16077A78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89" y="1891598"/>
            <a:ext cx="4887110" cy="24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56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63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reset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F2BA2C-36E8-CAEE-A200-1484F3DF7681}"/>
              </a:ext>
            </a:extLst>
          </p:cNvPr>
          <p:cNvSpPr txBox="1">
            <a:spLocks/>
          </p:cNvSpPr>
          <p:nvPr/>
        </p:nvSpPr>
        <p:spPr>
          <a:xfrm>
            <a:off x="561072" y="1891598"/>
            <a:ext cx="5408906" cy="2395376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checkout develop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… commit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 </a:t>
            </a: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N</a:t>
            </a:r>
            <a:r>
              <a:rPr lang="ko-KR" altLang="en-US" sz="2000" dirty="0">
                <a:solidFill>
                  <a:sysClr val="window" lastClr="FFFFFF"/>
                </a:solidFill>
                <a:latin typeface="Calibri" panose="020F0502020204030204"/>
              </a:rPr>
              <a:t>번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reset --soft [commit ID or branch]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reset --mixed [commit ID or branch]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reset --hard [commit ID or branch]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84B94E-0EE0-FF97-03B3-CC23B4F0D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44" y="1891598"/>
            <a:ext cx="464884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246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B736B-7A69-83E6-70CB-2AFA40B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기타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4BE3B-B441-409A-CDD4-8364E7403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023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65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gitignore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Git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버전 관리에서 제외할 파일 목록을 지정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D624BA-29F5-BDEA-B7F7-534D67F4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62" y="2231558"/>
            <a:ext cx="5228967" cy="239488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10FFAFF-93C6-C4DD-95D8-333725050E5F}"/>
              </a:ext>
            </a:extLst>
          </p:cNvPr>
          <p:cNvSpPr/>
          <p:nvPr/>
        </p:nvSpPr>
        <p:spPr>
          <a:xfrm>
            <a:off x="932773" y="4748576"/>
            <a:ext cx="5520989" cy="7908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프로젝트 별 </a:t>
            </a: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gitignore</a:t>
            </a: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파일 생성 가능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548813C-6999-CE42-D8E3-94FB8DE80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243" y="2565538"/>
            <a:ext cx="3931595" cy="291739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52239FA-49B2-6F0D-A455-31CD3497FABB}"/>
              </a:ext>
            </a:extLst>
          </p:cNvPr>
          <p:cNvSpPr/>
          <p:nvPr/>
        </p:nvSpPr>
        <p:spPr>
          <a:xfrm>
            <a:off x="6735697" y="5675566"/>
            <a:ext cx="4596611" cy="497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자바 프로젝트의 경우 </a:t>
            </a:r>
            <a:r>
              <a:rPr lang="en-US" altLang="ko-KR" sz="2000" b="1" dirty="0" err="1">
                <a:solidFill>
                  <a:schemeClr val="tx1"/>
                </a:solidFill>
                <a:latin typeface="+mj-ea"/>
                <a:ea typeface="+mj-ea"/>
              </a:rPr>
              <a:t>gitignore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55823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Stash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로컬에서 작업한 소스 내용을 임시로 다른 곳에 저장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FA3CB9-DB11-9357-721A-4908D5B4955C}"/>
              </a:ext>
            </a:extLst>
          </p:cNvPr>
          <p:cNvSpPr txBox="1">
            <a:spLocks/>
          </p:cNvSpPr>
          <p:nvPr/>
        </p:nvSpPr>
        <p:spPr>
          <a:xfrm>
            <a:off x="508317" y="1969636"/>
            <a:ext cx="5848521" cy="1939269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…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파일 수정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add -A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stash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stash list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stash apply</a:t>
            </a:r>
          </a:p>
        </p:txBody>
      </p:sp>
    </p:spTree>
    <p:extLst>
      <p:ext uri="{BB962C8B-B14F-4D97-AF65-F5344CB8AC3E}">
        <p14:creationId xmlns:p14="http://schemas.microsoft.com/office/powerpoint/2010/main" val="34264341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67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Tag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저장소의 소스 버전을 표시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3FE9F-1881-AC0B-C6B1-ACE2DFBDCD25}"/>
              </a:ext>
            </a:extLst>
          </p:cNvPr>
          <p:cNvSpPr txBox="1">
            <a:spLocks/>
          </p:cNvSpPr>
          <p:nvPr/>
        </p:nvSpPr>
        <p:spPr>
          <a:xfrm>
            <a:off x="508317" y="1969636"/>
            <a:ext cx="5848521" cy="1939269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tag v1.0</a:t>
            </a:r>
          </a:p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000" dirty="0">
                <a:solidFill>
                  <a:sysClr val="window" lastClr="FFFFFF"/>
                </a:solidFill>
                <a:latin typeface="Calibri" panose="020F0502020204030204"/>
              </a:rPr>
              <a:t>$ git tag -d v1.0</a:t>
            </a:r>
          </a:p>
        </p:txBody>
      </p:sp>
    </p:spTree>
    <p:extLst>
      <p:ext uri="{BB962C8B-B14F-4D97-AF65-F5344CB8AC3E}">
        <p14:creationId xmlns:p14="http://schemas.microsoft.com/office/powerpoint/2010/main" val="7398412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68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Cherry Pick</a:t>
            </a:r>
          </a:p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다른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브랜치에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있는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커밋을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선택적으로 내 </a:t>
            </a:r>
            <a:r>
              <a:rPr lang="ko-KR" altLang="en-US" sz="2000" b="1" dirty="0" err="1">
                <a:solidFill>
                  <a:schemeClr val="tx1"/>
                </a:solidFill>
                <a:latin typeface="+mj-ea"/>
                <a:ea typeface="+mj-ea"/>
              </a:rPr>
              <a:t>브랜치에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적용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3FE9F-1881-AC0B-C6B1-ACE2DFBDCD25}"/>
              </a:ext>
            </a:extLst>
          </p:cNvPr>
          <p:cNvSpPr txBox="1">
            <a:spLocks/>
          </p:cNvSpPr>
          <p:nvPr/>
        </p:nvSpPr>
        <p:spPr>
          <a:xfrm>
            <a:off x="508318" y="1969636"/>
            <a:ext cx="4327452" cy="1939269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git cherry-pick [commit-hash]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pic>
        <p:nvPicPr>
          <p:cNvPr id="1026" name="Picture 2" descr="Understanding Git Cherry-Pick 🍒👨‍🏫 | by Nadir Inab | Medium">
            <a:extLst>
              <a:ext uri="{FF2B5EF4-FFF2-40B4-BE49-F238E27FC236}">
                <a16:creationId xmlns:a16="http://schemas.microsoft.com/office/drawing/2014/main" id="{2D025575-745B-9F22-38BD-84BD8DC31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78" y="2281237"/>
            <a:ext cx="443865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7235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69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Revert</a:t>
            </a:r>
          </a:p>
          <a:p>
            <a:pPr algn="ctr">
              <a:lnSpc>
                <a:spcPct val="130000"/>
              </a:lnSpc>
            </a:pP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3FE9F-1881-AC0B-C6B1-ACE2DFBDCD25}"/>
              </a:ext>
            </a:extLst>
          </p:cNvPr>
          <p:cNvSpPr txBox="1">
            <a:spLocks/>
          </p:cNvSpPr>
          <p:nvPr/>
        </p:nvSpPr>
        <p:spPr>
          <a:xfrm>
            <a:off x="508317" y="1969636"/>
            <a:ext cx="5848521" cy="1939269"/>
          </a:xfrm>
          <a:prstGeom prst="rect">
            <a:avLst/>
          </a:prstGeom>
          <a:solidFill>
            <a:sysClr val="windowText" lastClr="000000"/>
          </a:solidFill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 revert [commit-hash]</a:t>
            </a:r>
            <a:endParaRPr lang="en-US" altLang="ko-KR" sz="2000" dirty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E3A54C-6DBF-A643-97D6-A86EC3060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85" y="4511358"/>
            <a:ext cx="5750491" cy="14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589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8427-62B1-E3A6-17B1-2E393D66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0329B0-5408-05B3-5CD6-EF0B8D8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DBF6-2A23-40A8-A352-8AAB4DFC94EF}" type="slidenum">
              <a:rPr lang="ko-KR" altLang="en-US" smtClean="0">
                <a:latin typeface="+mj-ea"/>
                <a:ea typeface="+mj-ea"/>
              </a:rPr>
              <a:pPr/>
              <a:t>70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8CC73C1-9745-9D98-4535-2409687DC8FE}"/>
              </a:ext>
            </a:extLst>
          </p:cNvPr>
          <p:cNvSpPr txBox="1">
            <a:spLocks/>
          </p:cNvSpPr>
          <p:nvPr/>
        </p:nvSpPr>
        <p:spPr>
          <a:xfrm>
            <a:off x="340220" y="112549"/>
            <a:ext cx="3679205" cy="464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b="1" dirty="0">
                <a:latin typeface="+mn-lt"/>
                <a:ea typeface="+mn-ea"/>
              </a:rPr>
              <a:t>I. </a:t>
            </a:r>
            <a:r>
              <a:rPr lang="ko-KR" altLang="en-US" sz="2000" b="1" dirty="0">
                <a:latin typeface="+mn-lt"/>
                <a:ea typeface="+mn-ea"/>
              </a:rPr>
              <a:t>서버 엔지니어링</a:t>
            </a:r>
          </a:p>
        </p:txBody>
      </p:sp>
      <p:cxnSp>
        <p:nvCxnSpPr>
          <p:cNvPr id="17" name="Shape 76">
            <a:extLst>
              <a:ext uri="{FF2B5EF4-FFF2-40B4-BE49-F238E27FC236}">
                <a16:creationId xmlns:a16="http://schemas.microsoft.com/office/drawing/2014/main" id="{82F2208D-5EB2-F5FB-109A-2698CF400B0C}"/>
              </a:ext>
            </a:extLst>
          </p:cNvPr>
          <p:cNvCxnSpPr>
            <a:cxnSpLocks/>
          </p:cNvCxnSpPr>
          <p:nvPr/>
        </p:nvCxnSpPr>
        <p:spPr>
          <a:xfrm flipV="1">
            <a:off x="331889" y="1710342"/>
            <a:ext cx="11570675" cy="3672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6C84B5-5FB1-BA81-35BB-AD4B8FC3A1AB}"/>
              </a:ext>
            </a:extLst>
          </p:cNvPr>
          <p:cNvSpPr/>
          <p:nvPr/>
        </p:nvSpPr>
        <p:spPr>
          <a:xfrm>
            <a:off x="1673072" y="737665"/>
            <a:ext cx="8845856" cy="795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기타 명령어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F3E8A1-063F-2536-2104-72BB4CE1EFCC}"/>
              </a:ext>
            </a:extLst>
          </p:cNvPr>
          <p:cNvSpPr/>
          <p:nvPr/>
        </p:nvSpPr>
        <p:spPr>
          <a:xfrm>
            <a:off x="515419" y="1967849"/>
            <a:ext cx="8646166" cy="13961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Drop: commit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삭제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discard: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변경사항 버림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+mj-ea"/>
                <a:ea typeface="+mj-ea"/>
              </a:rPr>
              <a:t>archive: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파일로 변환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9779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43356</TotalTime>
  <Words>3084</Words>
  <Application>Microsoft Office PowerPoint</Application>
  <PresentationFormat>와이드스크린</PresentationFormat>
  <Paragraphs>571</Paragraphs>
  <Slides>70</Slides>
  <Notes>61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5" baseType="lpstr">
      <vt:lpstr>Spoqa Han Sans Neo</vt:lpstr>
      <vt:lpstr>맑은 고딕</vt:lpstr>
      <vt:lpstr>Arial</vt:lpstr>
      <vt:lpstr>Calibri</vt:lpstr>
      <vt:lpstr>Office 테마</vt:lpstr>
      <vt:lpstr>PowerPoint 프레젠테이션</vt:lpstr>
      <vt:lpstr>Git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 준비 </vt:lpstr>
      <vt:lpstr>PowerPoint 프레젠테이션</vt:lpstr>
      <vt:lpstr>PowerPoint 프레젠테이션</vt:lpstr>
      <vt:lpstr>PowerPoint 프레젠테이션</vt:lpstr>
      <vt:lpstr>Commit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Branch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Clone, Push, Pull, Fetch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Gitlab 설치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Merge, Rebase, Reset </vt:lpstr>
      <vt:lpstr>PowerPoint 프레젠테이션</vt:lpstr>
      <vt:lpstr>PowerPoint 프레젠테이션</vt:lpstr>
      <vt:lpstr>PowerPoint 프레젠테이션</vt:lpstr>
      <vt:lpstr>기타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윤창호</dc:creator>
  <cp:lastModifiedBy>윤창호</cp:lastModifiedBy>
  <cp:revision>972</cp:revision>
  <cp:lastPrinted>2017-12-04T15:13:06Z</cp:lastPrinted>
  <dcterms:created xsi:type="dcterms:W3CDTF">2017-09-19T04:09:53Z</dcterms:created>
  <dcterms:modified xsi:type="dcterms:W3CDTF">2025-07-23T12:08:44Z</dcterms:modified>
</cp:coreProperties>
</file>